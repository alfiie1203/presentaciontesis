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3"/>
  </p:notesMasterIdLst>
  <p:sldIdLst>
    <p:sldId id="256" r:id="rId2"/>
    <p:sldId id="311" r:id="rId3"/>
    <p:sldId id="265" r:id="rId4"/>
    <p:sldId id="267" r:id="rId5"/>
    <p:sldId id="312" r:id="rId6"/>
    <p:sldId id="313" r:id="rId7"/>
    <p:sldId id="314" r:id="rId8"/>
    <p:sldId id="316" r:id="rId9"/>
    <p:sldId id="317" r:id="rId10"/>
    <p:sldId id="318" r:id="rId11"/>
    <p:sldId id="335" r:id="rId12"/>
    <p:sldId id="333" r:id="rId13"/>
    <p:sldId id="337" r:id="rId14"/>
    <p:sldId id="338" r:id="rId15"/>
    <p:sldId id="340" r:id="rId16"/>
    <p:sldId id="332" r:id="rId17"/>
    <p:sldId id="268" r:id="rId18"/>
    <p:sldId id="319" r:id="rId19"/>
    <p:sldId id="320" r:id="rId20"/>
    <p:sldId id="321" r:id="rId21"/>
    <p:sldId id="322" r:id="rId22"/>
    <p:sldId id="323" r:id="rId23"/>
    <p:sldId id="324" r:id="rId24"/>
    <p:sldId id="325" r:id="rId25"/>
    <p:sldId id="326" r:id="rId26"/>
    <p:sldId id="315" r:id="rId27"/>
    <p:sldId id="327" r:id="rId28"/>
    <p:sldId id="266" r:id="rId29"/>
    <p:sldId id="298" r:id="rId30"/>
    <p:sldId id="299" r:id="rId31"/>
    <p:sldId id="300" r:id="rId32"/>
    <p:sldId id="301" r:id="rId33"/>
    <p:sldId id="302" r:id="rId34"/>
    <p:sldId id="303" r:id="rId35"/>
    <p:sldId id="304" r:id="rId36"/>
    <p:sldId id="305" r:id="rId37"/>
    <p:sldId id="306" r:id="rId38"/>
    <p:sldId id="307" r:id="rId39"/>
    <p:sldId id="308" r:id="rId40"/>
    <p:sldId id="309" r:id="rId41"/>
    <p:sldId id="310" r:id="rId42"/>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ción predeterminada" id="{54F4119F-BF64-4376-85B8-59E43064EE8F}">
          <p14:sldIdLst>
            <p14:sldId id="256"/>
            <p14:sldId id="311"/>
            <p14:sldId id="265"/>
            <p14:sldId id="267"/>
            <p14:sldId id="312"/>
            <p14:sldId id="313"/>
            <p14:sldId id="314"/>
            <p14:sldId id="316"/>
            <p14:sldId id="317"/>
            <p14:sldId id="318"/>
            <p14:sldId id="335"/>
            <p14:sldId id="333"/>
            <p14:sldId id="337"/>
            <p14:sldId id="338"/>
            <p14:sldId id="340"/>
            <p14:sldId id="332"/>
            <p14:sldId id="268"/>
            <p14:sldId id="319"/>
            <p14:sldId id="320"/>
            <p14:sldId id="321"/>
            <p14:sldId id="322"/>
            <p14:sldId id="323"/>
            <p14:sldId id="324"/>
            <p14:sldId id="325"/>
            <p14:sldId id="326"/>
            <p14:sldId id="315"/>
          </p14:sldIdLst>
        </p14:section>
        <p14:section name="Elementos" id="{F614B983-94D5-420C-ACBE-F7C7A7C5CC60}">
          <p14:sldIdLst>
            <p14:sldId id="327"/>
            <p14:sldId id="266"/>
            <p14:sldId id="298"/>
            <p14:sldId id="299"/>
            <p14:sldId id="300"/>
            <p14:sldId id="301"/>
            <p14:sldId id="302"/>
            <p14:sldId id="303"/>
            <p14:sldId id="304"/>
            <p14:sldId id="305"/>
            <p14:sldId id="306"/>
            <p14:sldId id="307"/>
            <p14:sldId id="308"/>
            <p14:sldId id="309"/>
            <p14:sldId id="31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200"/>
    <a:srgbClr val="393E46"/>
    <a:srgbClr val="FE8602"/>
    <a:srgbClr val="00FFFF"/>
    <a:srgbClr val="66FF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p:scale>
          <a:sx n="80" d="100"/>
          <a:sy n="80" d="100"/>
        </p:scale>
        <p:origin x="540"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506C8A-0E7F-4372-8813-CD2D57F4DC3E}" type="datetimeFigureOut">
              <a:rPr lang="es-CO" smtClean="0"/>
              <a:t>10/08/2021</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168DAF-3A10-474B-9BF8-CF064BE8148B}" type="slidenum">
              <a:rPr lang="es-CO" smtClean="0"/>
              <a:t>‹Nº›</a:t>
            </a:fld>
            <a:endParaRPr lang="es-CO"/>
          </a:p>
        </p:txBody>
      </p:sp>
    </p:spTree>
    <p:extLst>
      <p:ext uri="{BB962C8B-B14F-4D97-AF65-F5344CB8AC3E}">
        <p14:creationId xmlns:p14="http://schemas.microsoft.com/office/powerpoint/2010/main" val="42904454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05"/>
        <p:cNvGrpSpPr/>
        <p:nvPr/>
      </p:nvGrpSpPr>
      <p:grpSpPr>
        <a:xfrm>
          <a:off x="0" y="0"/>
          <a:ext cx="0" cy="0"/>
          <a:chOff x="0" y="0"/>
          <a:chExt cx="0" cy="0"/>
        </a:xfrm>
      </p:grpSpPr>
      <p:sp>
        <p:nvSpPr>
          <p:cNvPr id="6806" name="Google Shape;6806;gdd0ab3df31_0_110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07" name="Google Shape;6807;gdd0ab3df31_0_110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2"/>
        <p:cNvGrpSpPr/>
        <p:nvPr/>
      </p:nvGrpSpPr>
      <p:grpSpPr>
        <a:xfrm>
          <a:off x="0" y="0"/>
          <a:ext cx="0" cy="0"/>
          <a:chOff x="0" y="0"/>
          <a:chExt cx="0" cy="0"/>
        </a:xfrm>
      </p:grpSpPr>
      <p:sp>
        <p:nvSpPr>
          <p:cNvPr id="7143" name="Google Shape;7143;gdd0ab3df31_0_114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44" name="Google Shape;7144;gdd0ab3df31_0_114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42"/>
        <p:cNvGrpSpPr/>
        <p:nvPr/>
      </p:nvGrpSpPr>
      <p:grpSpPr>
        <a:xfrm>
          <a:off x="0" y="0"/>
          <a:ext cx="0" cy="0"/>
          <a:chOff x="0" y="0"/>
          <a:chExt cx="0" cy="0"/>
        </a:xfrm>
      </p:grpSpPr>
      <p:sp>
        <p:nvSpPr>
          <p:cNvPr id="13643" name="Google Shape;13643;gdd0ab3df31_0_179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44" name="Google Shape;13644;gdd0ab3df31_0_179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69"/>
        <p:cNvGrpSpPr/>
        <p:nvPr/>
      </p:nvGrpSpPr>
      <p:grpSpPr>
        <a:xfrm>
          <a:off x="0" y="0"/>
          <a:ext cx="0" cy="0"/>
          <a:chOff x="0" y="0"/>
          <a:chExt cx="0" cy="0"/>
        </a:xfrm>
      </p:grpSpPr>
      <p:sp>
        <p:nvSpPr>
          <p:cNvPr id="14070" name="Google Shape;14070;gdd0ab3df31_0_183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71" name="Google Shape;14071;gdd0ab3df31_0_183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32"/>
        <p:cNvGrpSpPr/>
        <p:nvPr/>
      </p:nvGrpSpPr>
      <p:grpSpPr>
        <a:xfrm>
          <a:off x="0" y="0"/>
          <a:ext cx="0" cy="0"/>
          <a:chOff x="0" y="0"/>
          <a:chExt cx="0" cy="0"/>
        </a:xfrm>
      </p:grpSpPr>
      <p:sp>
        <p:nvSpPr>
          <p:cNvPr id="14233" name="Google Shape;14233;gdd0ab3df31_0_184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34" name="Google Shape;14234;gdd0ab3df31_0_184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34"/>
        <p:cNvGrpSpPr/>
        <p:nvPr/>
      </p:nvGrpSpPr>
      <p:grpSpPr>
        <a:xfrm>
          <a:off x="0" y="0"/>
          <a:ext cx="0" cy="0"/>
          <a:chOff x="0" y="0"/>
          <a:chExt cx="0" cy="0"/>
        </a:xfrm>
      </p:grpSpPr>
      <p:sp>
        <p:nvSpPr>
          <p:cNvPr id="14635" name="Google Shape;14635;gdd0ab3df31_0_188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36" name="Google Shape;14636;gdd0ab3df31_0_188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05"/>
        <p:cNvGrpSpPr/>
        <p:nvPr/>
      </p:nvGrpSpPr>
      <p:grpSpPr>
        <a:xfrm>
          <a:off x="0" y="0"/>
          <a:ext cx="0" cy="0"/>
          <a:chOff x="0" y="0"/>
          <a:chExt cx="0" cy="0"/>
        </a:xfrm>
      </p:grpSpPr>
      <p:sp>
        <p:nvSpPr>
          <p:cNvPr id="15006" name="Google Shape;15006;gdd0ab3df31_0_192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07" name="Google Shape;15007;gdd0ab3df31_0_192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07"/>
        <p:cNvGrpSpPr/>
        <p:nvPr/>
      </p:nvGrpSpPr>
      <p:grpSpPr>
        <a:xfrm>
          <a:off x="0" y="0"/>
          <a:ext cx="0" cy="0"/>
          <a:chOff x="0" y="0"/>
          <a:chExt cx="0" cy="0"/>
        </a:xfrm>
      </p:grpSpPr>
      <p:sp>
        <p:nvSpPr>
          <p:cNvPr id="15308" name="Google Shape;15308;gdd0ab3df31_0_195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09" name="Google Shape;15309;gdd0ab3df31_0_195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99"/>
        <p:cNvGrpSpPr/>
        <p:nvPr/>
      </p:nvGrpSpPr>
      <p:grpSpPr>
        <a:xfrm>
          <a:off x="0" y="0"/>
          <a:ext cx="0" cy="0"/>
          <a:chOff x="0" y="0"/>
          <a:chExt cx="0" cy="0"/>
        </a:xfrm>
      </p:grpSpPr>
      <p:sp>
        <p:nvSpPr>
          <p:cNvPr id="15600" name="Google Shape;15600;gdd0ab3df31_0_198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01" name="Google Shape;15601;gdd0ab3df31_0_198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58"/>
        <p:cNvGrpSpPr/>
        <p:nvPr/>
      </p:nvGrpSpPr>
      <p:grpSpPr>
        <a:xfrm>
          <a:off x="0" y="0"/>
          <a:ext cx="0" cy="0"/>
          <a:chOff x="0" y="0"/>
          <a:chExt cx="0" cy="0"/>
        </a:xfrm>
      </p:grpSpPr>
      <p:sp>
        <p:nvSpPr>
          <p:cNvPr id="15959" name="Google Shape;15959;gdd0ab3df31_0_202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60" name="Google Shape;15960;gdd0ab3df31_0_20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75"/>
        <p:cNvGrpSpPr/>
        <p:nvPr/>
      </p:nvGrpSpPr>
      <p:grpSpPr>
        <a:xfrm>
          <a:off x="0" y="0"/>
          <a:ext cx="0" cy="0"/>
          <a:chOff x="0" y="0"/>
          <a:chExt cx="0" cy="0"/>
        </a:xfrm>
      </p:grpSpPr>
      <p:sp>
        <p:nvSpPr>
          <p:cNvPr id="16376" name="Google Shape;16376;gdd0ab3df31_0_206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77" name="Google Shape;16377;gdd0ab3df31_0_206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15"/>
        <p:cNvGrpSpPr/>
        <p:nvPr/>
      </p:nvGrpSpPr>
      <p:grpSpPr>
        <a:xfrm>
          <a:off x="0" y="0"/>
          <a:ext cx="0" cy="0"/>
          <a:chOff x="0" y="0"/>
          <a:chExt cx="0" cy="0"/>
        </a:xfrm>
      </p:grpSpPr>
      <p:sp>
        <p:nvSpPr>
          <p:cNvPr id="16716" name="Google Shape;16716;gdd0ab3df31_0_209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17" name="Google Shape;16717;gdd0ab3df31_0_209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03"/>
        <p:cNvGrpSpPr/>
        <p:nvPr/>
      </p:nvGrpSpPr>
      <p:grpSpPr>
        <a:xfrm>
          <a:off x="0" y="0"/>
          <a:ext cx="0" cy="0"/>
          <a:chOff x="0" y="0"/>
          <a:chExt cx="0" cy="0"/>
        </a:xfrm>
      </p:grpSpPr>
      <p:sp>
        <p:nvSpPr>
          <p:cNvPr id="16904" name="Google Shape;16904;gdd0ab3df31_0_211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05" name="Google Shape;16905;gdd0ab3df31_0_211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065029-1168-4821-917B-CB309D8361E3}"/>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5C2DBCC8-C20E-426F-AB04-3F301FA57C2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2F62F418-2E31-465D-840F-B30E39707171}"/>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76FDA962-196E-4133-B5A9-2F4C82C545C4}"/>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D53D1F7B-3141-480D-8536-07E87BCD29BA}"/>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40877054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BF32572-1941-418F-9A9E-55DEF4458750}"/>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ACE4819F-EC56-41F6-BC8A-16867296AFA9}"/>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7839D10-69BC-43E6-901C-B4EEFFF91EFE}"/>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980AA046-BF2C-48F0-8176-E159FFC3DA0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6F11DB9-869D-4A8B-AC7E-D9D19F55C1B3}"/>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2490927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8CE68EA-4856-4466-8F1F-F3AD0185ED37}"/>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6968676F-1063-4AED-AFDA-F3DCD9B84E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B4C2276-4111-47D2-B596-12DAF62FC460}"/>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ED7C751C-A637-4703-9DAC-494DF405D87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F6A2209-4ABB-401F-A7F9-30DAA6C0EC87}"/>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2318112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09F361-046A-4E3A-A79C-E1C91542BEA0}"/>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FD8D8292-5CBC-414C-8773-9B7BD12E086E}"/>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1885040B-8855-4924-9228-FE6B2C902959}"/>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012CB179-28CB-4D8B-B751-5177B4167164}"/>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6" name="Marcador de pie de página 5">
            <a:extLst>
              <a:ext uri="{FF2B5EF4-FFF2-40B4-BE49-F238E27FC236}">
                <a16:creationId xmlns:a16="http://schemas.microsoft.com/office/drawing/2014/main" id="{01BD72AD-BFDE-4126-9F76-B30C77BF407F}"/>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5A83F1E6-1D8B-438A-8902-1FBA35B7A35D}"/>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2893180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BD6B39-F7D6-487B-A9DB-777A09C9CB39}"/>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F7470CE-5D72-4FD1-A018-02A48C38B40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0FDDD3F-077D-4D3E-96F0-1ADE50AF6C26}"/>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1241431-0B43-4D3E-B2B1-6B332F53EB7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BBEF0B80-DC9B-44DC-9B4A-3BF74254616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3F209FE8-E4D0-4FF6-9DF4-F7C47BAB7FAE}"/>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8" name="Marcador de pie de página 7">
            <a:extLst>
              <a:ext uri="{FF2B5EF4-FFF2-40B4-BE49-F238E27FC236}">
                <a16:creationId xmlns:a16="http://schemas.microsoft.com/office/drawing/2014/main" id="{BC9254BA-1700-4F6D-85C2-38050284BD23}"/>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E4187256-AA79-4892-BFDD-925ED8949FBD}"/>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3568858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73F35D-818E-44FE-8D9C-596D64E335C5}"/>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20B59C16-0FFA-44EE-B893-354953FD2405}"/>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4" name="Marcador de pie de página 3">
            <a:extLst>
              <a:ext uri="{FF2B5EF4-FFF2-40B4-BE49-F238E27FC236}">
                <a16:creationId xmlns:a16="http://schemas.microsoft.com/office/drawing/2014/main" id="{A38CCCB6-72DA-45E6-B8EA-DBD53EE4034B}"/>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57DC39E8-E602-4CF9-9783-BC0CF9E6FBE7}"/>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6606062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6D3EB763-FDDC-4F62-9539-BCF21642093F}"/>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3" name="Marcador de pie de página 2">
            <a:extLst>
              <a:ext uri="{FF2B5EF4-FFF2-40B4-BE49-F238E27FC236}">
                <a16:creationId xmlns:a16="http://schemas.microsoft.com/office/drawing/2014/main" id="{CE180507-6355-4887-B87E-AFE988BE0FA9}"/>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D3A59C93-A1B6-427B-93BA-1653C06813EB}"/>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218545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9CE141F-D4FB-465C-ACE7-A690C7F1351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4C660397-067D-4AE0-847B-0466235A905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47EF1905-255A-4D0D-B01E-93721BC1A5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8B13A169-0E84-46EF-8FB2-A3A3209911CC}"/>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6" name="Marcador de pie de página 5">
            <a:extLst>
              <a:ext uri="{FF2B5EF4-FFF2-40B4-BE49-F238E27FC236}">
                <a16:creationId xmlns:a16="http://schemas.microsoft.com/office/drawing/2014/main" id="{199AEC4F-D6DA-480F-806F-9E367A30DA6B}"/>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81524F4A-6D47-4231-95FF-A74698F0DD46}"/>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9713970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6AB6CF-DDD6-40BB-B6E4-9A85A1A28BB4}"/>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FE7239BE-6A99-4246-9DA8-9D37A286A0E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7B5C773E-B725-4DFE-8434-E217A0499B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F03E2AD-C5BA-4B07-88C6-664E200656C4}"/>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6" name="Marcador de pie de página 5">
            <a:extLst>
              <a:ext uri="{FF2B5EF4-FFF2-40B4-BE49-F238E27FC236}">
                <a16:creationId xmlns:a16="http://schemas.microsoft.com/office/drawing/2014/main" id="{B658DE9E-6CB0-4DE2-878E-C81B4874EA10}"/>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A51E4A3-2890-4EC7-A7E9-516882A8199C}"/>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858418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955EC53-F4B2-4ECF-90E2-8B42DDE56542}"/>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FDE69B69-60B4-4F7B-BDB7-2A7796AC402C}"/>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766C811B-3E0F-44F8-B27C-D25BF53A9D0F}"/>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9B45B9AA-4E8F-4BA5-BC9E-08A4D0084959}"/>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336CA062-6BDA-467D-B4F9-FD9CD59A1356}"/>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2719723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AA765446-6CA8-425B-996A-211F176F0322}"/>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3D72F379-75F0-45DB-8E26-18218B249C6B}"/>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5BB82BA0-5ECF-482D-8AED-46C52D7D718C}"/>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CFDC5168-48F9-41E9-B034-5406D77F7CCB}"/>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6FD81227-5E50-41DC-BF86-ACB2B7142899}"/>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423488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2452A83A-B834-4B01-9DCC-AC700D113B1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1AD81A0F-BD8D-4084-9F66-31BB87D15AF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27A40C6E-7AC1-46FF-BD21-6314F4E247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E32230A7-35D9-4775-A187-773E85320D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A5D8B8FD-BE18-4F11-BF4E-AFB19ED0794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422C48-650A-46D1-9355-92F68518F252}" type="slidenum">
              <a:rPr lang="es-CO" smtClean="0"/>
              <a:t>‹Nº›</a:t>
            </a:fld>
            <a:endParaRPr lang="es-CO"/>
          </a:p>
        </p:txBody>
      </p:sp>
    </p:spTree>
    <p:extLst>
      <p:ext uri="{BB962C8B-B14F-4D97-AF65-F5344CB8AC3E}">
        <p14:creationId xmlns:p14="http://schemas.microsoft.com/office/powerpoint/2010/main" val="15135366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5" Type="http://schemas.openxmlformats.org/officeDocument/2006/relationships/image" Target="../media/image4.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jpg"/><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0.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1.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2.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3.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4.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5.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6.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1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6.jpg"/><Relationship Id="rId4" Type="http://schemas.openxmlformats.org/officeDocument/2006/relationships/image" Target="../media/image4.jpg"/></Relationships>
</file>

<file path=ppt/slides/_rels/slide2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descr="Casco de color negro&#10;&#10;Descripción generada automáticamente con confianza baja">
            <a:extLst>
              <a:ext uri="{FF2B5EF4-FFF2-40B4-BE49-F238E27FC236}">
                <a16:creationId xmlns:a16="http://schemas.microsoft.com/office/drawing/2014/main" id="{61469931-F72B-4D44-804B-36C96E47E7DB}"/>
              </a:ext>
            </a:extLst>
          </p:cNvPr>
          <p:cNvPicPr>
            <a:picLocks noChangeAspect="1"/>
          </p:cNvPicPr>
          <p:nvPr/>
        </p:nvPicPr>
        <p:blipFill rotWithShape="1">
          <a:blip r:embed="rId2">
            <a:extLst>
              <a:ext uri="{28A0092B-C50C-407E-A947-70E740481C1C}">
                <a14:useLocalDpi xmlns:a14="http://schemas.microsoft.com/office/drawing/2010/main" val="0"/>
              </a:ext>
            </a:extLst>
          </a:blip>
          <a:srcRect l="5265" r="1582"/>
          <a:stretch/>
        </p:blipFill>
        <p:spPr>
          <a:xfrm>
            <a:off x="0" y="0"/>
            <a:ext cx="12192000" cy="6871252"/>
          </a:xfrm>
          <a:prstGeom prst="rect">
            <a:avLst/>
          </a:prstGeom>
        </p:spPr>
      </p:pic>
      <p:sp>
        <p:nvSpPr>
          <p:cNvPr id="9" name="Rectángulo 3">
            <a:extLst>
              <a:ext uri="{FF2B5EF4-FFF2-40B4-BE49-F238E27FC236}">
                <a16:creationId xmlns:a16="http://schemas.microsoft.com/office/drawing/2014/main" id="{A6D1D2AB-3658-4998-925C-9FD78DB72F3D}"/>
              </a:ext>
            </a:extLst>
          </p:cNvPr>
          <p:cNvSpPr/>
          <p:nvPr/>
        </p:nvSpPr>
        <p:spPr>
          <a:xfrm>
            <a:off x="2617304" y="-11990"/>
            <a:ext cx="9037983" cy="6871252"/>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rgbClr val="FF32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56CCC27E-2439-48C9-9B34-4AC48C66ADA5}"/>
              </a:ext>
            </a:extLst>
          </p:cNvPr>
          <p:cNvSpPr/>
          <p:nvPr/>
        </p:nvSpPr>
        <p:spPr>
          <a:xfrm>
            <a:off x="3154017" y="-26504"/>
            <a:ext cx="9037983" cy="6897756"/>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Triángulo isósceles 4">
            <a:extLst>
              <a:ext uri="{FF2B5EF4-FFF2-40B4-BE49-F238E27FC236}">
                <a16:creationId xmlns:a16="http://schemas.microsoft.com/office/drawing/2014/main" id="{A4A2F7C8-00CF-4C28-9D7E-60533B9EDE81}"/>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7" name="Imagen 16" descr="Logotipo&#10;&#10;Descripción generada automáticamente">
            <a:extLst>
              <a:ext uri="{FF2B5EF4-FFF2-40B4-BE49-F238E27FC236}">
                <a16:creationId xmlns:a16="http://schemas.microsoft.com/office/drawing/2014/main" id="{9596001F-0A3B-44B7-AD71-08014BA3A5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55536" y="274435"/>
            <a:ext cx="5526638" cy="5526638"/>
          </a:xfrm>
          <a:prstGeom prst="rect">
            <a:avLst/>
          </a:prstGeom>
        </p:spPr>
      </p:pic>
      <p:grpSp>
        <p:nvGrpSpPr>
          <p:cNvPr id="21" name="Grupo 20">
            <a:extLst>
              <a:ext uri="{FF2B5EF4-FFF2-40B4-BE49-F238E27FC236}">
                <a16:creationId xmlns:a16="http://schemas.microsoft.com/office/drawing/2014/main" id="{63AE0453-1FB1-4006-A6EA-FE119C46FE50}"/>
              </a:ext>
            </a:extLst>
          </p:cNvPr>
          <p:cNvGrpSpPr/>
          <p:nvPr/>
        </p:nvGrpSpPr>
        <p:grpSpPr>
          <a:xfrm>
            <a:off x="9610268" y="-324289"/>
            <a:ext cx="2581732" cy="7195541"/>
            <a:chOff x="9610268" y="-324289"/>
            <a:chExt cx="2581732" cy="7195541"/>
          </a:xfrm>
        </p:grpSpPr>
        <p:sp>
          <p:nvSpPr>
            <p:cNvPr id="18" name="Rectángulo 17">
              <a:extLst>
                <a:ext uri="{FF2B5EF4-FFF2-40B4-BE49-F238E27FC236}">
                  <a16:creationId xmlns:a16="http://schemas.microsoft.com/office/drawing/2014/main" id="{6D25A690-B7DD-4A33-AAF5-695E8736654C}"/>
                </a:ext>
              </a:extLst>
            </p:cNvPr>
            <p:cNvSpPr/>
            <p:nvPr/>
          </p:nvSpPr>
          <p:spPr>
            <a:xfrm>
              <a:off x="9639995" y="-26504"/>
              <a:ext cx="2552005" cy="689775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9" name="Google Shape;92;p13">
              <a:extLst>
                <a:ext uri="{FF2B5EF4-FFF2-40B4-BE49-F238E27FC236}">
                  <a16:creationId xmlns:a16="http://schemas.microsoft.com/office/drawing/2014/main" id="{F57A336A-15FA-4443-AED2-86B982808124}"/>
                </a:ext>
              </a:extLst>
            </p:cNvPr>
            <p:cNvPicPr preferRelativeResize="0"/>
            <p:nvPr/>
          </p:nvPicPr>
          <p:blipFill rotWithShape="1">
            <a:blip r:embed="rId4">
              <a:alphaModFix/>
            </a:blip>
            <a:srcRect/>
            <a:stretch/>
          </p:blipFill>
          <p:spPr>
            <a:xfrm>
              <a:off x="9610268" y="-324289"/>
              <a:ext cx="2552005" cy="6098858"/>
            </a:xfrm>
            <a:prstGeom prst="rect">
              <a:avLst/>
            </a:prstGeom>
            <a:noFill/>
            <a:ln>
              <a:noFill/>
            </a:ln>
          </p:spPr>
        </p:pic>
        <p:pic>
          <p:nvPicPr>
            <p:cNvPr id="20" name="Imagen 19">
              <a:extLst>
                <a:ext uri="{FF2B5EF4-FFF2-40B4-BE49-F238E27FC236}">
                  <a16:creationId xmlns:a16="http://schemas.microsoft.com/office/drawing/2014/main" id="{10EDD328-4F7E-4B5F-A1EE-7B1166D3DB57}"/>
                </a:ext>
              </a:extLst>
            </p:cNvPr>
            <p:cNvPicPr>
              <a:picLocks noChangeAspect="1"/>
            </p:cNvPicPr>
            <p:nvPr/>
          </p:nvPicPr>
          <p:blipFill rotWithShape="1">
            <a:blip r:embed="rId5">
              <a:extLst>
                <a:ext uri="{28A0092B-C50C-407E-A947-70E740481C1C}">
                  <a14:useLocalDpi xmlns:a14="http://schemas.microsoft.com/office/drawing/2010/main" val="0"/>
                </a:ext>
              </a:extLst>
            </a:blip>
            <a:srcRect l="10390" r="13515"/>
            <a:stretch/>
          </p:blipFill>
          <p:spPr>
            <a:xfrm>
              <a:off x="9683538" y="5399315"/>
              <a:ext cx="2451420" cy="1400629"/>
            </a:xfrm>
            <a:prstGeom prst="rect">
              <a:avLst/>
            </a:prstGeom>
          </p:spPr>
        </p:pic>
      </p:grpSp>
    </p:spTree>
    <p:extLst>
      <p:ext uri="{BB962C8B-B14F-4D97-AF65-F5344CB8AC3E}">
        <p14:creationId xmlns:p14="http://schemas.microsoft.com/office/powerpoint/2010/main" val="403692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path" presetSubtype="0" accel="50000" decel="50000" fill="hold" nodeType="withEffect">
                                  <p:stCondLst>
                                    <p:cond delay="0"/>
                                  </p:stCondLst>
                                  <p:childTnLst>
                                    <p:animMotion origin="layout" path="M 0 4.07407E-6 L -0.53815 -0.00093 " pathEditMode="relative" rAng="0" ptsTypes="AA">
                                      <p:cBhvr>
                                        <p:cTn id="6" dur="3750" fill="hold"/>
                                        <p:tgtEl>
                                          <p:spTgt spid="8"/>
                                        </p:tgtEl>
                                        <p:attrNameLst>
                                          <p:attrName>ppt_x</p:attrName>
                                          <p:attrName>ppt_y</p:attrName>
                                        </p:attrNameLst>
                                      </p:cBhvr>
                                      <p:rCtr x="-26914" y="-46"/>
                                    </p:animMotion>
                                  </p:childTnLst>
                                </p:cTn>
                              </p:par>
                              <p:par>
                                <p:cTn id="7" presetID="24" presetClass="emph" presetSubtype="0" fill="hold" grpId="0" nodeType="withEffect">
                                  <p:stCondLst>
                                    <p:cond delay="0"/>
                                  </p:stCondLst>
                                  <p:childTnLst>
                                    <p:animClr clrSpc="hsl" dir="cw">
                                      <p:cBhvr override="childStyle">
                                        <p:cTn id="8" dur="500" fill="hold"/>
                                        <p:tgtEl>
                                          <p:spTgt spid="9"/>
                                        </p:tgtEl>
                                        <p:attrNameLst>
                                          <p:attrName>style.color</p:attrName>
                                        </p:attrNameLst>
                                      </p:cBhvr>
                                      <p:by>
                                        <p:hsl h="0" s="-12549" l="-25098"/>
                                      </p:by>
                                    </p:animClr>
                                    <p:animClr clrSpc="hsl" dir="cw">
                                      <p:cBhvr>
                                        <p:cTn id="9" dur="500" fill="hold"/>
                                        <p:tgtEl>
                                          <p:spTgt spid="9"/>
                                        </p:tgtEl>
                                        <p:attrNameLst>
                                          <p:attrName>fillcolor</p:attrName>
                                        </p:attrNameLst>
                                      </p:cBhvr>
                                      <p:by>
                                        <p:hsl h="0" s="-12549" l="-25098"/>
                                      </p:by>
                                    </p:animClr>
                                    <p:animClr clrSpc="hsl" dir="cw">
                                      <p:cBhvr>
                                        <p:cTn id="10" dur="500" fill="hold"/>
                                        <p:tgtEl>
                                          <p:spTgt spid="9"/>
                                        </p:tgtEl>
                                        <p:attrNameLst>
                                          <p:attrName>stroke.color</p:attrName>
                                        </p:attrNameLst>
                                      </p:cBhvr>
                                      <p:by>
                                        <p:hsl h="0" s="-12549" l="-25098"/>
                                      </p:by>
                                    </p:animClr>
                                    <p:set>
                                      <p:cBhvr>
                                        <p:cTn id="11" dur="500" fill="hold"/>
                                        <p:tgtEl>
                                          <p:spTgt spid="9"/>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0B1C8E1-9C30-4EC3-9387-CD950526807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680" t="-175" r="1874" b="175"/>
          <a:stretch/>
        </p:blipFill>
        <p:spPr bwMode="auto">
          <a:xfrm>
            <a:off x="0" y="-11990"/>
            <a:ext cx="12192000" cy="6858000"/>
          </a:xfrm>
          <a:prstGeom prst="rect">
            <a:avLst/>
          </a:prstGeom>
          <a:extLst>
            <a:ext uri="{909E8E84-426E-40DD-AFC4-6F175D3DCCD1}">
              <a14:hiddenFill xmlns:a14="http://schemas.microsoft.com/office/drawing/2010/main">
                <a:solidFill>
                  <a:srgbClr val="FFFFFF"/>
                </a:solidFill>
              </a14:hiddenFill>
            </a:ext>
          </a:extLst>
        </p:spPr>
      </p:pic>
      <p:sp>
        <p:nvSpPr>
          <p:cNvPr id="9" name="Rectángulo 3">
            <a:extLst>
              <a:ext uri="{FF2B5EF4-FFF2-40B4-BE49-F238E27FC236}">
                <a16:creationId xmlns:a16="http://schemas.microsoft.com/office/drawing/2014/main" id="{A6D1D2AB-3658-4998-925C-9FD78DB72F3D}"/>
              </a:ext>
            </a:extLst>
          </p:cNvPr>
          <p:cNvSpPr/>
          <p:nvPr/>
        </p:nvSpPr>
        <p:spPr>
          <a:xfrm>
            <a:off x="2617304" y="-11990"/>
            <a:ext cx="9037983" cy="6871252"/>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rgbClr val="FF32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56CCC27E-2439-48C9-9B34-4AC48C66ADA5}"/>
              </a:ext>
            </a:extLst>
          </p:cNvPr>
          <p:cNvSpPr/>
          <p:nvPr/>
        </p:nvSpPr>
        <p:spPr>
          <a:xfrm>
            <a:off x="3154017" y="-26504"/>
            <a:ext cx="9037983" cy="6897756"/>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5" name="Triángulo isósceles 4">
            <a:extLst>
              <a:ext uri="{FF2B5EF4-FFF2-40B4-BE49-F238E27FC236}">
                <a16:creationId xmlns:a16="http://schemas.microsoft.com/office/drawing/2014/main" id="{A4A2F7C8-00CF-4C28-9D7E-60533B9EDE81}"/>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0" name="Imagen 9" descr="Calendario&#10;&#10;Descripción generada automáticamente con confianza media">
            <a:extLst>
              <a:ext uri="{FF2B5EF4-FFF2-40B4-BE49-F238E27FC236}">
                <a16:creationId xmlns:a16="http://schemas.microsoft.com/office/drawing/2014/main" id="{96E6FADA-ED5B-492B-9702-E1E532F14CDE}"/>
              </a:ext>
            </a:extLst>
          </p:cNvPr>
          <p:cNvPicPr>
            <a:picLocks noChangeAspect="1"/>
          </p:cNvPicPr>
          <p:nvPr/>
        </p:nvPicPr>
        <p:blipFill rotWithShape="1">
          <a:blip r:embed="rId3">
            <a:extLst>
              <a:ext uri="{28A0092B-C50C-407E-A947-70E740481C1C}">
                <a14:useLocalDpi xmlns:a14="http://schemas.microsoft.com/office/drawing/2010/main" val="0"/>
              </a:ext>
            </a:extLst>
          </a:blip>
          <a:srcRect l="34311" r="30873" b="27106"/>
          <a:stretch/>
        </p:blipFill>
        <p:spPr>
          <a:xfrm>
            <a:off x="758689" y="4659595"/>
            <a:ext cx="1702904" cy="1871834"/>
          </a:xfrm>
          <a:prstGeom prst="rect">
            <a:avLst/>
          </a:prstGeom>
        </p:spPr>
      </p:pic>
      <p:grpSp>
        <p:nvGrpSpPr>
          <p:cNvPr id="12" name="Grupo 11">
            <a:extLst>
              <a:ext uri="{FF2B5EF4-FFF2-40B4-BE49-F238E27FC236}">
                <a16:creationId xmlns:a16="http://schemas.microsoft.com/office/drawing/2014/main" id="{ED25A2AA-DC04-496D-B579-2AB823294353}"/>
              </a:ext>
            </a:extLst>
          </p:cNvPr>
          <p:cNvGrpSpPr/>
          <p:nvPr/>
        </p:nvGrpSpPr>
        <p:grpSpPr>
          <a:xfrm>
            <a:off x="9639995" y="-26504"/>
            <a:ext cx="2552005" cy="6897756"/>
            <a:chOff x="9639995" y="-26504"/>
            <a:chExt cx="2552005" cy="6897756"/>
          </a:xfrm>
        </p:grpSpPr>
        <p:sp>
          <p:nvSpPr>
            <p:cNvPr id="13" name="Rectángulo 12">
              <a:extLst>
                <a:ext uri="{FF2B5EF4-FFF2-40B4-BE49-F238E27FC236}">
                  <a16:creationId xmlns:a16="http://schemas.microsoft.com/office/drawing/2014/main" id="{B40E1460-52CC-4433-B769-17636EEC215D}"/>
                </a:ext>
              </a:extLst>
            </p:cNvPr>
            <p:cNvSpPr/>
            <p:nvPr/>
          </p:nvSpPr>
          <p:spPr>
            <a:xfrm>
              <a:off x="9639995" y="-26504"/>
              <a:ext cx="2552005" cy="689775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5" name="Imagen 14">
              <a:extLst>
                <a:ext uri="{FF2B5EF4-FFF2-40B4-BE49-F238E27FC236}">
                  <a16:creationId xmlns:a16="http://schemas.microsoft.com/office/drawing/2014/main" id="{BDC1F7E9-B09D-4743-B39F-D6FBB1C564CC}"/>
                </a:ext>
              </a:extLst>
            </p:cNvPr>
            <p:cNvPicPr>
              <a:picLocks noChangeAspect="1"/>
            </p:cNvPicPr>
            <p:nvPr/>
          </p:nvPicPr>
          <p:blipFill rotWithShape="1">
            <a:blip r:embed="rId4">
              <a:extLst>
                <a:ext uri="{28A0092B-C50C-407E-A947-70E740481C1C}">
                  <a14:useLocalDpi xmlns:a14="http://schemas.microsoft.com/office/drawing/2010/main" val="0"/>
                </a:ext>
              </a:extLst>
            </a:blip>
            <a:srcRect l="10390" r="13515" b="7074"/>
            <a:stretch/>
          </p:blipFill>
          <p:spPr>
            <a:xfrm>
              <a:off x="9683538" y="5544455"/>
              <a:ext cx="2451420" cy="1301555"/>
            </a:xfrm>
            <a:prstGeom prst="rect">
              <a:avLst/>
            </a:prstGeom>
          </p:spPr>
        </p:pic>
      </p:grpSp>
      <p:sp>
        <p:nvSpPr>
          <p:cNvPr id="18" name="CuadroTexto 17">
            <a:extLst>
              <a:ext uri="{FF2B5EF4-FFF2-40B4-BE49-F238E27FC236}">
                <a16:creationId xmlns:a16="http://schemas.microsoft.com/office/drawing/2014/main" id="{6F269E7E-663B-4EBD-A692-FDABDB66F78A}"/>
              </a:ext>
            </a:extLst>
          </p:cNvPr>
          <p:cNvSpPr txBox="1"/>
          <p:nvPr/>
        </p:nvSpPr>
        <p:spPr>
          <a:xfrm>
            <a:off x="4988340" y="1744787"/>
            <a:ext cx="4418727" cy="1815882"/>
          </a:xfrm>
          <a:prstGeom prst="rect">
            <a:avLst/>
          </a:prstGeom>
          <a:noFill/>
        </p:spPr>
        <p:txBody>
          <a:bodyPr wrap="square">
            <a:spAutoFit/>
          </a:bodyPr>
          <a:lstStyle/>
          <a:p>
            <a:pPr algn="ctr"/>
            <a:r>
              <a:rPr lang="es-CO" sz="2800" b="1" dirty="0">
                <a:solidFill>
                  <a:schemeClr val="bg1"/>
                </a:solidFill>
              </a:rPr>
              <a:t>DISEÑO DE UN SISTEMA AUTOMATIZADO PARA LA GESTION DE LA SEGURIDAD Y SALUD EN EL TRABAJO</a:t>
            </a:r>
          </a:p>
        </p:txBody>
      </p:sp>
      <p:sp>
        <p:nvSpPr>
          <p:cNvPr id="20" name="CuadroTexto 19">
            <a:extLst>
              <a:ext uri="{FF2B5EF4-FFF2-40B4-BE49-F238E27FC236}">
                <a16:creationId xmlns:a16="http://schemas.microsoft.com/office/drawing/2014/main" id="{65290540-A207-4AE0-9012-344F10A5C4FB}"/>
              </a:ext>
            </a:extLst>
          </p:cNvPr>
          <p:cNvSpPr txBox="1"/>
          <p:nvPr/>
        </p:nvSpPr>
        <p:spPr>
          <a:xfrm>
            <a:off x="5820388" y="4636090"/>
            <a:ext cx="3339936" cy="400110"/>
          </a:xfrm>
          <a:prstGeom prst="rect">
            <a:avLst/>
          </a:prstGeom>
          <a:noFill/>
        </p:spPr>
        <p:txBody>
          <a:bodyPr wrap="square">
            <a:spAutoFit/>
          </a:bodyPr>
          <a:lstStyle/>
          <a:p>
            <a:r>
              <a:rPr lang="es-CO" sz="2000" dirty="0">
                <a:solidFill>
                  <a:schemeClr val="bg1"/>
                </a:solidFill>
              </a:rPr>
              <a:t>Luis Alfredo Rangel González</a:t>
            </a:r>
            <a:endParaRPr lang="es-CO" sz="2000" dirty="0"/>
          </a:p>
        </p:txBody>
      </p:sp>
      <p:sp>
        <p:nvSpPr>
          <p:cNvPr id="22" name="CuadroTexto 21">
            <a:extLst>
              <a:ext uri="{FF2B5EF4-FFF2-40B4-BE49-F238E27FC236}">
                <a16:creationId xmlns:a16="http://schemas.microsoft.com/office/drawing/2014/main" id="{A014EF5B-4757-48A3-88EB-ABED5B9BE8B0}"/>
              </a:ext>
            </a:extLst>
          </p:cNvPr>
          <p:cNvSpPr txBox="1"/>
          <p:nvPr/>
        </p:nvSpPr>
        <p:spPr>
          <a:xfrm>
            <a:off x="5820387" y="5317445"/>
            <a:ext cx="3383479" cy="677108"/>
          </a:xfrm>
          <a:prstGeom prst="rect">
            <a:avLst/>
          </a:prstGeom>
          <a:noFill/>
        </p:spPr>
        <p:txBody>
          <a:bodyPr wrap="square">
            <a:spAutoFit/>
          </a:bodyPr>
          <a:lstStyle/>
          <a:p>
            <a:r>
              <a:rPr lang="es-CO" sz="1800" dirty="0">
                <a:solidFill>
                  <a:schemeClr val="bg1"/>
                </a:solidFill>
              </a:rPr>
              <a:t>Dirigido por:</a:t>
            </a:r>
          </a:p>
          <a:p>
            <a:r>
              <a:rPr lang="es-CO" sz="2000" dirty="0">
                <a:solidFill>
                  <a:schemeClr val="bg1"/>
                </a:solidFill>
              </a:rPr>
              <a:t>Nombre del docente</a:t>
            </a:r>
            <a:endParaRPr lang="es-CO" sz="2000" dirty="0"/>
          </a:p>
        </p:txBody>
      </p:sp>
      <p:pic>
        <p:nvPicPr>
          <p:cNvPr id="26" name="Imagen 25">
            <a:extLst>
              <a:ext uri="{FF2B5EF4-FFF2-40B4-BE49-F238E27FC236}">
                <a16:creationId xmlns:a16="http://schemas.microsoft.com/office/drawing/2014/main" id="{211124FD-D533-4664-BAA4-4CABE5A5734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052002" y="1667469"/>
            <a:ext cx="1800116" cy="4124962"/>
          </a:xfrm>
          <a:prstGeom prst="rect">
            <a:avLst/>
          </a:prstGeom>
        </p:spPr>
      </p:pic>
      <p:pic>
        <p:nvPicPr>
          <p:cNvPr id="28" name="Google Shape;104;p14">
            <a:extLst>
              <a:ext uri="{FF2B5EF4-FFF2-40B4-BE49-F238E27FC236}">
                <a16:creationId xmlns:a16="http://schemas.microsoft.com/office/drawing/2014/main" id="{DEB0F3BE-E608-4AD8-89E6-7F788EC36E6B}"/>
              </a:ext>
            </a:extLst>
          </p:cNvPr>
          <p:cNvPicPr preferRelativeResize="0"/>
          <p:nvPr/>
        </p:nvPicPr>
        <p:blipFill rotWithShape="1">
          <a:blip r:embed="rId6">
            <a:alphaModFix/>
          </a:blip>
          <a:srcRect/>
          <a:stretch/>
        </p:blipFill>
        <p:spPr>
          <a:xfrm>
            <a:off x="10030306" y="-2524"/>
            <a:ext cx="1755868" cy="2236703"/>
          </a:xfrm>
          <a:prstGeom prst="rect">
            <a:avLst/>
          </a:prstGeom>
          <a:noFill/>
          <a:ln>
            <a:noFill/>
          </a:ln>
        </p:spPr>
      </p:pic>
    </p:spTree>
    <p:extLst>
      <p:ext uri="{BB962C8B-B14F-4D97-AF65-F5344CB8AC3E}">
        <p14:creationId xmlns:p14="http://schemas.microsoft.com/office/powerpoint/2010/main" val="263399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4" presetClass="emph" presetSubtype="0" fill="hold" grpId="0" nodeType="withEffect">
                                  <p:stCondLst>
                                    <p:cond delay="0"/>
                                  </p:stCondLst>
                                  <p:childTnLst>
                                    <p:animClr clrSpc="hsl" dir="cw">
                                      <p:cBhvr override="childStyle">
                                        <p:cTn id="6" dur="500" fill="hold"/>
                                        <p:tgtEl>
                                          <p:spTgt spid="9"/>
                                        </p:tgtEl>
                                        <p:attrNameLst>
                                          <p:attrName>style.color</p:attrName>
                                        </p:attrNameLst>
                                      </p:cBhvr>
                                      <p:by>
                                        <p:hsl h="0" s="-12549" l="-25098"/>
                                      </p:by>
                                    </p:animClr>
                                    <p:animClr clrSpc="hsl" dir="cw">
                                      <p:cBhvr>
                                        <p:cTn id="7" dur="500" fill="hold"/>
                                        <p:tgtEl>
                                          <p:spTgt spid="9"/>
                                        </p:tgtEl>
                                        <p:attrNameLst>
                                          <p:attrName>fillcolor</p:attrName>
                                        </p:attrNameLst>
                                      </p:cBhvr>
                                      <p:by>
                                        <p:hsl h="0" s="-12549" l="-25098"/>
                                      </p:by>
                                    </p:animClr>
                                    <p:animClr clrSpc="hsl" dir="cw">
                                      <p:cBhvr>
                                        <p:cTn id="8" dur="500" fill="hold"/>
                                        <p:tgtEl>
                                          <p:spTgt spid="9"/>
                                        </p:tgtEl>
                                        <p:attrNameLst>
                                          <p:attrName>stroke.color</p:attrName>
                                        </p:attrNameLst>
                                      </p:cBhvr>
                                      <p:by>
                                        <p:hsl h="0" s="-12549" l="-25098"/>
                                      </p:by>
                                    </p:animClr>
                                    <p:set>
                                      <p:cBhvr>
                                        <p:cTn id="9" dur="500" fill="hold"/>
                                        <p:tgtEl>
                                          <p:spTgt spid="9"/>
                                        </p:tgtEl>
                                        <p:attrNameLst>
                                          <p:attrName>fill.type</p:attrName>
                                        </p:attrNameLst>
                                      </p:cBhvr>
                                      <p:to>
                                        <p:strVal val="solid"/>
                                      </p:to>
                                    </p:set>
                                  </p:childTnLst>
                                </p:cTn>
                              </p:par>
                              <p:par>
                                <p:cTn id="10" presetID="35" presetClass="path" presetSubtype="0" accel="50000" decel="50000" fill="hold" nodeType="withEffect">
                                  <p:stCondLst>
                                    <p:cond delay="0"/>
                                  </p:stCondLst>
                                  <p:childTnLst>
                                    <p:animMotion origin="layout" path="M 0 1.85185E-6 L -0.25 1.85185E-6 " pathEditMode="relative" rAng="0" ptsTypes="AA">
                                      <p:cBhvr>
                                        <p:cTn id="11" dur="2000" fill="hold"/>
                                        <p:tgtEl>
                                          <p:spTgt spid="1026"/>
                                        </p:tgtEl>
                                        <p:attrNameLst>
                                          <p:attrName>ppt_x</p:attrName>
                                          <p:attrName>ppt_y</p:attrName>
                                        </p:attrNameLst>
                                      </p:cBhvr>
                                      <p:rCtr x="-12500" y="0"/>
                                    </p:animMotion>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09503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Introducción</a:t>
              </a:r>
              <a:r>
                <a:rPr lang="es-ES" sz="2400" dirty="0"/>
                <a:t> </a:t>
              </a:r>
              <a:endParaRPr sz="2400" dirty="0"/>
            </a:p>
          </p:txBody>
        </p:sp>
      </p:grpSp>
      <p:grpSp>
        <p:nvGrpSpPr>
          <p:cNvPr id="74" name="Google Shape;13662;p77">
            <a:extLst>
              <a:ext uri="{FF2B5EF4-FFF2-40B4-BE49-F238E27FC236}">
                <a16:creationId xmlns:a16="http://schemas.microsoft.com/office/drawing/2014/main" id="{1ABF6B49-33C8-4CDD-AE94-2A25275E2B7A}"/>
              </a:ext>
            </a:extLst>
          </p:cNvPr>
          <p:cNvGrpSpPr/>
          <p:nvPr/>
        </p:nvGrpSpPr>
        <p:grpSpPr>
          <a:xfrm>
            <a:off x="3651211" y="3366159"/>
            <a:ext cx="8217522" cy="323"/>
            <a:chOff x="3720318" y="1857562"/>
            <a:chExt cx="1372125" cy="54"/>
          </a:xfrm>
        </p:grpSpPr>
        <p:cxnSp>
          <p:nvCxnSpPr>
            <p:cNvPr id="91" name="Google Shape;13663;p77">
              <a:extLst>
                <a:ext uri="{FF2B5EF4-FFF2-40B4-BE49-F238E27FC236}">
                  <a16:creationId xmlns:a16="http://schemas.microsoft.com/office/drawing/2014/main" id="{0F685DED-B4D5-47D6-B4F8-1AAC177E1099}"/>
                </a:ext>
              </a:extLst>
            </p:cNvPr>
            <p:cNvCxnSpPr>
              <a:endCxn id="81" idx="2"/>
            </p:cNvCxnSpPr>
            <p:nvPr/>
          </p:nvCxnSpPr>
          <p:spPr>
            <a:xfrm>
              <a:off x="4440243" y="1857616"/>
              <a:ext cx="173400" cy="0"/>
            </a:xfrm>
            <a:prstGeom prst="straightConnector1">
              <a:avLst/>
            </a:prstGeom>
            <a:noFill/>
            <a:ln w="28575" cap="flat" cmpd="sng">
              <a:solidFill>
                <a:schemeClr val="bg1"/>
              </a:solidFill>
              <a:prstDash val="solid"/>
              <a:round/>
              <a:headEnd type="none" w="med" len="med"/>
              <a:tailEnd type="none" w="med" len="med"/>
            </a:ln>
          </p:spPr>
        </p:cxnSp>
        <p:cxnSp>
          <p:nvCxnSpPr>
            <p:cNvPr id="92" name="Google Shape;13665;p77">
              <a:extLst>
                <a:ext uri="{FF2B5EF4-FFF2-40B4-BE49-F238E27FC236}">
                  <a16:creationId xmlns:a16="http://schemas.microsoft.com/office/drawing/2014/main" id="{E85BAF98-E5D2-4B1B-94A7-DA0D4AD781A1}"/>
                </a:ext>
              </a:extLst>
            </p:cNvPr>
            <p:cNvCxnSpPr/>
            <p:nvPr/>
          </p:nvCxnSpPr>
          <p:spPr>
            <a:xfrm>
              <a:off x="4074943" y="1857562"/>
              <a:ext cx="173400" cy="0"/>
            </a:xfrm>
            <a:prstGeom prst="straightConnector1">
              <a:avLst/>
            </a:prstGeom>
            <a:noFill/>
            <a:ln w="28575" cap="flat" cmpd="sng">
              <a:solidFill>
                <a:schemeClr val="bg1"/>
              </a:solidFill>
              <a:prstDash val="solid"/>
              <a:round/>
              <a:headEnd type="none" w="med" len="med"/>
              <a:tailEnd type="none" w="med" len="med"/>
            </a:ln>
          </p:spPr>
        </p:cxnSp>
        <p:cxnSp>
          <p:nvCxnSpPr>
            <p:cNvPr id="93" name="Google Shape;13666;p77">
              <a:extLst>
                <a:ext uri="{FF2B5EF4-FFF2-40B4-BE49-F238E27FC236}">
                  <a16:creationId xmlns:a16="http://schemas.microsoft.com/office/drawing/2014/main" id="{8ADECE9F-0E0C-4B68-B668-56107A282B44}"/>
                </a:ext>
              </a:extLst>
            </p:cNvPr>
            <p:cNvCxnSpPr/>
            <p:nvPr/>
          </p:nvCxnSpPr>
          <p:spPr>
            <a:xfrm>
              <a:off x="3720318" y="1857562"/>
              <a:ext cx="173400" cy="0"/>
            </a:xfrm>
            <a:prstGeom prst="straightConnector1">
              <a:avLst/>
            </a:prstGeom>
            <a:noFill/>
            <a:ln w="28575" cap="flat" cmpd="sng">
              <a:solidFill>
                <a:schemeClr val="bg1"/>
              </a:solidFill>
              <a:prstDash val="solid"/>
              <a:round/>
              <a:headEnd type="none" w="med" len="med"/>
              <a:tailEnd type="none" w="med" len="med"/>
            </a:ln>
          </p:spPr>
        </p:cxnSp>
        <p:cxnSp>
          <p:nvCxnSpPr>
            <p:cNvPr id="94" name="Google Shape;13667;p77">
              <a:extLst>
                <a:ext uri="{FF2B5EF4-FFF2-40B4-BE49-F238E27FC236}">
                  <a16:creationId xmlns:a16="http://schemas.microsoft.com/office/drawing/2014/main" id="{BD059115-6305-4D91-9809-4BA8F3395B5E}"/>
                </a:ext>
              </a:extLst>
            </p:cNvPr>
            <p:cNvCxnSpPr>
              <a:stCxn id="81" idx="6"/>
            </p:cNvCxnSpPr>
            <p:nvPr/>
          </p:nvCxnSpPr>
          <p:spPr>
            <a:xfrm>
              <a:off x="4801443" y="1857616"/>
              <a:ext cx="291000" cy="0"/>
            </a:xfrm>
            <a:prstGeom prst="straightConnector1">
              <a:avLst/>
            </a:prstGeom>
            <a:noFill/>
            <a:ln w="28575" cap="flat" cmpd="sng">
              <a:solidFill>
                <a:schemeClr val="bg1"/>
              </a:solidFill>
              <a:prstDash val="solid"/>
              <a:round/>
              <a:headEnd type="none" w="med" len="med"/>
              <a:tailEnd type="triangle" w="med" len="med"/>
            </a:ln>
          </p:spPr>
        </p:cxnSp>
      </p:grpSp>
      <p:grpSp>
        <p:nvGrpSpPr>
          <p:cNvPr id="75" name="Google Shape;13668;p77">
            <a:extLst>
              <a:ext uri="{FF2B5EF4-FFF2-40B4-BE49-F238E27FC236}">
                <a16:creationId xmlns:a16="http://schemas.microsoft.com/office/drawing/2014/main" id="{EA6D1C2B-7D2B-4D7B-A830-6A4306D55DD2}"/>
              </a:ext>
            </a:extLst>
          </p:cNvPr>
          <p:cNvGrpSpPr/>
          <p:nvPr/>
        </p:nvGrpSpPr>
        <p:grpSpPr>
          <a:xfrm>
            <a:off x="2735771" y="1201908"/>
            <a:ext cx="3065761" cy="1634461"/>
            <a:chOff x="3567462" y="1496185"/>
            <a:chExt cx="511907" cy="272915"/>
          </a:xfrm>
        </p:grpSpPr>
        <p:cxnSp>
          <p:nvCxnSpPr>
            <p:cNvPr id="89" name="Google Shape;13669;p77">
              <a:extLst>
                <a:ext uri="{FF2B5EF4-FFF2-40B4-BE49-F238E27FC236}">
                  <a16:creationId xmlns:a16="http://schemas.microsoft.com/office/drawing/2014/main" id="{763AC7DC-AA5F-4DB8-966B-717EFDB979D1}"/>
                </a:ext>
              </a:extLst>
            </p:cNvPr>
            <p:cNvCxnSpPr/>
            <p:nvPr/>
          </p:nvCxnSpPr>
          <p:spPr>
            <a:xfrm rot="10800000">
              <a:off x="3626625" y="1596000"/>
              <a:ext cx="0" cy="173100"/>
            </a:xfrm>
            <a:prstGeom prst="straightConnector1">
              <a:avLst/>
            </a:prstGeom>
            <a:noFill/>
            <a:ln w="28575" cap="flat" cmpd="sng">
              <a:solidFill>
                <a:schemeClr val="bg1"/>
              </a:solidFill>
              <a:prstDash val="solid"/>
              <a:round/>
              <a:headEnd type="none" w="med" len="med"/>
              <a:tailEnd type="none" w="med" len="med"/>
            </a:ln>
          </p:spPr>
        </p:cxnSp>
        <p:sp>
          <p:nvSpPr>
            <p:cNvPr id="90" name="Google Shape;13670;p77">
              <a:extLst>
                <a:ext uri="{FF2B5EF4-FFF2-40B4-BE49-F238E27FC236}">
                  <a16:creationId xmlns:a16="http://schemas.microsoft.com/office/drawing/2014/main" id="{F18FBE13-6976-42DE-B3D1-D6426A97A92A}"/>
                </a:ext>
              </a:extLst>
            </p:cNvPr>
            <p:cNvSpPr/>
            <p:nvPr/>
          </p:nvSpPr>
          <p:spPr>
            <a:xfrm>
              <a:off x="3567462" y="1496185"/>
              <a:ext cx="511907" cy="99900"/>
            </a:xfrm>
            <a:prstGeom prst="rect">
              <a:avLst/>
            </a:prstGeom>
            <a:solidFill>
              <a:schemeClr val="accent6">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Decreto 1072 de 2015</a:t>
              </a:r>
              <a:endParaRPr sz="2400" dirty="0"/>
            </a:p>
          </p:txBody>
        </p:sp>
      </p:grpSp>
      <p:sp>
        <p:nvSpPr>
          <p:cNvPr id="76" name="Google Shape;13671;p77">
            <a:extLst>
              <a:ext uri="{FF2B5EF4-FFF2-40B4-BE49-F238E27FC236}">
                <a16:creationId xmlns:a16="http://schemas.microsoft.com/office/drawing/2014/main" id="{71A5F2CA-C8AF-40A0-976F-C0FA6C097079}"/>
              </a:ext>
            </a:extLst>
          </p:cNvPr>
          <p:cNvSpPr/>
          <p:nvPr/>
        </p:nvSpPr>
        <p:spPr>
          <a:xfrm>
            <a:off x="2514601" y="2853569"/>
            <a:ext cx="1124716" cy="1124715"/>
          </a:xfrm>
          <a:prstGeom prst="ellipse">
            <a:avLst/>
          </a:prstGeom>
          <a:solidFill>
            <a:srgbClr val="66FF33"/>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01</a:t>
            </a:r>
            <a:endParaRPr sz="4000" dirty="0"/>
          </a:p>
        </p:txBody>
      </p:sp>
      <p:sp>
        <p:nvSpPr>
          <p:cNvPr id="77" name="Google Shape;13672;p77">
            <a:extLst>
              <a:ext uri="{FF2B5EF4-FFF2-40B4-BE49-F238E27FC236}">
                <a16:creationId xmlns:a16="http://schemas.microsoft.com/office/drawing/2014/main" id="{4F588A90-5798-4D63-B962-FAE30CF7E855}"/>
              </a:ext>
            </a:extLst>
          </p:cNvPr>
          <p:cNvSpPr/>
          <p:nvPr/>
        </p:nvSpPr>
        <p:spPr>
          <a:xfrm>
            <a:off x="4676816" y="2896911"/>
            <a:ext cx="1124716" cy="1124715"/>
          </a:xfrm>
          <a:prstGeom prst="ellipse">
            <a:avLst/>
          </a:prstGeom>
          <a:solidFill>
            <a:srgbClr val="00FFFF"/>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02</a:t>
            </a:r>
            <a:endParaRPr sz="4000" dirty="0"/>
          </a:p>
        </p:txBody>
      </p:sp>
      <p:grpSp>
        <p:nvGrpSpPr>
          <p:cNvPr id="78" name="Google Shape;13673;p77">
            <a:extLst>
              <a:ext uri="{FF2B5EF4-FFF2-40B4-BE49-F238E27FC236}">
                <a16:creationId xmlns:a16="http://schemas.microsoft.com/office/drawing/2014/main" id="{C0B3AE26-017D-4C93-B2C3-7D97AE224870}"/>
              </a:ext>
            </a:extLst>
          </p:cNvPr>
          <p:cNvGrpSpPr/>
          <p:nvPr/>
        </p:nvGrpSpPr>
        <p:grpSpPr>
          <a:xfrm>
            <a:off x="4901071" y="3983087"/>
            <a:ext cx="1715820" cy="1451362"/>
            <a:chOff x="3929014" y="1960574"/>
            <a:chExt cx="286500" cy="242342"/>
          </a:xfrm>
        </p:grpSpPr>
        <p:cxnSp>
          <p:nvCxnSpPr>
            <p:cNvPr id="87" name="Google Shape;13674;p77">
              <a:extLst>
                <a:ext uri="{FF2B5EF4-FFF2-40B4-BE49-F238E27FC236}">
                  <a16:creationId xmlns:a16="http://schemas.microsoft.com/office/drawing/2014/main" id="{383347F0-4E27-4928-892D-47252E7AB585}"/>
                </a:ext>
              </a:extLst>
            </p:cNvPr>
            <p:cNvCxnSpPr/>
            <p:nvPr/>
          </p:nvCxnSpPr>
          <p:spPr>
            <a:xfrm rot="10800000">
              <a:off x="3988400" y="1960574"/>
              <a:ext cx="0" cy="144300"/>
            </a:xfrm>
            <a:prstGeom prst="straightConnector1">
              <a:avLst/>
            </a:prstGeom>
            <a:noFill/>
            <a:ln w="28575" cap="flat" cmpd="sng">
              <a:solidFill>
                <a:schemeClr val="bg1"/>
              </a:solidFill>
              <a:prstDash val="solid"/>
              <a:round/>
              <a:headEnd type="none" w="med" len="med"/>
              <a:tailEnd type="none" w="med" len="med"/>
            </a:ln>
          </p:spPr>
        </p:cxnSp>
        <p:sp>
          <p:nvSpPr>
            <p:cNvPr id="88" name="Google Shape;13675;p77">
              <a:extLst>
                <a:ext uri="{FF2B5EF4-FFF2-40B4-BE49-F238E27FC236}">
                  <a16:creationId xmlns:a16="http://schemas.microsoft.com/office/drawing/2014/main" id="{2617F1EB-2729-48BB-8929-CCB1AD7AFA32}"/>
                </a:ext>
              </a:extLst>
            </p:cNvPr>
            <p:cNvSpPr/>
            <p:nvPr/>
          </p:nvSpPr>
          <p:spPr>
            <a:xfrm>
              <a:off x="3929014" y="2103016"/>
              <a:ext cx="286500" cy="99900"/>
            </a:xfrm>
            <a:prstGeom prst="rect">
              <a:avLst/>
            </a:prstGeom>
            <a:solidFill>
              <a:schemeClr val="accent5">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SG - SST</a:t>
              </a:r>
              <a:endParaRPr sz="2400" dirty="0"/>
            </a:p>
          </p:txBody>
        </p:sp>
      </p:grpSp>
      <p:grpSp>
        <p:nvGrpSpPr>
          <p:cNvPr id="79" name="Google Shape;13676;p77">
            <a:extLst>
              <a:ext uri="{FF2B5EF4-FFF2-40B4-BE49-F238E27FC236}">
                <a16:creationId xmlns:a16="http://schemas.microsoft.com/office/drawing/2014/main" id="{23007FE9-675A-495F-B23C-F579CB03BC45}"/>
              </a:ext>
            </a:extLst>
          </p:cNvPr>
          <p:cNvGrpSpPr/>
          <p:nvPr/>
        </p:nvGrpSpPr>
        <p:grpSpPr>
          <a:xfrm>
            <a:off x="7067939" y="1201908"/>
            <a:ext cx="1715820" cy="1634455"/>
            <a:chOff x="4290828" y="1496185"/>
            <a:chExt cx="286500" cy="272914"/>
          </a:xfrm>
        </p:grpSpPr>
        <p:cxnSp>
          <p:nvCxnSpPr>
            <p:cNvPr id="85" name="Google Shape;13677;p77">
              <a:extLst>
                <a:ext uri="{FF2B5EF4-FFF2-40B4-BE49-F238E27FC236}">
                  <a16:creationId xmlns:a16="http://schemas.microsoft.com/office/drawing/2014/main" id="{B221AFFC-CD37-4E75-86E3-626E18738D9B}"/>
                </a:ext>
              </a:extLst>
            </p:cNvPr>
            <p:cNvCxnSpPr/>
            <p:nvPr/>
          </p:nvCxnSpPr>
          <p:spPr>
            <a:xfrm rot="10800000">
              <a:off x="4350000" y="1596000"/>
              <a:ext cx="0" cy="173100"/>
            </a:xfrm>
            <a:prstGeom prst="straightConnector1">
              <a:avLst/>
            </a:prstGeom>
            <a:noFill/>
            <a:ln w="28575" cap="flat" cmpd="sng">
              <a:solidFill>
                <a:schemeClr val="bg1"/>
              </a:solidFill>
              <a:prstDash val="solid"/>
              <a:round/>
              <a:headEnd type="none" w="med" len="med"/>
              <a:tailEnd type="none" w="med" len="med"/>
            </a:ln>
          </p:spPr>
        </p:cxnSp>
        <p:sp>
          <p:nvSpPr>
            <p:cNvPr id="86" name="Google Shape;13678;p77">
              <a:extLst>
                <a:ext uri="{FF2B5EF4-FFF2-40B4-BE49-F238E27FC236}">
                  <a16:creationId xmlns:a16="http://schemas.microsoft.com/office/drawing/2014/main" id="{1AABBE82-3E82-4087-AFAF-DB596E4F8D33}"/>
                </a:ext>
              </a:extLst>
            </p:cNvPr>
            <p:cNvSpPr/>
            <p:nvPr/>
          </p:nvSpPr>
          <p:spPr>
            <a:xfrm>
              <a:off x="4290828" y="1496185"/>
              <a:ext cx="286500" cy="99900"/>
            </a:xfrm>
            <a:prstGeom prst="rect">
              <a:avLst/>
            </a:prstGeom>
            <a:solidFill>
              <a:schemeClr val="accent2">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ISO 9001</a:t>
              </a:r>
              <a:endParaRPr sz="2400" dirty="0"/>
            </a:p>
          </p:txBody>
        </p:sp>
      </p:grpSp>
      <p:sp>
        <p:nvSpPr>
          <p:cNvPr id="80" name="Google Shape;13679;p77">
            <a:extLst>
              <a:ext uri="{FF2B5EF4-FFF2-40B4-BE49-F238E27FC236}">
                <a16:creationId xmlns:a16="http://schemas.microsoft.com/office/drawing/2014/main" id="{90B5D334-E45E-4D57-B765-7AFC85111690}"/>
              </a:ext>
            </a:extLst>
          </p:cNvPr>
          <p:cNvSpPr/>
          <p:nvPr/>
        </p:nvSpPr>
        <p:spPr>
          <a:xfrm>
            <a:off x="6839031" y="2853569"/>
            <a:ext cx="1124716" cy="1124715"/>
          </a:xfrm>
          <a:prstGeom prst="ellipse">
            <a:avLst/>
          </a:prstGeom>
          <a:solidFill>
            <a:srgbClr val="FE8602"/>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03</a:t>
            </a:r>
            <a:endParaRPr sz="4000" dirty="0"/>
          </a:p>
        </p:txBody>
      </p:sp>
      <p:sp>
        <p:nvSpPr>
          <p:cNvPr id="81" name="Google Shape;13664;p77">
            <a:extLst>
              <a:ext uri="{FF2B5EF4-FFF2-40B4-BE49-F238E27FC236}">
                <a16:creationId xmlns:a16="http://schemas.microsoft.com/office/drawing/2014/main" id="{35176CB5-B5BC-47F1-A1B6-1CBC7E3D95B7}"/>
              </a:ext>
            </a:extLst>
          </p:cNvPr>
          <p:cNvSpPr/>
          <p:nvPr/>
        </p:nvSpPr>
        <p:spPr>
          <a:xfrm>
            <a:off x="9001247" y="2804124"/>
            <a:ext cx="1124716" cy="1124715"/>
          </a:xfrm>
          <a:prstGeom prst="ellipse">
            <a:avLst/>
          </a:prstGeom>
          <a:solidFill>
            <a:srgbClr val="FFFF00"/>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04</a:t>
            </a:r>
            <a:endParaRPr sz="4000" dirty="0"/>
          </a:p>
        </p:txBody>
      </p:sp>
      <p:grpSp>
        <p:nvGrpSpPr>
          <p:cNvPr id="82" name="Google Shape;13680;p77">
            <a:extLst>
              <a:ext uri="{FF2B5EF4-FFF2-40B4-BE49-F238E27FC236}">
                <a16:creationId xmlns:a16="http://schemas.microsoft.com/office/drawing/2014/main" id="{1B9EDCC0-DC7C-4B74-BEA7-50051CD99EE7}"/>
              </a:ext>
            </a:extLst>
          </p:cNvPr>
          <p:cNvGrpSpPr/>
          <p:nvPr/>
        </p:nvGrpSpPr>
        <p:grpSpPr>
          <a:xfrm>
            <a:off x="8783760" y="3977697"/>
            <a:ext cx="2197316" cy="1467832"/>
            <a:chOff x="4577328" y="1959674"/>
            <a:chExt cx="366898" cy="245092"/>
          </a:xfrm>
        </p:grpSpPr>
        <p:cxnSp>
          <p:nvCxnSpPr>
            <p:cNvPr id="83" name="Google Shape;13681;p77">
              <a:extLst>
                <a:ext uri="{FF2B5EF4-FFF2-40B4-BE49-F238E27FC236}">
                  <a16:creationId xmlns:a16="http://schemas.microsoft.com/office/drawing/2014/main" id="{B66B8568-D71D-4D5B-AC77-0AB2A4CD5E00}"/>
                </a:ext>
              </a:extLst>
            </p:cNvPr>
            <p:cNvCxnSpPr/>
            <p:nvPr/>
          </p:nvCxnSpPr>
          <p:spPr>
            <a:xfrm rot="10800000">
              <a:off x="4707475" y="1959674"/>
              <a:ext cx="0" cy="145200"/>
            </a:xfrm>
            <a:prstGeom prst="straightConnector1">
              <a:avLst/>
            </a:prstGeom>
            <a:noFill/>
            <a:ln w="28575" cap="flat" cmpd="sng">
              <a:solidFill>
                <a:schemeClr val="bg1"/>
              </a:solidFill>
              <a:prstDash val="solid"/>
              <a:round/>
              <a:headEnd type="none" w="med" len="med"/>
              <a:tailEnd type="none" w="med" len="med"/>
            </a:ln>
          </p:spPr>
        </p:cxnSp>
        <p:sp>
          <p:nvSpPr>
            <p:cNvPr id="84" name="Google Shape;13682;p77">
              <a:extLst>
                <a:ext uri="{FF2B5EF4-FFF2-40B4-BE49-F238E27FC236}">
                  <a16:creationId xmlns:a16="http://schemas.microsoft.com/office/drawing/2014/main" id="{0EF8265A-1CED-47B1-94D0-D3019E328D96}"/>
                </a:ext>
              </a:extLst>
            </p:cNvPr>
            <p:cNvSpPr/>
            <p:nvPr/>
          </p:nvSpPr>
          <p:spPr>
            <a:xfrm>
              <a:off x="4577328" y="2104866"/>
              <a:ext cx="366898" cy="99900"/>
            </a:xfrm>
            <a:prstGeom prst="rect">
              <a:avLst/>
            </a:prstGeom>
            <a:solidFill>
              <a:schemeClr val="accent4">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Valor / Marca</a:t>
              </a:r>
              <a:endParaRPr sz="2400" dirty="0"/>
            </a:p>
          </p:txBody>
        </p:sp>
      </p:grpSp>
      <p:pic>
        <p:nvPicPr>
          <p:cNvPr id="30" name="Imagen 29" descr="Un dibujo de una persona&#10;&#10;Descripción generada automáticamente con confianza media">
            <a:extLst>
              <a:ext uri="{FF2B5EF4-FFF2-40B4-BE49-F238E27FC236}">
                <a16:creationId xmlns:a16="http://schemas.microsoft.com/office/drawing/2014/main" id="{B7987FA8-A0ED-4E89-BD29-F1D0B8E1F7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31" name="Google Shape;123;p16">
            <a:extLst>
              <a:ext uri="{FF2B5EF4-FFF2-40B4-BE49-F238E27FC236}">
                <a16:creationId xmlns:a16="http://schemas.microsoft.com/office/drawing/2014/main" id="{A158C6B8-586D-4A18-8812-254321EF4F47}"/>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3379154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5" name="Google Shape;6873;p75">
            <a:extLst>
              <a:ext uri="{FF2B5EF4-FFF2-40B4-BE49-F238E27FC236}">
                <a16:creationId xmlns:a16="http://schemas.microsoft.com/office/drawing/2014/main" id="{A3A226BE-55D1-4D14-9891-3473CB2E84B9}"/>
              </a:ext>
            </a:extLst>
          </p:cNvPr>
          <p:cNvGrpSpPr/>
          <p:nvPr/>
        </p:nvGrpSpPr>
        <p:grpSpPr>
          <a:xfrm>
            <a:off x="164897" y="5725695"/>
            <a:ext cx="38737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8" name="Google Shape;6874;p75">
              <a:extLst>
                <a:ext uri="{FF2B5EF4-FFF2-40B4-BE49-F238E27FC236}">
                  <a16:creationId xmlns:a16="http://schemas.microsoft.com/office/drawing/2014/main" id="{FAFD00B9-6FF8-4434-A2C9-1143269F20B0}"/>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 name="Google Shape;6875;p75">
              <a:extLst>
                <a:ext uri="{FF2B5EF4-FFF2-40B4-BE49-F238E27FC236}">
                  <a16:creationId xmlns:a16="http://schemas.microsoft.com/office/drawing/2014/main" id="{45C553F3-642A-46B0-9DD5-FCE60C5D6489}"/>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 name="Google Shape;6876;p75">
              <a:extLst>
                <a:ext uri="{FF2B5EF4-FFF2-40B4-BE49-F238E27FC236}">
                  <a16:creationId xmlns:a16="http://schemas.microsoft.com/office/drawing/2014/main" id="{3FA61FB9-0D86-46F4-BCA9-50CA5FCF9CD3}"/>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Importancia</a:t>
              </a:r>
              <a:r>
                <a:rPr lang="es-ES" sz="2400" dirty="0"/>
                <a:t> </a:t>
              </a:r>
              <a:endParaRPr sz="2400" dirty="0"/>
            </a:p>
          </p:txBody>
        </p:sp>
      </p:grpSp>
      <p:grpSp>
        <p:nvGrpSpPr>
          <p:cNvPr id="13" name="Grupo 12">
            <a:extLst>
              <a:ext uri="{FF2B5EF4-FFF2-40B4-BE49-F238E27FC236}">
                <a16:creationId xmlns:a16="http://schemas.microsoft.com/office/drawing/2014/main" id="{9E7E2E25-4B02-4BD3-BFCA-24EF5EA59A67}"/>
              </a:ext>
            </a:extLst>
          </p:cNvPr>
          <p:cNvGrpSpPr/>
          <p:nvPr/>
        </p:nvGrpSpPr>
        <p:grpSpPr>
          <a:xfrm>
            <a:off x="1926583" y="1259400"/>
            <a:ext cx="5396120" cy="3309428"/>
            <a:chOff x="2100887" y="434189"/>
            <a:chExt cx="6012619" cy="2994811"/>
          </a:xfrm>
        </p:grpSpPr>
        <p:sp>
          <p:nvSpPr>
            <p:cNvPr id="14" name="Google Shape;14302;p79">
              <a:extLst>
                <a:ext uri="{FF2B5EF4-FFF2-40B4-BE49-F238E27FC236}">
                  <a16:creationId xmlns:a16="http://schemas.microsoft.com/office/drawing/2014/main" id="{00E87831-1145-4FFE-B57B-6AF9FEAC1F1F}"/>
                </a:ext>
              </a:extLst>
            </p:cNvPr>
            <p:cNvSpPr/>
            <p:nvPr/>
          </p:nvSpPr>
          <p:spPr>
            <a:xfrm rot="16200000">
              <a:off x="3440135" y="-877864"/>
              <a:ext cx="2994811" cy="5618918"/>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chemeClr val="accent1">
                <a:lumMod val="20000"/>
                <a:lumOff val="8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5" name="CuadroTexto 14">
              <a:extLst>
                <a:ext uri="{FF2B5EF4-FFF2-40B4-BE49-F238E27FC236}">
                  <a16:creationId xmlns:a16="http://schemas.microsoft.com/office/drawing/2014/main" id="{59F81AA2-A11D-46DA-A44D-6035F2E288E5}"/>
                </a:ext>
              </a:extLst>
            </p:cNvPr>
            <p:cNvSpPr txBox="1"/>
            <p:nvPr/>
          </p:nvSpPr>
          <p:spPr>
            <a:xfrm>
              <a:off x="2100887" y="638933"/>
              <a:ext cx="6012619" cy="2585323"/>
            </a:xfrm>
            <a:prstGeom prst="rect">
              <a:avLst/>
            </a:prstGeom>
            <a:noFill/>
          </p:spPr>
          <p:txBody>
            <a:bodyPr wrap="square">
              <a:spAutoFit/>
            </a:bodyPr>
            <a:lstStyle/>
            <a:p>
              <a:pPr marL="914400" marR="457200" algn="just">
                <a:spcBef>
                  <a:spcPts val="200"/>
                </a:spcBef>
                <a:spcAft>
                  <a:spcPts val="1800"/>
                </a:spcAft>
              </a:pPr>
              <a:r>
                <a:rPr lang="es-ES" sz="1800" b="0" kern="1000" dirty="0">
                  <a:solidFill>
                    <a:srgbClr val="000000"/>
                  </a:solidFill>
                  <a:effectLst/>
                  <a:latin typeface="Arial" panose="020B0604020202020204" pitchFamily="34" charset="0"/>
                  <a:ea typeface="Franklin Gothic Book" panose="020B0503020102020204" pitchFamily="34" charset="0"/>
                  <a:cs typeface="Arial" panose="020B0604020202020204" pitchFamily="34" charset="0"/>
                </a:rPr>
                <a:t>La salud y seguridad en el trabajo reporta ventajas a las empresas,  además de constituir una obligación jurídica y social para ellas. Las  empresas  son  conscientes  de  que  el  SST  previene  las  lesiones  y  enfermedades profesionales de sus trabajadores, pero esta es además es una parte importante del éxito. </a:t>
              </a:r>
              <a:endParaRPr lang="es-CO" sz="1800" b="1" kern="1000" dirty="0">
                <a:solidFill>
                  <a:srgbClr val="17406D"/>
                </a:solidFill>
                <a:effectLst/>
                <a:latin typeface="Arial" panose="020B0604020202020204" pitchFamily="34" charset="0"/>
                <a:ea typeface="Franklin Gothic Book" panose="020B0503020102020204" pitchFamily="34" charset="0"/>
                <a:cs typeface="Arial" panose="020B0604020202020204" pitchFamily="34" charset="0"/>
              </a:endParaRPr>
            </a:p>
          </p:txBody>
        </p:sp>
      </p:grpSp>
      <p:grpSp>
        <p:nvGrpSpPr>
          <p:cNvPr id="18" name="Grupo 17">
            <a:extLst>
              <a:ext uri="{FF2B5EF4-FFF2-40B4-BE49-F238E27FC236}">
                <a16:creationId xmlns:a16="http://schemas.microsoft.com/office/drawing/2014/main" id="{C04A536E-6D1D-4AC7-B053-ABB3AF13AB25}"/>
              </a:ext>
            </a:extLst>
          </p:cNvPr>
          <p:cNvGrpSpPr/>
          <p:nvPr/>
        </p:nvGrpSpPr>
        <p:grpSpPr>
          <a:xfrm>
            <a:off x="7651628" y="215900"/>
            <a:ext cx="4147808" cy="6267142"/>
            <a:chOff x="7651628" y="215900"/>
            <a:chExt cx="4147808" cy="6267142"/>
          </a:xfrm>
        </p:grpSpPr>
        <p:sp>
          <p:nvSpPr>
            <p:cNvPr id="12" name="Google Shape;14302;p79">
              <a:extLst>
                <a:ext uri="{FF2B5EF4-FFF2-40B4-BE49-F238E27FC236}">
                  <a16:creationId xmlns:a16="http://schemas.microsoft.com/office/drawing/2014/main" id="{393FF27B-74CA-4B42-BB53-0F7C0F2821F4}"/>
                </a:ext>
              </a:extLst>
            </p:cNvPr>
            <p:cNvSpPr/>
            <p:nvPr/>
          </p:nvSpPr>
          <p:spPr>
            <a:xfrm rot="10800000">
              <a:off x="7651628" y="215900"/>
              <a:ext cx="3740272" cy="626714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chemeClr val="accent4">
                <a:lumMod val="20000"/>
                <a:lumOff val="8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endParaRPr lang="es-CO" sz="2400" dirty="0"/>
            </a:p>
          </p:txBody>
        </p:sp>
        <p:sp>
          <p:nvSpPr>
            <p:cNvPr id="17" name="CuadroTexto 16">
              <a:extLst>
                <a:ext uri="{FF2B5EF4-FFF2-40B4-BE49-F238E27FC236}">
                  <a16:creationId xmlns:a16="http://schemas.microsoft.com/office/drawing/2014/main" id="{B3FB7947-1432-4D71-B09B-BECD36170EF0}"/>
                </a:ext>
              </a:extLst>
            </p:cNvPr>
            <p:cNvSpPr txBox="1"/>
            <p:nvPr/>
          </p:nvSpPr>
          <p:spPr>
            <a:xfrm>
              <a:off x="7677028" y="374958"/>
              <a:ext cx="4122408" cy="5078313"/>
            </a:xfrm>
            <a:prstGeom prst="rect">
              <a:avLst/>
            </a:prstGeom>
            <a:noFill/>
          </p:spPr>
          <p:txBody>
            <a:bodyPr wrap="square">
              <a:spAutoFit/>
            </a:bodyPr>
            <a:lstStyle/>
            <a:p>
              <a:pPr marL="342900" marR="457200" lvl="0" indent="-342900" algn="just">
                <a:spcBef>
                  <a:spcPts val="200"/>
                </a:spcBef>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Contribuye a demostrar la responsabilidad social de una empresa</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Protege y mejora la imagen y el valor de la marca</a:t>
              </a: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Mejora el compromiso de los trabajadores con la empresa</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Permite conseguir una mano de obra más competente y saludable</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Reduce los costes y las interrupciones de la actividad</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Permite a las empresas satisfacer las expectativas de SST de sus clientes</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spcAft>
                  <a:spcPts val="1800"/>
                </a:spcAf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Supone un incentivo para que los trabajadores permanezcan más  tiempo activos.</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p:txBody>
        </p:sp>
      </p:grpSp>
    </p:spTree>
    <p:extLst>
      <p:ext uri="{BB962C8B-B14F-4D97-AF65-F5344CB8AC3E}">
        <p14:creationId xmlns:p14="http://schemas.microsoft.com/office/powerpoint/2010/main" val="21046655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568436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Definición del problema</a:t>
              </a:r>
              <a:r>
                <a:rPr lang="es-ES" sz="2400" dirty="0"/>
                <a:t> </a:t>
              </a:r>
              <a:endParaRPr sz="2400" dirty="0"/>
            </a:p>
          </p:txBody>
        </p:sp>
      </p:grpSp>
      <p:pic>
        <p:nvPicPr>
          <p:cNvPr id="3" name="Imagen 2" descr="Un dibujo de una persona&#10;&#10;Descripción generada automáticamente con confianza media">
            <a:extLst>
              <a:ext uri="{FF2B5EF4-FFF2-40B4-BE49-F238E27FC236}">
                <a16:creationId xmlns:a16="http://schemas.microsoft.com/office/drawing/2014/main" id="{D8739637-52C0-4D67-92D7-BEE358AE2B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35" name="Google Shape;123;p16">
            <a:extLst>
              <a:ext uri="{FF2B5EF4-FFF2-40B4-BE49-F238E27FC236}">
                <a16:creationId xmlns:a16="http://schemas.microsoft.com/office/drawing/2014/main" id="{7BC3F257-6700-4C58-B661-7FA6C430123A}"/>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grpSp>
        <p:nvGrpSpPr>
          <p:cNvPr id="36" name="Google Shape;15818;p83">
            <a:extLst>
              <a:ext uri="{FF2B5EF4-FFF2-40B4-BE49-F238E27FC236}">
                <a16:creationId xmlns:a16="http://schemas.microsoft.com/office/drawing/2014/main" id="{A7F3776A-62C6-4390-A069-8A7A2ADD0EC9}"/>
              </a:ext>
            </a:extLst>
          </p:cNvPr>
          <p:cNvGrpSpPr/>
          <p:nvPr/>
        </p:nvGrpSpPr>
        <p:grpSpPr>
          <a:xfrm>
            <a:off x="4401052" y="374958"/>
            <a:ext cx="5288058" cy="5205750"/>
            <a:chOff x="1049375" y="2318350"/>
            <a:chExt cx="298525" cy="295400"/>
          </a:xfrm>
          <a:solidFill>
            <a:schemeClr val="bg1">
              <a:lumMod val="75000"/>
              <a:alpha val="30000"/>
            </a:schemeClr>
          </a:solidFill>
        </p:grpSpPr>
        <p:sp>
          <p:nvSpPr>
            <p:cNvPr id="40" name="Google Shape;15822;p83">
              <a:extLst>
                <a:ext uri="{FF2B5EF4-FFF2-40B4-BE49-F238E27FC236}">
                  <a16:creationId xmlns:a16="http://schemas.microsoft.com/office/drawing/2014/main" id="{75CD2033-AB8B-44DE-BF09-EDAE634081DD}"/>
                </a:ext>
              </a:extLst>
            </p:cNvPr>
            <p:cNvSpPr/>
            <p:nvPr/>
          </p:nvSpPr>
          <p:spPr>
            <a:xfrm>
              <a:off x="1049375" y="2318350"/>
              <a:ext cx="298525" cy="295400"/>
            </a:xfrm>
            <a:custGeom>
              <a:avLst/>
              <a:gdLst/>
              <a:ahLst/>
              <a:cxnLst/>
              <a:rect l="l" t="t" r="r" b="b"/>
              <a:pathLst>
                <a:path w="11941" h="11816" extrusionOk="0">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grpFill/>
            <a:ln>
              <a:noFill/>
            </a:ln>
          </p:spPr>
          <p:txBody>
            <a:bodyPr spcFirstLastPara="1" wrap="square" lIns="121900" tIns="121900" rIns="121900" bIns="121900" anchor="ctr" anchorCtr="0">
              <a:noAutofit/>
            </a:bodyPr>
            <a:lstStyle/>
            <a:p>
              <a:endParaRPr sz="2400"/>
            </a:p>
          </p:txBody>
        </p:sp>
        <p:sp>
          <p:nvSpPr>
            <p:cNvPr id="37" name="Google Shape;15819;p83">
              <a:extLst>
                <a:ext uri="{FF2B5EF4-FFF2-40B4-BE49-F238E27FC236}">
                  <a16:creationId xmlns:a16="http://schemas.microsoft.com/office/drawing/2014/main" id="{3C62B177-6524-4745-9D5F-1572EED07BE9}"/>
                </a:ext>
              </a:extLst>
            </p:cNvPr>
            <p:cNvSpPr/>
            <p:nvPr/>
          </p:nvSpPr>
          <p:spPr>
            <a:xfrm>
              <a:off x="1101350" y="2492325"/>
              <a:ext cx="70125" cy="50525"/>
            </a:xfrm>
            <a:custGeom>
              <a:avLst/>
              <a:gdLst/>
              <a:ahLst/>
              <a:cxnLst/>
              <a:rect l="l" t="t" r="r" b="b"/>
              <a:pathLst>
                <a:path w="2805" h="2021" extrusionOk="0">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grpFill/>
            <a:ln>
              <a:noFill/>
            </a:ln>
          </p:spPr>
          <p:txBody>
            <a:bodyPr spcFirstLastPara="1" wrap="square" lIns="121900" tIns="121900" rIns="121900" bIns="121900" anchor="ctr" anchorCtr="0">
              <a:noAutofit/>
            </a:bodyPr>
            <a:lstStyle/>
            <a:p>
              <a:endParaRPr sz="2400"/>
            </a:p>
          </p:txBody>
        </p:sp>
        <p:sp>
          <p:nvSpPr>
            <p:cNvPr id="38" name="Google Shape;15820;p83">
              <a:extLst>
                <a:ext uri="{FF2B5EF4-FFF2-40B4-BE49-F238E27FC236}">
                  <a16:creationId xmlns:a16="http://schemas.microsoft.com/office/drawing/2014/main" id="{71737F02-2778-4003-9843-0A58A03D3FFA}"/>
                </a:ext>
              </a:extLst>
            </p:cNvPr>
            <p:cNvSpPr/>
            <p:nvPr/>
          </p:nvSpPr>
          <p:spPr>
            <a:xfrm>
              <a:off x="1101350" y="2440525"/>
              <a:ext cx="70125" cy="51150"/>
            </a:xfrm>
            <a:custGeom>
              <a:avLst/>
              <a:gdLst/>
              <a:ahLst/>
              <a:cxnLst/>
              <a:rect l="l" t="t" r="r" b="b"/>
              <a:pathLst>
                <a:path w="2805" h="2046" extrusionOk="0">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grpFill/>
            <a:ln>
              <a:noFill/>
            </a:ln>
          </p:spPr>
          <p:txBody>
            <a:bodyPr spcFirstLastPara="1" wrap="square" lIns="121900" tIns="121900" rIns="121900" bIns="121900" anchor="ctr" anchorCtr="0">
              <a:noAutofit/>
            </a:bodyPr>
            <a:lstStyle/>
            <a:p>
              <a:endParaRPr sz="2400"/>
            </a:p>
          </p:txBody>
        </p:sp>
        <p:sp>
          <p:nvSpPr>
            <p:cNvPr id="39" name="Google Shape;15821;p83">
              <a:extLst>
                <a:ext uri="{FF2B5EF4-FFF2-40B4-BE49-F238E27FC236}">
                  <a16:creationId xmlns:a16="http://schemas.microsoft.com/office/drawing/2014/main" id="{FC3107A9-334D-4B72-B842-A319BC360AF4}"/>
                </a:ext>
              </a:extLst>
            </p:cNvPr>
            <p:cNvSpPr/>
            <p:nvPr/>
          </p:nvSpPr>
          <p:spPr>
            <a:xfrm>
              <a:off x="1101350" y="2388550"/>
              <a:ext cx="70125" cy="51125"/>
            </a:xfrm>
            <a:custGeom>
              <a:avLst/>
              <a:gdLst/>
              <a:ahLst/>
              <a:cxnLst/>
              <a:rect l="l" t="t" r="r" b="b"/>
              <a:pathLst>
                <a:path w="2805" h="2045" extrusionOk="0">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grpFill/>
            <a:ln>
              <a:noFill/>
            </a:ln>
          </p:spPr>
          <p:txBody>
            <a:bodyPr spcFirstLastPara="1" wrap="square" lIns="121900" tIns="121900" rIns="121900" bIns="121900" anchor="ctr" anchorCtr="0">
              <a:noAutofit/>
            </a:bodyPr>
            <a:lstStyle/>
            <a:p>
              <a:endParaRPr sz="2400"/>
            </a:p>
          </p:txBody>
        </p:sp>
      </p:grpSp>
      <p:sp>
        <p:nvSpPr>
          <p:cNvPr id="30" name="Google Shape;122;p16">
            <a:extLst>
              <a:ext uri="{FF2B5EF4-FFF2-40B4-BE49-F238E27FC236}">
                <a16:creationId xmlns:a16="http://schemas.microsoft.com/office/drawing/2014/main" id="{21869997-5482-454A-A531-42D7D6343467}"/>
              </a:ext>
            </a:extLst>
          </p:cNvPr>
          <p:cNvSpPr txBox="1"/>
          <p:nvPr/>
        </p:nvSpPr>
        <p:spPr>
          <a:xfrm>
            <a:off x="2108817" y="1884027"/>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Para dar un buen cumplimiento a la legislación vigente, en la ley 1562 de 2012 y el decreto 1072 de 2015, ha diseñado el Sistema de Gestión de la Seguridad y Salud en el trabajo (SG-SST), con el propósito de establecer los mecanismos de evaluación, control e intervención de los riesgos a los cuales están expuestos sus colaboradores.</a:t>
            </a:r>
            <a:endParaRPr sz="2400" dirty="0">
              <a:solidFill>
                <a:schemeClr val="dk1"/>
              </a:solidFill>
              <a:latin typeface="Calibri"/>
              <a:cs typeface="Calibri"/>
              <a:sym typeface="Times New Roman"/>
            </a:endParaRPr>
          </a:p>
        </p:txBody>
      </p:sp>
    </p:spTree>
    <p:extLst>
      <p:ext uri="{BB962C8B-B14F-4D97-AF65-F5344CB8AC3E}">
        <p14:creationId xmlns:p14="http://schemas.microsoft.com/office/powerpoint/2010/main" val="1847730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987674"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Propuesta de solución</a:t>
              </a:r>
              <a:r>
                <a:rPr lang="es-ES" sz="2400" dirty="0"/>
                <a:t> </a:t>
              </a:r>
              <a:endParaRPr sz="2400" dirty="0"/>
            </a:p>
          </p:txBody>
        </p:sp>
      </p:grpSp>
      <p:pic>
        <p:nvPicPr>
          <p:cNvPr id="11" name="Imagen 10" descr="Un dibujo de una persona&#10;&#10;Descripción generada automáticamente con confianza media">
            <a:extLst>
              <a:ext uri="{FF2B5EF4-FFF2-40B4-BE49-F238E27FC236}">
                <a16:creationId xmlns:a16="http://schemas.microsoft.com/office/drawing/2014/main" id="{5D93EDD1-AA09-4F4E-9468-9D07250CAF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2" name="Google Shape;123;p16">
            <a:extLst>
              <a:ext uri="{FF2B5EF4-FFF2-40B4-BE49-F238E27FC236}">
                <a16:creationId xmlns:a16="http://schemas.microsoft.com/office/drawing/2014/main" id="{49740FFB-7523-4319-A7DF-3AE91CD01784}"/>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4" name="Google Shape;15375;p82">
            <a:extLst>
              <a:ext uri="{FF2B5EF4-FFF2-40B4-BE49-F238E27FC236}">
                <a16:creationId xmlns:a16="http://schemas.microsoft.com/office/drawing/2014/main" id="{F0001F36-436F-4EF2-AEC4-E19B294B605F}"/>
              </a:ext>
            </a:extLst>
          </p:cNvPr>
          <p:cNvSpPr/>
          <p:nvPr/>
        </p:nvSpPr>
        <p:spPr>
          <a:xfrm>
            <a:off x="3594031" y="232648"/>
            <a:ext cx="5491560" cy="5446704"/>
          </a:xfrm>
          <a:custGeom>
            <a:avLst/>
            <a:gdLst/>
            <a:ahLst/>
            <a:cxnLst/>
            <a:rect l="l" t="t" r="r" b="b"/>
            <a:pathLst>
              <a:path w="12855" h="12750" extrusionOk="0">
                <a:moveTo>
                  <a:pt x="6304" y="770"/>
                </a:moveTo>
                <a:cubicBezTo>
                  <a:pt x="6519" y="770"/>
                  <a:pt x="6711" y="952"/>
                  <a:pt x="6711" y="1186"/>
                </a:cubicBezTo>
                <a:lnTo>
                  <a:pt x="6711" y="1659"/>
                </a:lnTo>
                <a:cubicBezTo>
                  <a:pt x="6569" y="1643"/>
                  <a:pt x="6435" y="1635"/>
                  <a:pt x="6302" y="1635"/>
                </a:cubicBezTo>
                <a:cubicBezTo>
                  <a:pt x="6168" y="1635"/>
                  <a:pt x="6034" y="1643"/>
                  <a:pt x="5892" y="1659"/>
                </a:cubicBezTo>
                <a:lnTo>
                  <a:pt x="5892" y="1186"/>
                </a:lnTo>
                <a:cubicBezTo>
                  <a:pt x="5892" y="1029"/>
                  <a:pt x="5955" y="934"/>
                  <a:pt x="6081" y="840"/>
                </a:cubicBezTo>
                <a:cubicBezTo>
                  <a:pt x="6154" y="791"/>
                  <a:pt x="6230" y="770"/>
                  <a:pt x="6304" y="770"/>
                </a:cubicBezTo>
                <a:close/>
                <a:moveTo>
                  <a:pt x="6249" y="2423"/>
                </a:moveTo>
                <a:cubicBezTo>
                  <a:pt x="7067" y="2423"/>
                  <a:pt x="7748" y="3312"/>
                  <a:pt x="7373" y="4148"/>
                </a:cubicBezTo>
                <a:cubicBezTo>
                  <a:pt x="7184" y="4619"/>
                  <a:pt x="6731" y="4914"/>
                  <a:pt x="6251" y="4914"/>
                </a:cubicBezTo>
                <a:cubicBezTo>
                  <a:pt x="6089" y="4914"/>
                  <a:pt x="5925" y="4881"/>
                  <a:pt x="5766" y="4809"/>
                </a:cubicBezTo>
                <a:cubicBezTo>
                  <a:pt x="5136" y="4557"/>
                  <a:pt x="4852" y="3707"/>
                  <a:pt x="5230" y="3045"/>
                </a:cubicBezTo>
                <a:cubicBezTo>
                  <a:pt x="5325" y="2856"/>
                  <a:pt x="5482" y="2699"/>
                  <a:pt x="5640" y="2604"/>
                </a:cubicBezTo>
                <a:cubicBezTo>
                  <a:pt x="5766" y="2541"/>
                  <a:pt x="5892" y="2510"/>
                  <a:pt x="6018" y="2447"/>
                </a:cubicBezTo>
                <a:cubicBezTo>
                  <a:pt x="6096" y="2431"/>
                  <a:pt x="6173" y="2423"/>
                  <a:pt x="6249" y="2423"/>
                </a:cubicBezTo>
                <a:close/>
                <a:moveTo>
                  <a:pt x="4852" y="5156"/>
                </a:moveTo>
                <a:cubicBezTo>
                  <a:pt x="5041" y="5377"/>
                  <a:pt x="5293" y="5534"/>
                  <a:pt x="5577" y="5597"/>
                </a:cubicBezTo>
                <a:lnTo>
                  <a:pt x="3939" y="8243"/>
                </a:lnTo>
                <a:lnTo>
                  <a:pt x="2962" y="8243"/>
                </a:lnTo>
                <a:lnTo>
                  <a:pt x="4852" y="5156"/>
                </a:lnTo>
                <a:close/>
                <a:moveTo>
                  <a:pt x="7719" y="5187"/>
                </a:moveTo>
                <a:lnTo>
                  <a:pt x="9610" y="8243"/>
                </a:lnTo>
                <a:lnTo>
                  <a:pt x="8633" y="8243"/>
                </a:lnTo>
                <a:lnTo>
                  <a:pt x="7026" y="5597"/>
                </a:lnTo>
                <a:cubicBezTo>
                  <a:pt x="7310" y="5503"/>
                  <a:pt x="7530" y="5377"/>
                  <a:pt x="7719" y="5187"/>
                </a:cubicBezTo>
                <a:close/>
                <a:moveTo>
                  <a:pt x="6333" y="6007"/>
                </a:moveTo>
                <a:lnTo>
                  <a:pt x="7688" y="8275"/>
                </a:lnTo>
                <a:lnTo>
                  <a:pt x="7467" y="8275"/>
                </a:lnTo>
                <a:lnTo>
                  <a:pt x="7467" y="8243"/>
                </a:lnTo>
                <a:cubicBezTo>
                  <a:pt x="7373" y="7960"/>
                  <a:pt x="7215" y="7771"/>
                  <a:pt x="6995" y="7613"/>
                </a:cubicBezTo>
                <a:cubicBezTo>
                  <a:pt x="6783" y="7462"/>
                  <a:pt x="6545" y="7391"/>
                  <a:pt x="6310" y="7391"/>
                </a:cubicBezTo>
                <a:cubicBezTo>
                  <a:pt x="5812" y="7391"/>
                  <a:pt x="5329" y="7708"/>
                  <a:pt x="5136" y="8243"/>
                </a:cubicBezTo>
                <a:lnTo>
                  <a:pt x="4947" y="8243"/>
                </a:lnTo>
                <a:lnTo>
                  <a:pt x="6333" y="6007"/>
                </a:lnTo>
                <a:close/>
                <a:moveTo>
                  <a:pt x="6274" y="8212"/>
                </a:moveTo>
                <a:cubicBezTo>
                  <a:pt x="6325" y="8212"/>
                  <a:pt x="6377" y="8222"/>
                  <a:pt x="6428" y="8243"/>
                </a:cubicBezTo>
                <a:cubicBezTo>
                  <a:pt x="6585" y="8306"/>
                  <a:pt x="6680" y="8495"/>
                  <a:pt x="6680" y="8653"/>
                </a:cubicBezTo>
                <a:cubicBezTo>
                  <a:pt x="6704" y="8901"/>
                  <a:pt x="6515" y="9071"/>
                  <a:pt x="6295" y="9071"/>
                </a:cubicBezTo>
                <a:cubicBezTo>
                  <a:pt x="6235" y="9071"/>
                  <a:pt x="6173" y="9058"/>
                  <a:pt x="6113" y="9031"/>
                </a:cubicBezTo>
                <a:cubicBezTo>
                  <a:pt x="5924" y="8968"/>
                  <a:pt x="5798" y="8716"/>
                  <a:pt x="5892" y="8495"/>
                </a:cubicBezTo>
                <a:cubicBezTo>
                  <a:pt x="5941" y="8326"/>
                  <a:pt x="6101" y="8212"/>
                  <a:pt x="6274" y="8212"/>
                </a:cubicBezTo>
                <a:close/>
                <a:moveTo>
                  <a:pt x="3435" y="9063"/>
                </a:moveTo>
                <a:lnTo>
                  <a:pt x="1891" y="11583"/>
                </a:lnTo>
                <a:cubicBezTo>
                  <a:pt x="1576" y="11205"/>
                  <a:pt x="1513" y="10606"/>
                  <a:pt x="1796" y="10165"/>
                </a:cubicBezTo>
                <a:lnTo>
                  <a:pt x="2458" y="9063"/>
                </a:lnTo>
                <a:close/>
                <a:moveTo>
                  <a:pt x="10145" y="9063"/>
                </a:moveTo>
                <a:lnTo>
                  <a:pt x="10807" y="10165"/>
                </a:lnTo>
                <a:cubicBezTo>
                  <a:pt x="11027" y="10606"/>
                  <a:pt x="10996" y="11205"/>
                  <a:pt x="10681" y="11583"/>
                </a:cubicBezTo>
                <a:lnTo>
                  <a:pt x="9169" y="9063"/>
                </a:lnTo>
                <a:close/>
                <a:moveTo>
                  <a:pt x="6256" y="1"/>
                </a:moveTo>
                <a:cubicBezTo>
                  <a:pt x="5728" y="1"/>
                  <a:pt x="5259" y="331"/>
                  <a:pt x="5104" y="871"/>
                </a:cubicBezTo>
                <a:cubicBezTo>
                  <a:pt x="5041" y="997"/>
                  <a:pt x="5041" y="1123"/>
                  <a:pt x="5041" y="1218"/>
                </a:cubicBezTo>
                <a:lnTo>
                  <a:pt x="5041" y="2069"/>
                </a:lnTo>
                <a:cubicBezTo>
                  <a:pt x="4317" y="2604"/>
                  <a:pt x="4033" y="3581"/>
                  <a:pt x="4348" y="4431"/>
                </a:cubicBezTo>
                <a:cubicBezTo>
                  <a:pt x="4002" y="4998"/>
                  <a:pt x="2836" y="6920"/>
                  <a:pt x="1985" y="8275"/>
                </a:cubicBezTo>
                <a:lnTo>
                  <a:pt x="473" y="8275"/>
                </a:lnTo>
                <a:cubicBezTo>
                  <a:pt x="284" y="8275"/>
                  <a:pt x="95" y="8432"/>
                  <a:pt x="64" y="8653"/>
                </a:cubicBezTo>
                <a:cubicBezTo>
                  <a:pt x="1" y="8874"/>
                  <a:pt x="221" y="9094"/>
                  <a:pt x="442" y="9094"/>
                </a:cubicBezTo>
                <a:lnTo>
                  <a:pt x="1418" y="9094"/>
                </a:lnTo>
                <a:lnTo>
                  <a:pt x="1009" y="9787"/>
                </a:lnTo>
                <a:cubicBezTo>
                  <a:pt x="599" y="10417"/>
                  <a:pt x="599" y="11236"/>
                  <a:pt x="946" y="11866"/>
                </a:cubicBezTo>
                <a:cubicBezTo>
                  <a:pt x="1103" y="12182"/>
                  <a:pt x="1387" y="12465"/>
                  <a:pt x="1702" y="12654"/>
                </a:cubicBezTo>
                <a:cubicBezTo>
                  <a:pt x="1761" y="12694"/>
                  <a:pt x="1827" y="12711"/>
                  <a:pt x="1893" y="12711"/>
                </a:cubicBezTo>
                <a:cubicBezTo>
                  <a:pt x="2037" y="12711"/>
                  <a:pt x="2182" y="12626"/>
                  <a:pt x="2269" y="12497"/>
                </a:cubicBezTo>
                <a:lnTo>
                  <a:pt x="4348" y="9094"/>
                </a:lnTo>
                <a:lnTo>
                  <a:pt x="5041" y="9094"/>
                </a:lnTo>
                <a:cubicBezTo>
                  <a:pt x="5167" y="9504"/>
                  <a:pt x="5482" y="9787"/>
                  <a:pt x="5829" y="9882"/>
                </a:cubicBezTo>
                <a:cubicBezTo>
                  <a:pt x="5961" y="9928"/>
                  <a:pt x="6096" y="9950"/>
                  <a:pt x="6227" y="9950"/>
                </a:cubicBezTo>
                <a:cubicBezTo>
                  <a:pt x="6628" y="9950"/>
                  <a:pt x="7002" y="9749"/>
                  <a:pt x="7215" y="9441"/>
                </a:cubicBezTo>
                <a:cubicBezTo>
                  <a:pt x="7310" y="9346"/>
                  <a:pt x="7373" y="9189"/>
                  <a:pt x="7373" y="9189"/>
                </a:cubicBezTo>
                <a:lnTo>
                  <a:pt x="8097" y="9189"/>
                </a:lnTo>
                <a:lnTo>
                  <a:pt x="10145" y="12528"/>
                </a:lnTo>
                <a:cubicBezTo>
                  <a:pt x="10207" y="12673"/>
                  <a:pt x="10337" y="12750"/>
                  <a:pt x="10473" y="12750"/>
                </a:cubicBezTo>
                <a:cubicBezTo>
                  <a:pt x="10544" y="12750"/>
                  <a:pt x="10616" y="12729"/>
                  <a:pt x="10681" y="12686"/>
                </a:cubicBezTo>
                <a:cubicBezTo>
                  <a:pt x="11657" y="12119"/>
                  <a:pt x="11972" y="10795"/>
                  <a:pt x="11405" y="9850"/>
                </a:cubicBezTo>
                <a:lnTo>
                  <a:pt x="10996" y="9189"/>
                </a:lnTo>
                <a:lnTo>
                  <a:pt x="12288" y="9189"/>
                </a:lnTo>
                <a:cubicBezTo>
                  <a:pt x="12508" y="9189"/>
                  <a:pt x="12697" y="9031"/>
                  <a:pt x="12729" y="8842"/>
                </a:cubicBezTo>
                <a:cubicBezTo>
                  <a:pt x="12855" y="8432"/>
                  <a:pt x="12666" y="8243"/>
                  <a:pt x="12382" y="8243"/>
                </a:cubicBezTo>
                <a:lnTo>
                  <a:pt x="10555" y="8243"/>
                </a:lnTo>
                <a:lnTo>
                  <a:pt x="8192" y="4368"/>
                </a:lnTo>
                <a:cubicBezTo>
                  <a:pt x="8507" y="3549"/>
                  <a:pt x="8255" y="2573"/>
                  <a:pt x="7499" y="2005"/>
                </a:cubicBezTo>
                <a:lnTo>
                  <a:pt x="7499" y="1218"/>
                </a:lnTo>
                <a:cubicBezTo>
                  <a:pt x="7499" y="682"/>
                  <a:pt x="7152" y="210"/>
                  <a:pt x="6617" y="52"/>
                </a:cubicBezTo>
                <a:cubicBezTo>
                  <a:pt x="6495" y="18"/>
                  <a:pt x="6374" y="1"/>
                  <a:pt x="6256" y="1"/>
                </a:cubicBezTo>
                <a:close/>
              </a:path>
            </a:pathLst>
          </a:custGeom>
          <a:solidFill>
            <a:schemeClr val="bg1">
              <a:lumMod val="75000"/>
              <a:alpha val="30000"/>
            </a:schemeClr>
          </a:solidFill>
          <a:ln>
            <a:noFill/>
          </a:ln>
        </p:spPr>
        <p:txBody>
          <a:bodyPr spcFirstLastPara="1" wrap="square" lIns="121900" tIns="121900" rIns="121900" bIns="121900" anchor="ctr" anchorCtr="0">
            <a:noAutofit/>
          </a:bodyPr>
          <a:lstStyle/>
          <a:p>
            <a:endParaRPr sz="2400"/>
          </a:p>
        </p:txBody>
      </p:sp>
      <p:sp>
        <p:nvSpPr>
          <p:cNvPr id="13" name="Google Shape;122;p16">
            <a:extLst>
              <a:ext uri="{FF2B5EF4-FFF2-40B4-BE49-F238E27FC236}">
                <a16:creationId xmlns:a16="http://schemas.microsoft.com/office/drawing/2014/main" id="{6DA9FF50-83E7-4B74-96A8-0F80F090451B}"/>
              </a:ext>
            </a:extLst>
          </p:cNvPr>
          <p:cNvSpPr txBox="1"/>
          <p:nvPr/>
        </p:nvSpPr>
        <p:spPr>
          <a:xfrm>
            <a:off x="2231503" y="1509847"/>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Se propone el desarrollo de un aplicativo móvil y web capaz de realizar el reporte de incidentes, accidentes, riesgos o amenazas a los que se enfrentan los colaboradores de la empresa.</a:t>
            </a:r>
          </a:p>
          <a:p>
            <a:pPr marL="0" marR="0" lvl="0" indent="0" algn="just" rtl="0">
              <a:lnSpc>
                <a:spcPct val="115000"/>
              </a:lnSpc>
              <a:spcBef>
                <a:spcPts val="0"/>
              </a:spcBef>
              <a:spcAft>
                <a:spcPts val="0"/>
              </a:spcAft>
              <a:buClr>
                <a:srgbClr val="000000"/>
              </a:buClr>
              <a:buSzPts val="2400"/>
              <a:buFont typeface="Arial"/>
              <a:buNone/>
            </a:pPr>
            <a:endParaRPr lang="es-ES" sz="2400" dirty="0">
              <a:solidFill>
                <a:schemeClr val="dk1"/>
              </a:solidFill>
              <a:latin typeface="Calibri"/>
              <a:cs typeface="Calibri"/>
              <a:sym typeface="Times New Roman"/>
            </a:endParaRPr>
          </a:p>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sym typeface="Times New Roman"/>
              </a:rPr>
              <a:t>Adicionalmente, se propone el desarrollo de un tablero de control (DASHBOARD) capaz de priorizar los casos de mayor importancia mejorando la toma de decisiones. Además, será capaz de generar informes unitarios y globales para la auditoria de calidad. </a:t>
            </a:r>
          </a:p>
        </p:txBody>
      </p:sp>
    </p:spTree>
    <p:extLst>
      <p:ext uri="{BB962C8B-B14F-4D97-AF65-F5344CB8AC3E}">
        <p14:creationId xmlns:p14="http://schemas.microsoft.com/office/powerpoint/2010/main" val="4268330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7975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Justificación</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20239FA5-8C50-446F-8C9E-97F39B265F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56CC88E1-E091-45BC-841F-8B254EE40619}"/>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1" name="Google Shape;122;p16">
            <a:extLst>
              <a:ext uri="{FF2B5EF4-FFF2-40B4-BE49-F238E27FC236}">
                <a16:creationId xmlns:a16="http://schemas.microsoft.com/office/drawing/2014/main" id="{FFD61693-9641-4985-94F6-4362A2DFBEF4}"/>
              </a:ext>
            </a:extLst>
          </p:cNvPr>
          <p:cNvSpPr txBox="1"/>
          <p:nvPr/>
        </p:nvSpPr>
        <p:spPr>
          <a:xfrm>
            <a:off x="2196025" y="2278150"/>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Con la propuesta presentada, se pretende ayudar, administrar y documentar el sistema de seguridad y salud en el trabajo de una forma ágil y apegándose a cumplir con la legislación vigente. Se espera mitigar los riesgos de los colaboradores en un entorno laboral dando una gestión oportuna.</a:t>
            </a:r>
            <a:endParaRPr sz="2400" dirty="0">
              <a:solidFill>
                <a:schemeClr val="dk1"/>
              </a:solidFill>
              <a:latin typeface="Calibri"/>
              <a:cs typeface="Calibri"/>
              <a:sym typeface="Times New Roman"/>
            </a:endParaRPr>
          </a:p>
        </p:txBody>
      </p:sp>
    </p:spTree>
    <p:extLst>
      <p:ext uri="{BB962C8B-B14F-4D97-AF65-F5344CB8AC3E}">
        <p14:creationId xmlns:p14="http://schemas.microsoft.com/office/powerpoint/2010/main" val="6209254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09503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Objetivo General</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345EBD21-1392-41FB-88CF-8413A5E9FD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2BE3532-0689-4D97-AB3E-8EF693DF66EB}"/>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1" name="Google Shape;122;p16">
            <a:extLst>
              <a:ext uri="{FF2B5EF4-FFF2-40B4-BE49-F238E27FC236}">
                <a16:creationId xmlns:a16="http://schemas.microsoft.com/office/drawing/2014/main" id="{50E7F82C-858C-49C3-80DF-156EA409547C}"/>
              </a:ext>
            </a:extLst>
          </p:cNvPr>
          <p:cNvSpPr txBox="1"/>
          <p:nvPr/>
        </p:nvSpPr>
        <p:spPr>
          <a:xfrm>
            <a:off x="2196025" y="2278150"/>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Se espera lograr el desarrollo de una herramienta multi-plaforma que permita dar una gestión efectiva a los reportes de riesgo que se puedan presentar, dando cumplimiento a la ley 1072 de 2015 para el SG-SST.</a:t>
            </a:r>
            <a:endParaRPr sz="2400" dirty="0">
              <a:solidFill>
                <a:schemeClr val="dk1"/>
              </a:solidFill>
              <a:latin typeface="Calibri"/>
              <a:cs typeface="Calibri"/>
              <a:sym typeface="Times New Roman"/>
            </a:endParaRPr>
          </a:p>
        </p:txBody>
      </p:sp>
    </p:spTree>
    <p:extLst>
      <p:ext uri="{BB962C8B-B14F-4D97-AF65-F5344CB8AC3E}">
        <p14:creationId xmlns:p14="http://schemas.microsoft.com/office/powerpoint/2010/main" val="9226320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755446"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Objetivos Específicos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8E9FCFBC-4A95-46C3-8760-66810E7C4A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E43BCE-59EA-4516-B732-0E1926849ECD}"/>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1" name="Google Shape;122;p16">
            <a:extLst>
              <a:ext uri="{FF2B5EF4-FFF2-40B4-BE49-F238E27FC236}">
                <a16:creationId xmlns:a16="http://schemas.microsoft.com/office/drawing/2014/main" id="{31FA9644-ADDE-45B6-8F2B-A25A34586116}"/>
              </a:ext>
            </a:extLst>
          </p:cNvPr>
          <p:cNvSpPr txBox="1"/>
          <p:nvPr/>
        </p:nvSpPr>
        <p:spPr>
          <a:xfrm>
            <a:off x="2166514" y="1427184"/>
            <a:ext cx="8737986" cy="1556991"/>
          </a:xfrm>
          <a:prstGeom prst="rect">
            <a:avLst/>
          </a:prstGeom>
          <a:noFill/>
          <a:ln>
            <a:noFill/>
          </a:ln>
        </p:spPr>
        <p:txBody>
          <a:bodyPr spcFirstLastPara="1" wrap="square" lIns="91425" tIns="91425" rIns="91425" bIns="91425" anchor="t" anchorCtr="0">
            <a:no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O.E.1: Realizar y documentar la educción de los requerimientos.</a:t>
            </a:r>
          </a:p>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O.E.2: Diseñar un sistema para la gestión del área de seguridad y salud en el trabajo. </a:t>
            </a:r>
          </a:p>
        </p:txBody>
      </p:sp>
      <p:sp>
        <p:nvSpPr>
          <p:cNvPr id="13" name="CuadroTexto 12">
            <a:extLst>
              <a:ext uri="{FF2B5EF4-FFF2-40B4-BE49-F238E27FC236}">
                <a16:creationId xmlns:a16="http://schemas.microsoft.com/office/drawing/2014/main" id="{FE3A84DD-83B4-400F-912E-92CAEFF5E0C7}"/>
              </a:ext>
            </a:extLst>
          </p:cNvPr>
          <p:cNvSpPr txBox="1"/>
          <p:nvPr/>
        </p:nvSpPr>
        <p:spPr>
          <a:xfrm>
            <a:off x="2173963" y="2721427"/>
            <a:ext cx="9373121" cy="2615781"/>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O.E.3: Desarrollar una herramienta que permita: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O.E.3.1: Reportar incidentes, accidentes, riesgos o amenazas</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O.E.3.2: Analizar los datos para una toma de decisión ágil y efectiva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O.E.3.3: Visualizar informes para la auditoria de calidad</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O.E.3.4: Generar informe de reducción de accidentalidad </a:t>
            </a:r>
          </a:p>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O.E.4: Verificar y validar el sistema</a:t>
            </a:r>
          </a:p>
        </p:txBody>
      </p:sp>
      <p:grpSp>
        <p:nvGrpSpPr>
          <p:cNvPr id="14" name="BotonMenu">
            <a:extLst>
              <a:ext uri="{FF2B5EF4-FFF2-40B4-BE49-F238E27FC236}">
                <a16:creationId xmlns:a16="http://schemas.microsoft.com/office/drawing/2014/main" id="{D6FEE2EA-54D1-4D4C-AE18-51FA19DB7418}"/>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CA3F4C0E-6BC0-4E95-881D-45C0E2F3AD4F}"/>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C7EA0CB6-CAE0-4012-BB06-A6F0172A3193}"/>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7EBD3026-E6B2-4548-9994-5BF4CE0A90CB}"/>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3" name="OE2">
            <a:hlinkClick r:id="rId8" action="ppaction://hlinksldjump"/>
            <a:extLst>
              <a:ext uri="{FF2B5EF4-FFF2-40B4-BE49-F238E27FC236}">
                <a16:creationId xmlns:a16="http://schemas.microsoft.com/office/drawing/2014/main" id="{656B41C1-14D0-42E2-A0A2-676AE7FD61C7}"/>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4" name="OE1">
            <a:hlinkClick r:id="rId9" action="ppaction://hlinksldjump"/>
            <a:extLst>
              <a:ext uri="{FF2B5EF4-FFF2-40B4-BE49-F238E27FC236}">
                <a16:creationId xmlns:a16="http://schemas.microsoft.com/office/drawing/2014/main" id="{00A253E5-B7F8-4712-92B7-FF81E60F7836}"/>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6" name="Rectángulo 25">
            <a:hlinkClick r:id="rId10" action="ppaction://hlinksldjump"/>
            <a:extLst>
              <a:ext uri="{FF2B5EF4-FFF2-40B4-BE49-F238E27FC236}">
                <a16:creationId xmlns:a16="http://schemas.microsoft.com/office/drawing/2014/main" id="{6F14A7CB-F276-49A9-8A62-67948D1152C7}"/>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7" name="Rectángulo 26">
            <a:hlinkClick r:id="rId11" action="ppaction://hlinksldjump"/>
            <a:extLst>
              <a:ext uri="{FF2B5EF4-FFF2-40B4-BE49-F238E27FC236}">
                <a16:creationId xmlns:a16="http://schemas.microsoft.com/office/drawing/2014/main" id="{B8A5092B-F340-4D0F-A29E-4657712D289B}"/>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8" name="Rectángulo 27">
            <a:hlinkClick r:id="rId12" action="ppaction://hlinksldjump"/>
            <a:extLst>
              <a:ext uri="{FF2B5EF4-FFF2-40B4-BE49-F238E27FC236}">
                <a16:creationId xmlns:a16="http://schemas.microsoft.com/office/drawing/2014/main" id="{6ECD6735-73AF-43AA-8C41-518B33011206}"/>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9" name="Rectángulo 28">
            <a:hlinkClick r:id="rId13" action="ppaction://hlinksldjump"/>
            <a:extLst>
              <a:ext uri="{FF2B5EF4-FFF2-40B4-BE49-F238E27FC236}">
                <a16:creationId xmlns:a16="http://schemas.microsoft.com/office/drawing/2014/main" id="{46B57FB2-57FD-4F08-956C-7A9FCF1E55EF}"/>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8" name="OE3">
            <a:extLst>
              <a:ext uri="{FF2B5EF4-FFF2-40B4-BE49-F238E27FC236}">
                <a16:creationId xmlns:a16="http://schemas.microsoft.com/office/drawing/2014/main" id="{8156AF07-7440-4E40-A409-6BEC2786A968}"/>
              </a:ext>
            </a:extLst>
          </p:cNvPr>
          <p:cNvGrpSpPr/>
          <p:nvPr/>
        </p:nvGrpSpPr>
        <p:grpSpPr>
          <a:xfrm>
            <a:off x="10815014" y="4965460"/>
            <a:ext cx="1212090" cy="438784"/>
            <a:chOff x="10815013" y="5198939"/>
            <a:chExt cx="1212090" cy="438784"/>
          </a:xfrm>
        </p:grpSpPr>
        <p:sp>
          <p:nvSpPr>
            <p:cNvPr id="22" name="Rectángulo 21">
              <a:extLst>
                <a:ext uri="{FF2B5EF4-FFF2-40B4-BE49-F238E27FC236}">
                  <a16:creationId xmlns:a16="http://schemas.microsoft.com/office/drawing/2014/main" id="{E9559126-F61A-4A68-99AF-AF8BB52EA314}"/>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5" name="Gráfico 4" descr="Signo de intercalación hacia la izquierda con relleno sólido">
              <a:extLst>
                <a:ext uri="{FF2B5EF4-FFF2-40B4-BE49-F238E27FC236}">
                  <a16:creationId xmlns:a16="http://schemas.microsoft.com/office/drawing/2014/main" id="{76CF78F6-135F-4816-A3EC-47761ED91CD0}"/>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9D67FB51-6345-47FB-85F1-492CAF953944}"/>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4" name="Gráfico 33" descr="Signo de intercalación hacia la derecha con relleno sólido">
            <a:hlinkClick r:id="rId16" action="ppaction://hlinksldjump"/>
            <a:extLst>
              <a:ext uri="{FF2B5EF4-FFF2-40B4-BE49-F238E27FC236}">
                <a16:creationId xmlns:a16="http://schemas.microsoft.com/office/drawing/2014/main" id="{89EC1BAD-6CDA-41EF-9EC3-433E6B7B66B3}"/>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2183692078"/>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4"/>
                                        </p:tgtEl>
                                      </p:cBhvr>
                                    </p:animEffect>
                                    <p:set>
                                      <p:cBhvr>
                                        <p:cTn id="21" dur="1" fill="hold">
                                          <p:stCondLst>
                                            <p:cond delay="499"/>
                                          </p:stCondLst>
                                        </p:cTn>
                                        <p:tgtEl>
                                          <p:spTgt spid="2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3"/>
                                        </p:tgtEl>
                                      </p:cBhvr>
                                    </p:animEffect>
                                    <p:set>
                                      <p:cBhvr>
                                        <p:cTn id="24" dur="1" fill="hold">
                                          <p:stCondLst>
                                            <p:cond delay="499"/>
                                          </p:stCondLst>
                                        </p:cTn>
                                        <p:tgtEl>
                                          <p:spTgt spid="23"/>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8"/>
                                        </p:tgtEl>
                                      </p:cBhvr>
                                    </p:animEffect>
                                    <p:set>
                                      <p:cBhvr>
                                        <p:cTn id="27" dur="1" fill="hold">
                                          <p:stCondLst>
                                            <p:cond delay="499"/>
                                          </p:stCondLst>
                                        </p:cTn>
                                        <p:tgtEl>
                                          <p:spTgt spid="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500"/>
                                        <p:tgtEl>
                                          <p:spTgt spid="29"/>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500"/>
                                        <p:tgtEl>
                                          <p:spTgt spid="2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9"/>
                                        </p:tgtEl>
                                      </p:cBhvr>
                                    </p:animEffect>
                                    <p:set>
                                      <p:cBhvr>
                                        <p:cTn id="50" dur="1" fill="hold">
                                          <p:stCondLst>
                                            <p:cond delay="499"/>
                                          </p:stCondLst>
                                        </p:cTn>
                                        <p:tgtEl>
                                          <p:spTgt spid="29"/>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6"/>
                                        </p:tgtEl>
                                      </p:cBhvr>
                                    </p:animEffect>
                                    <p:set>
                                      <p:cBhvr>
                                        <p:cTn id="53" dur="1" fill="hold">
                                          <p:stCondLst>
                                            <p:cond delay="499"/>
                                          </p:stCondLst>
                                        </p:cTn>
                                        <p:tgtEl>
                                          <p:spTgt spid="26"/>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7"/>
                                        </p:tgtEl>
                                      </p:cBhvr>
                                    </p:animEffect>
                                    <p:set>
                                      <p:cBhvr>
                                        <p:cTn id="56" dur="1" fill="hold">
                                          <p:stCondLst>
                                            <p:cond delay="499"/>
                                          </p:stCondLst>
                                        </p:cTn>
                                        <p:tgtEl>
                                          <p:spTgt spid="27"/>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8"/>
                                        </p:tgtEl>
                                      </p:cBhvr>
                                    </p:animEffect>
                                    <p:set>
                                      <p:cBhvr>
                                        <p:cTn id="59" dur="1" fill="hold">
                                          <p:stCondLst>
                                            <p:cond delay="499"/>
                                          </p:stCondLst>
                                        </p:cTn>
                                        <p:tgtEl>
                                          <p:spTgt spid="28"/>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21" grpId="0" animBg="1"/>
      <p:bldP spid="21" grpId="1" animBg="1"/>
      <p:bldP spid="23" grpId="0" animBg="1"/>
      <p:bldP spid="23" grpId="1" animBg="1"/>
      <p:bldP spid="24" grpId="0" animBg="1"/>
      <p:bldP spid="24" grpId="1" animBg="1"/>
      <p:bldP spid="26" grpId="0" animBg="1"/>
      <p:bldP spid="26" grpId="1" animBg="1"/>
      <p:bldP spid="27" grpId="0" animBg="1"/>
      <p:bldP spid="27" grpId="1" animBg="1"/>
      <p:bldP spid="28" grpId="0" animBg="1"/>
      <p:bldP spid="28" grpId="1" animBg="1"/>
      <p:bldP spid="29" grpId="0" animBg="1"/>
      <p:bldP spid="29"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168BA6EC-AD9D-425E-8D1E-4FB0E28E1485}"/>
              </a:ext>
            </a:extLst>
          </p:cNvPr>
          <p:cNvSpPr txBox="1"/>
          <p:nvPr/>
        </p:nvSpPr>
        <p:spPr>
          <a:xfrm>
            <a:off x="2305881" y="1611243"/>
            <a:ext cx="8457576" cy="492122"/>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O.E.1: Realizar y documentar la educción de los requerimientos.</a:t>
            </a:r>
          </a:p>
        </p:txBody>
      </p:sp>
      <p:sp>
        <p:nvSpPr>
          <p:cNvPr id="14" name="CuadroTexto 13">
            <a:extLst>
              <a:ext uri="{FF2B5EF4-FFF2-40B4-BE49-F238E27FC236}">
                <a16:creationId xmlns:a16="http://schemas.microsoft.com/office/drawing/2014/main" id="{399A2D74-D6FE-496D-8008-60B66A02C2C9}"/>
              </a:ext>
            </a:extLst>
          </p:cNvPr>
          <p:cNvSpPr txBox="1"/>
          <p:nvPr/>
        </p:nvSpPr>
        <p:spPr>
          <a:xfrm>
            <a:off x="3100601" y="2459504"/>
            <a:ext cx="7699921" cy="1938992"/>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O.E.1.1 Seleccionar la técnica para el levantamiento de requisitos.</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O.E.1.2 Realizar la educción de requerimientos.</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O.E.1.3 Documentar teniendo en cuenta el estándar del formato SRS (Software </a:t>
            </a:r>
            <a:r>
              <a:rPr lang="es-ES" sz="2400" dirty="0" err="1">
                <a:solidFill>
                  <a:schemeClr val="dk1"/>
                </a:solidFill>
                <a:latin typeface="Calibri"/>
                <a:cs typeface="Calibri"/>
                <a:sym typeface="Times New Roman"/>
              </a:rPr>
              <a:t>Requierement</a:t>
            </a:r>
            <a:r>
              <a:rPr lang="es-ES" sz="2400" dirty="0">
                <a:solidFill>
                  <a:schemeClr val="dk1"/>
                </a:solidFill>
                <a:latin typeface="Calibri"/>
                <a:cs typeface="Calibri"/>
                <a:sym typeface="Times New Roman"/>
              </a:rPr>
              <a:t> </a:t>
            </a:r>
            <a:r>
              <a:rPr lang="es-ES" sz="2400" dirty="0" err="1">
                <a:solidFill>
                  <a:schemeClr val="dk1"/>
                </a:solidFill>
                <a:latin typeface="Calibri"/>
                <a:cs typeface="Calibri"/>
                <a:sym typeface="Times New Roman"/>
              </a:rPr>
              <a:t>Specification</a:t>
            </a:r>
            <a:r>
              <a:rPr lang="es-ES" sz="2400" dirty="0">
                <a:solidFill>
                  <a:schemeClr val="dk1"/>
                </a:solidFill>
                <a:latin typeface="Calibri"/>
                <a:cs typeface="Calibri"/>
                <a:sym typeface="Times New Roman"/>
              </a:rPr>
              <a:t>).</a:t>
            </a:r>
            <a:endParaRPr lang="es-CO" sz="2400" dirty="0">
              <a:solidFill>
                <a:schemeClr val="dk1"/>
              </a:solidFill>
              <a:latin typeface="Calibri"/>
              <a:cs typeface="Calibri"/>
            </a:endParaRPr>
          </a:p>
        </p:txBody>
      </p:sp>
      <p:grpSp>
        <p:nvGrpSpPr>
          <p:cNvPr id="15" name="BotonMenu">
            <a:extLst>
              <a:ext uri="{FF2B5EF4-FFF2-40B4-BE49-F238E27FC236}">
                <a16:creationId xmlns:a16="http://schemas.microsoft.com/office/drawing/2014/main" id="{F00C92B9-2C0E-458F-A1FD-CF4FF5DEEF0A}"/>
              </a:ext>
            </a:extLst>
          </p:cNvPr>
          <p:cNvGrpSpPr/>
          <p:nvPr/>
        </p:nvGrpSpPr>
        <p:grpSpPr>
          <a:xfrm>
            <a:off x="11485108" y="6069772"/>
            <a:ext cx="541996" cy="493929"/>
            <a:chOff x="11485107" y="6252451"/>
            <a:chExt cx="541996" cy="493929"/>
          </a:xfrm>
        </p:grpSpPr>
        <p:sp>
          <p:nvSpPr>
            <p:cNvPr id="20" name="Rectángulo 19">
              <a:extLst>
                <a:ext uri="{FF2B5EF4-FFF2-40B4-BE49-F238E27FC236}">
                  <a16:creationId xmlns:a16="http://schemas.microsoft.com/office/drawing/2014/main" id="{B767D842-FBE1-4DC8-A745-E70A50E29803}"/>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1" name="Gráfico 20" descr="Icono de menú de hamburguesa con relleno sólido">
              <a:extLst>
                <a:ext uri="{FF2B5EF4-FFF2-40B4-BE49-F238E27FC236}">
                  <a16:creationId xmlns:a16="http://schemas.microsoft.com/office/drawing/2014/main" id="{4CD5591F-1959-4DB9-A335-A1312FE0C025}"/>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2" name="OE4">
            <a:hlinkClick r:id="rId7" action="ppaction://hlinksldjump"/>
            <a:extLst>
              <a:ext uri="{FF2B5EF4-FFF2-40B4-BE49-F238E27FC236}">
                <a16:creationId xmlns:a16="http://schemas.microsoft.com/office/drawing/2014/main" id="{A77151E6-9840-4DC6-86B1-1EA933418D8D}"/>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3" name="OE2">
            <a:hlinkClick r:id="rId8" action="ppaction://hlinksldjump"/>
            <a:extLst>
              <a:ext uri="{FF2B5EF4-FFF2-40B4-BE49-F238E27FC236}">
                <a16:creationId xmlns:a16="http://schemas.microsoft.com/office/drawing/2014/main" id="{D0AE92EB-0B25-4D41-9730-DB2A4AF36050}"/>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4" name="OE1">
            <a:hlinkClick r:id="rId9" action="ppaction://hlinksldjump"/>
            <a:extLst>
              <a:ext uri="{FF2B5EF4-FFF2-40B4-BE49-F238E27FC236}">
                <a16:creationId xmlns:a16="http://schemas.microsoft.com/office/drawing/2014/main" id="{FEA226CF-4E1F-429A-9963-478AF0F9CEAB}"/>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5" name="Rectángulo 24">
            <a:hlinkClick r:id="rId10" action="ppaction://hlinksldjump"/>
            <a:extLst>
              <a:ext uri="{FF2B5EF4-FFF2-40B4-BE49-F238E27FC236}">
                <a16:creationId xmlns:a16="http://schemas.microsoft.com/office/drawing/2014/main" id="{A529ECB3-178D-48B5-9681-8E3A80E21E9B}"/>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6" name="Rectángulo 25">
            <a:hlinkClick r:id="rId11" action="ppaction://hlinksldjump"/>
            <a:extLst>
              <a:ext uri="{FF2B5EF4-FFF2-40B4-BE49-F238E27FC236}">
                <a16:creationId xmlns:a16="http://schemas.microsoft.com/office/drawing/2014/main" id="{A9238E30-6FD3-42B7-B1B1-143527F55873}"/>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7" name="Rectángulo 26">
            <a:hlinkClick r:id="rId12" action="ppaction://hlinksldjump"/>
            <a:extLst>
              <a:ext uri="{FF2B5EF4-FFF2-40B4-BE49-F238E27FC236}">
                <a16:creationId xmlns:a16="http://schemas.microsoft.com/office/drawing/2014/main" id="{34722422-CEA6-47F5-9471-888DAA502E38}"/>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8" name="Rectángulo 27">
            <a:hlinkClick r:id="rId13" action="ppaction://hlinksldjump"/>
            <a:extLst>
              <a:ext uri="{FF2B5EF4-FFF2-40B4-BE49-F238E27FC236}">
                <a16:creationId xmlns:a16="http://schemas.microsoft.com/office/drawing/2014/main" id="{BFA05036-5F07-4F46-BFF7-B8BAA5455AB6}"/>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9" name="OE3">
            <a:extLst>
              <a:ext uri="{FF2B5EF4-FFF2-40B4-BE49-F238E27FC236}">
                <a16:creationId xmlns:a16="http://schemas.microsoft.com/office/drawing/2014/main" id="{2EFC6AE5-145E-413F-A4DC-4A5DB9211C22}"/>
              </a:ext>
            </a:extLst>
          </p:cNvPr>
          <p:cNvGrpSpPr/>
          <p:nvPr/>
        </p:nvGrpSpPr>
        <p:grpSpPr>
          <a:xfrm>
            <a:off x="10815014" y="4965460"/>
            <a:ext cx="1212090" cy="438784"/>
            <a:chOff x="10815013" y="5198939"/>
            <a:chExt cx="1212090" cy="438784"/>
          </a:xfrm>
        </p:grpSpPr>
        <p:sp>
          <p:nvSpPr>
            <p:cNvPr id="30" name="Rectángulo 29">
              <a:extLst>
                <a:ext uri="{FF2B5EF4-FFF2-40B4-BE49-F238E27FC236}">
                  <a16:creationId xmlns:a16="http://schemas.microsoft.com/office/drawing/2014/main" id="{02731117-C6D8-4C14-9442-F5939834B109}"/>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1" name="Gráfico 30" descr="Signo de intercalación hacia la izquierda con relleno sólido">
              <a:extLst>
                <a:ext uri="{FF2B5EF4-FFF2-40B4-BE49-F238E27FC236}">
                  <a16:creationId xmlns:a16="http://schemas.microsoft.com/office/drawing/2014/main" id="{22FE3AD6-D97A-4155-978F-B1CA7B1D279B}"/>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2" name="Rectángulo 31">
            <a:extLst>
              <a:ext uri="{FF2B5EF4-FFF2-40B4-BE49-F238E27FC236}">
                <a16:creationId xmlns:a16="http://schemas.microsoft.com/office/drawing/2014/main" id="{D0FDA77D-D8BC-4189-AA29-EA4496AD1076}"/>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3" name="Gráfico 32" descr="Signo de intercalación hacia la derecha con relleno sólido">
            <a:hlinkClick r:id="rId16" action="ppaction://hlinksldjump"/>
            <a:extLst>
              <a:ext uri="{FF2B5EF4-FFF2-40B4-BE49-F238E27FC236}">
                <a16:creationId xmlns:a16="http://schemas.microsoft.com/office/drawing/2014/main" id="{D91963DF-CB31-42CF-B406-EB55623E5D2B}"/>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884232181"/>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5"/>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4"/>
                                        </p:tgtEl>
                                      </p:cBhvr>
                                    </p:animEffect>
                                    <p:set>
                                      <p:cBhvr>
                                        <p:cTn id="21" dur="1" fill="hold">
                                          <p:stCondLst>
                                            <p:cond delay="499"/>
                                          </p:stCondLst>
                                        </p:cTn>
                                        <p:tgtEl>
                                          <p:spTgt spid="2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3"/>
                                        </p:tgtEl>
                                      </p:cBhvr>
                                    </p:animEffect>
                                    <p:set>
                                      <p:cBhvr>
                                        <p:cTn id="24" dur="1" fill="hold">
                                          <p:stCondLst>
                                            <p:cond delay="499"/>
                                          </p:stCondLst>
                                        </p:cTn>
                                        <p:tgtEl>
                                          <p:spTgt spid="23"/>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9"/>
                                        </p:tgtEl>
                                      </p:cBhvr>
                                    </p:animEffect>
                                    <p:set>
                                      <p:cBhvr>
                                        <p:cTn id="27" dur="1" fill="hold">
                                          <p:stCondLst>
                                            <p:cond delay="499"/>
                                          </p:stCondLst>
                                        </p:cTn>
                                        <p:tgtEl>
                                          <p:spTgt spid="29"/>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2"/>
                                        </p:tgtEl>
                                      </p:cBhvr>
                                    </p:animEffect>
                                    <p:set>
                                      <p:cBhvr>
                                        <p:cTn id="30" dur="1" fill="hold">
                                          <p:stCondLst>
                                            <p:cond delay="499"/>
                                          </p:stCondLst>
                                        </p:cTn>
                                        <p:tgtEl>
                                          <p:spTgt spid="22"/>
                                        </p:tgtEl>
                                        <p:attrNameLst>
                                          <p:attrName>style.visibility</p:attrName>
                                        </p:attrNameLst>
                                      </p:cBhvr>
                                      <p:to>
                                        <p:strVal val="hidden"/>
                                      </p:to>
                                    </p:set>
                                  </p:childTnLst>
                                </p:cTn>
                              </p:par>
                            </p:childTnLst>
                          </p:cTn>
                        </p:par>
                      </p:childTnLst>
                    </p:cTn>
                  </p:par>
                </p:childTnLst>
              </p:cTn>
              <p:nextCondLst>
                <p:cond evt="onClick" delay="0">
                  <p:tgtEl>
                    <p:spTgt spid="15"/>
                  </p:tgtEl>
                </p:cond>
              </p:nextCondLst>
            </p:seq>
            <p:seq concurrent="1" nextAc="seek">
              <p:cTn id="31" restart="whenNotActive" fill="hold" evtFilter="cancelBubble" nodeType="interactiveSeq">
                <p:stCondLst>
                  <p:cond evt="onClick" delay="0">
                    <p:tgtEl>
                      <p:spTgt spid="29"/>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500"/>
                                        <p:tgtEl>
                                          <p:spTgt spid="2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500"/>
                                        <p:tgtEl>
                                          <p:spTgt spid="2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00"/>
                                        <p:tgtEl>
                                          <p:spTgt spid="27"/>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8"/>
                                        </p:tgtEl>
                                      </p:cBhvr>
                                    </p:animEffect>
                                    <p:set>
                                      <p:cBhvr>
                                        <p:cTn id="50" dur="1" fill="hold">
                                          <p:stCondLst>
                                            <p:cond delay="499"/>
                                          </p:stCondLst>
                                        </p:cTn>
                                        <p:tgtEl>
                                          <p:spTgt spid="28"/>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5"/>
                                        </p:tgtEl>
                                      </p:cBhvr>
                                    </p:animEffect>
                                    <p:set>
                                      <p:cBhvr>
                                        <p:cTn id="53" dur="1" fill="hold">
                                          <p:stCondLst>
                                            <p:cond delay="499"/>
                                          </p:stCondLst>
                                        </p:cTn>
                                        <p:tgtEl>
                                          <p:spTgt spid="25"/>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6"/>
                                        </p:tgtEl>
                                      </p:cBhvr>
                                    </p:animEffect>
                                    <p:set>
                                      <p:cBhvr>
                                        <p:cTn id="56" dur="1" fill="hold">
                                          <p:stCondLst>
                                            <p:cond delay="499"/>
                                          </p:stCondLst>
                                        </p:cTn>
                                        <p:tgtEl>
                                          <p:spTgt spid="26"/>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childTnLst>
                    </p:cTn>
                  </p:par>
                </p:childTnLst>
              </p:cTn>
              <p:nextCondLst>
                <p:cond evt="onClick" delay="0">
                  <p:tgtEl>
                    <p:spTgt spid="29"/>
                  </p:tgtEl>
                </p:cond>
              </p:nextCondLst>
            </p:seq>
          </p:childTnLst>
        </p:cTn>
      </p:par>
    </p:tnLst>
    <p:bldLst>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B2B509C6-D2B7-428A-9874-5B593562CDF4}"/>
              </a:ext>
            </a:extLst>
          </p:cNvPr>
          <p:cNvSpPr txBox="1"/>
          <p:nvPr/>
        </p:nvSpPr>
        <p:spPr>
          <a:xfrm>
            <a:off x="2490415" y="1520190"/>
            <a:ext cx="8171735" cy="916854"/>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O.E.2: Diseñar un sistema para la gestión del área de seguridad y salud en el trabajo. </a:t>
            </a:r>
            <a:endParaRPr lang="es-ES" sz="1800" dirty="0">
              <a:solidFill>
                <a:schemeClr val="dk1"/>
              </a:solidFill>
              <a:latin typeface="Calibri"/>
              <a:cs typeface="Calibri"/>
              <a:sym typeface="Times New Roman"/>
            </a:endParaRPr>
          </a:p>
        </p:txBody>
      </p:sp>
      <p:sp>
        <p:nvSpPr>
          <p:cNvPr id="13" name="CuadroTexto 12">
            <a:extLst>
              <a:ext uri="{FF2B5EF4-FFF2-40B4-BE49-F238E27FC236}">
                <a16:creationId xmlns:a16="http://schemas.microsoft.com/office/drawing/2014/main" id="{DFDF2EB3-519E-423A-AC76-457D79804C53}"/>
              </a:ext>
            </a:extLst>
          </p:cNvPr>
          <p:cNvSpPr txBox="1"/>
          <p:nvPr/>
        </p:nvSpPr>
        <p:spPr>
          <a:xfrm>
            <a:off x="2954131" y="2704953"/>
            <a:ext cx="7925903" cy="1938992"/>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O.E.2.1 Definir las tecnologías y herramientas adecuadas para el desarrollo del sistema.</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O.E.2.2 Diseñar los casos de prueba y criterios de aceptación.</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O.E.2.3 Documentar la arquitectura de software.</a:t>
            </a:r>
            <a:endParaRPr lang="es-CO" sz="2400" dirty="0">
              <a:solidFill>
                <a:schemeClr val="dk1"/>
              </a:solidFill>
              <a:latin typeface="Calibri"/>
              <a:cs typeface="Calibri"/>
            </a:endParaRPr>
          </a:p>
        </p:txBody>
      </p:sp>
      <p:grpSp>
        <p:nvGrpSpPr>
          <p:cNvPr id="14" name="BotonMenu">
            <a:extLst>
              <a:ext uri="{FF2B5EF4-FFF2-40B4-BE49-F238E27FC236}">
                <a16:creationId xmlns:a16="http://schemas.microsoft.com/office/drawing/2014/main" id="{464FF28A-16C8-499B-A6CC-D0095AF1BE63}"/>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0A3978D1-E5F4-423C-BD33-4EA6E58A0010}"/>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173C80BB-2B96-4CB7-B110-0678E32C74B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9DF8B21D-BC06-4269-9FA1-D4477F539B7B}"/>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2" name="OE2">
            <a:hlinkClick r:id="rId8" action="ppaction://hlinksldjump"/>
            <a:extLst>
              <a:ext uri="{FF2B5EF4-FFF2-40B4-BE49-F238E27FC236}">
                <a16:creationId xmlns:a16="http://schemas.microsoft.com/office/drawing/2014/main" id="{68B4B885-0DB0-4975-95D7-950C5E7C807C}"/>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3" name="OE1">
            <a:hlinkClick r:id="rId9" action="ppaction://hlinksldjump"/>
            <a:extLst>
              <a:ext uri="{FF2B5EF4-FFF2-40B4-BE49-F238E27FC236}">
                <a16:creationId xmlns:a16="http://schemas.microsoft.com/office/drawing/2014/main" id="{967E372D-4783-4400-A240-94A00C2D63D2}"/>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4" name="Rectángulo 23">
            <a:hlinkClick r:id="rId10" action="ppaction://hlinksldjump"/>
            <a:extLst>
              <a:ext uri="{FF2B5EF4-FFF2-40B4-BE49-F238E27FC236}">
                <a16:creationId xmlns:a16="http://schemas.microsoft.com/office/drawing/2014/main" id="{17071219-AA0A-4F3B-9885-0D8D2572AD11}"/>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5" name="Rectángulo 24">
            <a:hlinkClick r:id="rId11" action="ppaction://hlinksldjump"/>
            <a:extLst>
              <a:ext uri="{FF2B5EF4-FFF2-40B4-BE49-F238E27FC236}">
                <a16:creationId xmlns:a16="http://schemas.microsoft.com/office/drawing/2014/main" id="{8F379034-FDA4-4D2C-B83C-091961FDB0D7}"/>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6" name="Rectángulo 25">
            <a:hlinkClick r:id="rId12" action="ppaction://hlinksldjump"/>
            <a:extLst>
              <a:ext uri="{FF2B5EF4-FFF2-40B4-BE49-F238E27FC236}">
                <a16:creationId xmlns:a16="http://schemas.microsoft.com/office/drawing/2014/main" id="{C0BEEECB-B83A-41A7-839C-1364437DC1CC}"/>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7" name="Rectángulo 26">
            <a:hlinkClick r:id="rId13" action="ppaction://hlinksldjump"/>
            <a:extLst>
              <a:ext uri="{FF2B5EF4-FFF2-40B4-BE49-F238E27FC236}">
                <a16:creationId xmlns:a16="http://schemas.microsoft.com/office/drawing/2014/main" id="{01C390D0-9D0B-4926-B100-9904307626A1}"/>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8" name="OE3">
            <a:extLst>
              <a:ext uri="{FF2B5EF4-FFF2-40B4-BE49-F238E27FC236}">
                <a16:creationId xmlns:a16="http://schemas.microsoft.com/office/drawing/2014/main" id="{037B9C10-842A-4F3C-BC48-F2166722CC28}"/>
              </a:ext>
            </a:extLst>
          </p:cNvPr>
          <p:cNvGrpSpPr/>
          <p:nvPr/>
        </p:nvGrpSpPr>
        <p:grpSpPr>
          <a:xfrm>
            <a:off x="10815014" y="4965460"/>
            <a:ext cx="1212090" cy="438784"/>
            <a:chOff x="10815013" y="5198939"/>
            <a:chExt cx="1212090" cy="438784"/>
          </a:xfrm>
        </p:grpSpPr>
        <p:sp>
          <p:nvSpPr>
            <p:cNvPr id="29" name="Rectángulo 28">
              <a:extLst>
                <a:ext uri="{FF2B5EF4-FFF2-40B4-BE49-F238E27FC236}">
                  <a16:creationId xmlns:a16="http://schemas.microsoft.com/office/drawing/2014/main" id="{3EB90882-4C88-4E2B-BDF3-99C39F709249}"/>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0" name="Gráfico 29" descr="Signo de intercalación hacia la izquierda con relleno sólido">
              <a:extLst>
                <a:ext uri="{FF2B5EF4-FFF2-40B4-BE49-F238E27FC236}">
                  <a16:creationId xmlns:a16="http://schemas.microsoft.com/office/drawing/2014/main" id="{B5020E8D-C96E-4264-8521-0831DB277EB2}"/>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37DCD893-817A-4011-B2BC-F258D32B40C5}"/>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2" name="Gráfico 31" descr="Signo de intercalación hacia la derecha con relleno sólido">
            <a:hlinkClick r:id="rId16" action="ppaction://hlinksldjump"/>
            <a:extLst>
              <a:ext uri="{FF2B5EF4-FFF2-40B4-BE49-F238E27FC236}">
                <a16:creationId xmlns:a16="http://schemas.microsoft.com/office/drawing/2014/main" id="{5BBCC103-66A8-4DF5-B410-BF72624C3287}"/>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2749712358"/>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3"/>
                                        </p:tgtEl>
                                      </p:cBhvr>
                                    </p:animEffect>
                                    <p:set>
                                      <p:cBhvr>
                                        <p:cTn id="21" dur="1" fill="hold">
                                          <p:stCondLst>
                                            <p:cond delay="499"/>
                                          </p:stCondLst>
                                        </p:cTn>
                                        <p:tgtEl>
                                          <p:spTgt spid="23"/>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2"/>
                                        </p:tgtEl>
                                      </p:cBhvr>
                                    </p:animEffect>
                                    <p:set>
                                      <p:cBhvr>
                                        <p:cTn id="24" dur="1" fill="hold">
                                          <p:stCondLst>
                                            <p:cond delay="499"/>
                                          </p:stCondLst>
                                        </p:cTn>
                                        <p:tgtEl>
                                          <p:spTgt spid="22"/>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8"/>
                                        </p:tgtEl>
                                      </p:cBhvr>
                                    </p:animEffect>
                                    <p:set>
                                      <p:cBhvr>
                                        <p:cTn id="27" dur="1" fill="hold">
                                          <p:stCondLst>
                                            <p:cond delay="499"/>
                                          </p:stCondLst>
                                        </p:cTn>
                                        <p:tgtEl>
                                          <p:spTgt spid="2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2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7"/>
                                        </p:tgtEl>
                                      </p:cBhvr>
                                    </p:animEffect>
                                    <p:set>
                                      <p:cBhvr>
                                        <p:cTn id="50" dur="1" fill="hold">
                                          <p:stCondLst>
                                            <p:cond delay="499"/>
                                          </p:stCondLst>
                                        </p:cTn>
                                        <p:tgtEl>
                                          <p:spTgt spid="27"/>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4"/>
                                        </p:tgtEl>
                                      </p:cBhvr>
                                    </p:animEffect>
                                    <p:set>
                                      <p:cBhvr>
                                        <p:cTn id="53" dur="1" fill="hold">
                                          <p:stCondLst>
                                            <p:cond delay="499"/>
                                          </p:stCondLst>
                                        </p:cTn>
                                        <p:tgtEl>
                                          <p:spTgt spid="24"/>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5"/>
                                        </p:tgtEl>
                                      </p:cBhvr>
                                    </p:animEffect>
                                    <p:set>
                                      <p:cBhvr>
                                        <p:cTn id="56" dur="1" fill="hold">
                                          <p:stCondLst>
                                            <p:cond delay="499"/>
                                          </p:stCondLst>
                                        </p:cTn>
                                        <p:tgtEl>
                                          <p:spTgt spid="25"/>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6"/>
                                        </p:tgtEl>
                                      </p:cBhvr>
                                    </p:animEffect>
                                    <p:set>
                                      <p:cBhvr>
                                        <p:cTn id="59" dur="1" fill="hold">
                                          <p:stCondLst>
                                            <p:cond delay="499"/>
                                          </p:stCondLst>
                                        </p:cTn>
                                        <p:tgtEl>
                                          <p:spTgt spid="26"/>
                                        </p:tgtEl>
                                        <p:attrNameLst>
                                          <p:attrName>style.visibility</p:attrName>
                                        </p:attrNameLst>
                                      </p:cBhvr>
                                      <p:to>
                                        <p:strVal val="hidden"/>
                                      </p:to>
                                    </p:set>
                                  </p:childTnLst>
                                </p:cTn>
                              </p:par>
                            </p:childTnLst>
                          </p:cTn>
                        </p:par>
                      </p:childTnLst>
                    </p:cTn>
                  </p:par>
                </p:childTnLst>
              </p:cTn>
              <p:nextCondLst>
                <p:cond evt="onClick" delay="0">
                  <p:tgtEl>
                    <p:spTgt spid="28"/>
                  </p:tgtEl>
                </p:cond>
              </p:nextCondLst>
            </p:seq>
          </p:childTnLst>
        </p:cTn>
      </p:par>
    </p:tnLst>
    <p:bldLst>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6ED5C717-98AF-49C9-ACFA-BAA7844612D4}"/>
              </a:ext>
            </a:extLst>
          </p:cNvPr>
          <p:cNvSpPr txBox="1"/>
          <p:nvPr/>
        </p:nvSpPr>
        <p:spPr>
          <a:xfrm>
            <a:off x="2438403" y="1079501"/>
            <a:ext cx="8223747" cy="1341586"/>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O.E.3: Desarrollar una herramienta que permita: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O.E.3.1: Reportar incidentes, accidentes, riesgos o amenazas.</a:t>
            </a:r>
          </a:p>
        </p:txBody>
      </p:sp>
      <p:sp>
        <p:nvSpPr>
          <p:cNvPr id="13" name="CuadroTexto 12">
            <a:extLst>
              <a:ext uri="{FF2B5EF4-FFF2-40B4-BE49-F238E27FC236}">
                <a16:creationId xmlns:a16="http://schemas.microsoft.com/office/drawing/2014/main" id="{98DE66CB-65F9-42AC-A41D-6169CAE1ABF6}"/>
              </a:ext>
            </a:extLst>
          </p:cNvPr>
          <p:cNvSpPr txBox="1"/>
          <p:nvPr/>
        </p:nvSpPr>
        <p:spPr>
          <a:xfrm>
            <a:off x="3566947" y="2421087"/>
            <a:ext cx="6875766" cy="1938992"/>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O.E.3.1 Crear un modulo que permita determinar el lugar en que se realiza el reporte.</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O.E.3.2 Crear un modulo para hacer el reporte</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O.E.3.3 Clasificar la importancia del reporte por la concurrencia del lugar y la probabilidad de lesiones </a:t>
            </a:r>
            <a:endParaRPr lang="es-CO" sz="2400" dirty="0">
              <a:solidFill>
                <a:schemeClr val="dk1"/>
              </a:solidFill>
              <a:latin typeface="Calibri"/>
              <a:cs typeface="Calibri"/>
            </a:endParaRPr>
          </a:p>
        </p:txBody>
      </p:sp>
      <p:grpSp>
        <p:nvGrpSpPr>
          <p:cNvPr id="14" name="BotonMenu">
            <a:extLst>
              <a:ext uri="{FF2B5EF4-FFF2-40B4-BE49-F238E27FC236}">
                <a16:creationId xmlns:a16="http://schemas.microsoft.com/office/drawing/2014/main" id="{5F92C5CC-75C9-4A83-AD3F-F825877D020B}"/>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CCCA06B6-104C-4257-B05E-A24803B91232}"/>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29F39BB9-9BB1-40BF-87DB-DCA9D81CB20B}"/>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D845B5FF-F19B-475B-BCBD-13AF7DD8DD0C}"/>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2" name="OE2">
            <a:hlinkClick r:id="rId8" action="ppaction://hlinksldjump"/>
            <a:extLst>
              <a:ext uri="{FF2B5EF4-FFF2-40B4-BE49-F238E27FC236}">
                <a16:creationId xmlns:a16="http://schemas.microsoft.com/office/drawing/2014/main" id="{505F4447-859A-456D-9999-ADD3CCEBECD4}"/>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3" name="OE1">
            <a:hlinkClick r:id="rId9" action="ppaction://hlinksldjump"/>
            <a:extLst>
              <a:ext uri="{FF2B5EF4-FFF2-40B4-BE49-F238E27FC236}">
                <a16:creationId xmlns:a16="http://schemas.microsoft.com/office/drawing/2014/main" id="{E0E0021A-9DD2-450C-9FF1-812FC9B7F52B}"/>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4" name="Rectángulo 23">
            <a:hlinkClick r:id="rId10" action="ppaction://hlinksldjump"/>
            <a:extLst>
              <a:ext uri="{FF2B5EF4-FFF2-40B4-BE49-F238E27FC236}">
                <a16:creationId xmlns:a16="http://schemas.microsoft.com/office/drawing/2014/main" id="{35E684ED-E169-464E-94FF-1BBBF823F52C}"/>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5" name="Rectángulo 24">
            <a:hlinkClick r:id="rId11" action="ppaction://hlinksldjump"/>
            <a:extLst>
              <a:ext uri="{FF2B5EF4-FFF2-40B4-BE49-F238E27FC236}">
                <a16:creationId xmlns:a16="http://schemas.microsoft.com/office/drawing/2014/main" id="{51708032-B367-46BD-B795-CEF9DD25A6E1}"/>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6" name="Rectángulo 25">
            <a:hlinkClick r:id="rId12" action="ppaction://hlinksldjump"/>
            <a:extLst>
              <a:ext uri="{FF2B5EF4-FFF2-40B4-BE49-F238E27FC236}">
                <a16:creationId xmlns:a16="http://schemas.microsoft.com/office/drawing/2014/main" id="{013D33F6-B72A-4BF4-B688-1DEEB9A6A52C}"/>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7" name="Rectángulo 26">
            <a:hlinkClick r:id="rId13" action="ppaction://hlinksldjump"/>
            <a:extLst>
              <a:ext uri="{FF2B5EF4-FFF2-40B4-BE49-F238E27FC236}">
                <a16:creationId xmlns:a16="http://schemas.microsoft.com/office/drawing/2014/main" id="{2E8CA553-22BC-4BBA-92F2-C0DA3C0D950F}"/>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8" name="OE3">
            <a:extLst>
              <a:ext uri="{FF2B5EF4-FFF2-40B4-BE49-F238E27FC236}">
                <a16:creationId xmlns:a16="http://schemas.microsoft.com/office/drawing/2014/main" id="{262426CE-450B-4BCA-9A16-65EDAD9A46AC}"/>
              </a:ext>
            </a:extLst>
          </p:cNvPr>
          <p:cNvGrpSpPr/>
          <p:nvPr/>
        </p:nvGrpSpPr>
        <p:grpSpPr>
          <a:xfrm>
            <a:off x="10815014" y="4965460"/>
            <a:ext cx="1212090" cy="438784"/>
            <a:chOff x="10815013" y="5198939"/>
            <a:chExt cx="1212090" cy="438784"/>
          </a:xfrm>
        </p:grpSpPr>
        <p:sp>
          <p:nvSpPr>
            <p:cNvPr id="29" name="Rectángulo 28">
              <a:extLst>
                <a:ext uri="{FF2B5EF4-FFF2-40B4-BE49-F238E27FC236}">
                  <a16:creationId xmlns:a16="http://schemas.microsoft.com/office/drawing/2014/main" id="{5066C2C8-5848-4AA0-83E7-A5A0409EC179}"/>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0" name="Gráfico 29" descr="Signo de intercalación hacia la izquierda con relleno sólido">
              <a:extLst>
                <a:ext uri="{FF2B5EF4-FFF2-40B4-BE49-F238E27FC236}">
                  <a16:creationId xmlns:a16="http://schemas.microsoft.com/office/drawing/2014/main" id="{BBAAE735-08F0-4827-A47C-F4E58B36D1D8}"/>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5C34575C-4124-47CA-A9C9-FF7011B5A388}"/>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2" name="Gráfico 31" descr="Signo de intercalación hacia la derecha con relleno sólido">
            <a:hlinkClick r:id="rId16" action="ppaction://hlinksldjump"/>
            <a:extLst>
              <a:ext uri="{FF2B5EF4-FFF2-40B4-BE49-F238E27FC236}">
                <a16:creationId xmlns:a16="http://schemas.microsoft.com/office/drawing/2014/main" id="{B3698A55-A3CE-47A1-B698-FD70F86C5662}"/>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88611107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3"/>
                                        </p:tgtEl>
                                      </p:cBhvr>
                                    </p:animEffect>
                                    <p:set>
                                      <p:cBhvr>
                                        <p:cTn id="21" dur="1" fill="hold">
                                          <p:stCondLst>
                                            <p:cond delay="499"/>
                                          </p:stCondLst>
                                        </p:cTn>
                                        <p:tgtEl>
                                          <p:spTgt spid="23"/>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2"/>
                                        </p:tgtEl>
                                      </p:cBhvr>
                                    </p:animEffect>
                                    <p:set>
                                      <p:cBhvr>
                                        <p:cTn id="24" dur="1" fill="hold">
                                          <p:stCondLst>
                                            <p:cond delay="499"/>
                                          </p:stCondLst>
                                        </p:cTn>
                                        <p:tgtEl>
                                          <p:spTgt spid="22"/>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8"/>
                                        </p:tgtEl>
                                      </p:cBhvr>
                                    </p:animEffect>
                                    <p:set>
                                      <p:cBhvr>
                                        <p:cTn id="27" dur="1" fill="hold">
                                          <p:stCondLst>
                                            <p:cond delay="499"/>
                                          </p:stCondLst>
                                        </p:cTn>
                                        <p:tgtEl>
                                          <p:spTgt spid="2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2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7"/>
                                        </p:tgtEl>
                                      </p:cBhvr>
                                    </p:animEffect>
                                    <p:set>
                                      <p:cBhvr>
                                        <p:cTn id="50" dur="1" fill="hold">
                                          <p:stCondLst>
                                            <p:cond delay="499"/>
                                          </p:stCondLst>
                                        </p:cTn>
                                        <p:tgtEl>
                                          <p:spTgt spid="27"/>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4"/>
                                        </p:tgtEl>
                                      </p:cBhvr>
                                    </p:animEffect>
                                    <p:set>
                                      <p:cBhvr>
                                        <p:cTn id="53" dur="1" fill="hold">
                                          <p:stCondLst>
                                            <p:cond delay="499"/>
                                          </p:stCondLst>
                                        </p:cTn>
                                        <p:tgtEl>
                                          <p:spTgt spid="24"/>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5"/>
                                        </p:tgtEl>
                                      </p:cBhvr>
                                    </p:animEffect>
                                    <p:set>
                                      <p:cBhvr>
                                        <p:cTn id="56" dur="1" fill="hold">
                                          <p:stCondLst>
                                            <p:cond delay="499"/>
                                          </p:stCondLst>
                                        </p:cTn>
                                        <p:tgtEl>
                                          <p:spTgt spid="25"/>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6"/>
                                        </p:tgtEl>
                                      </p:cBhvr>
                                    </p:animEffect>
                                    <p:set>
                                      <p:cBhvr>
                                        <p:cTn id="59" dur="1" fill="hold">
                                          <p:stCondLst>
                                            <p:cond delay="499"/>
                                          </p:stCondLst>
                                        </p:cTn>
                                        <p:tgtEl>
                                          <p:spTgt spid="26"/>
                                        </p:tgtEl>
                                        <p:attrNameLst>
                                          <p:attrName>style.visibility</p:attrName>
                                        </p:attrNameLst>
                                      </p:cBhvr>
                                      <p:to>
                                        <p:strVal val="hidden"/>
                                      </p:to>
                                    </p:set>
                                  </p:childTnLst>
                                </p:cTn>
                              </p:par>
                            </p:childTnLst>
                          </p:cTn>
                        </p:par>
                      </p:childTnLst>
                    </p:cTn>
                  </p:par>
                </p:childTnLst>
              </p:cTn>
              <p:nextCondLst>
                <p:cond evt="onClick" delay="0">
                  <p:tgtEl>
                    <p:spTgt spid="28"/>
                  </p:tgtEl>
                </p:cond>
              </p:nextCondLst>
            </p:seq>
          </p:childTnLst>
        </p:cTn>
      </p:par>
    </p:tnLst>
    <p:bldLst>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6ED5C717-98AF-49C9-ACFA-BAA7844612D4}"/>
              </a:ext>
            </a:extLst>
          </p:cNvPr>
          <p:cNvSpPr txBox="1"/>
          <p:nvPr/>
        </p:nvSpPr>
        <p:spPr>
          <a:xfrm>
            <a:off x="2438403" y="1079501"/>
            <a:ext cx="8223747" cy="1341586"/>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O.E.3: Desarrollar una herramienta que permita: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O.E.3.2: Analizar los datos para una toma de decisión ágil y efectiva</a:t>
            </a:r>
          </a:p>
        </p:txBody>
      </p:sp>
      <p:sp>
        <p:nvSpPr>
          <p:cNvPr id="13" name="CuadroTexto 12">
            <a:extLst>
              <a:ext uri="{FF2B5EF4-FFF2-40B4-BE49-F238E27FC236}">
                <a16:creationId xmlns:a16="http://schemas.microsoft.com/office/drawing/2014/main" id="{98DE66CB-65F9-42AC-A41D-6169CAE1ABF6}"/>
              </a:ext>
            </a:extLst>
          </p:cNvPr>
          <p:cNvSpPr txBox="1"/>
          <p:nvPr/>
        </p:nvSpPr>
        <p:spPr>
          <a:xfrm>
            <a:off x="3795804" y="2497736"/>
            <a:ext cx="6579704" cy="461665"/>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O.E.3.1</a:t>
            </a:r>
            <a:endParaRPr lang="es-CO" sz="2400" dirty="0">
              <a:solidFill>
                <a:schemeClr val="dk1"/>
              </a:solidFill>
              <a:latin typeface="Calibri"/>
              <a:cs typeface="Calibri"/>
            </a:endParaRPr>
          </a:p>
        </p:txBody>
      </p:sp>
      <p:grpSp>
        <p:nvGrpSpPr>
          <p:cNvPr id="14" name="BotonMenu">
            <a:extLst>
              <a:ext uri="{FF2B5EF4-FFF2-40B4-BE49-F238E27FC236}">
                <a16:creationId xmlns:a16="http://schemas.microsoft.com/office/drawing/2014/main" id="{84FCE915-598F-463D-8B43-5137E5C4447E}"/>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B9C2BD74-A6D1-4941-A62A-E1CDEB183EAD}"/>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A4428463-7A73-4796-93D7-0F1BA8A34271}"/>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C9775194-8997-4E0C-B9EB-0496B6B1D30A}"/>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2" name="OE2">
            <a:hlinkClick r:id="rId8" action="ppaction://hlinksldjump"/>
            <a:extLst>
              <a:ext uri="{FF2B5EF4-FFF2-40B4-BE49-F238E27FC236}">
                <a16:creationId xmlns:a16="http://schemas.microsoft.com/office/drawing/2014/main" id="{3DEE329D-0F9A-491F-88C5-1BC444B9164E}"/>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3" name="OE1">
            <a:hlinkClick r:id="rId9" action="ppaction://hlinksldjump"/>
            <a:extLst>
              <a:ext uri="{FF2B5EF4-FFF2-40B4-BE49-F238E27FC236}">
                <a16:creationId xmlns:a16="http://schemas.microsoft.com/office/drawing/2014/main" id="{7CC2386F-C190-4247-9B6D-CF664E4CFC93}"/>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4" name="Rectángulo 23">
            <a:hlinkClick r:id="rId10" action="ppaction://hlinksldjump"/>
            <a:extLst>
              <a:ext uri="{FF2B5EF4-FFF2-40B4-BE49-F238E27FC236}">
                <a16:creationId xmlns:a16="http://schemas.microsoft.com/office/drawing/2014/main" id="{87DF7024-F830-41FA-8FBD-DB9A68E7F405}"/>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5" name="Rectángulo 24">
            <a:hlinkClick r:id="rId11" action="ppaction://hlinksldjump"/>
            <a:extLst>
              <a:ext uri="{FF2B5EF4-FFF2-40B4-BE49-F238E27FC236}">
                <a16:creationId xmlns:a16="http://schemas.microsoft.com/office/drawing/2014/main" id="{C649A851-54C7-47E7-BED5-D22476ACE7F6}"/>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6" name="Rectángulo 25">
            <a:hlinkClick r:id="rId12" action="ppaction://hlinksldjump"/>
            <a:extLst>
              <a:ext uri="{FF2B5EF4-FFF2-40B4-BE49-F238E27FC236}">
                <a16:creationId xmlns:a16="http://schemas.microsoft.com/office/drawing/2014/main" id="{9681485B-426A-40A3-923F-A10E4A523515}"/>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7" name="Rectángulo 26">
            <a:hlinkClick r:id="rId13" action="ppaction://hlinksldjump"/>
            <a:extLst>
              <a:ext uri="{FF2B5EF4-FFF2-40B4-BE49-F238E27FC236}">
                <a16:creationId xmlns:a16="http://schemas.microsoft.com/office/drawing/2014/main" id="{24138EFD-F2D0-4AF9-AB7F-8D4BEBF4CE0E}"/>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8" name="OE3">
            <a:extLst>
              <a:ext uri="{FF2B5EF4-FFF2-40B4-BE49-F238E27FC236}">
                <a16:creationId xmlns:a16="http://schemas.microsoft.com/office/drawing/2014/main" id="{3FFBC323-C53F-4F3E-A1A3-0622FDAA1152}"/>
              </a:ext>
            </a:extLst>
          </p:cNvPr>
          <p:cNvGrpSpPr/>
          <p:nvPr/>
        </p:nvGrpSpPr>
        <p:grpSpPr>
          <a:xfrm>
            <a:off x="10815014" y="4965460"/>
            <a:ext cx="1212090" cy="438784"/>
            <a:chOff x="10815013" y="5198939"/>
            <a:chExt cx="1212090" cy="438784"/>
          </a:xfrm>
        </p:grpSpPr>
        <p:sp>
          <p:nvSpPr>
            <p:cNvPr id="29" name="Rectángulo 28">
              <a:extLst>
                <a:ext uri="{FF2B5EF4-FFF2-40B4-BE49-F238E27FC236}">
                  <a16:creationId xmlns:a16="http://schemas.microsoft.com/office/drawing/2014/main" id="{A6511D86-9F44-4963-B6CD-812E720CCFA6}"/>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0" name="Gráfico 29" descr="Signo de intercalación hacia la izquierda con relleno sólido">
              <a:extLst>
                <a:ext uri="{FF2B5EF4-FFF2-40B4-BE49-F238E27FC236}">
                  <a16:creationId xmlns:a16="http://schemas.microsoft.com/office/drawing/2014/main" id="{FAA4CB53-F730-4F32-BC13-CBC6CD87F81F}"/>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843CBE5C-EB28-42CE-BF59-343C176A406C}"/>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2" name="Gráfico 31" descr="Signo de intercalación hacia la derecha con relleno sólido">
            <a:hlinkClick r:id="rId16" action="ppaction://hlinksldjump"/>
            <a:extLst>
              <a:ext uri="{FF2B5EF4-FFF2-40B4-BE49-F238E27FC236}">
                <a16:creationId xmlns:a16="http://schemas.microsoft.com/office/drawing/2014/main" id="{442A5D97-20BB-4A60-92CA-36F7D95CC91F}"/>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881918835"/>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3"/>
                                        </p:tgtEl>
                                      </p:cBhvr>
                                    </p:animEffect>
                                    <p:set>
                                      <p:cBhvr>
                                        <p:cTn id="21" dur="1" fill="hold">
                                          <p:stCondLst>
                                            <p:cond delay="499"/>
                                          </p:stCondLst>
                                        </p:cTn>
                                        <p:tgtEl>
                                          <p:spTgt spid="23"/>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2"/>
                                        </p:tgtEl>
                                      </p:cBhvr>
                                    </p:animEffect>
                                    <p:set>
                                      <p:cBhvr>
                                        <p:cTn id="24" dur="1" fill="hold">
                                          <p:stCondLst>
                                            <p:cond delay="499"/>
                                          </p:stCondLst>
                                        </p:cTn>
                                        <p:tgtEl>
                                          <p:spTgt spid="22"/>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8"/>
                                        </p:tgtEl>
                                      </p:cBhvr>
                                    </p:animEffect>
                                    <p:set>
                                      <p:cBhvr>
                                        <p:cTn id="27" dur="1" fill="hold">
                                          <p:stCondLst>
                                            <p:cond delay="499"/>
                                          </p:stCondLst>
                                        </p:cTn>
                                        <p:tgtEl>
                                          <p:spTgt spid="2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2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7"/>
                                        </p:tgtEl>
                                      </p:cBhvr>
                                    </p:animEffect>
                                    <p:set>
                                      <p:cBhvr>
                                        <p:cTn id="50" dur="1" fill="hold">
                                          <p:stCondLst>
                                            <p:cond delay="499"/>
                                          </p:stCondLst>
                                        </p:cTn>
                                        <p:tgtEl>
                                          <p:spTgt spid="27"/>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4"/>
                                        </p:tgtEl>
                                      </p:cBhvr>
                                    </p:animEffect>
                                    <p:set>
                                      <p:cBhvr>
                                        <p:cTn id="53" dur="1" fill="hold">
                                          <p:stCondLst>
                                            <p:cond delay="499"/>
                                          </p:stCondLst>
                                        </p:cTn>
                                        <p:tgtEl>
                                          <p:spTgt spid="24"/>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5"/>
                                        </p:tgtEl>
                                      </p:cBhvr>
                                    </p:animEffect>
                                    <p:set>
                                      <p:cBhvr>
                                        <p:cTn id="56" dur="1" fill="hold">
                                          <p:stCondLst>
                                            <p:cond delay="499"/>
                                          </p:stCondLst>
                                        </p:cTn>
                                        <p:tgtEl>
                                          <p:spTgt spid="25"/>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6"/>
                                        </p:tgtEl>
                                      </p:cBhvr>
                                    </p:animEffect>
                                    <p:set>
                                      <p:cBhvr>
                                        <p:cTn id="59" dur="1" fill="hold">
                                          <p:stCondLst>
                                            <p:cond delay="499"/>
                                          </p:stCondLst>
                                        </p:cTn>
                                        <p:tgtEl>
                                          <p:spTgt spid="26"/>
                                        </p:tgtEl>
                                        <p:attrNameLst>
                                          <p:attrName>style.visibility</p:attrName>
                                        </p:attrNameLst>
                                      </p:cBhvr>
                                      <p:to>
                                        <p:strVal val="hidden"/>
                                      </p:to>
                                    </p:set>
                                  </p:childTnLst>
                                </p:cTn>
                              </p:par>
                            </p:childTnLst>
                          </p:cTn>
                        </p:par>
                      </p:childTnLst>
                    </p:cTn>
                  </p:par>
                </p:childTnLst>
              </p:cTn>
              <p:nextCondLst>
                <p:cond evt="onClick" delay="0">
                  <p:tgtEl>
                    <p:spTgt spid="28"/>
                  </p:tgtEl>
                </p:cond>
              </p:nextCondLst>
            </p:seq>
          </p:childTnLst>
        </p:cTn>
      </p:par>
    </p:tnLst>
    <p:bldLst>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6ED5C717-98AF-49C9-ACFA-BAA7844612D4}"/>
              </a:ext>
            </a:extLst>
          </p:cNvPr>
          <p:cNvSpPr txBox="1"/>
          <p:nvPr/>
        </p:nvSpPr>
        <p:spPr>
          <a:xfrm>
            <a:off x="2438403" y="1079501"/>
            <a:ext cx="8223747" cy="916854"/>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O.E.3: Desarrollar una herramienta que permita: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O.E.3.3: Visualizar informes para la auditoria de calidad</a:t>
            </a:r>
          </a:p>
        </p:txBody>
      </p:sp>
      <p:sp>
        <p:nvSpPr>
          <p:cNvPr id="13" name="CuadroTexto 12">
            <a:extLst>
              <a:ext uri="{FF2B5EF4-FFF2-40B4-BE49-F238E27FC236}">
                <a16:creationId xmlns:a16="http://schemas.microsoft.com/office/drawing/2014/main" id="{98DE66CB-65F9-42AC-A41D-6169CAE1ABF6}"/>
              </a:ext>
            </a:extLst>
          </p:cNvPr>
          <p:cNvSpPr txBox="1"/>
          <p:nvPr/>
        </p:nvSpPr>
        <p:spPr>
          <a:xfrm>
            <a:off x="6618517" y="5494862"/>
            <a:ext cx="6579704" cy="461665"/>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O.E.3.1</a:t>
            </a:r>
            <a:endParaRPr lang="es-CO" sz="2400" dirty="0">
              <a:solidFill>
                <a:schemeClr val="dk1"/>
              </a:solidFill>
              <a:latin typeface="Calibri"/>
              <a:cs typeface="Calibri"/>
            </a:endParaRPr>
          </a:p>
        </p:txBody>
      </p:sp>
      <p:grpSp>
        <p:nvGrpSpPr>
          <p:cNvPr id="14" name="BotonMenu">
            <a:extLst>
              <a:ext uri="{FF2B5EF4-FFF2-40B4-BE49-F238E27FC236}">
                <a16:creationId xmlns:a16="http://schemas.microsoft.com/office/drawing/2014/main" id="{1B087D48-D671-460F-9414-6F3DFD662375}"/>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01406049-F3F6-4F78-9178-1D3C57B7EDF3}"/>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2865A9C6-57D2-4246-B31D-8DB8A0F10C79}"/>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D45A05C0-A245-45BA-BF3D-08F38AAB7BFE}"/>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2" name="OE2">
            <a:hlinkClick r:id="rId8" action="ppaction://hlinksldjump"/>
            <a:extLst>
              <a:ext uri="{FF2B5EF4-FFF2-40B4-BE49-F238E27FC236}">
                <a16:creationId xmlns:a16="http://schemas.microsoft.com/office/drawing/2014/main" id="{97E99BFD-D591-424B-9BB9-2B37EE0471ED}"/>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3" name="OE1">
            <a:hlinkClick r:id="rId9" action="ppaction://hlinksldjump"/>
            <a:extLst>
              <a:ext uri="{FF2B5EF4-FFF2-40B4-BE49-F238E27FC236}">
                <a16:creationId xmlns:a16="http://schemas.microsoft.com/office/drawing/2014/main" id="{4D789CD6-AF4F-4934-B5EC-CFEECEAB5DB9}"/>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4" name="Rectángulo 23">
            <a:hlinkClick r:id="rId10" action="ppaction://hlinksldjump"/>
            <a:extLst>
              <a:ext uri="{FF2B5EF4-FFF2-40B4-BE49-F238E27FC236}">
                <a16:creationId xmlns:a16="http://schemas.microsoft.com/office/drawing/2014/main" id="{62577941-EAB3-4999-A902-BE1B13E1D526}"/>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5" name="Rectángulo 24">
            <a:hlinkClick r:id="rId11" action="ppaction://hlinksldjump"/>
            <a:extLst>
              <a:ext uri="{FF2B5EF4-FFF2-40B4-BE49-F238E27FC236}">
                <a16:creationId xmlns:a16="http://schemas.microsoft.com/office/drawing/2014/main" id="{D13A1E90-B6F7-46B5-A4B7-0F3E3E7F35D6}"/>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6" name="Rectángulo 25">
            <a:hlinkClick r:id="rId12" action="ppaction://hlinksldjump"/>
            <a:extLst>
              <a:ext uri="{FF2B5EF4-FFF2-40B4-BE49-F238E27FC236}">
                <a16:creationId xmlns:a16="http://schemas.microsoft.com/office/drawing/2014/main" id="{D6F4B31A-7077-4D0F-9234-BA5925375584}"/>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7" name="Rectángulo 26">
            <a:hlinkClick r:id="rId13" action="ppaction://hlinksldjump"/>
            <a:extLst>
              <a:ext uri="{FF2B5EF4-FFF2-40B4-BE49-F238E27FC236}">
                <a16:creationId xmlns:a16="http://schemas.microsoft.com/office/drawing/2014/main" id="{14D643FA-CF09-402E-A78C-A674EFE82454}"/>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8" name="OE3">
            <a:extLst>
              <a:ext uri="{FF2B5EF4-FFF2-40B4-BE49-F238E27FC236}">
                <a16:creationId xmlns:a16="http://schemas.microsoft.com/office/drawing/2014/main" id="{E2509D40-C696-417B-84E8-997E2B3DB9ED}"/>
              </a:ext>
            </a:extLst>
          </p:cNvPr>
          <p:cNvGrpSpPr/>
          <p:nvPr/>
        </p:nvGrpSpPr>
        <p:grpSpPr>
          <a:xfrm>
            <a:off x="10815014" y="4965460"/>
            <a:ext cx="1212090" cy="438784"/>
            <a:chOff x="10815013" y="5198939"/>
            <a:chExt cx="1212090" cy="438784"/>
          </a:xfrm>
        </p:grpSpPr>
        <p:sp>
          <p:nvSpPr>
            <p:cNvPr id="29" name="Rectángulo 28">
              <a:extLst>
                <a:ext uri="{FF2B5EF4-FFF2-40B4-BE49-F238E27FC236}">
                  <a16:creationId xmlns:a16="http://schemas.microsoft.com/office/drawing/2014/main" id="{CE18B021-9D88-4E0D-B24E-4DA7EBD15841}"/>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0" name="Gráfico 29" descr="Signo de intercalación hacia la izquierda con relleno sólido">
              <a:extLst>
                <a:ext uri="{FF2B5EF4-FFF2-40B4-BE49-F238E27FC236}">
                  <a16:creationId xmlns:a16="http://schemas.microsoft.com/office/drawing/2014/main" id="{46CD647D-7D1E-43D5-A4AA-128DA7C77857}"/>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C43B5217-BED1-427D-B7EB-04D095B82D96}"/>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2" name="Gráfico 31" descr="Signo de intercalación hacia la derecha con relleno sólido">
            <a:hlinkClick r:id="rId16" action="ppaction://hlinksldjump"/>
            <a:extLst>
              <a:ext uri="{FF2B5EF4-FFF2-40B4-BE49-F238E27FC236}">
                <a16:creationId xmlns:a16="http://schemas.microsoft.com/office/drawing/2014/main" id="{7EE8AD3A-DCDA-4F8D-A94C-DD0320A7699C}"/>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207881058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3"/>
                                        </p:tgtEl>
                                      </p:cBhvr>
                                    </p:animEffect>
                                    <p:set>
                                      <p:cBhvr>
                                        <p:cTn id="21" dur="1" fill="hold">
                                          <p:stCondLst>
                                            <p:cond delay="499"/>
                                          </p:stCondLst>
                                        </p:cTn>
                                        <p:tgtEl>
                                          <p:spTgt spid="23"/>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2"/>
                                        </p:tgtEl>
                                      </p:cBhvr>
                                    </p:animEffect>
                                    <p:set>
                                      <p:cBhvr>
                                        <p:cTn id="24" dur="1" fill="hold">
                                          <p:stCondLst>
                                            <p:cond delay="499"/>
                                          </p:stCondLst>
                                        </p:cTn>
                                        <p:tgtEl>
                                          <p:spTgt spid="22"/>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8"/>
                                        </p:tgtEl>
                                      </p:cBhvr>
                                    </p:animEffect>
                                    <p:set>
                                      <p:cBhvr>
                                        <p:cTn id="27" dur="1" fill="hold">
                                          <p:stCondLst>
                                            <p:cond delay="499"/>
                                          </p:stCondLst>
                                        </p:cTn>
                                        <p:tgtEl>
                                          <p:spTgt spid="2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2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7"/>
                                        </p:tgtEl>
                                      </p:cBhvr>
                                    </p:animEffect>
                                    <p:set>
                                      <p:cBhvr>
                                        <p:cTn id="50" dur="1" fill="hold">
                                          <p:stCondLst>
                                            <p:cond delay="499"/>
                                          </p:stCondLst>
                                        </p:cTn>
                                        <p:tgtEl>
                                          <p:spTgt spid="27"/>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4"/>
                                        </p:tgtEl>
                                      </p:cBhvr>
                                    </p:animEffect>
                                    <p:set>
                                      <p:cBhvr>
                                        <p:cTn id="53" dur="1" fill="hold">
                                          <p:stCondLst>
                                            <p:cond delay="499"/>
                                          </p:stCondLst>
                                        </p:cTn>
                                        <p:tgtEl>
                                          <p:spTgt spid="24"/>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5"/>
                                        </p:tgtEl>
                                      </p:cBhvr>
                                    </p:animEffect>
                                    <p:set>
                                      <p:cBhvr>
                                        <p:cTn id="56" dur="1" fill="hold">
                                          <p:stCondLst>
                                            <p:cond delay="499"/>
                                          </p:stCondLst>
                                        </p:cTn>
                                        <p:tgtEl>
                                          <p:spTgt spid="25"/>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6"/>
                                        </p:tgtEl>
                                      </p:cBhvr>
                                    </p:animEffect>
                                    <p:set>
                                      <p:cBhvr>
                                        <p:cTn id="59" dur="1" fill="hold">
                                          <p:stCondLst>
                                            <p:cond delay="499"/>
                                          </p:stCondLst>
                                        </p:cTn>
                                        <p:tgtEl>
                                          <p:spTgt spid="26"/>
                                        </p:tgtEl>
                                        <p:attrNameLst>
                                          <p:attrName>style.visibility</p:attrName>
                                        </p:attrNameLst>
                                      </p:cBhvr>
                                      <p:to>
                                        <p:strVal val="hidden"/>
                                      </p:to>
                                    </p:set>
                                  </p:childTnLst>
                                </p:cTn>
                              </p:par>
                            </p:childTnLst>
                          </p:cTn>
                        </p:par>
                      </p:childTnLst>
                    </p:cTn>
                  </p:par>
                </p:childTnLst>
              </p:cTn>
              <p:nextCondLst>
                <p:cond evt="onClick" delay="0">
                  <p:tgtEl>
                    <p:spTgt spid="28"/>
                  </p:tgtEl>
                </p:cond>
              </p:nextCondLst>
            </p:seq>
          </p:childTnLst>
        </p:cTn>
      </p:par>
    </p:tnLst>
    <p:bldLst>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6ED5C717-98AF-49C9-ACFA-BAA7844612D4}"/>
              </a:ext>
            </a:extLst>
          </p:cNvPr>
          <p:cNvSpPr txBox="1"/>
          <p:nvPr/>
        </p:nvSpPr>
        <p:spPr>
          <a:xfrm>
            <a:off x="2438403" y="1079501"/>
            <a:ext cx="8223747" cy="916854"/>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O.E.3: Desarrollar una herramienta que permita: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O.E.3.4: Generar informe de reducción de accidentalidad </a:t>
            </a:r>
          </a:p>
        </p:txBody>
      </p:sp>
      <p:sp>
        <p:nvSpPr>
          <p:cNvPr id="13" name="CuadroTexto 12">
            <a:extLst>
              <a:ext uri="{FF2B5EF4-FFF2-40B4-BE49-F238E27FC236}">
                <a16:creationId xmlns:a16="http://schemas.microsoft.com/office/drawing/2014/main" id="{98DE66CB-65F9-42AC-A41D-6169CAE1ABF6}"/>
              </a:ext>
            </a:extLst>
          </p:cNvPr>
          <p:cNvSpPr txBox="1"/>
          <p:nvPr/>
        </p:nvSpPr>
        <p:spPr>
          <a:xfrm>
            <a:off x="6618517" y="5494862"/>
            <a:ext cx="6579704" cy="461665"/>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O.E.3.1</a:t>
            </a:r>
            <a:endParaRPr lang="es-CO" sz="2400" dirty="0">
              <a:solidFill>
                <a:schemeClr val="dk1"/>
              </a:solidFill>
              <a:latin typeface="Calibri"/>
              <a:cs typeface="Calibri"/>
            </a:endParaRPr>
          </a:p>
        </p:txBody>
      </p:sp>
      <p:grpSp>
        <p:nvGrpSpPr>
          <p:cNvPr id="14" name="BotonMenu">
            <a:extLst>
              <a:ext uri="{FF2B5EF4-FFF2-40B4-BE49-F238E27FC236}">
                <a16:creationId xmlns:a16="http://schemas.microsoft.com/office/drawing/2014/main" id="{BB69565C-9595-4C3A-A2EB-C1D6F0AC4603}"/>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258C3A3A-1D00-452E-8937-7A185C46A7EF}"/>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B1AE511A-029B-424E-BCED-BB12ABF1D98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AE768076-45CA-46B1-A4E7-A0497A1A38BB}"/>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2" name="OE2">
            <a:hlinkClick r:id="rId8" action="ppaction://hlinksldjump"/>
            <a:extLst>
              <a:ext uri="{FF2B5EF4-FFF2-40B4-BE49-F238E27FC236}">
                <a16:creationId xmlns:a16="http://schemas.microsoft.com/office/drawing/2014/main" id="{71519836-C28C-4F75-904B-0E4C2E3FF7F2}"/>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3" name="OE1">
            <a:hlinkClick r:id="rId9" action="ppaction://hlinksldjump"/>
            <a:extLst>
              <a:ext uri="{FF2B5EF4-FFF2-40B4-BE49-F238E27FC236}">
                <a16:creationId xmlns:a16="http://schemas.microsoft.com/office/drawing/2014/main" id="{76AC7157-75D3-4B55-B240-695FCFC6FB5E}"/>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4" name="Rectángulo 23">
            <a:hlinkClick r:id="rId10" action="ppaction://hlinksldjump"/>
            <a:extLst>
              <a:ext uri="{FF2B5EF4-FFF2-40B4-BE49-F238E27FC236}">
                <a16:creationId xmlns:a16="http://schemas.microsoft.com/office/drawing/2014/main" id="{BC44FE5A-4497-4945-8218-5BA8C0E70815}"/>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5" name="Rectángulo 24">
            <a:hlinkClick r:id="rId11" action="ppaction://hlinksldjump"/>
            <a:extLst>
              <a:ext uri="{FF2B5EF4-FFF2-40B4-BE49-F238E27FC236}">
                <a16:creationId xmlns:a16="http://schemas.microsoft.com/office/drawing/2014/main" id="{4D6411D8-25F0-4DC9-A032-F86FC4055E73}"/>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6" name="Rectángulo 25">
            <a:hlinkClick r:id="rId12" action="ppaction://hlinksldjump"/>
            <a:extLst>
              <a:ext uri="{FF2B5EF4-FFF2-40B4-BE49-F238E27FC236}">
                <a16:creationId xmlns:a16="http://schemas.microsoft.com/office/drawing/2014/main" id="{BC5F468D-B363-4373-883B-4CF7A806D4BC}"/>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7" name="Rectángulo 26">
            <a:hlinkClick r:id="rId13" action="ppaction://hlinksldjump"/>
            <a:extLst>
              <a:ext uri="{FF2B5EF4-FFF2-40B4-BE49-F238E27FC236}">
                <a16:creationId xmlns:a16="http://schemas.microsoft.com/office/drawing/2014/main" id="{971422B3-8337-4043-89FB-7D28BBC90631}"/>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8" name="OE3">
            <a:extLst>
              <a:ext uri="{FF2B5EF4-FFF2-40B4-BE49-F238E27FC236}">
                <a16:creationId xmlns:a16="http://schemas.microsoft.com/office/drawing/2014/main" id="{10A662CD-7CC1-4767-8D7A-E4F0725689E6}"/>
              </a:ext>
            </a:extLst>
          </p:cNvPr>
          <p:cNvGrpSpPr/>
          <p:nvPr/>
        </p:nvGrpSpPr>
        <p:grpSpPr>
          <a:xfrm>
            <a:off x="10815014" y="4965460"/>
            <a:ext cx="1212090" cy="438784"/>
            <a:chOff x="10815013" y="5198939"/>
            <a:chExt cx="1212090" cy="438784"/>
          </a:xfrm>
        </p:grpSpPr>
        <p:sp>
          <p:nvSpPr>
            <p:cNvPr id="29" name="Rectángulo 28">
              <a:extLst>
                <a:ext uri="{FF2B5EF4-FFF2-40B4-BE49-F238E27FC236}">
                  <a16:creationId xmlns:a16="http://schemas.microsoft.com/office/drawing/2014/main" id="{5A78C9B8-3D55-4268-9F00-DAC3D8B85915}"/>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0" name="Gráfico 29" descr="Signo de intercalación hacia la izquierda con relleno sólido">
              <a:extLst>
                <a:ext uri="{FF2B5EF4-FFF2-40B4-BE49-F238E27FC236}">
                  <a16:creationId xmlns:a16="http://schemas.microsoft.com/office/drawing/2014/main" id="{0F1980FB-182D-4AB7-9282-057B367D55F2}"/>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7583E5DE-DDED-403F-AE75-C8E4B6007196}"/>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2" name="Gráfico 31" descr="Signo de intercalación hacia la derecha con relleno sólido">
            <a:hlinkClick r:id="rId16" action="ppaction://hlinksldjump"/>
            <a:extLst>
              <a:ext uri="{FF2B5EF4-FFF2-40B4-BE49-F238E27FC236}">
                <a16:creationId xmlns:a16="http://schemas.microsoft.com/office/drawing/2014/main" id="{AB7B0217-593E-4F6A-A583-F58E52B798FC}"/>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220750773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3"/>
                                        </p:tgtEl>
                                      </p:cBhvr>
                                    </p:animEffect>
                                    <p:set>
                                      <p:cBhvr>
                                        <p:cTn id="21" dur="1" fill="hold">
                                          <p:stCondLst>
                                            <p:cond delay="499"/>
                                          </p:stCondLst>
                                        </p:cTn>
                                        <p:tgtEl>
                                          <p:spTgt spid="23"/>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2"/>
                                        </p:tgtEl>
                                      </p:cBhvr>
                                    </p:animEffect>
                                    <p:set>
                                      <p:cBhvr>
                                        <p:cTn id="24" dur="1" fill="hold">
                                          <p:stCondLst>
                                            <p:cond delay="499"/>
                                          </p:stCondLst>
                                        </p:cTn>
                                        <p:tgtEl>
                                          <p:spTgt spid="22"/>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8"/>
                                        </p:tgtEl>
                                      </p:cBhvr>
                                    </p:animEffect>
                                    <p:set>
                                      <p:cBhvr>
                                        <p:cTn id="27" dur="1" fill="hold">
                                          <p:stCondLst>
                                            <p:cond delay="499"/>
                                          </p:stCondLst>
                                        </p:cTn>
                                        <p:tgtEl>
                                          <p:spTgt spid="2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2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7"/>
                                        </p:tgtEl>
                                      </p:cBhvr>
                                    </p:animEffect>
                                    <p:set>
                                      <p:cBhvr>
                                        <p:cTn id="50" dur="1" fill="hold">
                                          <p:stCondLst>
                                            <p:cond delay="499"/>
                                          </p:stCondLst>
                                        </p:cTn>
                                        <p:tgtEl>
                                          <p:spTgt spid="27"/>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4"/>
                                        </p:tgtEl>
                                      </p:cBhvr>
                                    </p:animEffect>
                                    <p:set>
                                      <p:cBhvr>
                                        <p:cTn id="53" dur="1" fill="hold">
                                          <p:stCondLst>
                                            <p:cond delay="499"/>
                                          </p:stCondLst>
                                        </p:cTn>
                                        <p:tgtEl>
                                          <p:spTgt spid="24"/>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5"/>
                                        </p:tgtEl>
                                      </p:cBhvr>
                                    </p:animEffect>
                                    <p:set>
                                      <p:cBhvr>
                                        <p:cTn id="56" dur="1" fill="hold">
                                          <p:stCondLst>
                                            <p:cond delay="499"/>
                                          </p:stCondLst>
                                        </p:cTn>
                                        <p:tgtEl>
                                          <p:spTgt spid="25"/>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6"/>
                                        </p:tgtEl>
                                      </p:cBhvr>
                                    </p:animEffect>
                                    <p:set>
                                      <p:cBhvr>
                                        <p:cTn id="59" dur="1" fill="hold">
                                          <p:stCondLst>
                                            <p:cond delay="499"/>
                                          </p:stCondLst>
                                        </p:cTn>
                                        <p:tgtEl>
                                          <p:spTgt spid="26"/>
                                        </p:tgtEl>
                                        <p:attrNameLst>
                                          <p:attrName>style.visibility</p:attrName>
                                        </p:attrNameLst>
                                      </p:cBhvr>
                                      <p:to>
                                        <p:strVal val="hidden"/>
                                      </p:to>
                                    </p:set>
                                  </p:childTnLst>
                                </p:cTn>
                              </p:par>
                            </p:childTnLst>
                          </p:cTn>
                        </p:par>
                      </p:childTnLst>
                    </p:cTn>
                  </p:par>
                </p:childTnLst>
              </p:cTn>
              <p:nextCondLst>
                <p:cond evt="onClick" delay="0">
                  <p:tgtEl>
                    <p:spTgt spid="28"/>
                  </p:tgtEl>
                </p:cond>
              </p:nextCondLst>
            </p:seq>
          </p:childTnLst>
        </p:cTn>
      </p:par>
    </p:tnLst>
    <p:bldLst>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C9860321-57D5-4DB1-973E-BAC552DF01D4}"/>
              </a:ext>
            </a:extLst>
          </p:cNvPr>
          <p:cNvSpPr txBox="1"/>
          <p:nvPr/>
        </p:nvSpPr>
        <p:spPr>
          <a:xfrm>
            <a:off x="2540001" y="864096"/>
            <a:ext cx="6579704" cy="492122"/>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O.E.4: Verificar y validar el sistema</a:t>
            </a:r>
          </a:p>
        </p:txBody>
      </p:sp>
      <p:sp>
        <p:nvSpPr>
          <p:cNvPr id="13" name="CuadroTexto 12">
            <a:extLst>
              <a:ext uri="{FF2B5EF4-FFF2-40B4-BE49-F238E27FC236}">
                <a16:creationId xmlns:a16="http://schemas.microsoft.com/office/drawing/2014/main" id="{FCEA6F2F-AC27-4890-8F8E-9163C16DA7AB}"/>
              </a:ext>
            </a:extLst>
          </p:cNvPr>
          <p:cNvSpPr txBox="1"/>
          <p:nvPr/>
        </p:nvSpPr>
        <p:spPr>
          <a:xfrm>
            <a:off x="3715565" y="1685053"/>
            <a:ext cx="6579704" cy="461665"/>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O.E.4.1</a:t>
            </a:r>
            <a:endParaRPr lang="es-CO" sz="2400" dirty="0">
              <a:solidFill>
                <a:schemeClr val="dk1"/>
              </a:solidFill>
              <a:latin typeface="Calibri"/>
              <a:cs typeface="Calibri"/>
            </a:endParaRPr>
          </a:p>
        </p:txBody>
      </p:sp>
      <p:grpSp>
        <p:nvGrpSpPr>
          <p:cNvPr id="24" name="BotonMenu">
            <a:extLst>
              <a:ext uri="{FF2B5EF4-FFF2-40B4-BE49-F238E27FC236}">
                <a16:creationId xmlns:a16="http://schemas.microsoft.com/office/drawing/2014/main" id="{D93A168A-1FC4-43ED-B5FD-D26CA15FA9AE}"/>
              </a:ext>
            </a:extLst>
          </p:cNvPr>
          <p:cNvGrpSpPr/>
          <p:nvPr/>
        </p:nvGrpSpPr>
        <p:grpSpPr>
          <a:xfrm>
            <a:off x="11485108" y="6069772"/>
            <a:ext cx="541996" cy="493929"/>
            <a:chOff x="11485107" y="6252451"/>
            <a:chExt cx="541996" cy="493929"/>
          </a:xfrm>
        </p:grpSpPr>
        <p:sp>
          <p:nvSpPr>
            <p:cNvPr id="25" name="Rectángulo 24">
              <a:extLst>
                <a:ext uri="{FF2B5EF4-FFF2-40B4-BE49-F238E27FC236}">
                  <a16:creationId xmlns:a16="http://schemas.microsoft.com/office/drawing/2014/main" id="{D42D39C5-1FF7-415C-B070-AA28396DC44A}"/>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6" name="Gráfico 25" descr="Icono de menú de hamburguesa con relleno sólido">
              <a:extLst>
                <a:ext uri="{FF2B5EF4-FFF2-40B4-BE49-F238E27FC236}">
                  <a16:creationId xmlns:a16="http://schemas.microsoft.com/office/drawing/2014/main" id="{431D13B3-E27E-497A-AF49-55F5A7232FE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7" name="OE4">
            <a:hlinkClick r:id="rId7" action="ppaction://hlinksldjump"/>
            <a:extLst>
              <a:ext uri="{FF2B5EF4-FFF2-40B4-BE49-F238E27FC236}">
                <a16:creationId xmlns:a16="http://schemas.microsoft.com/office/drawing/2014/main" id="{87682693-0F9A-4D74-BA21-42A9A5512F0F}"/>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8" name="OE2">
            <a:hlinkClick r:id="rId8" action="ppaction://hlinksldjump"/>
            <a:extLst>
              <a:ext uri="{FF2B5EF4-FFF2-40B4-BE49-F238E27FC236}">
                <a16:creationId xmlns:a16="http://schemas.microsoft.com/office/drawing/2014/main" id="{EABEC931-6D60-4F0C-BCAF-22225A34907A}"/>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9" name="OE1">
            <a:hlinkClick r:id="rId9" action="ppaction://hlinksldjump"/>
            <a:extLst>
              <a:ext uri="{FF2B5EF4-FFF2-40B4-BE49-F238E27FC236}">
                <a16:creationId xmlns:a16="http://schemas.microsoft.com/office/drawing/2014/main" id="{69A1A73E-551E-4C83-ACEF-1287F76BD9BA}"/>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30" name="Rectángulo 29">
            <a:hlinkClick r:id="rId10" action="ppaction://hlinksldjump"/>
            <a:extLst>
              <a:ext uri="{FF2B5EF4-FFF2-40B4-BE49-F238E27FC236}">
                <a16:creationId xmlns:a16="http://schemas.microsoft.com/office/drawing/2014/main" id="{87156F7D-2E78-4E19-AFAA-3D26C96DB665}"/>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31" name="Rectángulo 30">
            <a:hlinkClick r:id="rId11" action="ppaction://hlinksldjump"/>
            <a:extLst>
              <a:ext uri="{FF2B5EF4-FFF2-40B4-BE49-F238E27FC236}">
                <a16:creationId xmlns:a16="http://schemas.microsoft.com/office/drawing/2014/main" id="{07B72E9C-8BE2-4584-ADF1-16029EE97401}"/>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32" name="Rectángulo 31">
            <a:hlinkClick r:id="rId12" action="ppaction://hlinksldjump"/>
            <a:extLst>
              <a:ext uri="{FF2B5EF4-FFF2-40B4-BE49-F238E27FC236}">
                <a16:creationId xmlns:a16="http://schemas.microsoft.com/office/drawing/2014/main" id="{1B2263BB-80E1-417F-871D-4C8243002E13}"/>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33" name="Rectángulo 32">
            <a:hlinkClick r:id="rId13" action="ppaction://hlinksldjump"/>
            <a:extLst>
              <a:ext uri="{FF2B5EF4-FFF2-40B4-BE49-F238E27FC236}">
                <a16:creationId xmlns:a16="http://schemas.microsoft.com/office/drawing/2014/main" id="{75453792-9023-444F-83F1-E00EC23259D3}"/>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34" name="OE3">
            <a:extLst>
              <a:ext uri="{FF2B5EF4-FFF2-40B4-BE49-F238E27FC236}">
                <a16:creationId xmlns:a16="http://schemas.microsoft.com/office/drawing/2014/main" id="{91C75809-6EAD-4303-9C71-E4AEEDDFE53C}"/>
              </a:ext>
            </a:extLst>
          </p:cNvPr>
          <p:cNvGrpSpPr/>
          <p:nvPr/>
        </p:nvGrpSpPr>
        <p:grpSpPr>
          <a:xfrm>
            <a:off x="10815014" y="4965460"/>
            <a:ext cx="1212090" cy="438784"/>
            <a:chOff x="10815013" y="5198939"/>
            <a:chExt cx="1212090" cy="438784"/>
          </a:xfrm>
        </p:grpSpPr>
        <p:sp>
          <p:nvSpPr>
            <p:cNvPr id="35" name="Rectángulo 34">
              <a:extLst>
                <a:ext uri="{FF2B5EF4-FFF2-40B4-BE49-F238E27FC236}">
                  <a16:creationId xmlns:a16="http://schemas.microsoft.com/office/drawing/2014/main" id="{509FE35A-CCAB-4ED3-815F-2A27D1A5E625}"/>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6" name="Gráfico 35" descr="Signo de intercalación hacia la izquierda con relleno sólido">
              <a:extLst>
                <a:ext uri="{FF2B5EF4-FFF2-40B4-BE49-F238E27FC236}">
                  <a16:creationId xmlns:a16="http://schemas.microsoft.com/office/drawing/2014/main" id="{54D86F02-DDA4-4F37-BCF3-D1E71A598AEC}"/>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7" name="Rectángulo 36">
            <a:extLst>
              <a:ext uri="{FF2B5EF4-FFF2-40B4-BE49-F238E27FC236}">
                <a16:creationId xmlns:a16="http://schemas.microsoft.com/office/drawing/2014/main" id="{33EFF059-001E-48C5-A804-24096DA1B470}"/>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8" name="Gráfico 37" descr="Signo de intercalación hacia la derecha con relleno sólido">
            <a:hlinkClick r:id="rId16" action="ppaction://hlinksldjump"/>
            <a:extLst>
              <a:ext uri="{FF2B5EF4-FFF2-40B4-BE49-F238E27FC236}">
                <a16:creationId xmlns:a16="http://schemas.microsoft.com/office/drawing/2014/main" id="{08D3AB7B-8362-4CA9-A7B0-3224E63608EF}"/>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8171829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500"/>
                                        <p:tgtEl>
                                          <p:spTgt spid="29"/>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500"/>
                                        <p:tgtEl>
                                          <p:spTgt spid="34"/>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9"/>
                                        </p:tgtEl>
                                      </p:cBhvr>
                                    </p:animEffect>
                                    <p:set>
                                      <p:cBhvr>
                                        <p:cTn id="21" dur="1" fill="hold">
                                          <p:stCondLst>
                                            <p:cond delay="499"/>
                                          </p:stCondLst>
                                        </p:cTn>
                                        <p:tgtEl>
                                          <p:spTgt spid="29"/>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8"/>
                                        </p:tgtEl>
                                      </p:cBhvr>
                                    </p:animEffect>
                                    <p:set>
                                      <p:cBhvr>
                                        <p:cTn id="24" dur="1" fill="hold">
                                          <p:stCondLst>
                                            <p:cond delay="499"/>
                                          </p:stCondLst>
                                        </p:cTn>
                                        <p:tgtEl>
                                          <p:spTgt spid="28"/>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34"/>
                                        </p:tgtEl>
                                      </p:cBhvr>
                                    </p:animEffect>
                                    <p:set>
                                      <p:cBhvr>
                                        <p:cTn id="27" dur="1" fill="hold">
                                          <p:stCondLst>
                                            <p:cond delay="499"/>
                                          </p:stCondLst>
                                        </p:cTn>
                                        <p:tgtEl>
                                          <p:spTgt spid="34"/>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7"/>
                                        </p:tgtEl>
                                      </p:cBhvr>
                                    </p:animEffect>
                                    <p:set>
                                      <p:cBhvr>
                                        <p:cTn id="30" dur="1" fill="hold">
                                          <p:stCondLst>
                                            <p:cond delay="499"/>
                                          </p:stCondLst>
                                        </p:cTn>
                                        <p:tgtEl>
                                          <p:spTgt spid="27"/>
                                        </p:tgtEl>
                                        <p:attrNameLst>
                                          <p:attrName>style.visibility</p:attrName>
                                        </p:attrNameLst>
                                      </p:cBhvr>
                                      <p:to>
                                        <p:strVal val="hidden"/>
                                      </p:to>
                                    </p:set>
                                  </p:childTnLst>
                                </p:cTn>
                              </p:par>
                            </p:childTnLst>
                          </p:cTn>
                        </p:par>
                      </p:childTnLst>
                    </p:cTn>
                  </p:par>
                </p:childTnLst>
              </p:cTn>
              <p:nextCondLst>
                <p:cond evt="onClick" delay="0">
                  <p:tgtEl>
                    <p:spTgt spid="24"/>
                  </p:tgtEl>
                </p:cond>
              </p:nextCondLst>
            </p:seq>
            <p:seq concurrent="1" nextAc="seek">
              <p:cTn id="31" restart="whenNotActive" fill="hold" evtFilter="cancelBubble" nodeType="interactiveSeq">
                <p:stCondLst>
                  <p:cond evt="onClick" delay="0">
                    <p:tgtEl>
                      <p:spTgt spid="34"/>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500"/>
                                        <p:tgtEl>
                                          <p:spTgt spid="3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00"/>
                                        <p:tgtEl>
                                          <p:spTgt spid="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500"/>
                                        <p:tgtEl>
                                          <p:spTgt spid="3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500"/>
                                        <p:tgtEl>
                                          <p:spTgt spid="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33"/>
                                        </p:tgtEl>
                                      </p:cBhvr>
                                    </p:animEffect>
                                    <p:set>
                                      <p:cBhvr>
                                        <p:cTn id="50" dur="1" fill="hold">
                                          <p:stCondLst>
                                            <p:cond delay="499"/>
                                          </p:stCondLst>
                                        </p:cTn>
                                        <p:tgtEl>
                                          <p:spTgt spid="33"/>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30"/>
                                        </p:tgtEl>
                                      </p:cBhvr>
                                    </p:animEffect>
                                    <p:set>
                                      <p:cBhvr>
                                        <p:cTn id="53" dur="1" fill="hold">
                                          <p:stCondLst>
                                            <p:cond delay="499"/>
                                          </p:stCondLst>
                                        </p:cTn>
                                        <p:tgtEl>
                                          <p:spTgt spid="30"/>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31"/>
                                        </p:tgtEl>
                                      </p:cBhvr>
                                    </p:animEffect>
                                    <p:set>
                                      <p:cBhvr>
                                        <p:cTn id="56" dur="1" fill="hold">
                                          <p:stCondLst>
                                            <p:cond delay="499"/>
                                          </p:stCondLst>
                                        </p:cTn>
                                        <p:tgtEl>
                                          <p:spTgt spid="31"/>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32"/>
                                        </p:tgtEl>
                                      </p:cBhvr>
                                    </p:animEffect>
                                    <p:set>
                                      <p:cBhvr>
                                        <p:cTn id="59" dur="1" fill="hold">
                                          <p:stCondLst>
                                            <p:cond delay="499"/>
                                          </p:stCondLst>
                                        </p:cTn>
                                        <p:tgtEl>
                                          <p:spTgt spid="32"/>
                                        </p:tgtEl>
                                        <p:attrNameLst>
                                          <p:attrName>style.visibility</p:attrName>
                                        </p:attrNameLst>
                                      </p:cBhvr>
                                      <p:to>
                                        <p:strVal val="hidden"/>
                                      </p:to>
                                    </p:set>
                                  </p:childTnLst>
                                </p:cTn>
                              </p:par>
                            </p:childTnLst>
                          </p:cTn>
                        </p:par>
                      </p:childTnLst>
                    </p:cTn>
                  </p:par>
                </p:childTnLst>
              </p:cTn>
              <p:nextCondLst>
                <p:cond evt="onClick" delay="0">
                  <p:tgtEl>
                    <p:spTgt spid="34"/>
                  </p:tgtEl>
                </p:cond>
              </p:nextCondLst>
            </p:seq>
          </p:childTnLst>
        </p:cTn>
      </p:par>
    </p:tnLst>
    <p:bldLst>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5" name="Google Shape;6873;p75">
            <a:extLst>
              <a:ext uri="{FF2B5EF4-FFF2-40B4-BE49-F238E27FC236}">
                <a16:creationId xmlns:a16="http://schemas.microsoft.com/office/drawing/2014/main" id="{C61F57CD-4132-4567-A308-2AF7A4FF9DC9}"/>
              </a:ext>
            </a:extLst>
          </p:cNvPr>
          <p:cNvGrpSpPr/>
          <p:nvPr/>
        </p:nvGrpSpPr>
        <p:grpSpPr>
          <a:xfrm>
            <a:off x="164897" y="5725695"/>
            <a:ext cx="34927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8" name="Google Shape;6874;p75">
              <a:extLst>
                <a:ext uri="{FF2B5EF4-FFF2-40B4-BE49-F238E27FC236}">
                  <a16:creationId xmlns:a16="http://schemas.microsoft.com/office/drawing/2014/main" id="{907A7406-47D2-4309-B384-667DD3591419}"/>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 name="Google Shape;6875;p75">
              <a:extLst>
                <a:ext uri="{FF2B5EF4-FFF2-40B4-BE49-F238E27FC236}">
                  <a16:creationId xmlns:a16="http://schemas.microsoft.com/office/drawing/2014/main" id="{EECC64EB-4084-4810-8C24-A4D70796685F}"/>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 name="Google Shape;6876;p75">
              <a:extLst>
                <a:ext uri="{FF2B5EF4-FFF2-40B4-BE49-F238E27FC236}">
                  <a16:creationId xmlns:a16="http://schemas.microsoft.com/office/drawing/2014/main" id="{1BCA65D5-1DCE-454C-8CD2-0A4D7A907CC1}"/>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Herramientas</a:t>
              </a:r>
              <a:r>
                <a:rPr lang="es-ES" sz="2400" dirty="0"/>
                <a:t> </a:t>
              </a:r>
              <a:endParaRPr sz="2400" dirty="0"/>
            </a:p>
          </p:txBody>
        </p:sp>
      </p:grpSp>
      <p:pic>
        <p:nvPicPr>
          <p:cNvPr id="2049" name="Imagen 2048">
            <a:extLst>
              <a:ext uri="{FF2B5EF4-FFF2-40B4-BE49-F238E27FC236}">
                <a16:creationId xmlns:a16="http://schemas.microsoft.com/office/drawing/2014/main" id="{A7779FD0-95FE-4E7F-9905-61FCE54CB462}"/>
              </a:ext>
            </a:extLst>
          </p:cNvPr>
          <p:cNvPicPr>
            <a:picLocks noChangeAspect="1"/>
          </p:cNvPicPr>
          <p:nvPr/>
        </p:nvPicPr>
        <p:blipFill>
          <a:blip r:embed="rId3"/>
          <a:stretch>
            <a:fillRect/>
          </a:stretch>
        </p:blipFill>
        <p:spPr>
          <a:xfrm>
            <a:off x="2685619" y="382952"/>
            <a:ext cx="9506381" cy="5342743"/>
          </a:xfrm>
          <a:prstGeom prst="rect">
            <a:avLst/>
          </a:prstGeom>
        </p:spPr>
      </p:pic>
    </p:spTree>
    <p:extLst>
      <p:ext uri="{BB962C8B-B14F-4D97-AF65-F5344CB8AC3E}">
        <p14:creationId xmlns:p14="http://schemas.microsoft.com/office/powerpoint/2010/main" val="25389160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8295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Restricciones y </a:t>
              </a:r>
              <a:r>
                <a:rPr lang="es-ES" sz="4400" b="1" i="1" dirty="0" err="1">
                  <a:latin typeface="Amatic SC" panose="00000500000000000000" pitchFamily="2" charset="-79"/>
                  <a:cs typeface="Amatic SC" panose="00000500000000000000" pitchFamily="2" charset="-79"/>
                </a:rPr>
                <a:t>Estandares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44C7E02-9EEA-4D97-BC57-DD910D80C7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4C84C97-8D49-4CA1-8C20-FF8733BE7470}"/>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27996237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4781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Metodología</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B08CFDB2-4C15-4A89-9A9F-3762671E98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4EE65226-81ED-482C-B003-206C12AC5404}"/>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687546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9311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Metodología de Desarrollo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FE102CEC-79DA-4614-B56A-527F76E125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2D8C3D8B-AB80-456B-88B9-B17CC5958092}"/>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31439339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5190874"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Productos Resultantes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A0D90F6-477E-47FD-85FA-2C22804B4B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19F0EF23-3625-43CD-91E6-B0CFB8972345}"/>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29265717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768474"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Cronograma</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022C4AB5-2305-4EBC-AD4A-49AE7009D6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301E067-1ED9-45AA-ACE4-3B74BE86F98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5281019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521732"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Presupuesto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F7ECB3F5-7217-43BB-BDBF-488C787CDF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E1F891A5-F45C-4991-9495-804FD4DA1704}"/>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26126554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29847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Riesgos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8140F8DB-C703-452D-A0BE-4CCCE6608D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A6A6462-ECAA-43AD-8B11-02E38FCDCA2E}"/>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13999172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649307"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Referencias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A2A634D3-DDFC-435B-89A3-EB9501D5EB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1F24F593-71EB-4102-9AA8-11D84CF27946}"/>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9242564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pic>
        <p:nvPicPr>
          <p:cNvPr id="9" name="Imagen 8" descr="Un dibujo de una persona&#10;&#10;Descripción generada automáticamente con confianza media">
            <a:extLst>
              <a:ext uri="{FF2B5EF4-FFF2-40B4-BE49-F238E27FC236}">
                <a16:creationId xmlns:a16="http://schemas.microsoft.com/office/drawing/2014/main" id="{79F34147-FB43-49BC-A737-A96F1FBA57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96BFD1EE-E651-466A-A5FF-D349013AD93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pic>
        <p:nvPicPr>
          <p:cNvPr id="11" name="Google Shape;237;p33" descr="https://www.usbcali.edu.co/sites/default/files/50Anioshorizontal_web_0.jpg">
            <a:extLst>
              <a:ext uri="{FF2B5EF4-FFF2-40B4-BE49-F238E27FC236}">
                <a16:creationId xmlns:a16="http://schemas.microsoft.com/office/drawing/2014/main" id="{4CF30652-9DEE-4563-B654-70E1062B0613}"/>
              </a:ext>
            </a:extLst>
          </p:cNvPr>
          <p:cNvPicPr preferRelativeResize="0"/>
          <p:nvPr/>
        </p:nvPicPr>
        <p:blipFill rotWithShape="1">
          <a:blip r:embed="rId5">
            <a:alphaModFix/>
          </a:blip>
          <a:srcRect/>
          <a:stretch/>
        </p:blipFill>
        <p:spPr>
          <a:xfrm>
            <a:off x="1768375" y="4109524"/>
            <a:ext cx="9770482" cy="2543123"/>
          </a:xfrm>
          <a:prstGeom prst="rect">
            <a:avLst/>
          </a:prstGeom>
          <a:noFill/>
          <a:ln>
            <a:noFill/>
          </a:ln>
        </p:spPr>
      </p:pic>
      <p:grpSp>
        <p:nvGrpSpPr>
          <p:cNvPr id="13" name="Google Shape;15061;p81">
            <a:extLst>
              <a:ext uri="{FF2B5EF4-FFF2-40B4-BE49-F238E27FC236}">
                <a16:creationId xmlns:a16="http://schemas.microsoft.com/office/drawing/2014/main" id="{4469EEB2-1639-447D-9942-D70F567085DC}"/>
              </a:ext>
            </a:extLst>
          </p:cNvPr>
          <p:cNvGrpSpPr/>
          <p:nvPr/>
        </p:nvGrpSpPr>
        <p:grpSpPr>
          <a:xfrm>
            <a:off x="2342946" y="503232"/>
            <a:ext cx="3649307" cy="3175331"/>
            <a:chOff x="889275" y="861850"/>
            <a:chExt cx="487950" cy="424575"/>
          </a:xfrm>
          <a:solidFill>
            <a:srgbClr val="FF3200">
              <a:alpha val="10000"/>
            </a:srgbClr>
          </a:solidFill>
        </p:grpSpPr>
        <p:sp>
          <p:nvSpPr>
            <p:cNvPr id="21" name="Google Shape;15065;p81">
              <a:extLst>
                <a:ext uri="{FF2B5EF4-FFF2-40B4-BE49-F238E27FC236}">
                  <a16:creationId xmlns:a16="http://schemas.microsoft.com/office/drawing/2014/main" id="{CD0EE77A-8EF9-4239-A7EE-1DA46EC155A7}"/>
                </a:ext>
              </a:extLst>
            </p:cNvPr>
            <p:cNvSpPr/>
            <p:nvPr/>
          </p:nvSpPr>
          <p:spPr>
            <a:xfrm>
              <a:off x="889275" y="861850"/>
              <a:ext cx="400700" cy="424575"/>
            </a:xfrm>
            <a:custGeom>
              <a:avLst/>
              <a:gdLst/>
              <a:ahLst/>
              <a:cxnLst/>
              <a:rect l="l" t="t" r="r" b="b"/>
              <a:pathLst>
                <a:path w="16028" h="16983" extrusionOk="0">
                  <a:moveTo>
                    <a:pt x="4668" y="4530"/>
                  </a:moveTo>
                  <a:lnTo>
                    <a:pt x="4668" y="10191"/>
                  </a:lnTo>
                  <a:lnTo>
                    <a:pt x="4104" y="10191"/>
                  </a:lnTo>
                  <a:cubicBezTo>
                    <a:pt x="2539" y="10191"/>
                    <a:pt x="1271" y="8923"/>
                    <a:pt x="1271" y="7359"/>
                  </a:cubicBezTo>
                  <a:cubicBezTo>
                    <a:pt x="1271" y="5795"/>
                    <a:pt x="2539" y="4530"/>
                    <a:pt x="4104" y="4530"/>
                  </a:cubicBezTo>
                  <a:close/>
                  <a:moveTo>
                    <a:pt x="6972" y="4530"/>
                  </a:moveTo>
                  <a:lnTo>
                    <a:pt x="6972" y="10191"/>
                  </a:lnTo>
                  <a:lnTo>
                    <a:pt x="5800" y="10191"/>
                  </a:lnTo>
                  <a:lnTo>
                    <a:pt x="5800" y="4530"/>
                  </a:lnTo>
                  <a:close/>
                  <a:moveTo>
                    <a:pt x="12633" y="1565"/>
                  </a:moveTo>
                  <a:lnTo>
                    <a:pt x="12633" y="13153"/>
                  </a:lnTo>
                  <a:lnTo>
                    <a:pt x="8104" y="10436"/>
                  </a:lnTo>
                  <a:lnTo>
                    <a:pt x="8104" y="4282"/>
                  </a:lnTo>
                  <a:lnTo>
                    <a:pt x="12633" y="1565"/>
                  </a:lnTo>
                  <a:close/>
                  <a:moveTo>
                    <a:pt x="14330" y="1133"/>
                  </a:moveTo>
                  <a:cubicBezTo>
                    <a:pt x="14644" y="1133"/>
                    <a:pt x="14898" y="1384"/>
                    <a:pt x="14898" y="1698"/>
                  </a:cubicBezTo>
                  <a:lnTo>
                    <a:pt x="14898" y="13021"/>
                  </a:lnTo>
                  <a:cubicBezTo>
                    <a:pt x="14898" y="13335"/>
                    <a:pt x="14644" y="13588"/>
                    <a:pt x="14330" y="13588"/>
                  </a:cubicBezTo>
                  <a:lnTo>
                    <a:pt x="13766" y="13588"/>
                  </a:lnTo>
                  <a:lnTo>
                    <a:pt x="13766" y="1133"/>
                  </a:lnTo>
                  <a:close/>
                  <a:moveTo>
                    <a:pt x="5800" y="11324"/>
                  </a:moveTo>
                  <a:lnTo>
                    <a:pt x="5800" y="15285"/>
                  </a:lnTo>
                  <a:cubicBezTo>
                    <a:pt x="5800" y="15599"/>
                    <a:pt x="5547" y="15850"/>
                    <a:pt x="5236" y="15850"/>
                  </a:cubicBezTo>
                  <a:cubicBezTo>
                    <a:pt x="4922" y="15850"/>
                    <a:pt x="4668" y="15599"/>
                    <a:pt x="4668" y="15285"/>
                  </a:cubicBezTo>
                  <a:lnTo>
                    <a:pt x="4668" y="11324"/>
                  </a:lnTo>
                  <a:close/>
                  <a:moveTo>
                    <a:pt x="13132" y="1"/>
                  </a:moveTo>
                  <a:lnTo>
                    <a:pt x="13098" y="7"/>
                  </a:lnTo>
                  <a:lnTo>
                    <a:pt x="13074" y="10"/>
                  </a:lnTo>
                  <a:cubicBezTo>
                    <a:pt x="13065" y="10"/>
                    <a:pt x="13056" y="16"/>
                    <a:pt x="13047" y="19"/>
                  </a:cubicBezTo>
                  <a:cubicBezTo>
                    <a:pt x="13038" y="22"/>
                    <a:pt x="13029" y="22"/>
                    <a:pt x="13020" y="25"/>
                  </a:cubicBezTo>
                  <a:lnTo>
                    <a:pt x="12996" y="34"/>
                  </a:lnTo>
                  <a:lnTo>
                    <a:pt x="12966" y="46"/>
                  </a:lnTo>
                  <a:lnTo>
                    <a:pt x="12947" y="58"/>
                  </a:lnTo>
                  <a:cubicBezTo>
                    <a:pt x="12935" y="61"/>
                    <a:pt x="12926" y="67"/>
                    <a:pt x="12917" y="73"/>
                  </a:cubicBezTo>
                  <a:lnTo>
                    <a:pt x="12908" y="79"/>
                  </a:lnTo>
                  <a:lnTo>
                    <a:pt x="7380" y="3398"/>
                  </a:lnTo>
                  <a:lnTo>
                    <a:pt x="4104" y="3398"/>
                  </a:lnTo>
                  <a:cubicBezTo>
                    <a:pt x="2023" y="3398"/>
                    <a:pt x="299" y="5001"/>
                    <a:pt x="151" y="7075"/>
                  </a:cubicBezTo>
                  <a:cubicBezTo>
                    <a:pt x="0" y="9150"/>
                    <a:pt x="1480" y="10986"/>
                    <a:pt x="3536" y="11281"/>
                  </a:cubicBezTo>
                  <a:lnTo>
                    <a:pt x="3536" y="15285"/>
                  </a:lnTo>
                  <a:cubicBezTo>
                    <a:pt x="3536" y="16224"/>
                    <a:pt x="4297" y="16982"/>
                    <a:pt x="5236" y="16982"/>
                  </a:cubicBezTo>
                  <a:cubicBezTo>
                    <a:pt x="6172" y="16982"/>
                    <a:pt x="6933" y="16224"/>
                    <a:pt x="6933" y="15285"/>
                  </a:cubicBezTo>
                  <a:lnTo>
                    <a:pt x="6933" y="11324"/>
                  </a:lnTo>
                  <a:lnTo>
                    <a:pt x="7380" y="11324"/>
                  </a:lnTo>
                  <a:lnTo>
                    <a:pt x="12908" y="14639"/>
                  </a:lnTo>
                  <a:cubicBezTo>
                    <a:pt x="12911" y="14642"/>
                    <a:pt x="12914" y="14642"/>
                    <a:pt x="12920" y="14645"/>
                  </a:cubicBezTo>
                  <a:lnTo>
                    <a:pt x="12935" y="14654"/>
                  </a:lnTo>
                  <a:cubicBezTo>
                    <a:pt x="12947" y="14660"/>
                    <a:pt x="12963" y="14666"/>
                    <a:pt x="12975" y="14672"/>
                  </a:cubicBezTo>
                  <a:lnTo>
                    <a:pt x="12984" y="14675"/>
                  </a:lnTo>
                  <a:cubicBezTo>
                    <a:pt x="12996" y="14681"/>
                    <a:pt x="13011" y="14687"/>
                    <a:pt x="13023" y="14690"/>
                  </a:cubicBezTo>
                  <a:lnTo>
                    <a:pt x="13038" y="14696"/>
                  </a:lnTo>
                  <a:cubicBezTo>
                    <a:pt x="13053" y="14699"/>
                    <a:pt x="13068" y="14702"/>
                    <a:pt x="13083" y="14708"/>
                  </a:cubicBezTo>
                  <a:cubicBezTo>
                    <a:pt x="13101" y="14712"/>
                    <a:pt x="13117" y="14715"/>
                    <a:pt x="13135" y="14715"/>
                  </a:cubicBezTo>
                  <a:lnTo>
                    <a:pt x="13144" y="14715"/>
                  </a:lnTo>
                  <a:cubicBezTo>
                    <a:pt x="13162" y="14715"/>
                    <a:pt x="13180" y="14718"/>
                    <a:pt x="13198" y="14718"/>
                  </a:cubicBezTo>
                  <a:lnTo>
                    <a:pt x="14330" y="14718"/>
                  </a:lnTo>
                  <a:cubicBezTo>
                    <a:pt x="15266" y="14718"/>
                    <a:pt x="16027" y="13957"/>
                    <a:pt x="16027" y="13021"/>
                  </a:cubicBezTo>
                  <a:lnTo>
                    <a:pt x="16027" y="1698"/>
                  </a:lnTo>
                  <a:cubicBezTo>
                    <a:pt x="16027" y="759"/>
                    <a:pt x="15266" y="1"/>
                    <a:pt x="14330" y="1"/>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sp>
          <p:nvSpPr>
            <p:cNvPr id="14" name="Google Shape;15062;p81">
              <a:extLst>
                <a:ext uri="{FF2B5EF4-FFF2-40B4-BE49-F238E27FC236}">
                  <a16:creationId xmlns:a16="http://schemas.microsoft.com/office/drawing/2014/main" id="{56C7C2CC-3168-43B0-8760-88D92DD9A528}"/>
                </a:ext>
              </a:extLst>
            </p:cNvPr>
            <p:cNvSpPr/>
            <p:nvPr/>
          </p:nvSpPr>
          <p:spPr>
            <a:xfrm>
              <a:off x="1319225" y="1031700"/>
              <a:ext cx="56650" cy="28325"/>
            </a:xfrm>
            <a:custGeom>
              <a:avLst/>
              <a:gdLst/>
              <a:ahLst/>
              <a:cxnLst/>
              <a:rect l="l" t="t" r="r" b="b"/>
              <a:pathLst>
                <a:path w="2266" h="1133" extrusionOk="0">
                  <a:moveTo>
                    <a:pt x="569" y="1"/>
                  </a:moveTo>
                  <a:cubicBezTo>
                    <a:pt x="255" y="1"/>
                    <a:pt x="1" y="251"/>
                    <a:pt x="1" y="565"/>
                  </a:cubicBezTo>
                  <a:cubicBezTo>
                    <a:pt x="1" y="879"/>
                    <a:pt x="255" y="1133"/>
                    <a:pt x="569" y="1133"/>
                  </a:cubicBezTo>
                  <a:lnTo>
                    <a:pt x="1701" y="1133"/>
                  </a:lnTo>
                  <a:cubicBezTo>
                    <a:pt x="2012" y="1133"/>
                    <a:pt x="2265" y="879"/>
                    <a:pt x="2265" y="565"/>
                  </a:cubicBezTo>
                  <a:cubicBezTo>
                    <a:pt x="2265" y="251"/>
                    <a:pt x="2012" y="1"/>
                    <a:pt x="1701" y="1"/>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sp>
          <p:nvSpPr>
            <p:cNvPr id="15" name="Google Shape;15063;p81">
              <a:extLst>
                <a:ext uri="{FF2B5EF4-FFF2-40B4-BE49-F238E27FC236}">
                  <a16:creationId xmlns:a16="http://schemas.microsoft.com/office/drawing/2014/main" id="{E686BD30-B040-4C55-BD7C-5D9D3AF5C4E4}"/>
                </a:ext>
              </a:extLst>
            </p:cNvPr>
            <p:cNvSpPr/>
            <p:nvPr/>
          </p:nvSpPr>
          <p:spPr>
            <a:xfrm>
              <a:off x="1314475" y="946725"/>
              <a:ext cx="62750" cy="56700"/>
            </a:xfrm>
            <a:custGeom>
              <a:avLst/>
              <a:gdLst/>
              <a:ahLst/>
              <a:cxnLst/>
              <a:rect l="l" t="t" r="r" b="b"/>
              <a:pathLst>
                <a:path w="2510" h="2268" extrusionOk="0">
                  <a:moveTo>
                    <a:pt x="1889" y="0"/>
                  </a:moveTo>
                  <a:cubicBezTo>
                    <a:pt x="1744" y="0"/>
                    <a:pt x="1599" y="55"/>
                    <a:pt x="1489" y="166"/>
                  </a:cubicBezTo>
                  <a:lnTo>
                    <a:pt x="357" y="1298"/>
                  </a:lnTo>
                  <a:cubicBezTo>
                    <a:pt x="1" y="1657"/>
                    <a:pt x="251" y="2267"/>
                    <a:pt x="759" y="2267"/>
                  </a:cubicBezTo>
                  <a:cubicBezTo>
                    <a:pt x="906" y="2267"/>
                    <a:pt x="1051" y="2207"/>
                    <a:pt x="1157" y="2101"/>
                  </a:cubicBezTo>
                  <a:lnTo>
                    <a:pt x="2289" y="969"/>
                  </a:lnTo>
                  <a:cubicBezTo>
                    <a:pt x="2510" y="745"/>
                    <a:pt x="2510" y="389"/>
                    <a:pt x="2289" y="166"/>
                  </a:cubicBezTo>
                  <a:cubicBezTo>
                    <a:pt x="2179" y="55"/>
                    <a:pt x="2034" y="0"/>
                    <a:pt x="1889" y="0"/>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sp>
          <p:nvSpPr>
            <p:cNvPr id="20" name="Google Shape;15064;p81">
              <a:extLst>
                <a:ext uri="{FF2B5EF4-FFF2-40B4-BE49-F238E27FC236}">
                  <a16:creationId xmlns:a16="http://schemas.microsoft.com/office/drawing/2014/main" id="{9E19AF60-6DA5-4EA4-B8BE-A98A006A3810}"/>
                </a:ext>
              </a:extLst>
            </p:cNvPr>
            <p:cNvSpPr/>
            <p:nvPr/>
          </p:nvSpPr>
          <p:spPr>
            <a:xfrm>
              <a:off x="1317875" y="1088250"/>
              <a:ext cx="59350" cy="56675"/>
            </a:xfrm>
            <a:custGeom>
              <a:avLst/>
              <a:gdLst/>
              <a:ahLst/>
              <a:cxnLst/>
              <a:rect l="l" t="t" r="r" b="b"/>
              <a:pathLst>
                <a:path w="2374" h="2267" extrusionOk="0">
                  <a:moveTo>
                    <a:pt x="621" y="1"/>
                  </a:moveTo>
                  <a:cubicBezTo>
                    <a:pt x="476" y="1"/>
                    <a:pt x="331" y="56"/>
                    <a:pt x="221" y="166"/>
                  </a:cubicBezTo>
                  <a:cubicBezTo>
                    <a:pt x="1" y="390"/>
                    <a:pt x="1" y="746"/>
                    <a:pt x="221" y="969"/>
                  </a:cubicBezTo>
                  <a:lnTo>
                    <a:pt x="1353" y="2102"/>
                  </a:lnTo>
                  <a:cubicBezTo>
                    <a:pt x="1463" y="2212"/>
                    <a:pt x="1608" y="2267"/>
                    <a:pt x="1753" y="2267"/>
                  </a:cubicBezTo>
                  <a:cubicBezTo>
                    <a:pt x="1898" y="2267"/>
                    <a:pt x="2043" y="2212"/>
                    <a:pt x="2153" y="2102"/>
                  </a:cubicBezTo>
                  <a:cubicBezTo>
                    <a:pt x="2374" y="1878"/>
                    <a:pt x="2374" y="1522"/>
                    <a:pt x="2153" y="1298"/>
                  </a:cubicBezTo>
                  <a:lnTo>
                    <a:pt x="1021" y="166"/>
                  </a:lnTo>
                  <a:cubicBezTo>
                    <a:pt x="911" y="56"/>
                    <a:pt x="766" y="1"/>
                    <a:pt x="621" y="1"/>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2" name="Rectángulo 1">
            <a:extLst>
              <a:ext uri="{FF2B5EF4-FFF2-40B4-BE49-F238E27FC236}">
                <a16:creationId xmlns:a16="http://schemas.microsoft.com/office/drawing/2014/main" id="{935CA2D0-D38B-475D-8FAE-297F93331D98}"/>
              </a:ext>
            </a:extLst>
          </p:cNvPr>
          <p:cNvSpPr/>
          <p:nvPr/>
        </p:nvSpPr>
        <p:spPr>
          <a:xfrm>
            <a:off x="4308378" y="2005525"/>
            <a:ext cx="6657336" cy="1938992"/>
          </a:xfrm>
          <a:prstGeom prst="rect">
            <a:avLst/>
          </a:prstGeom>
          <a:noFill/>
        </p:spPr>
        <p:txBody>
          <a:bodyPr wrap="none" lIns="91440" tIns="45720" rIns="91440" bIns="45720">
            <a:spAutoFit/>
          </a:bodyPr>
          <a:lstStyle/>
          <a:p>
            <a:pPr algn="ctr"/>
            <a:r>
              <a:rPr lang="es-ES" sz="12000" b="1" i="1" dirty="0">
                <a:ln w="38100">
                  <a:solidFill>
                    <a:srgbClr val="FF3200"/>
                  </a:solidFill>
                  <a:prstDash val="solid"/>
                </a:ln>
                <a:solidFill>
                  <a:srgbClr val="FFFFFF"/>
                </a:solidFill>
                <a:effectLst>
                  <a:outerShdw blurRad="38100" dist="22860" dir="5400000" algn="tl" rotWithShape="0">
                    <a:srgbClr val="000000">
                      <a:alpha val="30000"/>
                    </a:srgbClr>
                  </a:outerShdw>
                </a:effectLst>
              </a:rPr>
              <a:t>Preguntas</a:t>
            </a:r>
            <a:endParaRPr lang="es-ES" sz="12000" b="0" i="1" cap="none" spc="0" dirty="0">
              <a:ln w="38100">
                <a:solidFill>
                  <a:srgbClr val="FF3200"/>
                </a:solidFill>
                <a:prstDash val="solid"/>
              </a:ln>
              <a:solidFill>
                <a:srgbClr val="FF3200"/>
              </a:solidFill>
              <a:effectLst/>
            </a:endParaRPr>
          </a:p>
        </p:txBody>
      </p:sp>
    </p:spTree>
    <p:extLst>
      <p:ext uri="{BB962C8B-B14F-4D97-AF65-F5344CB8AC3E}">
        <p14:creationId xmlns:p14="http://schemas.microsoft.com/office/powerpoint/2010/main" val="41206964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09503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nombre</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8C26CE0C-A53F-4035-B554-D07F3FDBCC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7DE5929-5CA8-4FAB-A89E-4DD30DB27BB6}"/>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33407963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5" name="Google Shape;6873;p75">
            <a:extLst>
              <a:ext uri="{FF2B5EF4-FFF2-40B4-BE49-F238E27FC236}">
                <a16:creationId xmlns:a16="http://schemas.microsoft.com/office/drawing/2014/main" id="{C02E6B6F-0491-4A50-AD9D-C00B9E5C09A3}"/>
              </a:ext>
            </a:extLst>
          </p:cNvPr>
          <p:cNvGrpSpPr/>
          <p:nvPr/>
        </p:nvGrpSpPr>
        <p:grpSpPr>
          <a:xfrm>
            <a:off x="164897" y="5725695"/>
            <a:ext cx="432759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8" name="Google Shape;6874;p75">
              <a:extLst>
                <a:ext uri="{FF2B5EF4-FFF2-40B4-BE49-F238E27FC236}">
                  <a16:creationId xmlns:a16="http://schemas.microsoft.com/office/drawing/2014/main" id="{57012A2E-4B04-4FE9-A4D9-FBE81AAB271C}"/>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 name="Google Shape;6875;p75">
              <a:extLst>
                <a:ext uri="{FF2B5EF4-FFF2-40B4-BE49-F238E27FC236}">
                  <a16:creationId xmlns:a16="http://schemas.microsoft.com/office/drawing/2014/main" id="{67ED3C0C-3DD0-4C97-A62B-B416F9DC8814}"/>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 name="Google Shape;6876;p75">
              <a:extLst>
                <a:ext uri="{FF2B5EF4-FFF2-40B4-BE49-F238E27FC236}">
                  <a16:creationId xmlns:a16="http://schemas.microsoft.com/office/drawing/2014/main" id="{25459547-0B93-4CE0-924D-605E04F5D432}"/>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Nombre tentativo</a:t>
              </a:r>
              <a:r>
                <a:rPr lang="es-ES" sz="2400" dirty="0"/>
                <a:t> </a:t>
              </a:r>
              <a:endParaRPr sz="2400" dirty="0"/>
            </a:p>
          </p:txBody>
        </p:sp>
      </p:grpSp>
      <p:grpSp>
        <p:nvGrpSpPr>
          <p:cNvPr id="31" name="Grupo 30">
            <a:extLst>
              <a:ext uri="{FF2B5EF4-FFF2-40B4-BE49-F238E27FC236}">
                <a16:creationId xmlns:a16="http://schemas.microsoft.com/office/drawing/2014/main" id="{FD81ED95-67A1-4689-8343-1B60406E5B41}"/>
              </a:ext>
            </a:extLst>
          </p:cNvPr>
          <p:cNvGrpSpPr/>
          <p:nvPr/>
        </p:nvGrpSpPr>
        <p:grpSpPr>
          <a:xfrm>
            <a:off x="2023945" y="526436"/>
            <a:ext cx="7551181" cy="4424147"/>
            <a:chOff x="2305881" y="374958"/>
            <a:chExt cx="7551181" cy="4424147"/>
          </a:xfrm>
        </p:grpSpPr>
        <p:sp>
          <p:nvSpPr>
            <p:cNvPr id="30" name="Rectángulo 29">
              <a:extLst>
                <a:ext uri="{FF2B5EF4-FFF2-40B4-BE49-F238E27FC236}">
                  <a16:creationId xmlns:a16="http://schemas.microsoft.com/office/drawing/2014/main" id="{68956A19-1828-49C0-8420-05CB228226DE}"/>
                </a:ext>
              </a:extLst>
            </p:cNvPr>
            <p:cNvSpPr/>
            <p:nvPr/>
          </p:nvSpPr>
          <p:spPr>
            <a:xfrm>
              <a:off x="3074080" y="613838"/>
              <a:ext cx="6043839" cy="3795273"/>
            </a:xfrm>
            <a:prstGeom prst="rect">
              <a:avLst/>
            </a:prstGeom>
            <a:solidFill>
              <a:srgbClr val="393E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5" name="Google Shape;287;p32">
              <a:extLst>
                <a:ext uri="{FF2B5EF4-FFF2-40B4-BE49-F238E27FC236}">
                  <a16:creationId xmlns:a16="http://schemas.microsoft.com/office/drawing/2014/main" id="{87B1E548-75FD-4DA5-BBE5-B603ACC758E7}"/>
                </a:ext>
              </a:extLst>
            </p:cNvPr>
            <p:cNvGrpSpPr/>
            <p:nvPr/>
          </p:nvGrpSpPr>
          <p:grpSpPr>
            <a:xfrm>
              <a:off x="2305881" y="374958"/>
              <a:ext cx="7551181" cy="4424147"/>
              <a:chOff x="1177450" y="241631"/>
              <a:chExt cx="6173152" cy="3616776"/>
            </a:xfrm>
            <a:solidFill>
              <a:schemeClr val="bg1"/>
            </a:solidFill>
          </p:grpSpPr>
          <p:sp>
            <p:nvSpPr>
              <p:cNvPr id="26" name="Google Shape;288;p32">
                <a:extLst>
                  <a:ext uri="{FF2B5EF4-FFF2-40B4-BE49-F238E27FC236}">
                    <a16:creationId xmlns:a16="http://schemas.microsoft.com/office/drawing/2014/main" id="{5AB3DF69-14CE-4D58-A303-68658C415969}"/>
                  </a:ext>
                </a:extLst>
              </p:cNvPr>
              <p:cNvSpPr/>
              <p:nvPr/>
            </p:nvSpPr>
            <p:spPr>
              <a:xfrm>
                <a:off x="1682275" y="241631"/>
                <a:ext cx="5161606" cy="3454973"/>
              </a:xfrm>
              <a:custGeom>
                <a:avLst/>
                <a:gdLst/>
                <a:ahLst/>
                <a:cxnLst/>
                <a:rect l="l" t="t" r="r" b="b"/>
                <a:pathLst>
                  <a:path w="5161606" h="3454973" extrusionOk="0">
                    <a:moveTo>
                      <a:pt x="4992053" y="0"/>
                    </a:moveTo>
                    <a:lnTo>
                      <a:pt x="170498" y="0"/>
                    </a:lnTo>
                    <a:cubicBezTo>
                      <a:pt x="76200" y="0"/>
                      <a:pt x="0" y="76143"/>
                      <a:pt x="0" y="170369"/>
                    </a:cubicBezTo>
                    <a:lnTo>
                      <a:pt x="0" y="3396915"/>
                    </a:lnTo>
                    <a:cubicBezTo>
                      <a:pt x="0" y="3429275"/>
                      <a:pt x="26670" y="3454973"/>
                      <a:pt x="58102" y="3454973"/>
                    </a:cubicBezTo>
                    <a:lnTo>
                      <a:pt x="5103495" y="3454973"/>
                    </a:lnTo>
                    <a:cubicBezTo>
                      <a:pt x="5135880" y="3454973"/>
                      <a:pt x="5161598" y="3428324"/>
                      <a:pt x="5161598" y="3396915"/>
                    </a:cubicBezTo>
                    <a:lnTo>
                      <a:pt x="5161598" y="170369"/>
                    </a:lnTo>
                    <a:cubicBezTo>
                      <a:pt x="5162550" y="76143"/>
                      <a:pt x="5086350" y="0"/>
                      <a:pt x="4992053" y="0"/>
                    </a:cubicBezTo>
                    <a:close/>
                    <a:moveTo>
                      <a:pt x="4981575" y="3245581"/>
                    </a:moveTo>
                    <a:lnTo>
                      <a:pt x="190500" y="3245581"/>
                    </a:lnTo>
                    <a:lnTo>
                      <a:pt x="190500" y="199874"/>
                    </a:lnTo>
                    <a:lnTo>
                      <a:pt x="4981575" y="199874"/>
                    </a:lnTo>
                    <a:lnTo>
                      <a:pt x="4981575" y="3245581"/>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 name="Google Shape;289;p32">
                <a:extLst>
                  <a:ext uri="{FF2B5EF4-FFF2-40B4-BE49-F238E27FC236}">
                    <a16:creationId xmlns:a16="http://schemas.microsoft.com/office/drawing/2014/main" id="{94A0B41F-57E4-49C0-BE57-1D90F497F3AE}"/>
                  </a:ext>
                </a:extLst>
              </p:cNvPr>
              <p:cNvSpPr/>
              <p:nvPr/>
            </p:nvSpPr>
            <p:spPr>
              <a:xfrm>
                <a:off x="1177450" y="3763229"/>
                <a:ext cx="6173152" cy="95178"/>
              </a:xfrm>
              <a:custGeom>
                <a:avLst/>
                <a:gdLst/>
                <a:ahLst/>
                <a:cxnLst/>
                <a:rect l="l" t="t" r="r" b="b"/>
                <a:pathLst>
                  <a:path w="6173152" h="95178" extrusionOk="0">
                    <a:moveTo>
                      <a:pt x="0" y="0"/>
                    </a:moveTo>
                    <a:cubicBezTo>
                      <a:pt x="0" y="0"/>
                      <a:pt x="129540" y="95178"/>
                      <a:pt x="450533" y="95178"/>
                    </a:cubicBezTo>
                    <a:lnTo>
                      <a:pt x="5817870" y="95178"/>
                    </a:lnTo>
                    <a:cubicBezTo>
                      <a:pt x="5948363" y="95178"/>
                      <a:pt x="6173153" y="0"/>
                      <a:pt x="6173153" y="0"/>
                    </a:cubicBezTo>
                    <a:lnTo>
                      <a:pt x="0" y="0"/>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 name="Google Shape;290;p32">
                <a:extLst>
                  <a:ext uri="{FF2B5EF4-FFF2-40B4-BE49-F238E27FC236}">
                    <a16:creationId xmlns:a16="http://schemas.microsoft.com/office/drawing/2014/main" id="{D88083E2-3C0C-4A96-94BD-38787F6BBE74}"/>
                  </a:ext>
                </a:extLst>
              </p:cNvPr>
              <p:cNvSpPr/>
              <p:nvPr/>
            </p:nvSpPr>
            <p:spPr>
              <a:xfrm>
                <a:off x="1177450" y="3687086"/>
                <a:ext cx="6172200" cy="76142"/>
              </a:xfrm>
              <a:custGeom>
                <a:avLst/>
                <a:gdLst/>
                <a:ahLst/>
                <a:cxnLst/>
                <a:rect l="l" t="t" r="r" b="b"/>
                <a:pathLst>
                  <a:path w="6172200" h="76142" extrusionOk="0">
                    <a:moveTo>
                      <a:pt x="0" y="76143"/>
                    </a:moveTo>
                    <a:lnTo>
                      <a:pt x="6172200" y="76143"/>
                    </a:lnTo>
                    <a:lnTo>
                      <a:pt x="6172200" y="0"/>
                    </a:lnTo>
                    <a:lnTo>
                      <a:pt x="0" y="0"/>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 name="Google Shape;291;p32">
                <a:extLst>
                  <a:ext uri="{FF2B5EF4-FFF2-40B4-BE49-F238E27FC236}">
                    <a16:creationId xmlns:a16="http://schemas.microsoft.com/office/drawing/2014/main" id="{64F036E5-D300-4D19-9473-BA3008B549C5}"/>
                  </a:ext>
                </a:extLst>
              </p:cNvPr>
              <p:cNvSpPr/>
              <p:nvPr/>
            </p:nvSpPr>
            <p:spPr>
              <a:xfrm>
                <a:off x="3806350" y="3687086"/>
                <a:ext cx="903922" cy="47589"/>
              </a:xfrm>
              <a:custGeom>
                <a:avLst/>
                <a:gdLst/>
                <a:ahLst/>
                <a:cxnLst/>
                <a:rect l="l" t="t" r="r" b="b"/>
                <a:pathLst>
                  <a:path w="903922" h="47589" extrusionOk="0">
                    <a:moveTo>
                      <a:pt x="0" y="0"/>
                    </a:moveTo>
                    <a:cubicBezTo>
                      <a:pt x="0" y="0"/>
                      <a:pt x="26670" y="47589"/>
                      <a:pt x="53340" y="47589"/>
                    </a:cubicBezTo>
                    <a:lnTo>
                      <a:pt x="850582" y="47589"/>
                    </a:lnTo>
                    <a:cubicBezTo>
                      <a:pt x="877253" y="47589"/>
                      <a:pt x="903922" y="0"/>
                      <a:pt x="903922" y="0"/>
                    </a:cubicBezTo>
                    <a:lnTo>
                      <a:pt x="0" y="0"/>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pic>
          <p:nvPicPr>
            <p:cNvPr id="3" name="Imagen 2" descr="Logotipo&#10;&#10;Descripción generada automáticamente">
              <a:extLst>
                <a:ext uri="{FF2B5EF4-FFF2-40B4-BE49-F238E27FC236}">
                  <a16:creationId xmlns:a16="http://schemas.microsoft.com/office/drawing/2014/main" id="{3482FADC-D3D7-43F8-ACBE-438A91B03F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33383" y="613839"/>
              <a:ext cx="3725234" cy="3725234"/>
            </a:xfrm>
            <a:prstGeom prst="rect">
              <a:avLst/>
            </a:prstGeom>
          </p:spPr>
        </p:pic>
      </p:grpSp>
      <p:grpSp>
        <p:nvGrpSpPr>
          <p:cNvPr id="35" name="Grupo 34">
            <a:extLst>
              <a:ext uri="{FF2B5EF4-FFF2-40B4-BE49-F238E27FC236}">
                <a16:creationId xmlns:a16="http://schemas.microsoft.com/office/drawing/2014/main" id="{89261D50-04D6-4C4A-B49A-528142537CD5}"/>
              </a:ext>
            </a:extLst>
          </p:cNvPr>
          <p:cNvGrpSpPr/>
          <p:nvPr/>
        </p:nvGrpSpPr>
        <p:grpSpPr>
          <a:xfrm>
            <a:off x="7723800" y="1602237"/>
            <a:ext cx="2845772" cy="4391185"/>
            <a:chOff x="8570952" y="1233407"/>
            <a:chExt cx="2845772" cy="4391185"/>
          </a:xfrm>
        </p:grpSpPr>
        <p:sp>
          <p:nvSpPr>
            <p:cNvPr id="32" name="Rectángulo 31">
              <a:extLst>
                <a:ext uri="{FF2B5EF4-FFF2-40B4-BE49-F238E27FC236}">
                  <a16:creationId xmlns:a16="http://schemas.microsoft.com/office/drawing/2014/main" id="{C2F16B2C-C855-4BDC-92A1-7D393AADE101}"/>
                </a:ext>
              </a:extLst>
            </p:cNvPr>
            <p:cNvSpPr/>
            <p:nvPr/>
          </p:nvSpPr>
          <p:spPr>
            <a:xfrm>
              <a:off x="8609052" y="1536700"/>
              <a:ext cx="2782848" cy="3784600"/>
            </a:xfrm>
            <a:prstGeom prst="rect">
              <a:avLst/>
            </a:prstGeom>
            <a:solidFill>
              <a:srgbClr val="393E4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0" name="Google Shape;275;p31">
              <a:extLst>
                <a:ext uri="{FF2B5EF4-FFF2-40B4-BE49-F238E27FC236}">
                  <a16:creationId xmlns:a16="http://schemas.microsoft.com/office/drawing/2014/main" id="{62E132B3-C7A7-423A-9B22-1E52670AE5DC}"/>
                </a:ext>
              </a:extLst>
            </p:cNvPr>
            <p:cNvGrpSpPr/>
            <p:nvPr/>
          </p:nvGrpSpPr>
          <p:grpSpPr>
            <a:xfrm>
              <a:off x="8570952" y="1233407"/>
              <a:ext cx="2845772" cy="4391185"/>
              <a:chOff x="2112475" y="238125"/>
              <a:chExt cx="3395050" cy="5238750"/>
            </a:xfrm>
          </p:grpSpPr>
          <p:sp>
            <p:nvSpPr>
              <p:cNvPr id="21" name="Google Shape;276;p31">
                <a:extLst>
                  <a:ext uri="{FF2B5EF4-FFF2-40B4-BE49-F238E27FC236}">
                    <a16:creationId xmlns:a16="http://schemas.microsoft.com/office/drawing/2014/main" id="{36661E80-2FB7-4FFB-851B-D2910D171191}"/>
                  </a:ext>
                </a:extLst>
              </p:cNvPr>
              <p:cNvSpPr/>
              <p:nvPr/>
            </p:nvSpPr>
            <p:spPr>
              <a:xfrm>
                <a:off x="2112475" y="238125"/>
                <a:ext cx="3395050" cy="5238750"/>
              </a:xfrm>
              <a:custGeom>
                <a:avLst/>
                <a:gdLst/>
                <a:ahLst/>
                <a:cxnLst/>
                <a:rect l="l" t="t" r="r" b="b"/>
                <a:pathLst>
                  <a:path w="135802" h="209550" extrusionOk="0">
                    <a:moveTo>
                      <a:pt x="132205" y="18886"/>
                    </a:moveTo>
                    <a:lnTo>
                      <a:pt x="132205" y="190364"/>
                    </a:lnTo>
                    <a:lnTo>
                      <a:pt x="3597" y="190364"/>
                    </a:lnTo>
                    <a:lnTo>
                      <a:pt x="3597" y="18886"/>
                    </a:lnTo>
                    <a:close/>
                    <a:moveTo>
                      <a:pt x="8019" y="0"/>
                    </a:moveTo>
                    <a:lnTo>
                      <a:pt x="7270" y="75"/>
                    </a:lnTo>
                    <a:lnTo>
                      <a:pt x="6445" y="150"/>
                    </a:lnTo>
                    <a:lnTo>
                      <a:pt x="5696" y="375"/>
                    </a:lnTo>
                    <a:lnTo>
                      <a:pt x="4946" y="600"/>
                    </a:lnTo>
                    <a:lnTo>
                      <a:pt x="4197" y="974"/>
                    </a:lnTo>
                    <a:lnTo>
                      <a:pt x="3522" y="1349"/>
                    </a:lnTo>
                    <a:lnTo>
                      <a:pt x="2923" y="1874"/>
                    </a:lnTo>
                    <a:lnTo>
                      <a:pt x="2323" y="2323"/>
                    </a:lnTo>
                    <a:lnTo>
                      <a:pt x="1874" y="2923"/>
                    </a:lnTo>
                    <a:lnTo>
                      <a:pt x="1349" y="3522"/>
                    </a:lnTo>
                    <a:lnTo>
                      <a:pt x="974" y="4197"/>
                    </a:lnTo>
                    <a:lnTo>
                      <a:pt x="600" y="4946"/>
                    </a:lnTo>
                    <a:lnTo>
                      <a:pt x="375" y="5696"/>
                    </a:lnTo>
                    <a:lnTo>
                      <a:pt x="150" y="6445"/>
                    </a:lnTo>
                    <a:lnTo>
                      <a:pt x="75" y="7270"/>
                    </a:lnTo>
                    <a:lnTo>
                      <a:pt x="0" y="8019"/>
                    </a:lnTo>
                    <a:lnTo>
                      <a:pt x="0" y="201531"/>
                    </a:lnTo>
                    <a:lnTo>
                      <a:pt x="75" y="202280"/>
                    </a:lnTo>
                    <a:lnTo>
                      <a:pt x="150" y="203105"/>
                    </a:lnTo>
                    <a:lnTo>
                      <a:pt x="375" y="203854"/>
                    </a:lnTo>
                    <a:lnTo>
                      <a:pt x="600" y="204604"/>
                    </a:lnTo>
                    <a:lnTo>
                      <a:pt x="974" y="205353"/>
                    </a:lnTo>
                    <a:lnTo>
                      <a:pt x="1349" y="206028"/>
                    </a:lnTo>
                    <a:lnTo>
                      <a:pt x="1874" y="206627"/>
                    </a:lnTo>
                    <a:lnTo>
                      <a:pt x="2323" y="207227"/>
                    </a:lnTo>
                    <a:lnTo>
                      <a:pt x="2923" y="207676"/>
                    </a:lnTo>
                    <a:lnTo>
                      <a:pt x="3522" y="208201"/>
                    </a:lnTo>
                    <a:lnTo>
                      <a:pt x="4197" y="208576"/>
                    </a:lnTo>
                    <a:lnTo>
                      <a:pt x="4946" y="208950"/>
                    </a:lnTo>
                    <a:lnTo>
                      <a:pt x="5696" y="209175"/>
                    </a:lnTo>
                    <a:lnTo>
                      <a:pt x="6445" y="209400"/>
                    </a:lnTo>
                    <a:lnTo>
                      <a:pt x="7270" y="209475"/>
                    </a:lnTo>
                    <a:lnTo>
                      <a:pt x="8019" y="209550"/>
                    </a:lnTo>
                    <a:lnTo>
                      <a:pt x="127783" y="209550"/>
                    </a:lnTo>
                    <a:lnTo>
                      <a:pt x="128532" y="209475"/>
                    </a:lnTo>
                    <a:lnTo>
                      <a:pt x="129357" y="209400"/>
                    </a:lnTo>
                    <a:lnTo>
                      <a:pt x="130106" y="209175"/>
                    </a:lnTo>
                    <a:lnTo>
                      <a:pt x="130856" y="208950"/>
                    </a:lnTo>
                    <a:lnTo>
                      <a:pt x="131605" y="208576"/>
                    </a:lnTo>
                    <a:lnTo>
                      <a:pt x="132280" y="208201"/>
                    </a:lnTo>
                    <a:lnTo>
                      <a:pt x="132879" y="207676"/>
                    </a:lnTo>
                    <a:lnTo>
                      <a:pt x="133479" y="207227"/>
                    </a:lnTo>
                    <a:lnTo>
                      <a:pt x="133928" y="206627"/>
                    </a:lnTo>
                    <a:lnTo>
                      <a:pt x="134453" y="206028"/>
                    </a:lnTo>
                    <a:lnTo>
                      <a:pt x="134828" y="205353"/>
                    </a:lnTo>
                    <a:lnTo>
                      <a:pt x="135202" y="204604"/>
                    </a:lnTo>
                    <a:lnTo>
                      <a:pt x="135427" y="203854"/>
                    </a:lnTo>
                    <a:lnTo>
                      <a:pt x="135652" y="203105"/>
                    </a:lnTo>
                    <a:lnTo>
                      <a:pt x="135727" y="202280"/>
                    </a:lnTo>
                    <a:lnTo>
                      <a:pt x="135802" y="201531"/>
                    </a:lnTo>
                    <a:lnTo>
                      <a:pt x="135802" y="8019"/>
                    </a:lnTo>
                    <a:lnTo>
                      <a:pt x="135727" y="7270"/>
                    </a:lnTo>
                    <a:lnTo>
                      <a:pt x="135652" y="6445"/>
                    </a:lnTo>
                    <a:lnTo>
                      <a:pt x="135427" y="5696"/>
                    </a:lnTo>
                    <a:lnTo>
                      <a:pt x="135202" y="4946"/>
                    </a:lnTo>
                    <a:lnTo>
                      <a:pt x="134828" y="4197"/>
                    </a:lnTo>
                    <a:lnTo>
                      <a:pt x="134453" y="3522"/>
                    </a:lnTo>
                    <a:lnTo>
                      <a:pt x="133928" y="2923"/>
                    </a:lnTo>
                    <a:lnTo>
                      <a:pt x="133479" y="2323"/>
                    </a:lnTo>
                    <a:lnTo>
                      <a:pt x="132879" y="1874"/>
                    </a:lnTo>
                    <a:lnTo>
                      <a:pt x="132280" y="1349"/>
                    </a:lnTo>
                    <a:lnTo>
                      <a:pt x="131605" y="974"/>
                    </a:lnTo>
                    <a:lnTo>
                      <a:pt x="130856" y="600"/>
                    </a:lnTo>
                    <a:lnTo>
                      <a:pt x="130106" y="375"/>
                    </a:lnTo>
                    <a:lnTo>
                      <a:pt x="129357" y="150"/>
                    </a:lnTo>
                    <a:lnTo>
                      <a:pt x="128532" y="75"/>
                    </a:lnTo>
                    <a:lnTo>
                      <a:pt x="127783" y="0"/>
                    </a:lnTo>
                    <a:close/>
                  </a:path>
                </a:pathLst>
              </a:custGeom>
              <a:solidFill>
                <a:schemeClr val="lt1"/>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77;p31">
                <a:extLst>
                  <a:ext uri="{FF2B5EF4-FFF2-40B4-BE49-F238E27FC236}">
                    <a16:creationId xmlns:a16="http://schemas.microsoft.com/office/drawing/2014/main" id="{176A501E-E8EC-4FE1-9102-03C59405DE84}"/>
                  </a:ext>
                </a:extLst>
              </p:cNvPr>
              <p:cNvSpPr/>
              <p:nvPr/>
            </p:nvSpPr>
            <p:spPr>
              <a:xfrm>
                <a:off x="3671350" y="5147100"/>
                <a:ext cx="279175" cy="179900"/>
              </a:xfrm>
              <a:custGeom>
                <a:avLst/>
                <a:gdLst/>
                <a:ahLst/>
                <a:cxnLst/>
                <a:rect l="l" t="t" r="r" b="b"/>
                <a:pathLst>
                  <a:path w="11167" h="7196" extrusionOk="0">
                    <a:moveTo>
                      <a:pt x="3597" y="0"/>
                    </a:moveTo>
                    <a:lnTo>
                      <a:pt x="2848" y="75"/>
                    </a:lnTo>
                    <a:lnTo>
                      <a:pt x="2173" y="300"/>
                    </a:lnTo>
                    <a:lnTo>
                      <a:pt x="1574" y="600"/>
                    </a:lnTo>
                    <a:lnTo>
                      <a:pt x="1049" y="1050"/>
                    </a:lnTo>
                    <a:lnTo>
                      <a:pt x="600" y="1574"/>
                    </a:lnTo>
                    <a:lnTo>
                      <a:pt x="300" y="2174"/>
                    </a:lnTo>
                    <a:lnTo>
                      <a:pt x="75" y="2848"/>
                    </a:lnTo>
                    <a:lnTo>
                      <a:pt x="0" y="3598"/>
                    </a:lnTo>
                    <a:lnTo>
                      <a:pt x="75" y="4347"/>
                    </a:lnTo>
                    <a:lnTo>
                      <a:pt x="300" y="5022"/>
                    </a:lnTo>
                    <a:lnTo>
                      <a:pt x="600" y="5621"/>
                    </a:lnTo>
                    <a:lnTo>
                      <a:pt x="1049" y="6146"/>
                    </a:lnTo>
                    <a:lnTo>
                      <a:pt x="1574" y="6596"/>
                    </a:lnTo>
                    <a:lnTo>
                      <a:pt x="2173" y="6896"/>
                    </a:lnTo>
                    <a:lnTo>
                      <a:pt x="2848" y="7120"/>
                    </a:lnTo>
                    <a:lnTo>
                      <a:pt x="3597" y="7195"/>
                    </a:lnTo>
                    <a:lnTo>
                      <a:pt x="7644" y="7195"/>
                    </a:lnTo>
                    <a:lnTo>
                      <a:pt x="8319" y="7120"/>
                    </a:lnTo>
                    <a:lnTo>
                      <a:pt x="8994" y="6896"/>
                    </a:lnTo>
                    <a:lnTo>
                      <a:pt x="9593" y="6596"/>
                    </a:lnTo>
                    <a:lnTo>
                      <a:pt x="10118" y="6146"/>
                    </a:lnTo>
                    <a:lnTo>
                      <a:pt x="10567" y="5621"/>
                    </a:lnTo>
                    <a:lnTo>
                      <a:pt x="10867" y="5022"/>
                    </a:lnTo>
                    <a:lnTo>
                      <a:pt x="11092" y="4347"/>
                    </a:lnTo>
                    <a:lnTo>
                      <a:pt x="11167" y="3598"/>
                    </a:lnTo>
                    <a:lnTo>
                      <a:pt x="11092" y="2848"/>
                    </a:lnTo>
                    <a:lnTo>
                      <a:pt x="10867" y="2174"/>
                    </a:lnTo>
                    <a:lnTo>
                      <a:pt x="10567" y="1574"/>
                    </a:lnTo>
                    <a:lnTo>
                      <a:pt x="10118" y="1050"/>
                    </a:lnTo>
                    <a:lnTo>
                      <a:pt x="9593" y="600"/>
                    </a:lnTo>
                    <a:lnTo>
                      <a:pt x="8994" y="300"/>
                    </a:lnTo>
                    <a:lnTo>
                      <a:pt x="8319" y="75"/>
                    </a:lnTo>
                    <a:lnTo>
                      <a:pt x="7644"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78;p31">
                <a:extLst>
                  <a:ext uri="{FF2B5EF4-FFF2-40B4-BE49-F238E27FC236}">
                    <a16:creationId xmlns:a16="http://schemas.microsoft.com/office/drawing/2014/main" id="{F5DEDFDB-DA5D-4894-A54C-E5F3BE17BF61}"/>
                  </a:ext>
                </a:extLst>
              </p:cNvPr>
              <p:cNvSpPr/>
              <p:nvPr/>
            </p:nvSpPr>
            <p:spPr>
              <a:xfrm>
                <a:off x="3650725" y="446100"/>
                <a:ext cx="54375" cy="54350"/>
              </a:xfrm>
              <a:custGeom>
                <a:avLst/>
                <a:gdLst/>
                <a:ahLst/>
                <a:cxnLst/>
                <a:rect l="l" t="t" r="r" b="b"/>
                <a:pathLst>
                  <a:path w="2175" h="2174" extrusionOk="0">
                    <a:moveTo>
                      <a:pt x="1125" y="0"/>
                    </a:moveTo>
                    <a:lnTo>
                      <a:pt x="825" y="75"/>
                    </a:lnTo>
                    <a:lnTo>
                      <a:pt x="675" y="75"/>
                    </a:lnTo>
                    <a:lnTo>
                      <a:pt x="450" y="225"/>
                    </a:lnTo>
                    <a:lnTo>
                      <a:pt x="300" y="300"/>
                    </a:lnTo>
                    <a:lnTo>
                      <a:pt x="225" y="525"/>
                    </a:lnTo>
                    <a:lnTo>
                      <a:pt x="76" y="675"/>
                    </a:lnTo>
                    <a:lnTo>
                      <a:pt x="1" y="824"/>
                    </a:lnTo>
                    <a:lnTo>
                      <a:pt x="1" y="1124"/>
                    </a:lnTo>
                    <a:lnTo>
                      <a:pt x="1" y="1349"/>
                    </a:lnTo>
                    <a:lnTo>
                      <a:pt x="76" y="1499"/>
                    </a:lnTo>
                    <a:lnTo>
                      <a:pt x="225" y="1649"/>
                    </a:lnTo>
                    <a:lnTo>
                      <a:pt x="300" y="1874"/>
                    </a:lnTo>
                    <a:lnTo>
                      <a:pt x="450" y="2024"/>
                    </a:lnTo>
                    <a:lnTo>
                      <a:pt x="675" y="2099"/>
                    </a:lnTo>
                    <a:lnTo>
                      <a:pt x="825" y="2173"/>
                    </a:lnTo>
                    <a:lnTo>
                      <a:pt x="1275" y="2173"/>
                    </a:lnTo>
                    <a:lnTo>
                      <a:pt x="1500" y="2099"/>
                    </a:lnTo>
                    <a:lnTo>
                      <a:pt x="1649" y="2024"/>
                    </a:lnTo>
                    <a:lnTo>
                      <a:pt x="1799" y="1874"/>
                    </a:lnTo>
                    <a:lnTo>
                      <a:pt x="1949" y="1649"/>
                    </a:lnTo>
                    <a:lnTo>
                      <a:pt x="2099" y="1499"/>
                    </a:lnTo>
                    <a:lnTo>
                      <a:pt x="2099" y="1349"/>
                    </a:lnTo>
                    <a:lnTo>
                      <a:pt x="2174" y="1124"/>
                    </a:lnTo>
                    <a:lnTo>
                      <a:pt x="2099" y="824"/>
                    </a:lnTo>
                    <a:lnTo>
                      <a:pt x="2099" y="675"/>
                    </a:lnTo>
                    <a:lnTo>
                      <a:pt x="1949" y="525"/>
                    </a:lnTo>
                    <a:lnTo>
                      <a:pt x="1799" y="300"/>
                    </a:lnTo>
                    <a:lnTo>
                      <a:pt x="1649" y="225"/>
                    </a:lnTo>
                    <a:lnTo>
                      <a:pt x="1500" y="75"/>
                    </a:lnTo>
                    <a:lnTo>
                      <a:pt x="1275" y="75"/>
                    </a:lnTo>
                    <a:lnTo>
                      <a:pt x="1125"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79;p31">
                <a:extLst>
                  <a:ext uri="{FF2B5EF4-FFF2-40B4-BE49-F238E27FC236}">
                    <a16:creationId xmlns:a16="http://schemas.microsoft.com/office/drawing/2014/main" id="{0DE8FD79-4DAC-45A2-B488-9836444CE5E6}"/>
                  </a:ext>
                </a:extLst>
              </p:cNvPr>
              <p:cNvSpPr/>
              <p:nvPr/>
            </p:nvSpPr>
            <p:spPr>
              <a:xfrm>
                <a:off x="3761275" y="423600"/>
                <a:ext cx="99325" cy="99325"/>
              </a:xfrm>
              <a:custGeom>
                <a:avLst/>
                <a:gdLst/>
                <a:ahLst/>
                <a:cxnLst/>
                <a:rect l="l" t="t" r="r" b="b"/>
                <a:pathLst>
                  <a:path w="3973" h="3973" extrusionOk="0">
                    <a:moveTo>
                      <a:pt x="2024" y="1"/>
                    </a:moveTo>
                    <a:lnTo>
                      <a:pt x="1574" y="76"/>
                    </a:lnTo>
                    <a:lnTo>
                      <a:pt x="1200" y="151"/>
                    </a:lnTo>
                    <a:lnTo>
                      <a:pt x="900" y="375"/>
                    </a:lnTo>
                    <a:lnTo>
                      <a:pt x="600" y="600"/>
                    </a:lnTo>
                    <a:lnTo>
                      <a:pt x="375" y="900"/>
                    </a:lnTo>
                    <a:lnTo>
                      <a:pt x="150" y="1200"/>
                    </a:lnTo>
                    <a:lnTo>
                      <a:pt x="75" y="1575"/>
                    </a:lnTo>
                    <a:lnTo>
                      <a:pt x="0" y="2024"/>
                    </a:lnTo>
                    <a:lnTo>
                      <a:pt x="75" y="2399"/>
                    </a:lnTo>
                    <a:lnTo>
                      <a:pt x="150" y="2774"/>
                    </a:lnTo>
                    <a:lnTo>
                      <a:pt x="375" y="3073"/>
                    </a:lnTo>
                    <a:lnTo>
                      <a:pt x="600" y="3373"/>
                    </a:lnTo>
                    <a:lnTo>
                      <a:pt x="900" y="3673"/>
                    </a:lnTo>
                    <a:lnTo>
                      <a:pt x="1200" y="3823"/>
                    </a:lnTo>
                    <a:lnTo>
                      <a:pt x="1574" y="3973"/>
                    </a:lnTo>
                    <a:lnTo>
                      <a:pt x="2399" y="3973"/>
                    </a:lnTo>
                    <a:lnTo>
                      <a:pt x="2773" y="3823"/>
                    </a:lnTo>
                    <a:lnTo>
                      <a:pt x="3073" y="3673"/>
                    </a:lnTo>
                    <a:lnTo>
                      <a:pt x="3373" y="3373"/>
                    </a:lnTo>
                    <a:lnTo>
                      <a:pt x="3598" y="3073"/>
                    </a:lnTo>
                    <a:lnTo>
                      <a:pt x="3823" y="2774"/>
                    </a:lnTo>
                    <a:lnTo>
                      <a:pt x="3898" y="2399"/>
                    </a:lnTo>
                    <a:lnTo>
                      <a:pt x="3973" y="2024"/>
                    </a:lnTo>
                    <a:lnTo>
                      <a:pt x="3898" y="1575"/>
                    </a:lnTo>
                    <a:lnTo>
                      <a:pt x="3823" y="1200"/>
                    </a:lnTo>
                    <a:lnTo>
                      <a:pt x="3598" y="900"/>
                    </a:lnTo>
                    <a:lnTo>
                      <a:pt x="3373" y="600"/>
                    </a:lnTo>
                    <a:lnTo>
                      <a:pt x="3073" y="375"/>
                    </a:lnTo>
                    <a:lnTo>
                      <a:pt x="2773" y="151"/>
                    </a:lnTo>
                    <a:lnTo>
                      <a:pt x="2399" y="76"/>
                    </a:lnTo>
                    <a:lnTo>
                      <a:pt x="2024" y="1"/>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4" name="Imagen 33" descr="Logotipo&#10;&#10;Descripción generada automáticamente">
              <a:extLst>
                <a:ext uri="{FF2B5EF4-FFF2-40B4-BE49-F238E27FC236}">
                  <a16:creationId xmlns:a16="http://schemas.microsoft.com/office/drawing/2014/main" id="{4DC49A7E-2B37-41A2-8553-0080C351F2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83187" y="2014462"/>
              <a:ext cx="2451530" cy="2451530"/>
            </a:xfrm>
            <a:prstGeom prst="rect">
              <a:avLst/>
            </a:prstGeom>
          </p:spPr>
        </p:pic>
      </p:grpSp>
      <p:grpSp>
        <p:nvGrpSpPr>
          <p:cNvPr id="39" name="Grupo 38">
            <a:extLst>
              <a:ext uri="{FF2B5EF4-FFF2-40B4-BE49-F238E27FC236}">
                <a16:creationId xmlns:a16="http://schemas.microsoft.com/office/drawing/2014/main" id="{30986E4D-4D71-4E5C-94FF-4359B668BC65}"/>
              </a:ext>
            </a:extLst>
          </p:cNvPr>
          <p:cNvGrpSpPr/>
          <p:nvPr/>
        </p:nvGrpSpPr>
        <p:grpSpPr>
          <a:xfrm>
            <a:off x="10107620" y="3347210"/>
            <a:ext cx="1546017" cy="3206746"/>
            <a:chOff x="10833372" y="3014223"/>
            <a:chExt cx="1546017" cy="3206746"/>
          </a:xfrm>
        </p:grpSpPr>
        <p:sp>
          <p:nvSpPr>
            <p:cNvPr id="36" name="Rectángulo 35">
              <a:extLst>
                <a:ext uri="{FF2B5EF4-FFF2-40B4-BE49-F238E27FC236}">
                  <a16:creationId xmlns:a16="http://schemas.microsoft.com/office/drawing/2014/main" id="{C4F6E655-0319-4061-820C-AB96302BCA20}"/>
                </a:ext>
              </a:extLst>
            </p:cNvPr>
            <p:cNvSpPr/>
            <p:nvPr/>
          </p:nvSpPr>
          <p:spPr>
            <a:xfrm>
              <a:off x="10854534" y="3238500"/>
              <a:ext cx="1508916" cy="2695575"/>
            </a:xfrm>
            <a:prstGeom prst="rect">
              <a:avLst/>
            </a:prstGeom>
            <a:solidFill>
              <a:srgbClr val="393E4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15" name="Google Shape;263;p30">
              <a:extLst>
                <a:ext uri="{FF2B5EF4-FFF2-40B4-BE49-F238E27FC236}">
                  <a16:creationId xmlns:a16="http://schemas.microsoft.com/office/drawing/2014/main" id="{6DB80369-9FA7-4FCB-9E50-FC7B1868BE3E}"/>
                </a:ext>
              </a:extLst>
            </p:cNvPr>
            <p:cNvGrpSpPr/>
            <p:nvPr/>
          </p:nvGrpSpPr>
          <p:grpSpPr>
            <a:xfrm>
              <a:off x="10833372" y="3014223"/>
              <a:ext cx="1546017" cy="3206746"/>
              <a:chOff x="2547150" y="238125"/>
              <a:chExt cx="2525675" cy="5238750"/>
            </a:xfrm>
          </p:grpSpPr>
          <p:sp>
            <p:nvSpPr>
              <p:cNvPr id="16" name="Google Shape;264;p30">
                <a:extLst>
                  <a:ext uri="{FF2B5EF4-FFF2-40B4-BE49-F238E27FC236}">
                    <a16:creationId xmlns:a16="http://schemas.microsoft.com/office/drawing/2014/main" id="{B51BF35A-4CB3-4278-A047-B1553C4DDC15}"/>
                  </a:ext>
                </a:extLst>
              </p:cNvPr>
              <p:cNvSpPr/>
              <p:nvPr/>
            </p:nvSpPr>
            <p:spPr>
              <a:xfrm>
                <a:off x="2547150" y="238125"/>
                <a:ext cx="2525675" cy="5238750"/>
              </a:xfrm>
              <a:custGeom>
                <a:avLst/>
                <a:gdLst/>
                <a:ahLst/>
                <a:cxnLst/>
                <a:rect l="l" t="t" r="r" b="b"/>
                <a:pathLst>
                  <a:path w="101027" h="209550" extrusionOk="0">
                    <a:moveTo>
                      <a:pt x="98629" y="18886"/>
                    </a:moveTo>
                    <a:lnTo>
                      <a:pt x="98629" y="190364"/>
                    </a:lnTo>
                    <a:lnTo>
                      <a:pt x="2398" y="190364"/>
                    </a:lnTo>
                    <a:lnTo>
                      <a:pt x="2398" y="18886"/>
                    </a:lnTo>
                    <a:close/>
                    <a:moveTo>
                      <a:pt x="10343" y="0"/>
                    </a:moveTo>
                    <a:lnTo>
                      <a:pt x="9293" y="75"/>
                    </a:lnTo>
                    <a:lnTo>
                      <a:pt x="8244" y="225"/>
                    </a:lnTo>
                    <a:lnTo>
                      <a:pt x="7270" y="450"/>
                    </a:lnTo>
                    <a:lnTo>
                      <a:pt x="6295" y="824"/>
                    </a:lnTo>
                    <a:lnTo>
                      <a:pt x="5396" y="1274"/>
                    </a:lnTo>
                    <a:lnTo>
                      <a:pt x="4572" y="1799"/>
                    </a:lnTo>
                    <a:lnTo>
                      <a:pt x="3747" y="2398"/>
                    </a:lnTo>
                    <a:lnTo>
                      <a:pt x="2998" y="3073"/>
                    </a:lnTo>
                    <a:lnTo>
                      <a:pt x="2323" y="3747"/>
                    </a:lnTo>
                    <a:lnTo>
                      <a:pt x="1724" y="4572"/>
                    </a:lnTo>
                    <a:lnTo>
                      <a:pt x="1199" y="5396"/>
                    </a:lnTo>
                    <a:lnTo>
                      <a:pt x="824" y="6370"/>
                    </a:lnTo>
                    <a:lnTo>
                      <a:pt x="450" y="7270"/>
                    </a:lnTo>
                    <a:lnTo>
                      <a:pt x="225" y="8319"/>
                    </a:lnTo>
                    <a:lnTo>
                      <a:pt x="0" y="9293"/>
                    </a:lnTo>
                    <a:lnTo>
                      <a:pt x="0" y="10343"/>
                    </a:lnTo>
                    <a:lnTo>
                      <a:pt x="0" y="199207"/>
                    </a:lnTo>
                    <a:lnTo>
                      <a:pt x="0" y="200257"/>
                    </a:lnTo>
                    <a:lnTo>
                      <a:pt x="225" y="201231"/>
                    </a:lnTo>
                    <a:lnTo>
                      <a:pt x="450" y="202280"/>
                    </a:lnTo>
                    <a:lnTo>
                      <a:pt x="824" y="203180"/>
                    </a:lnTo>
                    <a:lnTo>
                      <a:pt x="1199" y="204154"/>
                    </a:lnTo>
                    <a:lnTo>
                      <a:pt x="1724" y="204978"/>
                    </a:lnTo>
                    <a:lnTo>
                      <a:pt x="2323" y="205803"/>
                    </a:lnTo>
                    <a:lnTo>
                      <a:pt x="2998" y="206477"/>
                    </a:lnTo>
                    <a:lnTo>
                      <a:pt x="3747" y="207152"/>
                    </a:lnTo>
                    <a:lnTo>
                      <a:pt x="4572" y="207751"/>
                    </a:lnTo>
                    <a:lnTo>
                      <a:pt x="5396" y="208276"/>
                    </a:lnTo>
                    <a:lnTo>
                      <a:pt x="6295" y="208726"/>
                    </a:lnTo>
                    <a:lnTo>
                      <a:pt x="7270" y="209100"/>
                    </a:lnTo>
                    <a:lnTo>
                      <a:pt x="8244" y="209325"/>
                    </a:lnTo>
                    <a:lnTo>
                      <a:pt x="9293" y="209475"/>
                    </a:lnTo>
                    <a:lnTo>
                      <a:pt x="10343" y="209550"/>
                    </a:lnTo>
                    <a:lnTo>
                      <a:pt x="90610" y="209550"/>
                    </a:lnTo>
                    <a:lnTo>
                      <a:pt x="91659" y="209475"/>
                    </a:lnTo>
                    <a:lnTo>
                      <a:pt x="92708" y="209325"/>
                    </a:lnTo>
                    <a:lnTo>
                      <a:pt x="93682" y="209100"/>
                    </a:lnTo>
                    <a:lnTo>
                      <a:pt x="94657" y="208726"/>
                    </a:lnTo>
                    <a:lnTo>
                      <a:pt x="95556" y="208276"/>
                    </a:lnTo>
                    <a:lnTo>
                      <a:pt x="96455" y="207751"/>
                    </a:lnTo>
                    <a:lnTo>
                      <a:pt x="97205" y="207152"/>
                    </a:lnTo>
                    <a:lnTo>
                      <a:pt x="97954" y="206477"/>
                    </a:lnTo>
                    <a:lnTo>
                      <a:pt x="98629" y="205803"/>
                    </a:lnTo>
                    <a:lnTo>
                      <a:pt x="99228" y="204978"/>
                    </a:lnTo>
                    <a:lnTo>
                      <a:pt x="99753" y="204154"/>
                    </a:lnTo>
                    <a:lnTo>
                      <a:pt x="100203" y="203180"/>
                    </a:lnTo>
                    <a:lnTo>
                      <a:pt x="100577" y="202280"/>
                    </a:lnTo>
                    <a:lnTo>
                      <a:pt x="100802" y="201231"/>
                    </a:lnTo>
                    <a:lnTo>
                      <a:pt x="100952" y="200257"/>
                    </a:lnTo>
                    <a:lnTo>
                      <a:pt x="101027" y="199207"/>
                    </a:lnTo>
                    <a:lnTo>
                      <a:pt x="101027" y="10343"/>
                    </a:lnTo>
                    <a:lnTo>
                      <a:pt x="100952" y="9293"/>
                    </a:lnTo>
                    <a:lnTo>
                      <a:pt x="100802" y="8319"/>
                    </a:lnTo>
                    <a:lnTo>
                      <a:pt x="100577" y="7270"/>
                    </a:lnTo>
                    <a:lnTo>
                      <a:pt x="100203" y="6370"/>
                    </a:lnTo>
                    <a:lnTo>
                      <a:pt x="99753" y="5396"/>
                    </a:lnTo>
                    <a:lnTo>
                      <a:pt x="99228" y="4572"/>
                    </a:lnTo>
                    <a:lnTo>
                      <a:pt x="98629" y="3747"/>
                    </a:lnTo>
                    <a:lnTo>
                      <a:pt x="97954" y="3073"/>
                    </a:lnTo>
                    <a:lnTo>
                      <a:pt x="97205" y="2398"/>
                    </a:lnTo>
                    <a:lnTo>
                      <a:pt x="96455" y="1799"/>
                    </a:lnTo>
                    <a:lnTo>
                      <a:pt x="95556" y="1274"/>
                    </a:lnTo>
                    <a:lnTo>
                      <a:pt x="94657" y="824"/>
                    </a:lnTo>
                    <a:lnTo>
                      <a:pt x="93682" y="450"/>
                    </a:lnTo>
                    <a:lnTo>
                      <a:pt x="92708" y="225"/>
                    </a:lnTo>
                    <a:lnTo>
                      <a:pt x="91659" y="75"/>
                    </a:lnTo>
                    <a:lnTo>
                      <a:pt x="90610" y="0"/>
                    </a:lnTo>
                    <a:close/>
                  </a:path>
                </a:pathLst>
              </a:custGeom>
              <a:solidFill>
                <a:schemeClr val="lt1"/>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65;p30">
                <a:extLst>
                  <a:ext uri="{FF2B5EF4-FFF2-40B4-BE49-F238E27FC236}">
                    <a16:creationId xmlns:a16="http://schemas.microsoft.com/office/drawing/2014/main" id="{4E9724C9-2287-4F69-B5AE-BB8B425D5ACE}"/>
                  </a:ext>
                </a:extLst>
              </p:cNvPr>
              <p:cNvSpPr/>
              <p:nvPr/>
            </p:nvSpPr>
            <p:spPr>
              <a:xfrm>
                <a:off x="3557025" y="5147100"/>
                <a:ext cx="504050" cy="179900"/>
              </a:xfrm>
              <a:custGeom>
                <a:avLst/>
                <a:gdLst/>
                <a:ahLst/>
                <a:cxnLst/>
                <a:rect l="l" t="t" r="r" b="b"/>
                <a:pathLst>
                  <a:path w="20162" h="7196" extrusionOk="0">
                    <a:moveTo>
                      <a:pt x="3598" y="0"/>
                    </a:moveTo>
                    <a:lnTo>
                      <a:pt x="2849" y="75"/>
                    </a:lnTo>
                    <a:lnTo>
                      <a:pt x="2174" y="300"/>
                    </a:lnTo>
                    <a:lnTo>
                      <a:pt x="1575" y="600"/>
                    </a:lnTo>
                    <a:lnTo>
                      <a:pt x="1050" y="1050"/>
                    </a:lnTo>
                    <a:lnTo>
                      <a:pt x="600" y="1574"/>
                    </a:lnTo>
                    <a:lnTo>
                      <a:pt x="301" y="2174"/>
                    </a:lnTo>
                    <a:lnTo>
                      <a:pt x="76" y="2848"/>
                    </a:lnTo>
                    <a:lnTo>
                      <a:pt x="1" y="3598"/>
                    </a:lnTo>
                    <a:lnTo>
                      <a:pt x="76" y="4347"/>
                    </a:lnTo>
                    <a:lnTo>
                      <a:pt x="301" y="5022"/>
                    </a:lnTo>
                    <a:lnTo>
                      <a:pt x="600" y="5621"/>
                    </a:lnTo>
                    <a:lnTo>
                      <a:pt x="1050" y="6146"/>
                    </a:lnTo>
                    <a:lnTo>
                      <a:pt x="1575" y="6596"/>
                    </a:lnTo>
                    <a:lnTo>
                      <a:pt x="2174" y="6896"/>
                    </a:lnTo>
                    <a:lnTo>
                      <a:pt x="2849" y="7120"/>
                    </a:lnTo>
                    <a:lnTo>
                      <a:pt x="3598" y="7195"/>
                    </a:lnTo>
                    <a:lnTo>
                      <a:pt x="16639" y="7195"/>
                    </a:lnTo>
                    <a:lnTo>
                      <a:pt x="17313" y="7120"/>
                    </a:lnTo>
                    <a:lnTo>
                      <a:pt x="17988" y="6896"/>
                    </a:lnTo>
                    <a:lnTo>
                      <a:pt x="18587" y="6596"/>
                    </a:lnTo>
                    <a:lnTo>
                      <a:pt x="19112" y="6146"/>
                    </a:lnTo>
                    <a:lnTo>
                      <a:pt x="19562" y="5621"/>
                    </a:lnTo>
                    <a:lnTo>
                      <a:pt x="19861" y="5022"/>
                    </a:lnTo>
                    <a:lnTo>
                      <a:pt x="20086" y="4347"/>
                    </a:lnTo>
                    <a:lnTo>
                      <a:pt x="20161" y="3598"/>
                    </a:lnTo>
                    <a:lnTo>
                      <a:pt x="20086" y="2848"/>
                    </a:lnTo>
                    <a:lnTo>
                      <a:pt x="19861" y="2174"/>
                    </a:lnTo>
                    <a:lnTo>
                      <a:pt x="19562" y="1574"/>
                    </a:lnTo>
                    <a:lnTo>
                      <a:pt x="19112" y="1050"/>
                    </a:lnTo>
                    <a:lnTo>
                      <a:pt x="18587" y="600"/>
                    </a:lnTo>
                    <a:lnTo>
                      <a:pt x="17988" y="300"/>
                    </a:lnTo>
                    <a:lnTo>
                      <a:pt x="17313" y="75"/>
                    </a:lnTo>
                    <a:lnTo>
                      <a:pt x="16639"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66;p30">
                <a:extLst>
                  <a:ext uri="{FF2B5EF4-FFF2-40B4-BE49-F238E27FC236}">
                    <a16:creationId xmlns:a16="http://schemas.microsoft.com/office/drawing/2014/main" id="{8BC79F76-4A90-4A43-B94C-F4680C4A8491}"/>
                  </a:ext>
                </a:extLst>
              </p:cNvPr>
              <p:cNvSpPr/>
              <p:nvPr/>
            </p:nvSpPr>
            <p:spPr>
              <a:xfrm>
                <a:off x="3008050" y="423600"/>
                <a:ext cx="99325" cy="99325"/>
              </a:xfrm>
              <a:custGeom>
                <a:avLst/>
                <a:gdLst/>
                <a:ahLst/>
                <a:cxnLst/>
                <a:rect l="l" t="t" r="r" b="b"/>
                <a:pathLst>
                  <a:path w="3973" h="3973" extrusionOk="0">
                    <a:moveTo>
                      <a:pt x="2024" y="1"/>
                    </a:moveTo>
                    <a:lnTo>
                      <a:pt x="1575" y="76"/>
                    </a:lnTo>
                    <a:lnTo>
                      <a:pt x="1200" y="151"/>
                    </a:lnTo>
                    <a:lnTo>
                      <a:pt x="900" y="375"/>
                    </a:lnTo>
                    <a:lnTo>
                      <a:pt x="600" y="600"/>
                    </a:lnTo>
                    <a:lnTo>
                      <a:pt x="375" y="900"/>
                    </a:lnTo>
                    <a:lnTo>
                      <a:pt x="151" y="1200"/>
                    </a:lnTo>
                    <a:lnTo>
                      <a:pt x="76" y="1575"/>
                    </a:lnTo>
                    <a:lnTo>
                      <a:pt x="1" y="2024"/>
                    </a:lnTo>
                    <a:lnTo>
                      <a:pt x="76" y="2399"/>
                    </a:lnTo>
                    <a:lnTo>
                      <a:pt x="151" y="2774"/>
                    </a:lnTo>
                    <a:lnTo>
                      <a:pt x="375" y="3073"/>
                    </a:lnTo>
                    <a:lnTo>
                      <a:pt x="600" y="3373"/>
                    </a:lnTo>
                    <a:lnTo>
                      <a:pt x="900" y="3673"/>
                    </a:lnTo>
                    <a:lnTo>
                      <a:pt x="1200" y="3823"/>
                    </a:lnTo>
                    <a:lnTo>
                      <a:pt x="1575" y="3973"/>
                    </a:lnTo>
                    <a:lnTo>
                      <a:pt x="2399" y="3973"/>
                    </a:lnTo>
                    <a:lnTo>
                      <a:pt x="2774" y="3823"/>
                    </a:lnTo>
                    <a:lnTo>
                      <a:pt x="3073" y="3673"/>
                    </a:lnTo>
                    <a:lnTo>
                      <a:pt x="3373" y="3373"/>
                    </a:lnTo>
                    <a:lnTo>
                      <a:pt x="3598" y="3073"/>
                    </a:lnTo>
                    <a:lnTo>
                      <a:pt x="3823" y="2774"/>
                    </a:lnTo>
                    <a:lnTo>
                      <a:pt x="3898" y="2399"/>
                    </a:lnTo>
                    <a:lnTo>
                      <a:pt x="3973" y="2024"/>
                    </a:lnTo>
                    <a:lnTo>
                      <a:pt x="3898" y="1575"/>
                    </a:lnTo>
                    <a:lnTo>
                      <a:pt x="3823" y="1200"/>
                    </a:lnTo>
                    <a:lnTo>
                      <a:pt x="3598" y="900"/>
                    </a:lnTo>
                    <a:lnTo>
                      <a:pt x="3373" y="600"/>
                    </a:lnTo>
                    <a:lnTo>
                      <a:pt x="3073" y="375"/>
                    </a:lnTo>
                    <a:lnTo>
                      <a:pt x="2774" y="151"/>
                    </a:lnTo>
                    <a:lnTo>
                      <a:pt x="2399" y="76"/>
                    </a:lnTo>
                    <a:lnTo>
                      <a:pt x="2024" y="1"/>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67;p30">
                <a:extLst>
                  <a:ext uri="{FF2B5EF4-FFF2-40B4-BE49-F238E27FC236}">
                    <a16:creationId xmlns:a16="http://schemas.microsoft.com/office/drawing/2014/main" id="{FCB0EFDC-4825-4004-BDBD-DF6A757594B4}"/>
                  </a:ext>
                </a:extLst>
              </p:cNvPr>
              <p:cNvSpPr/>
              <p:nvPr/>
            </p:nvSpPr>
            <p:spPr>
              <a:xfrm>
                <a:off x="3566400" y="434850"/>
                <a:ext cx="487175" cy="76850"/>
              </a:xfrm>
              <a:custGeom>
                <a:avLst/>
                <a:gdLst/>
                <a:ahLst/>
                <a:cxnLst/>
                <a:rect l="l" t="t" r="r" b="b"/>
                <a:pathLst>
                  <a:path w="19487" h="3074" extrusionOk="0">
                    <a:moveTo>
                      <a:pt x="1275" y="0"/>
                    </a:moveTo>
                    <a:lnTo>
                      <a:pt x="1050" y="75"/>
                    </a:lnTo>
                    <a:lnTo>
                      <a:pt x="750" y="150"/>
                    </a:lnTo>
                    <a:lnTo>
                      <a:pt x="525" y="300"/>
                    </a:lnTo>
                    <a:lnTo>
                      <a:pt x="375" y="450"/>
                    </a:lnTo>
                    <a:lnTo>
                      <a:pt x="225" y="675"/>
                    </a:lnTo>
                    <a:lnTo>
                      <a:pt x="75" y="975"/>
                    </a:lnTo>
                    <a:lnTo>
                      <a:pt x="1" y="1274"/>
                    </a:lnTo>
                    <a:lnTo>
                      <a:pt x="1" y="1574"/>
                    </a:lnTo>
                    <a:lnTo>
                      <a:pt x="1" y="1874"/>
                    </a:lnTo>
                    <a:lnTo>
                      <a:pt x="75" y="2174"/>
                    </a:lnTo>
                    <a:lnTo>
                      <a:pt x="225" y="2399"/>
                    </a:lnTo>
                    <a:lnTo>
                      <a:pt x="375" y="2623"/>
                    </a:lnTo>
                    <a:lnTo>
                      <a:pt x="525" y="2773"/>
                    </a:lnTo>
                    <a:lnTo>
                      <a:pt x="750" y="2923"/>
                    </a:lnTo>
                    <a:lnTo>
                      <a:pt x="1050" y="2998"/>
                    </a:lnTo>
                    <a:lnTo>
                      <a:pt x="1275" y="3073"/>
                    </a:lnTo>
                    <a:lnTo>
                      <a:pt x="18137" y="3073"/>
                    </a:lnTo>
                    <a:lnTo>
                      <a:pt x="18437" y="2998"/>
                    </a:lnTo>
                    <a:lnTo>
                      <a:pt x="18662" y="2923"/>
                    </a:lnTo>
                    <a:lnTo>
                      <a:pt x="18887" y="2773"/>
                    </a:lnTo>
                    <a:lnTo>
                      <a:pt x="19112" y="2623"/>
                    </a:lnTo>
                    <a:lnTo>
                      <a:pt x="19262" y="2399"/>
                    </a:lnTo>
                    <a:lnTo>
                      <a:pt x="19337" y="2174"/>
                    </a:lnTo>
                    <a:lnTo>
                      <a:pt x="19412" y="1874"/>
                    </a:lnTo>
                    <a:lnTo>
                      <a:pt x="19486" y="1574"/>
                    </a:lnTo>
                    <a:lnTo>
                      <a:pt x="19412" y="1274"/>
                    </a:lnTo>
                    <a:lnTo>
                      <a:pt x="19337" y="975"/>
                    </a:lnTo>
                    <a:lnTo>
                      <a:pt x="19262" y="675"/>
                    </a:lnTo>
                    <a:lnTo>
                      <a:pt x="19112" y="450"/>
                    </a:lnTo>
                    <a:lnTo>
                      <a:pt x="18887" y="300"/>
                    </a:lnTo>
                    <a:lnTo>
                      <a:pt x="18662" y="150"/>
                    </a:lnTo>
                    <a:lnTo>
                      <a:pt x="18437" y="75"/>
                    </a:lnTo>
                    <a:lnTo>
                      <a:pt x="18137"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8" name="Imagen 37" descr="Logotipo&#10;&#10;Descripción generada automáticamente">
              <a:extLst>
                <a:ext uri="{FF2B5EF4-FFF2-40B4-BE49-F238E27FC236}">
                  <a16:creationId xmlns:a16="http://schemas.microsoft.com/office/drawing/2014/main" id="{9BB0B454-3392-4939-B0D1-A2F299EF73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72295" y="3966622"/>
              <a:ext cx="1267022" cy="1267022"/>
            </a:xfrm>
            <a:prstGeom prst="rect">
              <a:avLst/>
            </a:prstGeom>
          </p:spPr>
        </p:pic>
      </p:grpSp>
    </p:spTree>
    <p:extLst>
      <p:ext uri="{BB962C8B-B14F-4D97-AF65-F5344CB8AC3E}">
        <p14:creationId xmlns:p14="http://schemas.microsoft.com/office/powerpoint/2010/main" val="22872258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808"/>
        <p:cNvGrpSpPr/>
        <p:nvPr/>
      </p:nvGrpSpPr>
      <p:grpSpPr>
        <a:xfrm>
          <a:off x="0" y="0"/>
          <a:ext cx="0" cy="0"/>
          <a:chOff x="0" y="0"/>
          <a:chExt cx="0" cy="0"/>
        </a:xfrm>
      </p:grpSpPr>
      <p:sp>
        <p:nvSpPr>
          <p:cNvPr id="6809" name="Google Shape;6809;p75"/>
          <p:cNvSpPr txBox="1"/>
          <p:nvPr/>
        </p:nvSpPr>
        <p:spPr>
          <a:xfrm>
            <a:off x="1424133" y="2045435"/>
            <a:ext cx="9396400" cy="643200"/>
          </a:xfrm>
          <a:prstGeom prst="rect">
            <a:avLst/>
          </a:prstGeom>
          <a:noFill/>
          <a:ln>
            <a:noFill/>
          </a:ln>
        </p:spPr>
        <p:txBody>
          <a:bodyPr spcFirstLastPara="1" wrap="square" lIns="121900" tIns="121900" rIns="121900" bIns="121900" anchor="ctr" anchorCtr="0">
            <a:noAutofit/>
          </a:bodyPr>
          <a:lstStyle/>
          <a:p>
            <a:pPr algn="ctr">
              <a:lnSpc>
                <a:spcPct val="115000"/>
              </a:lnSpc>
            </a:pPr>
            <a:r>
              <a:rPr lang="en" sz="1467">
                <a:solidFill>
                  <a:srgbClr val="FFFFFF"/>
                </a:solidFill>
              </a:rPr>
              <a:t>You can easily</a:t>
            </a:r>
            <a:r>
              <a:rPr lang="en" sz="1467">
                <a:solidFill>
                  <a:srgbClr val="435D74"/>
                </a:solidFill>
              </a:rPr>
              <a:t> </a:t>
            </a:r>
            <a:r>
              <a:rPr lang="en" sz="1467">
                <a:solidFill>
                  <a:srgbClr val="869FB2"/>
                </a:solidFill>
              </a:rPr>
              <a:t>resize</a:t>
            </a:r>
            <a:r>
              <a:rPr lang="en" sz="1467">
                <a:solidFill>
                  <a:srgbClr val="435D74"/>
                </a:solidFill>
              </a:rPr>
              <a:t> </a:t>
            </a:r>
            <a:r>
              <a:rPr lang="en" sz="1467">
                <a:solidFill>
                  <a:srgbClr val="FFFFFF"/>
                </a:solidFill>
              </a:rPr>
              <a:t>these resources without losing quality. To</a:t>
            </a:r>
            <a:r>
              <a:rPr lang="en" sz="1467">
                <a:solidFill>
                  <a:srgbClr val="435D74"/>
                </a:solidFill>
              </a:rPr>
              <a:t> </a:t>
            </a:r>
            <a:r>
              <a:rPr lang="en" sz="1467">
                <a:solidFill>
                  <a:srgbClr val="869FB2"/>
                </a:solidFill>
              </a:rPr>
              <a:t>change the color</a:t>
            </a:r>
            <a:r>
              <a:rPr lang="en" sz="1467">
                <a:solidFill>
                  <a:srgbClr val="FFFFFF"/>
                </a:solidFill>
              </a:rPr>
              <a:t>, just ungroup the resource and click on the object you want to change. Then, click on the paint bucket and select the color you want. Group the resource again when you’re done. You can also look for more </a:t>
            </a:r>
            <a:r>
              <a:rPr lang="en" sz="1467">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467">
                <a:solidFill>
                  <a:srgbClr val="FFFFFF"/>
                </a:solidFill>
              </a:rPr>
              <a:t> on Slidesgo.</a:t>
            </a:r>
            <a:endParaRPr sz="1467">
              <a:solidFill>
                <a:srgbClr val="FFFFFF"/>
              </a:solidFill>
            </a:endParaRPr>
          </a:p>
        </p:txBody>
      </p:sp>
      <p:grpSp>
        <p:nvGrpSpPr>
          <p:cNvPr id="6810" name="Google Shape;6810;p75"/>
          <p:cNvGrpSpPr/>
          <p:nvPr/>
        </p:nvGrpSpPr>
        <p:grpSpPr>
          <a:xfrm>
            <a:off x="6874771" y="4114315"/>
            <a:ext cx="632392" cy="735055"/>
            <a:chOff x="4727025" y="1332775"/>
            <a:chExt cx="59900" cy="69625"/>
          </a:xfrm>
        </p:grpSpPr>
        <p:sp>
          <p:nvSpPr>
            <p:cNvPr id="6811" name="Google Shape;6811;p75"/>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2" name="Google Shape;6812;p75"/>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13" name="Google Shape;6813;p75"/>
          <p:cNvGrpSpPr/>
          <p:nvPr/>
        </p:nvGrpSpPr>
        <p:grpSpPr>
          <a:xfrm>
            <a:off x="7692979" y="3085787"/>
            <a:ext cx="740871" cy="742708"/>
            <a:chOff x="4820425" y="1329900"/>
            <a:chExt cx="70175" cy="70350"/>
          </a:xfrm>
        </p:grpSpPr>
        <p:sp>
          <p:nvSpPr>
            <p:cNvPr id="6814" name="Google Shape;6814;p75"/>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5" name="Google Shape;6815;p75"/>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6" name="Google Shape;6816;p75"/>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7" name="Google Shape;6817;p75"/>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18" name="Google Shape;6818;p75"/>
          <p:cNvGrpSpPr/>
          <p:nvPr/>
        </p:nvGrpSpPr>
        <p:grpSpPr>
          <a:xfrm>
            <a:off x="8528138" y="3091794"/>
            <a:ext cx="776765" cy="711828"/>
            <a:chOff x="4903200" y="1331525"/>
            <a:chExt cx="73575" cy="67425"/>
          </a:xfrm>
        </p:grpSpPr>
        <p:sp>
          <p:nvSpPr>
            <p:cNvPr id="6819" name="Google Shape;6819;p75"/>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0" name="Google Shape;6820;p75"/>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21" name="Google Shape;6821;p75"/>
          <p:cNvGrpSpPr/>
          <p:nvPr/>
        </p:nvGrpSpPr>
        <p:grpSpPr>
          <a:xfrm>
            <a:off x="7674108" y="4104946"/>
            <a:ext cx="778613" cy="753793"/>
            <a:chOff x="4815575" y="1416800"/>
            <a:chExt cx="73750" cy="71400"/>
          </a:xfrm>
        </p:grpSpPr>
        <p:sp>
          <p:nvSpPr>
            <p:cNvPr id="6822" name="Google Shape;6822;p75"/>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3" name="Google Shape;6823;p75"/>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4" name="Google Shape;6824;p75"/>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25" name="Google Shape;6825;p75"/>
          <p:cNvGrpSpPr/>
          <p:nvPr/>
        </p:nvGrpSpPr>
        <p:grpSpPr>
          <a:xfrm>
            <a:off x="8520483" y="4145195"/>
            <a:ext cx="786531" cy="673293"/>
            <a:chOff x="4902475" y="1418875"/>
            <a:chExt cx="74500" cy="63775"/>
          </a:xfrm>
        </p:grpSpPr>
        <p:sp>
          <p:nvSpPr>
            <p:cNvPr id="6826" name="Google Shape;6826;p75"/>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7" name="Google Shape;6827;p75"/>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28" name="Google Shape;6828;p75"/>
          <p:cNvGrpSpPr/>
          <p:nvPr/>
        </p:nvGrpSpPr>
        <p:grpSpPr>
          <a:xfrm>
            <a:off x="7687437" y="5101334"/>
            <a:ext cx="751956" cy="756169"/>
            <a:chOff x="4818100" y="1507675"/>
            <a:chExt cx="71225" cy="71625"/>
          </a:xfrm>
        </p:grpSpPr>
        <p:sp>
          <p:nvSpPr>
            <p:cNvPr id="6829" name="Google Shape;6829;p75"/>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0" name="Google Shape;6830;p75"/>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1" name="Google Shape;6831;p75"/>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2" name="Google Shape;6832;p75"/>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33" name="Google Shape;6833;p75"/>
          <p:cNvGrpSpPr/>
          <p:nvPr/>
        </p:nvGrpSpPr>
        <p:grpSpPr>
          <a:xfrm>
            <a:off x="6772101" y="5105949"/>
            <a:ext cx="837735" cy="784673"/>
            <a:chOff x="4721450" y="1509475"/>
            <a:chExt cx="79350" cy="74325"/>
          </a:xfrm>
        </p:grpSpPr>
        <p:sp>
          <p:nvSpPr>
            <p:cNvPr id="6834" name="Google Shape;6834;p75"/>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5" name="Google Shape;6835;p75"/>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6" name="Google Shape;6836;p75"/>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7" name="Google Shape;6837;p75"/>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38" name="Google Shape;6838;p75"/>
          <p:cNvGrpSpPr/>
          <p:nvPr/>
        </p:nvGrpSpPr>
        <p:grpSpPr>
          <a:xfrm>
            <a:off x="8566144" y="5085369"/>
            <a:ext cx="742717" cy="750363"/>
            <a:chOff x="4906800" y="1507500"/>
            <a:chExt cx="70350" cy="71075"/>
          </a:xfrm>
        </p:grpSpPr>
        <p:sp>
          <p:nvSpPr>
            <p:cNvPr id="6839" name="Google Shape;6839;p75"/>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0" name="Google Shape;6840;p75"/>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1" name="Google Shape;6841;p75"/>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2" name="Google Shape;6842;p75"/>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3" name="Google Shape;6843;p75"/>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44" name="Google Shape;6844;p75"/>
          <p:cNvGrpSpPr/>
          <p:nvPr/>
        </p:nvGrpSpPr>
        <p:grpSpPr>
          <a:xfrm>
            <a:off x="5949621" y="3121284"/>
            <a:ext cx="690579" cy="690579"/>
            <a:chOff x="3736598" y="2170606"/>
            <a:chExt cx="404889" cy="404889"/>
          </a:xfrm>
        </p:grpSpPr>
        <p:sp>
          <p:nvSpPr>
            <p:cNvPr id="6845" name="Google Shape;6845;p75"/>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6" name="Google Shape;6846;p75"/>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7" name="Google Shape;6847;p75"/>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8" name="Google Shape;6848;p75"/>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49" name="Google Shape;6849;p75"/>
          <p:cNvGrpSpPr/>
          <p:nvPr/>
        </p:nvGrpSpPr>
        <p:grpSpPr>
          <a:xfrm>
            <a:off x="4972369" y="3121415"/>
            <a:ext cx="782648" cy="690320"/>
            <a:chOff x="3161917" y="2170682"/>
            <a:chExt cx="458870" cy="404737"/>
          </a:xfrm>
        </p:grpSpPr>
        <p:sp>
          <p:nvSpPr>
            <p:cNvPr id="6850" name="Google Shape;6850;p75"/>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1" name="Google Shape;6851;p75"/>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2" name="Google Shape;6852;p75"/>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53" name="Google Shape;6853;p75"/>
          <p:cNvGrpSpPr/>
          <p:nvPr/>
        </p:nvGrpSpPr>
        <p:grpSpPr>
          <a:xfrm>
            <a:off x="5003066" y="4136534"/>
            <a:ext cx="721257" cy="690617"/>
            <a:chOff x="3179914" y="2889488"/>
            <a:chExt cx="422876" cy="404911"/>
          </a:xfrm>
        </p:grpSpPr>
        <p:sp>
          <p:nvSpPr>
            <p:cNvPr id="6854" name="Google Shape;6854;p75"/>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5" name="Google Shape;6855;p75"/>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6" name="Google Shape;6856;p75"/>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7" name="Google Shape;6857;p75"/>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8" name="Google Shape;6858;p75"/>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9" name="Google Shape;6859;p75"/>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60" name="Google Shape;6860;p75"/>
          <p:cNvGrpSpPr/>
          <p:nvPr/>
        </p:nvGrpSpPr>
        <p:grpSpPr>
          <a:xfrm>
            <a:off x="5937457" y="4136478"/>
            <a:ext cx="714907" cy="690729"/>
            <a:chOff x="3729467" y="2889422"/>
            <a:chExt cx="419153" cy="404977"/>
          </a:xfrm>
        </p:grpSpPr>
        <p:sp>
          <p:nvSpPr>
            <p:cNvPr id="6861" name="Google Shape;6861;p75"/>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2" name="Google Shape;6862;p75"/>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3" name="Google Shape;6863;p75"/>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4" name="Google Shape;6864;p75"/>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5" name="Google Shape;6865;p75"/>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6" name="Google Shape;6866;p75"/>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7" name="Google Shape;6867;p75"/>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68" name="Google Shape;6868;p75"/>
          <p:cNvGrpSpPr/>
          <p:nvPr/>
        </p:nvGrpSpPr>
        <p:grpSpPr>
          <a:xfrm>
            <a:off x="2653502" y="4594384"/>
            <a:ext cx="1287135" cy="179481"/>
            <a:chOff x="4411970" y="2962952"/>
            <a:chExt cx="706544" cy="104212"/>
          </a:xfrm>
        </p:grpSpPr>
        <p:sp>
          <p:nvSpPr>
            <p:cNvPr id="6869" name="Google Shape;6869;p75"/>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0" name="Google Shape;6870;p75"/>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1" name="Google Shape;6871;p75"/>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2" name="Google Shape;6872;p75"/>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73" name="Google Shape;6873;p75"/>
          <p:cNvGrpSpPr/>
          <p:nvPr/>
        </p:nvGrpSpPr>
        <p:grpSpPr>
          <a:xfrm>
            <a:off x="2653501" y="4054769"/>
            <a:ext cx="1280211" cy="385563"/>
            <a:chOff x="4411970" y="2726085"/>
            <a:chExt cx="643107" cy="193659"/>
          </a:xfrm>
        </p:grpSpPr>
        <p:sp>
          <p:nvSpPr>
            <p:cNvPr id="6874" name="Google Shape;6874;p75"/>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5" name="Google Shape;6875;p75"/>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6" name="Google Shape;6876;p75"/>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77" name="Google Shape;6877;p75"/>
          <p:cNvGrpSpPr/>
          <p:nvPr/>
        </p:nvGrpSpPr>
        <p:grpSpPr>
          <a:xfrm>
            <a:off x="1331499" y="4393867"/>
            <a:ext cx="1082004" cy="336779"/>
            <a:chOff x="4411970" y="4340222"/>
            <a:chExt cx="779467" cy="242683"/>
          </a:xfrm>
        </p:grpSpPr>
        <p:sp>
          <p:nvSpPr>
            <p:cNvPr id="6878" name="Google Shape;6878;p75"/>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9" name="Google Shape;6879;p75"/>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0" name="Google Shape;6880;p75"/>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81" name="Google Shape;6881;p75"/>
          <p:cNvGrpSpPr/>
          <p:nvPr/>
        </p:nvGrpSpPr>
        <p:grpSpPr>
          <a:xfrm>
            <a:off x="2653501" y="3612411"/>
            <a:ext cx="1286880" cy="288307"/>
            <a:chOff x="4411970" y="2468674"/>
            <a:chExt cx="747317" cy="167425"/>
          </a:xfrm>
        </p:grpSpPr>
        <p:sp>
          <p:nvSpPr>
            <p:cNvPr id="6882" name="Google Shape;6882;p75"/>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3" name="Google Shape;6883;p75"/>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6884" name="Google Shape;6884;p75"/>
          <p:cNvSpPr/>
          <p:nvPr/>
        </p:nvSpPr>
        <p:spPr>
          <a:xfrm>
            <a:off x="1329165" y="4018786"/>
            <a:ext cx="1080824" cy="257311"/>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6885" name="Google Shape;6885;p75"/>
          <p:cNvGrpSpPr/>
          <p:nvPr/>
        </p:nvGrpSpPr>
        <p:grpSpPr>
          <a:xfrm>
            <a:off x="1330257" y="3112916"/>
            <a:ext cx="2612055" cy="278379"/>
            <a:chOff x="6336019" y="3733725"/>
            <a:chExt cx="2566206" cy="351310"/>
          </a:xfrm>
        </p:grpSpPr>
        <p:sp>
          <p:nvSpPr>
            <p:cNvPr id="6886" name="Google Shape;6886;p75"/>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7" name="Google Shape;6887;p75"/>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8" name="Google Shape;6888;p75"/>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9" name="Google Shape;6889;p75"/>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90" name="Google Shape;6890;p75"/>
          <p:cNvGrpSpPr/>
          <p:nvPr/>
        </p:nvGrpSpPr>
        <p:grpSpPr>
          <a:xfrm>
            <a:off x="2653502" y="5267469"/>
            <a:ext cx="1262068" cy="204267"/>
            <a:chOff x="4404545" y="3301592"/>
            <a:chExt cx="782403" cy="129272"/>
          </a:xfrm>
        </p:grpSpPr>
        <p:sp>
          <p:nvSpPr>
            <p:cNvPr id="6891" name="Google Shape;6891;p75"/>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92" name="Google Shape;6892;p75"/>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93" name="Google Shape;6893;p75"/>
          <p:cNvGrpSpPr/>
          <p:nvPr/>
        </p:nvGrpSpPr>
        <p:grpSpPr>
          <a:xfrm>
            <a:off x="2653502" y="4927917"/>
            <a:ext cx="1283009" cy="185503"/>
            <a:chOff x="4411970" y="3131459"/>
            <a:chExt cx="710520" cy="117397"/>
          </a:xfrm>
        </p:grpSpPr>
        <p:sp>
          <p:nvSpPr>
            <p:cNvPr id="6894" name="Google Shape;6894;p75"/>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95" name="Google Shape;6895;p75"/>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6896" name="Google Shape;6896;p75" descr="Timeline background shape"/>
          <p:cNvSpPr/>
          <p:nvPr/>
        </p:nvSpPr>
        <p:spPr>
          <a:xfrm>
            <a:off x="2653501" y="5625788"/>
            <a:ext cx="1280400" cy="204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6897" name="Google Shape;6897;p75"/>
          <p:cNvGrpSpPr/>
          <p:nvPr/>
        </p:nvGrpSpPr>
        <p:grpSpPr>
          <a:xfrm>
            <a:off x="1320361" y="4828804"/>
            <a:ext cx="1098451" cy="611984"/>
            <a:chOff x="4411970" y="1801825"/>
            <a:chExt cx="734586" cy="409262"/>
          </a:xfrm>
        </p:grpSpPr>
        <p:sp>
          <p:nvSpPr>
            <p:cNvPr id="6898" name="Google Shape;6898;p75"/>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99" name="Google Shape;6899;p75"/>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00" name="Google Shape;6900;p75"/>
          <p:cNvGrpSpPr/>
          <p:nvPr/>
        </p:nvGrpSpPr>
        <p:grpSpPr>
          <a:xfrm>
            <a:off x="4126991" y="3118897"/>
            <a:ext cx="695352" cy="695352"/>
            <a:chOff x="5681300" y="2527788"/>
            <a:chExt cx="805800" cy="805800"/>
          </a:xfrm>
        </p:grpSpPr>
        <p:sp>
          <p:nvSpPr>
            <p:cNvPr id="6901" name="Google Shape;6901;p75"/>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2" name="Google Shape;6902;p75"/>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6903" name="Google Shape;6903;p75"/>
          <p:cNvGrpSpPr/>
          <p:nvPr/>
        </p:nvGrpSpPr>
        <p:grpSpPr>
          <a:xfrm>
            <a:off x="4119311" y="4126487"/>
            <a:ext cx="710711" cy="710711"/>
            <a:chOff x="4049800" y="640400"/>
            <a:chExt cx="858900" cy="858900"/>
          </a:xfrm>
        </p:grpSpPr>
        <p:sp>
          <p:nvSpPr>
            <p:cNvPr id="6904" name="Google Shape;6904;p75"/>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5" name="Google Shape;6905;p75"/>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06" name="Google Shape;6906;p75"/>
          <p:cNvGrpSpPr/>
          <p:nvPr/>
        </p:nvGrpSpPr>
        <p:grpSpPr>
          <a:xfrm>
            <a:off x="4019955" y="5030057"/>
            <a:ext cx="909424" cy="909424"/>
            <a:chOff x="5080188" y="927900"/>
            <a:chExt cx="961200" cy="961200"/>
          </a:xfrm>
        </p:grpSpPr>
        <p:sp>
          <p:nvSpPr>
            <p:cNvPr id="6907" name="Google Shape;6907;p75"/>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8" name="Google Shape;6908;p75"/>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9" name="Google Shape;6909;p75"/>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0" name="Google Shape;6910;p75"/>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1" name="Google Shape;6911;p75"/>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121900" tIns="121900" rIns="121900" bIns="121900" anchor="ctr" anchorCtr="0">
              <a:noAutofit/>
            </a:bodyPr>
            <a:lstStyle/>
            <a:p>
              <a:endParaRPr sz="2400"/>
            </a:p>
          </p:txBody>
        </p:sp>
        <p:sp>
          <p:nvSpPr>
            <p:cNvPr id="6912" name="Google Shape;6912;p75"/>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121900" tIns="121900" rIns="121900" bIns="121900" anchor="ctr" anchorCtr="0">
              <a:noAutofit/>
            </a:bodyPr>
            <a:lstStyle/>
            <a:p>
              <a:endParaRPr sz="2400"/>
            </a:p>
          </p:txBody>
        </p:sp>
        <p:sp>
          <p:nvSpPr>
            <p:cNvPr id="6913" name="Google Shape;6913;p75"/>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121900" tIns="121900" rIns="121900" bIns="121900" anchor="ctr" anchorCtr="0">
              <a:noAutofit/>
            </a:bodyPr>
            <a:lstStyle/>
            <a:p>
              <a:endParaRPr sz="2400"/>
            </a:p>
          </p:txBody>
        </p:sp>
        <p:sp>
          <p:nvSpPr>
            <p:cNvPr id="6914" name="Google Shape;6914;p75"/>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121900" tIns="121900" rIns="121900" bIns="121900" anchor="ctr" anchorCtr="0">
              <a:noAutofit/>
            </a:bodyPr>
            <a:lstStyle/>
            <a:p>
              <a:endParaRPr sz="2400"/>
            </a:p>
          </p:txBody>
        </p:sp>
      </p:grpSp>
      <p:grpSp>
        <p:nvGrpSpPr>
          <p:cNvPr id="6915" name="Google Shape;6915;p75"/>
          <p:cNvGrpSpPr/>
          <p:nvPr/>
        </p:nvGrpSpPr>
        <p:grpSpPr>
          <a:xfrm>
            <a:off x="5971287" y="5158979"/>
            <a:ext cx="674200" cy="672008"/>
            <a:chOff x="6039282" y="1042577"/>
            <a:chExt cx="734315" cy="731929"/>
          </a:xfrm>
        </p:grpSpPr>
        <p:sp>
          <p:nvSpPr>
            <p:cNvPr id="6916" name="Google Shape;6916;p75"/>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7" name="Google Shape;6917;p75"/>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8" name="Google Shape;6918;p75"/>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9" name="Google Shape;6919;p75"/>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0" name="Google Shape;6920;p75"/>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1" name="Google Shape;6921;p75"/>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2" name="Google Shape;6922;p75"/>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3" name="Google Shape;6923;p75"/>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4" name="Google Shape;6924;p75"/>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5" name="Google Shape;6925;p75"/>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6" name="Google Shape;6926;p75"/>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7" name="Google Shape;6927;p75"/>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8" name="Google Shape;6928;p75"/>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9" name="Google Shape;6929;p75"/>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0" name="Google Shape;6930;p75"/>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1" name="Google Shape;6931;p75"/>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2" name="Google Shape;6932;p75"/>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3" name="Google Shape;6933;p75"/>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4" name="Google Shape;6934;p75"/>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5" name="Google Shape;6935;p75"/>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6" name="Google Shape;6936;p75"/>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37" name="Google Shape;6937;p75"/>
          <p:cNvGrpSpPr/>
          <p:nvPr/>
        </p:nvGrpSpPr>
        <p:grpSpPr>
          <a:xfrm>
            <a:off x="6788089" y="3065149"/>
            <a:ext cx="756992" cy="802848"/>
            <a:chOff x="1825800" y="1651625"/>
            <a:chExt cx="539989" cy="571775"/>
          </a:xfrm>
        </p:grpSpPr>
        <p:sp>
          <p:nvSpPr>
            <p:cNvPr id="6938" name="Google Shape;6938;p75"/>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9" name="Google Shape;6939;p75"/>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0" name="Google Shape;6940;p75"/>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1" name="Google Shape;6941;p75"/>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42" name="Google Shape;6942;p75"/>
          <p:cNvGrpSpPr/>
          <p:nvPr/>
        </p:nvGrpSpPr>
        <p:grpSpPr>
          <a:xfrm>
            <a:off x="5021328" y="5140773"/>
            <a:ext cx="677497" cy="677273"/>
            <a:chOff x="1897577" y="2802432"/>
            <a:chExt cx="492176" cy="492014"/>
          </a:xfrm>
        </p:grpSpPr>
        <p:sp>
          <p:nvSpPr>
            <p:cNvPr id="6943" name="Google Shape;6943;p75"/>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4" name="Google Shape;6944;p75"/>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5" name="Google Shape;6945;p75"/>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6" name="Google Shape;6946;p75"/>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7" name="Google Shape;6947;p75"/>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8" name="Google Shape;6948;p75"/>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9" name="Google Shape;6949;p75"/>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0" name="Google Shape;6950;p75"/>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1" name="Google Shape;6951;p75"/>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2" name="Google Shape;6952;p75"/>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3" name="Google Shape;6953;p75"/>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4" name="Google Shape;6954;p75"/>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55" name="Google Shape;6955;p75"/>
          <p:cNvGrpSpPr/>
          <p:nvPr/>
        </p:nvGrpSpPr>
        <p:grpSpPr>
          <a:xfrm>
            <a:off x="1330034" y="5558831"/>
            <a:ext cx="1078969" cy="267789"/>
            <a:chOff x="2013045" y="4813233"/>
            <a:chExt cx="921986" cy="228854"/>
          </a:xfrm>
        </p:grpSpPr>
        <p:sp>
          <p:nvSpPr>
            <p:cNvPr id="6956" name="Google Shape;6956;p75"/>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7" name="Google Shape;6957;p75"/>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58" name="Google Shape;6958;p75"/>
          <p:cNvGrpSpPr/>
          <p:nvPr/>
        </p:nvGrpSpPr>
        <p:grpSpPr>
          <a:xfrm>
            <a:off x="1341314" y="3541340"/>
            <a:ext cx="1056561" cy="359921"/>
            <a:chOff x="1046767" y="4756633"/>
            <a:chExt cx="859646" cy="292841"/>
          </a:xfrm>
        </p:grpSpPr>
        <p:sp>
          <p:nvSpPr>
            <p:cNvPr id="6959" name="Google Shape;6959;p75"/>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0" name="Google Shape;6960;p75"/>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1" name="Google Shape;6961;p75"/>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121900" tIns="121900" rIns="121900" bIns="121900" anchor="ctr" anchorCtr="0">
              <a:noAutofit/>
            </a:bodyPr>
            <a:lstStyle/>
            <a:p>
              <a:endParaRPr sz="2400"/>
            </a:p>
          </p:txBody>
        </p:sp>
      </p:grpSp>
      <p:sp>
        <p:nvSpPr>
          <p:cNvPr id="6962" name="Google Shape;6962;p75"/>
          <p:cNvSpPr/>
          <p:nvPr/>
        </p:nvSpPr>
        <p:spPr>
          <a:xfrm>
            <a:off x="9919651" y="3134230"/>
            <a:ext cx="247213" cy="125341"/>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3" name="Google Shape;6963;p75"/>
          <p:cNvSpPr/>
          <p:nvPr/>
        </p:nvSpPr>
        <p:spPr>
          <a:xfrm>
            <a:off x="9518925" y="3110767"/>
            <a:ext cx="229028" cy="172264"/>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4" name="Google Shape;6964;p75"/>
          <p:cNvSpPr/>
          <p:nvPr/>
        </p:nvSpPr>
        <p:spPr>
          <a:xfrm>
            <a:off x="10348643" y="3119373"/>
            <a:ext cx="223751" cy="155703"/>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5" name="Google Shape;6965;p75"/>
          <p:cNvSpPr/>
          <p:nvPr/>
        </p:nvSpPr>
        <p:spPr>
          <a:xfrm>
            <a:off x="10741584" y="3110767"/>
            <a:ext cx="218473" cy="172264"/>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6966" name="Google Shape;6966;p75"/>
          <p:cNvGrpSpPr/>
          <p:nvPr/>
        </p:nvGrpSpPr>
        <p:grpSpPr>
          <a:xfrm>
            <a:off x="9522455" y="3400750"/>
            <a:ext cx="221964" cy="188663"/>
            <a:chOff x="4660325" y="1866850"/>
            <a:chExt cx="68350" cy="58100"/>
          </a:xfrm>
        </p:grpSpPr>
        <p:sp>
          <p:nvSpPr>
            <p:cNvPr id="6967" name="Google Shape;6967;p75"/>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8" name="Google Shape;6968;p75"/>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69" name="Google Shape;6969;p75"/>
          <p:cNvGrpSpPr/>
          <p:nvPr/>
        </p:nvGrpSpPr>
        <p:grpSpPr>
          <a:xfrm>
            <a:off x="9934915" y="3435049"/>
            <a:ext cx="216687" cy="120065"/>
            <a:chOff x="4791775" y="1877500"/>
            <a:chExt cx="66725" cy="36975"/>
          </a:xfrm>
        </p:grpSpPr>
        <p:sp>
          <p:nvSpPr>
            <p:cNvPr id="6970" name="Google Shape;6970;p75"/>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71" name="Google Shape;6971;p75"/>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72" name="Google Shape;6972;p75"/>
          <p:cNvGrpSpPr/>
          <p:nvPr/>
        </p:nvGrpSpPr>
        <p:grpSpPr>
          <a:xfrm>
            <a:off x="10363866" y="3435049"/>
            <a:ext cx="193305" cy="120065"/>
            <a:chOff x="4923925" y="1877500"/>
            <a:chExt cx="59525" cy="36975"/>
          </a:xfrm>
        </p:grpSpPr>
        <p:sp>
          <p:nvSpPr>
            <p:cNvPr id="6973" name="Google Shape;6973;p75"/>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74" name="Google Shape;6974;p75"/>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75" name="Google Shape;6975;p75"/>
          <p:cNvGrpSpPr/>
          <p:nvPr/>
        </p:nvGrpSpPr>
        <p:grpSpPr>
          <a:xfrm>
            <a:off x="10756521" y="3411303"/>
            <a:ext cx="188596" cy="167556"/>
            <a:chOff x="5058450" y="1870100"/>
            <a:chExt cx="58075" cy="51600"/>
          </a:xfrm>
        </p:grpSpPr>
        <p:sp>
          <p:nvSpPr>
            <p:cNvPr id="6976" name="Google Shape;6976;p75"/>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77" name="Google Shape;6977;p75"/>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78" name="Google Shape;6978;p75"/>
          <p:cNvGrpSpPr/>
          <p:nvPr/>
        </p:nvGrpSpPr>
        <p:grpSpPr>
          <a:xfrm>
            <a:off x="9975874" y="3974514"/>
            <a:ext cx="134769" cy="143527"/>
            <a:chOff x="4811425" y="2065025"/>
            <a:chExt cx="41500" cy="44200"/>
          </a:xfrm>
        </p:grpSpPr>
        <p:sp>
          <p:nvSpPr>
            <p:cNvPr id="6979" name="Google Shape;6979;p75"/>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80" name="Google Shape;6980;p75"/>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81" name="Google Shape;6981;p75"/>
          <p:cNvGrpSpPr/>
          <p:nvPr/>
        </p:nvGrpSpPr>
        <p:grpSpPr>
          <a:xfrm>
            <a:off x="10365790" y="3974798"/>
            <a:ext cx="161156" cy="142957"/>
            <a:chOff x="4929875" y="2065025"/>
            <a:chExt cx="49625" cy="44025"/>
          </a:xfrm>
        </p:grpSpPr>
        <p:sp>
          <p:nvSpPr>
            <p:cNvPr id="6982" name="Google Shape;6982;p75"/>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83" name="Google Shape;6983;p75"/>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84" name="Google Shape;6984;p75"/>
          <p:cNvGrpSpPr/>
          <p:nvPr/>
        </p:nvGrpSpPr>
        <p:grpSpPr>
          <a:xfrm>
            <a:off x="10804015" y="3978817"/>
            <a:ext cx="93608" cy="134921"/>
            <a:chOff x="5083925" y="2066350"/>
            <a:chExt cx="28825" cy="41550"/>
          </a:xfrm>
        </p:grpSpPr>
        <p:sp>
          <p:nvSpPr>
            <p:cNvPr id="6985" name="Google Shape;6985;p75"/>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86" name="Google Shape;6986;p75"/>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87" name="Google Shape;6987;p75"/>
          <p:cNvGrpSpPr/>
          <p:nvPr/>
        </p:nvGrpSpPr>
        <p:grpSpPr>
          <a:xfrm>
            <a:off x="9512753" y="3999679"/>
            <a:ext cx="241368" cy="93195"/>
            <a:chOff x="4659775" y="2072775"/>
            <a:chExt cx="74325" cy="28700"/>
          </a:xfrm>
        </p:grpSpPr>
        <p:sp>
          <p:nvSpPr>
            <p:cNvPr id="6988" name="Google Shape;6988;p75"/>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89" name="Google Shape;6989;p75"/>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90" name="Google Shape;6990;p75"/>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91" name="Google Shape;6991;p75"/>
          <p:cNvGrpSpPr/>
          <p:nvPr/>
        </p:nvGrpSpPr>
        <p:grpSpPr>
          <a:xfrm>
            <a:off x="10739229" y="3720433"/>
            <a:ext cx="223183" cy="118929"/>
            <a:chOff x="4662475" y="1976500"/>
            <a:chExt cx="68725" cy="36625"/>
          </a:xfrm>
        </p:grpSpPr>
        <p:sp>
          <p:nvSpPr>
            <p:cNvPr id="6992" name="Google Shape;6992;p75"/>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3" name="Google Shape;6993;p75"/>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4" name="Google Shape;6994;p75"/>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95" name="Google Shape;6995;p75"/>
          <p:cNvGrpSpPr/>
          <p:nvPr/>
        </p:nvGrpSpPr>
        <p:grpSpPr>
          <a:xfrm>
            <a:off x="10335102" y="3725019"/>
            <a:ext cx="222532" cy="109756"/>
            <a:chOff x="4920150" y="1977875"/>
            <a:chExt cx="68525" cy="33800"/>
          </a:xfrm>
        </p:grpSpPr>
        <p:sp>
          <p:nvSpPr>
            <p:cNvPr id="6996" name="Google Shape;6996;p75"/>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7" name="Google Shape;6997;p75"/>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8" name="Google Shape;6998;p75"/>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99" name="Google Shape;6999;p75"/>
          <p:cNvGrpSpPr/>
          <p:nvPr/>
        </p:nvGrpSpPr>
        <p:grpSpPr>
          <a:xfrm>
            <a:off x="9549977" y="4263577"/>
            <a:ext cx="166920" cy="170479"/>
            <a:chOff x="4676550" y="2160575"/>
            <a:chExt cx="51400" cy="52500"/>
          </a:xfrm>
        </p:grpSpPr>
        <p:sp>
          <p:nvSpPr>
            <p:cNvPr id="7000" name="Google Shape;7000;p75"/>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01" name="Google Shape;7001;p75"/>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02" name="Google Shape;7002;p75"/>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03" name="Google Shape;7003;p75"/>
          <p:cNvGrpSpPr/>
          <p:nvPr/>
        </p:nvGrpSpPr>
        <p:grpSpPr>
          <a:xfrm>
            <a:off x="9946322" y="4272952"/>
            <a:ext cx="193873" cy="151725"/>
            <a:chOff x="4768325" y="2163475"/>
            <a:chExt cx="59700" cy="46725"/>
          </a:xfrm>
        </p:grpSpPr>
        <p:sp>
          <p:nvSpPr>
            <p:cNvPr id="7004" name="Google Shape;7004;p75"/>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5" name="Google Shape;7005;p75"/>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7006" name="Google Shape;7006;p75"/>
          <p:cNvSpPr/>
          <p:nvPr/>
        </p:nvSpPr>
        <p:spPr>
          <a:xfrm>
            <a:off x="10388929" y="4261629"/>
            <a:ext cx="114879" cy="174375"/>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7" name="Google Shape;7007;p75"/>
          <p:cNvSpPr/>
          <p:nvPr/>
        </p:nvSpPr>
        <p:spPr>
          <a:xfrm>
            <a:off x="10752096" y="5604409"/>
            <a:ext cx="197445" cy="21731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8" name="Google Shape;7008;p75"/>
          <p:cNvSpPr/>
          <p:nvPr/>
        </p:nvSpPr>
        <p:spPr>
          <a:xfrm>
            <a:off x="9554038" y="4575370"/>
            <a:ext cx="158801" cy="217887"/>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9" name="Google Shape;7009;p75"/>
          <p:cNvSpPr/>
          <p:nvPr/>
        </p:nvSpPr>
        <p:spPr>
          <a:xfrm>
            <a:off x="9511333" y="5625516"/>
            <a:ext cx="244209" cy="175105"/>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10" name="Google Shape;7010;p75"/>
          <p:cNvSpPr/>
          <p:nvPr/>
        </p:nvSpPr>
        <p:spPr>
          <a:xfrm>
            <a:off x="9534431" y="4934374"/>
            <a:ext cx="198015" cy="150020"/>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11" name="Google Shape;7011;p75"/>
          <p:cNvSpPr/>
          <p:nvPr/>
        </p:nvSpPr>
        <p:spPr>
          <a:xfrm>
            <a:off x="10379430" y="4910264"/>
            <a:ext cx="133877" cy="19824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7012" name="Google Shape;7012;p75"/>
          <p:cNvGrpSpPr/>
          <p:nvPr/>
        </p:nvGrpSpPr>
        <p:grpSpPr>
          <a:xfrm>
            <a:off x="9968079" y="4613078"/>
            <a:ext cx="150357" cy="142471"/>
            <a:chOff x="4768575" y="2253950"/>
            <a:chExt cx="46300" cy="43875"/>
          </a:xfrm>
        </p:grpSpPr>
        <p:sp>
          <p:nvSpPr>
            <p:cNvPr id="7013" name="Google Shape;7013;p75"/>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14" name="Google Shape;7014;p75"/>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15" name="Google Shape;7015;p75"/>
          <p:cNvGrpSpPr/>
          <p:nvPr/>
        </p:nvGrpSpPr>
        <p:grpSpPr>
          <a:xfrm>
            <a:off x="10367577" y="5265112"/>
            <a:ext cx="157583" cy="194995"/>
            <a:chOff x="4960900" y="2433225"/>
            <a:chExt cx="48525" cy="60050"/>
          </a:xfrm>
        </p:grpSpPr>
        <p:sp>
          <p:nvSpPr>
            <p:cNvPr id="7016" name="Google Shape;7016;p75"/>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17" name="Google Shape;7017;p75"/>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18" name="Google Shape;7018;p75"/>
          <p:cNvGrpSpPr/>
          <p:nvPr/>
        </p:nvGrpSpPr>
        <p:grpSpPr>
          <a:xfrm>
            <a:off x="9952329" y="5617193"/>
            <a:ext cx="181859" cy="191747"/>
            <a:chOff x="4854075" y="2527625"/>
            <a:chExt cx="56000" cy="59050"/>
          </a:xfrm>
        </p:grpSpPr>
        <p:sp>
          <p:nvSpPr>
            <p:cNvPr id="7019" name="Google Shape;7019;p75"/>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20" name="Google Shape;7020;p75"/>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7021" name="Google Shape;7021;p75"/>
          <p:cNvSpPr/>
          <p:nvPr/>
        </p:nvSpPr>
        <p:spPr>
          <a:xfrm>
            <a:off x="9972667" y="5274164"/>
            <a:ext cx="141184" cy="176891"/>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22" name="Google Shape;7022;p75"/>
          <p:cNvSpPr/>
          <p:nvPr/>
        </p:nvSpPr>
        <p:spPr>
          <a:xfrm>
            <a:off x="10744222" y="4260369"/>
            <a:ext cx="213196" cy="176891"/>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23" name="Google Shape;7023;p75"/>
          <p:cNvSpPr/>
          <p:nvPr/>
        </p:nvSpPr>
        <p:spPr>
          <a:xfrm>
            <a:off x="9543239" y="5274164"/>
            <a:ext cx="180397" cy="176891"/>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7024" name="Google Shape;7024;p75"/>
          <p:cNvGrpSpPr/>
          <p:nvPr/>
        </p:nvGrpSpPr>
        <p:grpSpPr>
          <a:xfrm>
            <a:off x="10784611" y="4902186"/>
            <a:ext cx="132416" cy="214396"/>
            <a:chOff x="5059700" y="2334775"/>
            <a:chExt cx="40775" cy="66025"/>
          </a:xfrm>
        </p:grpSpPr>
        <p:sp>
          <p:nvSpPr>
            <p:cNvPr id="7025" name="Google Shape;7025;p75"/>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6" name="Google Shape;7026;p75"/>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7" name="Google Shape;7027;p75"/>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8" name="Google Shape;7028;p75"/>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9" name="Google Shape;7029;p75"/>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0" name="Google Shape;7030;p75"/>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1" name="Google Shape;7031;p75"/>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2" name="Google Shape;7032;p75"/>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3" name="Google Shape;7033;p75"/>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34" name="Google Shape;7034;p75"/>
          <p:cNvGrpSpPr/>
          <p:nvPr/>
        </p:nvGrpSpPr>
        <p:grpSpPr>
          <a:xfrm>
            <a:off x="10727496" y="5255695"/>
            <a:ext cx="246645" cy="213828"/>
            <a:chOff x="5037700" y="2430325"/>
            <a:chExt cx="75950" cy="65850"/>
          </a:xfrm>
        </p:grpSpPr>
        <p:sp>
          <p:nvSpPr>
            <p:cNvPr id="7035" name="Google Shape;7035;p75"/>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36" name="Google Shape;7036;p75"/>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7037" name="Google Shape;7037;p75"/>
          <p:cNvGrpSpPr/>
          <p:nvPr/>
        </p:nvGrpSpPr>
        <p:grpSpPr>
          <a:xfrm>
            <a:off x="9953504" y="4944298"/>
            <a:ext cx="230685" cy="130172"/>
            <a:chOff x="4756975" y="2341800"/>
            <a:chExt cx="91975" cy="51925"/>
          </a:xfrm>
        </p:grpSpPr>
        <p:sp>
          <p:nvSpPr>
            <p:cNvPr id="7038" name="Google Shape;7038;p75"/>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9" name="Google Shape;7039;p75"/>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0" name="Google Shape;7040;p75"/>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1" name="Google Shape;7041;p75"/>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2" name="Google Shape;7042;p75"/>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3" name="Google Shape;7043;p75"/>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4" name="Google Shape;7044;p75"/>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5" name="Google Shape;7045;p75"/>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6" name="Google Shape;7046;p75"/>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7" name="Google Shape;7047;p75"/>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8" name="Google Shape;7048;p75"/>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9" name="Google Shape;7049;p75"/>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0" name="Google Shape;7050;p75"/>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1" name="Google Shape;7051;p75"/>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2" name="Google Shape;7052;p75"/>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3" name="Google Shape;7053;p75"/>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4" name="Google Shape;7054;p75"/>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5" name="Google Shape;7055;p75"/>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6" name="Google Shape;7056;p75"/>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7" name="Google Shape;7057;p75"/>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58" name="Google Shape;7058;p75"/>
          <p:cNvGrpSpPr/>
          <p:nvPr/>
        </p:nvGrpSpPr>
        <p:grpSpPr>
          <a:xfrm>
            <a:off x="10309421" y="5595894"/>
            <a:ext cx="283329" cy="234348"/>
            <a:chOff x="4943575" y="2516350"/>
            <a:chExt cx="98675" cy="81700"/>
          </a:xfrm>
        </p:grpSpPr>
        <p:sp>
          <p:nvSpPr>
            <p:cNvPr id="7059" name="Google Shape;7059;p75"/>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0" name="Google Shape;7060;p75"/>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1" name="Google Shape;7061;p75"/>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2" name="Google Shape;7062;p75"/>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3" name="Google Shape;7063;p75"/>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4" name="Google Shape;7064;p75"/>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5" name="Google Shape;7065;p75"/>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6" name="Google Shape;7066;p75"/>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7" name="Google Shape;7067;p75"/>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8" name="Google Shape;7068;p75"/>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9" name="Google Shape;7069;p75"/>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0" name="Google Shape;7070;p75"/>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1" name="Google Shape;7071;p75"/>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2" name="Google Shape;7072;p75"/>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3" name="Google Shape;7073;p75"/>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4" name="Google Shape;7074;p75"/>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5" name="Google Shape;7075;p75"/>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6" name="Google Shape;7076;p75"/>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7" name="Google Shape;7077;p75"/>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8" name="Google Shape;7078;p75"/>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9" name="Google Shape;7079;p75"/>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0" name="Google Shape;7080;p75"/>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1" name="Google Shape;7081;p75"/>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2" name="Google Shape;7082;p75"/>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3" name="Google Shape;7083;p75"/>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4" name="Google Shape;7084;p75"/>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5" name="Google Shape;7085;p75"/>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6" name="Google Shape;7086;p75"/>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7" name="Google Shape;7087;p75"/>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8" name="Google Shape;7088;p75"/>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9" name="Google Shape;7089;p75"/>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0" name="Google Shape;7090;p75"/>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1" name="Google Shape;7091;p75"/>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2" name="Google Shape;7092;p75"/>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3" name="Google Shape;7093;p75"/>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4" name="Google Shape;7094;p75"/>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5" name="Google Shape;7095;p75"/>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6" name="Google Shape;7096;p75"/>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7" name="Google Shape;7097;p75"/>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8" name="Google Shape;7098;p75"/>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9" name="Google Shape;7099;p75"/>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0" name="Google Shape;7100;p75"/>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1" name="Google Shape;7101;p75"/>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2" name="Google Shape;7102;p75"/>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3" name="Google Shape;7103;p75"/>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4" name="Google Shape;7104;p75"/>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5" name="Google Shape;7105;p75"/>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6" name="Google Shape;7106;p75"/>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7" name="Google Shape;7107;p75"/>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8" name="Google Shape;7108;p75"/>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9" name="Google Shape;7109;p75"/>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0" name="Google Shape;7110;p75"/>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1" name="Google Shape;7111;p75"/>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2" name="Google Shape;7112;p75"/>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3" name="Google Shape;7113;p75"/>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4" name="Google Shape;7114;p75"/>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5" name="Google Shape;7115;p75"/>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6" name="Google Shape;7116;p75"/>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7" name="Google Shape;7117;p75"/>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8" name="Google Shape;7118;p75"/>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9" name="Google Shape;7119;p75"/>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0" name="Google Shape;7120;p75"/>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1" name="Google Shape;7121;p75"/>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2" name="Google Shape;7122;p75"/>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3" name="Google Shape;7123;p75"/>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4" name="Google Shape;7124;p75"/>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5" name="Google Shape;7125;p75"/>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6" name="Google Shape;7126;p75"/>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7" name="Google Shape;7127;p75"/>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8" name="Google Shape;7128;p75"/>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9" name="Google Shape;7129;p75"/>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0" name="Google Shape;7130;p75"/>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1" name="Google Shape;7131;p75"/>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2" name="Google Shape;7132;p75"/>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3" name="Google Shape;7133;p75"/>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4" name="Google Shape;7134;p75"/>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5" name="Google Shape;7135;p75"/>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6" name="Google Shape;7136;p75"/>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sp>
        <p:nvSpPr>
          <p:cNvPr id="7137" name="Google Shape;7137;p75"/>
          <p:cNvSpPr/>
          <p:nvPr/>
        </p:nvSpPr>
        <p:spPr>
          <a:xfrm>
            <a:off x="10330144" y="4568089"/>
            <a:ext cx="232449" cy="232449"/>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38" name="Google Shape;7138;p75"/>
          <p:cNvSpPr/>
          <p:nvPr/>
        </p:nvSpPr>
        <p:spPr>
          <a:xfrm>
            <a:off x="10751819" y="4606513"/>
            <a:ext cx="198000" cy="155600"/>
          </a:xfrm>
          <a:prstGeom prst="stripedRightArrow">
            <a:avLst>
              <a:gd name="adj1" fmla="val 50000"/>
              <a:gd name="adj2" fmla="val 50000"/>
            </a:avLst>
          </a:prstGeom>
          <a:solidFill>
            <a:srgbClr val="869FB2"/>
          </a:solidFill>
          <a:ln>
            <a:noFill/>
          </a:ln>
        </p:spPr>
        <p:txBody>
          <a:bodyPr spcFirstLastPara="1" wrap="square" lIns="121900" tIns="121900" rIns="121900" bIns="121900" anchor="ctr" anchorCtr="0">
            <a:noAutofit/>
          </a:bodyPr>
          <a:lstStyle/>
          <a:p>
            <a:endParaRPr sz="2400"/>
          </a:p>
        </p:txBody>
      </p:sp>
      <p:sp>
        <p:nvSpPr>
          <p:cNvPr id="7139" name="Google Shape;7139;p75"/>
          <p:cNvSpPr/>
          <p:nvPr/>
        </p:nvSpPr>
        <p:spPr>
          <a:xfrm>
            <a:off x="9554637" y="3701096"/>
            <a:ext cx="157600" cy="1576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0" name="Google Shape;7140;p75"/>
          <p:cNvSpPr/>
          <p:nvPr/>
        </p:nvSpPr>
        <p:spPr>
          <a:xfrm flipH="1">
            <a:off x="9964459" y="3701096"/>
            <a:ext cx="157600" cy="1576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1" name="Google Shape;7141;p75"/>
          <p:cNvSpPr txBox="1">
            <a:spLocks noGrp="1"/>
          </p:cNvSpPr>
          <p:nvPr>
            <p:ph type="title" idx="4294967295"/>
          </p:nvPr>
        </p:nvSpPr>
        <p:spPr>
          <a:xfrm>
            <a:off x="1424133" y="1244600"/>
            <a:ext cx="9396400" cy="643200"/>
          </a:xfrm>
          <a:prstGeom prst="rect">
            <a:avLst/>
          </a:prstGeom>
        </p:spPr>
        <p:txBody>
          <a:bodyPr spcFirstLastPara="1" vert="horz" wrap="square" lIns="121900" tIns="121900" rIns="121900" bIns="121900" rtlCol="0" anchor="t" anchorCtr="0">
            <a:noAutofit/>
          </a:bodyPr>
          <a:lstStyle/>
          <a:p>
            <a:pPr algn="ctr">
              <a:spcBef>
                <a:spcPts val="0"/>
              </a:spcBef>
              <a:buClr>
                <a:schemeClr val="dk1"/>
              </a:buClr>
              <a:buSzPts val="1100"/>
            </a:pPr>
            <a:r>
              <a:rPr lang="en" dirty="0">
                <a:solidFill>
                  <a:schemeClr val="lt1"/>
                </a:solidFill>
                <a:latin typeface="Arial"/>
                <a:ea typeface="Arial"/>
                <a:cs typeface="Arial"/>
                <a:sym typeface="Arial"/>
              </a:rPr>
              <a:t>Use our editable graphic resources...</a:t>
            </a:r>
            <a:endParaRPr dirty="0">
              <a:solidFill>
                <a:schemeClr val="lt1"/>
              </a:solidFill>
              <a:latin typeface="Arial"/>
              <a:ea typeface="Arial"/>
              <a:cs typeface="Arial"/>
              <a:sym typeface="Arial"/>
            </a:endParaRPr>
          </a:p>
          <a:p>
            <a:pPr algn="ctr">
              <a:spcBef>
                <a:spcPts val="0"/>
              </a:spcBef>
              <a:buClr>
                <a:srgbClr val="000000"/>
              </a:buClr>
              <a:buSzPts val="1100"/>
            </a:pPr>
            <a:endParaRPr dirty="0">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7145"/>
        <p:cNvGrpSpPr/>
        <p:nvPr/>
      </p:nvGrpSpPr>
      <p:grpSpPr>
        <a:xfrm>
          <a:off x="0" y="0"/>
          <a:ext cx="0" cy="0"/>
          <a:chOff x="0" y="0"/>
          <a:chExt cx="0" cy="0"/>
        </a:xfrm>
      </p:grpSpPr>
      <p:grpSp>
        <p:nvGrpSpPr>
          <p:cNvPr id="7146" name="Google Shape;7146;p76"/>
          <p:cNvGrpSpPr/>
          <p:nvPr/>
        </p:nvGrpSpPr>
        <p:grpSpPr>
          <a:xfrm>
            <a:off x="4857268" y="1568987"/>
            <a:ext cx="2770909" cy="1822077"/>
            <a:chOff x="235800" y="830650"/>
            <a:chExt cx="6978450" cy="4588844"/>
          </a:xfrm>
        </p:grpSpPr>
        <p:sp>
          <p:nvSpPr>
            <p:cNvPr id="7147" name="Google Shape;7147;p76"/>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8" name="Google Shape;7148;p76"/>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9" name="Google Shape;7149;p76"/>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50" name="Google Shape;7150;p76"/>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51" name="Google Shape;7151;p76"/>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52" name="Google Shape;7152;p76"/>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7153" name="Google Shape;7153;p76"/>
          <p:cNvGrpSpPr/>
          <p:nvPr/>
        </p:nvGrpSpPr>
        <p:grpSpPr>
          <a:xfrm>
            <a:off x="984605" y="4010456"/>
            <a:ext cx="3497168" cy="1778053"/>
            <a:chOff x="238125" y="1038125"/>
            <a:chExt cx="7146800" cy="3633625"/>
          </a:xfrm>
        </p:grpSpPr>
        <p:sp>
          <p:nvSpPr>
            <p:cNvPr id="7154" name="Google Shape;7154;p76"/>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5" name="Google Shape;7155;p76"/>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6" name="Google Shape;7156;p76"/>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7" name="Google Shape;7157;p76"/>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8" name="Google Shape;7158;p76"/>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9" name="Google Shape;7159;p76"/>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0" name="Google Shape;7160;p76"/>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1" name="Google Shape;7161;p76"/>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2" name="Google Shape;7162;p76"/>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3" name="Google Shape;7163;p76"/>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4" name="Google Shape;7164;p76"/>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5" name="Google Shape;7165;p76"/>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6" name="Google Shape;7166;p76"/>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7" name="Google Shape;7167;p76"/>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8" name="Google Shape;7168;p76"/>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9" name="Google Shape;7169;p76"/>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0" name="Google Shape;7170;p76"/>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1" name="Google Shape;7171;p76"/>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2" name="Google Shape;7172;p76"/>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3" name="Google Shape;7173;p76"/>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4" name="Google Shape;7174;p76"/>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5" name="Google Shape;7175;p76"/>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6" name="Google Shape;7176;p76"/>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7" name="Google Shape;7177;p76"/>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8" name="Google Shape;7178;p76"/>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9" name="Google Shape;7179;p76"/>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0" name="Google Shape;7180;p76"/>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1" name="Google Shape;7181;p76"/>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2" name="Google Shape;7182;p76"/>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3" name="Google Shape;7183;p76"/>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4" name="Google Shape;7184;p76"/>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5" name="Google Shape;7185;p76"/>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6" name="Google Shape;7186;p76"/>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7" name="Google Shape;7187;p76"/>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8" name="Google Shape;7188;p76"/>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9" name="Google Shape;7189;p76"/>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0" name="Google Shape;7190;p76"/>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1" name="Google Shape;7191;p76"/>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2" name="Google Shape;7192;p76"/>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3" name="Google Shape;7193;p76"/>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4" name="Google Shape;7194;p76"/>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5" name="Google Shape;7195;p76"/>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6" name="Google Shape;7196;p76"/>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7" name="Google Shape;7197;p76"/>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8" name="Google Shape;7198;p76"/>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9" name="Google Shape;7199;p76"/>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0" name="Google Shape;7200;p76"/>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1" name="Google Shape;7201;p76"/>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2" name="Google Shape;7202;p76"/>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3" name="Google Shape;7203;p76"/>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4" name="Google Shape;7204;p76"/>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5" name="Google Shape;7205;p76"/>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6" name="Google Shape;7206;p76"/>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7" name="Google Shape;7207;p76"/>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8" name="Google Shape;7208;p76"/>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9" name="Google Shape;7209;p76"/>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0" name="Google Shape;7210;p76"/>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1" name="Google Shape;7211;p76"/>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2" name="Google Shape;7212;p76"/>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3" name="Google Shape;7213;p76"/>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4" name="Google Shape;7214;p76"/>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5" name="Google Shape;7215;p76"/>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6" name="Google Shape;7216;p76"/>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7" name="Google Shape;7217;p76"/>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8" name="Google Shape;7218;p76"/>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9" name="Google Shape;7219;p76"/>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0" name="Google Shape;7220;p76"/>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1" name="Google Shape;7221;p76"/>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2" name="Google Shape;7222;p76"/>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3" name="Google Shape;7223;p76"/>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4" name="Google Shape;7224;p76"/>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5" name="Google Shape;7225;p76"/>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6" name="Google Shape;7226;p76"/>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7" name="Google Shape;7227;p76"/>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8" name="Google Shape;7228;p76"/>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9" name="Google Shape;7229;p76"/>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0" name="Google Shape;7230;p76"/>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1" name="Google Shape;7231;p76"/>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2" name="Google Shape;7232;p76"/>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3" name="Google Shape;7233;p76"/>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4" name="Google Shape;7234;p76"/>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5" name="Google Shape;7235;p76"/>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6" name="Google Shape;7236;p76"/>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7" name="Google Shape;7237;p76"/>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8" name="Google Shape;7238;p76"/>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9" name="Google Shape;7239;p76"/>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0" name="Google Shape;7240;p76"/>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1" name="Google Shape;7241;p76"/>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2" name="Google Shape;7242;p76"/>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3" name="Google Shape;7243;p76"/>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4" name="Google Shape;7244;p76"/>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5" name="Google Shape;7245;p76"/>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6" name="Google Shape;7246;p76"/>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7" name="Google Shape;7247;p76"/>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8" name="Google Shape;7248;p76"/>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9" name="Google Shape;7249;p76"/>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0" name="Google Shape;7250;p76"/>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1" name="Google Shape;7251;p76"/>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2" name="Google Shape;7252;p76"/>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3" name="Google Shape;7253;p76"/>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4" name="Google Shape;7254;p76"/>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5" name="Google Shape;7255;p76"/>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6" name="Google Shape;7256;p76"/>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7" name="Google Shape;7257;p76"/>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8" name="Google Shape;7258;p76"/>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9" name="Google Shape;7259;p76"/>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0" name="Google Shape;7260;p76"/>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1" name="Google Shape;7261;p76"/>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2" name="Google Shape;7262;p76"/>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3" name="Google Shape;7263;p76"/>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4" name="Google Shape;7264;p76"/>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5" name="Google Shape;7265;p76"/>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6" name="Google Shape;7266;p76"/>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7" name="Google Shape;7267;p76"/>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8" name="Google Shape;7268;p76"/>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9" name="Google Shape;7269;p76"/>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0" name="Google Shape;7270;p76"/>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1" name="Google Shape;7271;p76"/>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2" name="Google Shape;7272;p76"/>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3" name="Google Shape;7273;p76"/>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4" name="Google Shape;7274;p76"/>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5" name="Google Shape;7275;p76"/>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6" name="Google Shape;7276;p76"/>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7" name="Google Shape;7277;p76"/>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8" name="Google Shape;7278;p76"/>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9" name="Google Shape;7279;p76"/>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0" name="Google Shape;7280;p76"/>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1" name="Google Shape;7281;p76"/>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2" name="Google Shape;7282;p76"/>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3" name="Google Shape;7283;p76"/>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4" name="Google Shape;7284;p76"/>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5" name="Google Shape;7285;p76"/>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6" name="Google Shape;7286;p76"/>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7" name="Google Shape;7287;p76"/>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8" name="Google Shape;7288;p76"/>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9" name="Google Shape;7289;p76"/>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0" name="Google Shape;7290;p76"/>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1" name="Google Shape;7291;p76"/>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2" name="Google Shape;7292;p76"/>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3" name="Google Shape;7293;p76"/>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4" name="Google Shape;7294;p76"/>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5" name="Google Shape;7295;p76"/>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6" name="Google Shape;7296;p76"/>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7" name="Google Shape;7297;p76"/>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8" name="Google Shape;7298;p76"/>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9" name="Google Shape;7299;p76"/>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0" name="Google Shape;7300;p76"/>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1" name="Google Shape;7301;p76"/>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2" name="Google Shape;7302;p76"/>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3" name="Google Shape;7303;p76"/>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4" name="Google Shape;7304;p76"/>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5" name="Google Shape;7305;p76"/>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6" name="Google Shape;7306;p76"/>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7" name="Google Shape;7307;p76"/>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8" name="Google Shape;7308;p76"/>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9" name="Google Shape;7309;p76"/>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0" name="Google Shape;7310;p76"/>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1" name="Google Shape;7311;p76"/>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2" name="Google Shape;7312;p76"/>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3" name="Google Shape;7313;p76"/>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4" name="Google Shape;7314;p76"/>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5" name="Google Shape;7315;p76"/>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6" name="Google Shape;7316;p76"/>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7" name="Google Shape;7317;p76"/>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8" name="Google Shape;7318;p76"/>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9" name="Google Shape;7319;p76"/>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0" name="Google Shape;7320;p76"/>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1" name="Google Shape;7321;p76"/>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2" name="Google Shape;7322;p76"/>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3" name="Google Shape;7323;p76"/>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4" name="Google Shape;7324;p76"/>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5" name="Google Shape;7325;p76"/>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6" name="Google Shape;7326;p76"/>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7" name="Google Shape;7327;p76"/>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8" name="Google Shape;7328;p76"/>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9" name="Google Shape;7329;p76"/>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0" name="Google Shape;7330;p76"/>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1" name="Google Shape;7331;p76"/>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2" name="Google Shape;7332;p76"/>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3" name="Google Shape;7333;p76"/>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4" name="Google Shape;7334;p76"/>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5" name="Google Shape;7335;p76"/>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6" name="Google Shape;7336;p76"/>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7" name="Google Shape;7337;p76"/>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8" name="Google Shape;7338;p76"/>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9" name="Google Shape;7339;p76"/>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0" name="Google Shape;7340;p76"/>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1" name="Google Shape;7341;p76"/>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2" name="Google Shape;7342;p76"/>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3" name="Google Shape;7343;p76"/>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4" name="Google Shape;7344;p76"/>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5" name="Google Shape;7345;p76"/>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6" name="Google Shape;7346;p76"/>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7" name="Google Shape;7347;p76"/>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8" name="Google Shape;7348;p76"/>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9" name="Google Shape;7349;p76"/>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0" name="Google Shape;7350;p76"/>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1" name="Google Shape;7351;p76"/>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2" name="Google Shape;7352;p76"/>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3" name="Google Shape;7353;p76"/>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4" name="Google Shape;7354;p76"/>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5" name="Google Shape;7355;p76"/>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6" name="Google Shape;7356;p76"/>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7" name="Google Shape;7357;p76"/>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8" name="Google Shape;7358;p76"/>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9" name="Google Shape;7359;p76"/>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0" name="Google Shape;7360;p76"/>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1" name="Google Shape;7361;p76"/>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2" name="Google Shape;7362;p76"/>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3" name="Google Shape;7363;p76"/>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4" name="Google Shape;7364;p76"/>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5" name="Google Shape;7365;p76"/>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6" name="Google Shape;7366;p76"/>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7" name="Google Shape;7367;p76"/>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8" name="Google Shape;7368;p76"/>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9" name="Google Shape;7369;p76"/>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0" name="Google Shape;7370;p76"/>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1" name="Google Shape;7371;p76"/>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2" name="Google Shape;7372;p76"/>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3" name="Google Shape;7373;p76"/>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4" name="Google Shape;7374;p76"/>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5" name="Google Shape;7375;p76"/>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6" name="Google Shape;7376;p76"/>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7" name="Google Shape;7377;p76"/>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8" name="Google Shape;7378;p76"/>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9" name="Google Shape;7379;p76"/>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0" name="Google Shape;7380;p76"/>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1" name="Google Shape;7381;p76"/>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2" name="Google Shape;7382;p76"/>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3" name="Google Shape;7383;p76"/>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4" name="Google Shape;7384;p76"/>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5" name="Google Shape;7385;p76"/>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6" name="Google Shape;7386;p76"/>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7" name="Google Shape;7387;p76"/>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8" name="Google Shape;7388;p76"/>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9" name="Google Shape;7389;p76"/>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0" name="Google Shape;7390;p76"/>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1" name="Google Shape;7391;p76"/>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2" name="Google Shape;7392;p76"/>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3" name="Google Shape;7393;p76"/>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4" name="Google Shape;7394;p76"/>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5" name="Google Shape;7395;p76"/>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6" name="Google Shape;7396;p76"/>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7" name="Google Shape;7397;p76"/>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8" name="Google Shape;7398;p76"/>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9" name="Google Shape;7399;p76"/>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0" name="Google Shape;7400;p76"/>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1" name="Google Shape;7401;p76"/>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2" name="Google Shape;7402;p76"/>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3" name="Google Shape;7403;p76"/>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4" name="Google Shape;7404;p76"/>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5" name="Google Shape;7405;p76"/>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6" name="Google Shape;7406;p76"/>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7" name="Google Shape;7407;p76"/>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8" name="Google Shape;7408;p76"/>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9" name="Google Shape;7409;p76"/>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0" name="Google Shape;7410;p76"/>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1" name="Google Shape;7411;p76"/>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2" name="Google Shape;7412;p76"/>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3" name="Google Shape;7413;p76"/>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4" name="Google Shape;7414;p76"/>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5" name="Google Shape;7415;p76"/>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6" name="Google Shape;7416;p76"/>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7" name="Google Shape;7417;p76"/>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8" name="Google Shape;7418;p76"/>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9" name="Google Shape;7419;p76"/>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0" name="Google Shape;7420;p76"/>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1" name="Google Shape;7421;p76"/>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2" name="Google Shape;7422;p76"/>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3" name="Google Shape;7423;p76"/>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4" name="Google Shape;7424;p76"/>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5" name="Google Shape;7425;p76"/>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6" name="Google Shape;7426;p76"/>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7" name="Google Shape;7427;p76"/>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8" name="Google Shape;7428;p76"/>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9" name="Google Shape;7429;p76"/>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0" name="Google Shape;7430;p76"/>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1" name="Google Shape;7431;p76"/>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2" name="Google Shape;7432;p76"/>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3" name="Google Shape;7433;p76"/>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4" name="Google Shape;7434;p76"/>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5" name="Google Shape;7435;p76"/>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6" name="Google Shape;7436;p76"/>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7" name="Google Shape;7437;p76"/>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8" name="Google Shape;7438;p76"/>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9" name="Google Shape;7439;p76"/>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0" name="Google Shape;7440;p76"/>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1" name="Google Shape;7441;p76"/>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2" name="Google Shape;7442;p76"/>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3" name="Google Shape;7443;p76"/>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4" name="Google Shape;7444;p76"/>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5" name="Google Shape;7445;p76"/>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6" name="Google Shape;7446;p76"/>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7" name="Google Shape;7447;p76"/>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8" name="Google Shape;7448;p76"/>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9" name="Google Shape;7449;p76"/>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0" name="Google Shape;7450;p76"/>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1" name="Google Shape;7451;p76"/>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2" name="Google Shape;7452;p76"/>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3" name="Google Shape;7453;p76"/>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4" name="Google Shape;7454;p76"/>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5" name="Google Shape;7455;p76"/>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6" name="Google Shape;7456;p76"/>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7" name="Google Shape;7457;p76"/>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8" name="Google Shape;7458;p76"/>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9" name="Google Shape;7459;p76"/>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0" name="Google Shape;7460;p76"/>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1" name="Google Shape;7461;p76"/>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2" name="Google Shape;7462;p76"/>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3" name="Google Shape;7463;p76"/>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4" name="Google Shape;7464;p76"/>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5" name="Google Shape;7465;p76"/>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6" name="Google Shape;7466;p76"/>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7" name="Google Shape;7467;p76"/>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8" name="Google Shape;7468;p76"/>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9" name="Google Shape;7469;p76"/>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0" name="Google Shape;7470;p76"/>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1" name="Google Shape;7471;p76"/>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2" name="Google Shape;7472;p76"/>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3" name="Google Shape;7473;p76"/>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4" name="Google Shape;7474;p76"/>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5" name="Google Shape;7475;p76"/>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6" name="Google Shape;7476;p76"/>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7" name="Google Shape;7477;p76"/>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8" name="Google Shape;7478;p76"/>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9" name="Google Shape;7479;p76"/>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0" name="Google Shape;7480;p76"/>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1" name="Google Shape;7481;p76"/>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2" name="Google Shape;7482;p76"/>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3" name="Google Shape;7483;p76"/>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4" name="Google Shape;7484;p76"/>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5" name="Google Shape;7485;p76"/>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6" name="Google Shape;7486;p76"/>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7" name="Google Shape;7487;p76"/>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8" name="Google Shape;7488;p76"/>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9" name="Google Shape;7489;p76"/>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0" name="Google Shape;7490;p76"/>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1" name="Google Shape;7491;p76"/>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2" name="Google Shape;7492;p76"/>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3" name="Google Shape;7493;p76"/>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4" name="Google Shape;7494;p76"/>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5" name="Google Shape;7495;p76"/>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6" name="Google Shape;7496;p76"/>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7" name="Google Shape;7497;p76"/>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8" name="Google Shape;7498;p76"/>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9" name="Google Shape;7499;p76"/>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0" name="Google Shape;7500;p76"/>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1" name="Google Shape;7501;p76"/>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2" name="Google Shape;7502;p76"/>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3" name="Google Shape;7503;p76"/>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4" name="Google Shape;7504;p76"/>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5" name="Google Shape;7505;p76"/>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6" name="Google Shape;7506;p76"/>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7" name="Google Shape;7507;p76"/>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8" name="Google Shape;7508;p76"/>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9" name="Google Shape;7509;p76"/>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0" name="Google Shape;7510;p76"/>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1" name="Google Shape;7511;p76"/>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2" name="Google Shape;7512;p76"/>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3" name="Google Shape;7513;p76"/>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4" name="Google Shape;7514;p76"/>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5" name="Google Shape;7515;p76"/>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6" name="Google Shape;7516;p76"/>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7" name="Google Shape;7517;p76"/>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8" name="Google Shape;7518;p76"/>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9" name="Google Shape;7519;p76"/>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0" name="Google Shape;7520;p76"/>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1" name="Google Shape;7521;p76"/>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2" name="Google Shape;7522;p76"/>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3" name="Google Shape;7523;p76"/>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4" name="Google Shape;7524;p76"/>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5" name="Google Shape;7525;p76"/>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6" name="Google Shape;7526;p76"/>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7" name="Google Shape;7527;p76"/>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8" name="Google Shape;7528;p76"/>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9" name="Google Shape;7529;p76"/>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0" name="Google Shape;7530;p76"/>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1" name="Google Shape;7531;p76"/>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2" name="Google Shape;7532;p76"/>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3" name="Google Shape;7533;p76"/>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4" name="Google Shape;7534;p76"/>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5" name="Google Shape;7535;p76"/>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6" name="Google Shape;7536;p76"/>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7" name="Google Shape;7537;p76"/>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8" name="Google Shape;7538;p76"/>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9" name="Google Shape;7539;p76"/>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0" name="Google Shape;7540;p76"/>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1" name="Google Shape;7541;p76"/>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2" name="Google Shape;7542;p76"/>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3" name="Google Shape;7543;p76"/>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4" name="Google Shape;7544;p76"/>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5" name="Google Shape;7545;p76"/>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6" name="Google Shape;7546;p76"/>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7" name="Google Shape;7547;p76"/>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8" name="Google Shape;7548;p76"/>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9" name="Google Shape;7549;p76"/>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0" name="Google Shape;7550;p76"/>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1" name="Google Shape;7551;p76"/>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2" name="Google Shape;7552;p76"/>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3" name="Google Shape;7553;p76"/>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4" name="Google Shape;7554;p76"/>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5" name="Google Shape;7555;p76"/>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6" name="Google Shape;7556;p76"/>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7" name="Google Shape;7557;p76"/>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8" name="Google Shape;7558;p76"/>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9" name="Google Shape;7559;p76"/>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0" name="Google Shape;7560;p76"/>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1" name="Google Shape;7561;p76"/>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2" name="Google Shape;7562;p76"/>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3" name="Google Shape;7563;p76"/>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4" name="Google Shape;7564;p76"/>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5" name="Google Shape;7565;p76"/>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6" name="Google Shape;7566;p76"/>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7" name="Google Shape;7567;p76"/>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8" name="Google Shape;7568;p76"/>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9" name="Google Shape;7569;p76"/>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0" name="Google Shape;7570;p76"/>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1" name="Google Shape;7571;p76"/>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2" name="Google Shape;7572;p76"/>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3" name="Google Shape;7573;p76"/>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4" name="Google Shape;7574;p76"/>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5" name="Google Shape;7575;p76"/>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6" name="Google Shape;7576;p76"/>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7" name="Google Shape;7577;p76"/>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8" name="Google Shape;7578;p76"/>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9" name="Google Shape;7579;p76"/>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0" name="Google Shape;7580;p76"/>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1" name="Google Shape;7581;p76"/>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2" name="Google Shape;7582;p76"/>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3" name="Google Shape;7583;p76"/>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4" name="Google Shape;7584;p76"/>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5" name="Google Shape;7585;p76"/>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6" name="Google Shape;7586;p76"/>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7" name="Google Shape;7587;p76"/>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8" name="Google Shape;7588;p76"/>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9" name="Google Shape;7589;p76"/>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0" name="Google Shape;7590;p76"/>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1" name="Google Shape;7591;p76"/>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2" name="Google Shape;7592;p76"/>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3" name="Google Shape;7593;p76"/>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4" name="Google Shape;7594;p76"/>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5" name="Google Shape;7595;p76"/>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6" name="Google Shape;7596;p76"/>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7" name="Google Shape;7597;p76"/>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8" name="Google Shape;7598;p76"/>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9" name="Google Shape;7599;p76"/>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0" name="Google Shape;7600;p76"/>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1" name="Google Shape;7601;p76"/>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2" name="Google Shape;7602;p76"/>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3" name="Google Shape;7603;p76"/>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4" name="Google Shape;7604;p76"/>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5" name="Google Shape;7605;p76"/>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6" name="Google Shape;7606;p76"/>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7" name="Google Shape;7607;p76"/>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8" name="Google Shape;7608;p76"/>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9" name="Google Shape;7609;p76"/>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0" name="Google Shape;7610;p76"/>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1" name="Google Shape;7611;p76"/>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2" name="Google Shape;7612;p76"/>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3" name="Google Shape;7613;p76"/>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4" name="Google Shape;7614;p76"/>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5" name="Google Shape;7615;p76"/>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6" name="Google Shape;7616;p76"/>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7" name="Google Shape;7617;p76"/>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8" name="Google Shape;7618;p76"/>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9" name="Google Shape;7619;p76"/>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0" name="Google Shape;7620;p76"/>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1" name="Google Shape;7621;p76"/>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2" name="Google Shape;7622;p76"/>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3" name="Google Shape;7623;p76"/>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4" name="Google Shape;7624;p76"/>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5" name="Google Shape;7625;p76"/>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6" name="Google Shape;7626;p76"/>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7" name="Google Shape;7627;p76"/>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8" name="Google Shape;7628;p76"/>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9" name="Google Shape;7629;p76"/>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0" name="Google Shape;7630;p76"/>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1" name="Google Shape;7631;p76"/>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2" name="Google Shape;7632;p76"/>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3" name="Google Shape;7633;p76"/>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4" name="Google Shape;7634;p76"/>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5" name="Google Shape;7635;p76"/>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6" name="Google Shape;7636;p76"/>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7" name="Google Shape;7637;p76"/>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8" name="Google Shape;7638;p76"/>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9" name="Google Shape;7639;p76"/>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0" name="Google Shape;7640;p76"/>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1" name="Google Shape;7641;p76"/>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2" name="Google Shape;7642;p76"/>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3" name="Google Shape;7643;p76"/>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4" name="Google Shape;7644;p76"/>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5" name="Google Shape;7645;p76"/>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6" name="Google Shape;7646;p76"/>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7" name="Google Shape;7647;p76"/>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8" name="Google Shape;7648;p76"/>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9" name="Google Shape;7649;p76"/>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0" name="Google Shape;7650;p76"/>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1" name="Google Shape;7651;p76"/>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2" name="Google Shape;7652;p76"/>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3" name="Google Shape;7653;p76"/>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4" name="Google Shape;7654;p76"/>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5" name="Google Shape;7655;p76"/>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6" name="Google Shape;7656;p76"/>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7" name="Google Shape;7657;p76"/>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8" name="Google Shape;7658;p76"/>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9" name="Google Shape;7659;p76"/>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0" name="Google Shape;7660;p76"/>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1" name="Google Shape;7661;p76"/>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2" name="Google Shape;7662;p76"/>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3" name="Google Shape;7663;p76"/>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4" name="Google Shape;7664;p76"/>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5" name="Google Shape;7665;p76"/>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6" name="Google Shape;7666;p76"/>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7" name="Google Shape;7667;p76"/>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8" name="Google Shape;7668;p76"/>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9" name="Google Shape;7669;p76"/>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0" name="Google Shape;7670;p76"/>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1" name="Google Shape;7671;p76"/>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2" name="Google Shape;7672;p76"/>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3" name="Google Shape;7673;p76"/>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4" name="Google Shape;7674;p76"/>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5" name="Google Shape;7675;p76"/>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6" name="Google Shape;7676;p76"/>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7" name="Google Shape;7677;p76"/>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8" name="Google Shape;7678;p76"/>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9" name="Google Shape;7679;p76"/>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0" name="Google Shape;7680;p76"/>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1" name="Google Shape;7681;p76"/>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2" name="Google Shape;7682;p76"/>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3" name="Google Shape;7683;p76"/>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4" name="Google Shape;7684;p76"/>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5" name="Google Shape;7685;p76"/>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6" name="Google Shape;7686;p76"/>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7" name="Google Shape;7687;p76"/>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8" name="Google Shape;7688;p76"/>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9" name="Google Shape;7689;p76"/>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0" name="Google Shape;7690;p76"/>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1" name="Google Shape;7691;p76"/>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2" name="Google Shape;7692;p76"/>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3" name="Google Shape;7693;p76"/>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4" name="Google Shape;7694;p76"/>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5" name="Google Shape;7695;p76"/>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6" name="Google Shape;7696;p76"/>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7" name="Google Shape;7697;p76"/>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8" name="Google Shape;7698;p76"/>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9" name="Google Shape;7699;p76"/>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0" name="Google Shape;7700;p76"/>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1" name="Google Shape;7701;p76"/>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2" name="Google Shape;7702;p76"/>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3" name="Google Shape;7703;p76"/>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4" name="Google Shape;7704;p76"/>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5" name="Google Shape;7705;p76"/>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6" name="Google Shape;7706;p76"/>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7" name="Google Shape;7707;p76"/>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8" name="Google Shape;7708;p76"/>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9" name="Google Shape;7709;p76"/>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0" name="Google Shape;7710;p76"/>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1" name="Google Shape;7711;p76"/>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2" name="Google Shape;7712;p76"/>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3" name="Google Shape;7713;p76"/>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4" name="Google Shape;7714;p76"/>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5" name="Google Shape;7715;p76"/>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6" name="Google Shape;7716;p76"/>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7" name="Google Shape;7717;p76"/>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8" name="Google Shape;7718;p76"/>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9" name="Google Shape;7719;p76"/>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0" name="Google Shape;7720;p76"/>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1" name="Google Shape;7721;p76"/>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2" name="Google Shape;7722;p76"/>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3" name="Google Shape;7723;p76"/>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4" name="Google Shape;7724;p76"/>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5" name="Google Shape;7725;p76"/>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6" name="Google Shape;7726;p76"/>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7" name="Google Shape;7727;p76"/>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8" name="Google Shape;7728;p76"/>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9" name="Google Shape;7729;p76"/>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0" name="Google Shape;7730;p76"/>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1" name="Google Shape;7731;p76"/>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2" name="Google Shape;7732;p76"/>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3" name="Google Shape;7733;p76"/>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4" name="Google Shape;7734;p76"/>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5" name="Google Shape;7735;p76"/>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6" name="Google Shape;7736;p76"/>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7" name="Google Shape;7737;p76"/>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8" name="Google Shape;7738;p76"/>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9" name="Google Shape;7739;p76"/>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0" name="Google Shape;7740;p76"/>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1" name="Google Shape;7741;p76"/>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2" name="Google Shape;7742;p76"/>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3" name="Google Shape;7743;p76"/>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4" name="Google Shape;7744;p76"/>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5" name="Google Shape;7745;p76"/>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6" name="Google Shape;7746;p76"/>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7" name="Google Shape;7747;p76"/>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8" name="Google Shape;7748;p76"/>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9" name="Google Shape;7749;p76"/>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0" name="Google Shape;7750;p76"/>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1" name="Google Shape;7751;p76"/>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2" name="Google Shape;7752;p76"/>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3" name="Google Shape;7753;p76"/>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4" name="Google Shape;7754;p76"/>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5" name="Google Shape;7755;p76"/>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6" name="Google Shape;7756;p76"/>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7" name="Google Shape;7757;p76"/>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8" name="Google Shape;7758;p76"/>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9" name="Google Shape;7759;p76"/>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0" name="Google Shape;7760;p76"/>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1" name="Google Shape;7761;p76"/>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2" name="Google Shape;7762;p76"/>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3" name="Google Shape;7763;p76"/>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4" name="Google Shape;7764;p76"/>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5" name="Google Shape;7765;p76"/>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6" name="Google Shape;7766;p76"/>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7" name="Google Shape;7767;p76"/>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8" name="Google Shape;7768;p76"/>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9" name="Google Shape;7769;p76"/>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0" name="Google Shape;7770;p76"/>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1" name="Google Shape;7771;p76"/>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2" name="Google Shape;7772;p76"/>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3" name="Google Shape;7773;p76"/>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4" name="Google Shape;7774;p76"/>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5" name="Google Shape;7775;p76"/>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6" name="Google Shape;7776;p76"/>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7" name="Google Shape;7777;p76"/>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8" name="Google Shape;7778;p76"/>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9" name="Google Shape;7779;p76"/>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0" name="Google Shape;7780;p76"/>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1" name="Google Shape;7781;p76"/>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2" name="Google Shape;7782;p76"/>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3" name="Google Shape;7783;p76"/>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4" name="Google Shape;7784;p76"/>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5" name="Google Shape;7785;p76"/>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6" name="Google Shape;7786;p76"/>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7" name="Google Shape;7787;p76"/>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8" name="Google Shape;7788;p76"/>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9" name="Google Shape;7789;p76"/>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0" name="Google Shape;7790;p76"/>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1" name="Google Shape;7791;p76"/>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2" name="Google Shape;7792;p76"/>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3" name="Google Shape;7793;p76"/>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4" name="Google Shape;7794;p76"/>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5" name="Google Shape;7795;p76"/>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6" name="Google Shape;7796;p76"/>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7" name="Google Shape;7797;p76"/>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8" name="Google Shape;7798;p76"/>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9" name="Google Shape;7799;p76"/>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0" name="Google Shape;7800;p76"/>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1" name="Google Shape;7801;p76"/>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2" name="Google Shape;7802;p76"/>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3" name="Google Shape;7803;p76"/>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4" name="Google Shape;7804;p76"/>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5" name="Google Shape;7805;p76"/>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6" name="Google Shape;7806;p76"/>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7" name="Google Shape;7807;p76"/>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8" name="Google Shape;7808;p76"/>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9" name="Google Shape;7809;p76"/>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0" name="Google Shape;7810;p76"/>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1" name="Google Shape;7811;p76"/>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2" name="Google Shape;7812;p76"/>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3" name="Google Shape;7813;p76"/>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4" name="Google Shape;7814;p76"/>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5" name="Google Shape;7815;p76"/>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6" name="Google Shape;7816;p76"/>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7" name="Google Shape;7817;p76"/>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8" name="Google Shape;7818;p76"/>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9" name="Google Shape;7819;p76"/>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0" name="Google Shape;7820;p76"/>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1" name="Google Shape;7821;p76"/>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2" name="Google Shape;7822;p76"/>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3" name="Google Shape;7823;p76"/>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4" name="Google Shape;7824;p76"/>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5" name="Google Shape;7825;p76"/>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6" name="Google Shape;7826;p76"/>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7" name="Google Shape;7827;p76"/>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8" name="Google Shape;7828;p76"/>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9" name="Google Shape;7829;p76"/>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0" name="Google Shape;7830;p76"/>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1" name="Google Shape;7831;p76"/>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2" name="Google Shape;7832;p76"/>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3" name="Google Shape;7833;p76"/>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4" name="Google Shape;7834;p76"/>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5" name="Google Shape;7835;p76"/>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6" name="Google Shape;7836;p76"/>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7" name="Google Shape;7837;p76"/>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8" name="Google Shape;7838;p76"/>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9" name="Google Shape;7839;p76"/>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0" name="Google Shape;7840;p76"/>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1" name="Google Shape;7841;p76"/>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2" name="Google Shape;7842;p76"/>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3" name="Google Shape;7843;p76"/>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4" name="Google Shape;7844;p76"/>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5" name="Google Shape;7845;p76"/>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6" name="Google Shape;7846;p76"/>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7" name="Google Shape;7847;p76"/>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8" name="Google Shape;7848;p76"/>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9" name="Google Shape;7849;p76"/>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0" name="Google Shape;7850;p76"/>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1" name="Google Shape;7851;p76"/>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2" name="Google Shape;7852;p76"/>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3" name="Google Shape;7853;p76"/>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4" name="Google Shape;7854;p76"/>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5" name="Google Shape;7855;p76"/>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6" name="Google Shape;7856;p76"/>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7" name="Google Shape;7857;p76"/>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8" name="Google Shape;7858;p76"/>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9" name="Google Shape;7859;p76"/>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0" name="Google Shape;7860;p76"/>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1" name="Google Shape;7861;p76"/>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2" name="Google Shape;7862;p76"/>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3" name="Google Shape;7863;p76"/>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4" name="Google Shape;7864;p76"/>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5" name="Google Shape;7865;p76"/>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6" name="Google Shape;7866;p76"/>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7" name="Google Shape;7867;p76"/>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8" name="Google Shape;7868;p76"/>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9" name="Google Shape;7869;p76"/>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0" name="Google Shape;7870;p76"/>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1" name="Google Shape;7871;p76"/>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2" name="Google Shape;7872;p76"/>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3" name="Google Shape;7873;p76"/>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4" name="Google Shape;7874;p76"/>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5" name="Google Shape;7875;p76"/>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6" name="Google Shape;7876;p76"/>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7" name="Google Shape;7877;p76"/>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8" name="Google Shape;7878;p76"/>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9" name="Google Shape;7879;p76"/>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0" name="Google Shape;7880;p76"/>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1" name="Google Shape;7881;p76"/>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2" name="Google Shape;7882;p76"/>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3" name="Google Shape;7883;p76"/>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4" name="Google Shape;7884;p76"/>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5" name="Google Shape;7885;p76"/>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6" name="Google Shape;7886;p76"/>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7" name="Google Shape;7887;p76"/>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8" name="Google Shape;7888;p76"/>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9" name="Google Shape;7889;p76"/>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0" name="Google Shape;7890;p76"/>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1" name="Google Shape;7891;p76"/>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2" name="Google Shape;7892;p76"/>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3" name="Google Shape;7893;p76"/>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4" name="Google Shape;7894;p76"/>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5" name="Google Shape;7895;p76"/>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6" name="Google Shape;7896;p76"/>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7" name="Google Shape;7897;p76"/>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8" name="Google Shape;7898;p76"/>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9" name="Google Shape;7899;p76"/>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0" name="Google Shape;7900;p76"/>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1" name="Google Shape;7901;p76"/>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2" name="Google Shape;7902;p76"/>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3" name="Google Shape;7903;p76"/>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4" name="Google Shape;7904;p76"/>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5" name="Google Shape;7905;p76"/>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6" name="Google Shape;7906;p76"/>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7" name="Google Shape;7907;p76"/>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8" name="Google Shape;7908;p76"/>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9" name="Google Shape;7909;p76"/>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0" name="Google Shape;7910;p76"/>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1" name="Google Shape;7911;p76"/>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2" name="Google Shape;7912;p76"/>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3" name="Google Shape;7913;p76"/>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4" name="Google Shape;7914;p76"/>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5" name="Google Shape;7915;p76"/>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6" name="Google Shape;7916;p76"/>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7" name="Google Shape;7917;p76"/>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8" name="Google Shape;7918;p76"/>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9" name="Google Shape;7919;p76"/>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0" name="Google Shape;7920;p76"/>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1" name="Google Shape;7921;p76"/>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2" name="Google Shape;7922;p76"/>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3" name="Google Shape;7923;p76"/>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4" name="Google Shape;7924;p76"/>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5" name="Google Shape;7925;p76"/>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6" name="Google Shape;7926;p76"/>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7" name="Google Shape;7927;p76"/>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8" name="Google Shape;7928;p76"/>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9" name="Google Shape;7929;p76"/>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0" name="Google Shape;7930;p76"/>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1" name="Google Shape;7931;p76"/>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2" name="Google Shape;7932;p76"/>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3" name="Google Shape;7933;p76"/>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4" name="Google Shape;7934;p76"/>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5" name="Google Shape;7935;p76"/>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6" name="Google Shape;7936;p76"/>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7" name="Google Shape;7937;p76"/>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8" name="Google Shape;7938;p76"/>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9" name="Google Shape;7939;p76"/>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0" name="Google Shape;7940;p76"/>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1" name="Google Shape;7941;p76"/>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2" name="Google Shape;7942;p76"/>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3" name="Google Shape;7943;p76"/>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4" name="Google Shape;7944;p76"/>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5" name="Google Shape;7945;p76"/>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6" name="Google Shape;7946;p76"/>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7" name="Google Shape;7947;p76"/>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8" name="Google Shape;7948;p76"/>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9" name="Google Shape;7949;p76"/>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0" name="Google Shape;7950;p76"/>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1" name="Google Shape;7951;p76"/>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2" name="Google Shape;7952;p76"/>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3" name="Google Shape;7953;p76"/>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4" name="Google Shape;7954;p76"/>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5" name="Google Shape;7955;p76"/>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6" name="Google Shape;7956;p76"/>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7" name="Google Shape;7957;p76"/>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8" name="Google Shape;7958;p76"/>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9" name="Google Shape;7959;p76"/>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0" name="Google Shape;7960;p76"/>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1" name="Google Shape;7961;p76"/>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2" name="Google Shape;7962;p76"/>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3" name="Google Shape;7963;p76"/>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4" name="Google Shape;7964;p76"/>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5" name="Google Shape;7965;p76"/>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6" name="Google Shape;7966;p76"/>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7" name="Google Shape;7967;p76"/>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8" name="Google Shape;7968;p76"/>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9" name="Google Shape;7969;p76"/>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0" name="Google Shape;7970;p76"/>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1" name="Google Shape;7971;p76"/>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2" name="Google Shape;7972;p76"/>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3" name="Google Shape;7973;p76"/>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4" name="Google Shape;7974;p76"/>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5" name="Google Shape;7975;p76"/>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6" name="Google Shape;7976;p76"/>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7" name="Google Shape;7977;p76"/>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8" name="Google Shape;7978;p76"/>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9" name="Google Shape;7979;p76"/>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0" name="Google Shape;7980;p76"/>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1" name="Google Shape;7981;p76"/>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2" name="Google Shape;7982;p76"/>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3" name="Google Shape;7983;p76"/>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4" name="Google Shape;7984;p76"/>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5" name="Google Shape;7985;p76"/>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6" name="Google Shape;7986;p76"/>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7" name="Google Shape;7987;p76"/>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8" name="Google Shape;7988;p76"/>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9" name="Google Shape;7989;p76"/>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0" name="Google Shape;7990;p76"/>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1" name="Google Shape;7991;p76"/>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2" name="Google Shape;7992;p76"/>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3" name="Google Shape;7993;p76"/>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4" name="Google Shape;7994;p76"/>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5" name="Google Shape;7995;p76"/>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6" name="Google Shape;7996;p76"/>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7" name="Google Shape;7997;p76"/>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8" name="Google Shape;7998;p76"/>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9" name="Google Shape;7999;p76"/>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0" name="Google Shape;8000;p76"/>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1" name="Google Shape;8001;p76"/>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2" name="Google Shape;8002;p76"/>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3" name="Google Shape;8003;p76"/>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4" name="Google Shape;8004;p76"/>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5" name="Google Shape;8005;p76"/>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6" name="Google Shape;8006;p76"/>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7" name="Google Shape;8007;p76"/>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8" name="Google Shape;8008;p76"/>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9" name="Google Shape;8009;p76"/>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0" name="Google Shape;8010;p76"/>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1" name="Google Shape;8011;p76"/>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2" name="Google Shape;8012;p76"/>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3" name="Google Shape;8013;p76"/>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4" name="Google Shape;8014;p76"/>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5" name="Google Shape;8015;p76"/>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6" name="Google Shape;8016;p76"/>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7" name="Google Shape;8017;p76"/>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8" name="Google Shape;8018;p76"/>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9" name="Google Shape;8019;p76"/>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0" name="Google Shape;8020;p76"/>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1" name="Google Shape;8021;p76"/>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2" name="Google Shape;8022;p76"/>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3" name="Google Shape;8023;p76"/>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4" name="Google Shape;8024;p76"/>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5" name="Google Shape;8025;p76"/>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6" name="Google Shape;8026;p76"/>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7" name="Google Shape;8027;p76"/>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8" name="Google Shape;8028;p76"/>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9" name="Google Shape;8029;p76"/>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0" name="Google Shape;8030;p76"/>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1" name="Google Shape;8031;p76"/>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2" name="Google Shape;8032;p76"/>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3" name="Google Shape;8033;p76"/>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4" name="Google Shape;8034;p76"/>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5" name="Google Shape;8035;p76"/>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6" name="Google Shape;8036;p76"/>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7" name="Google Shape;8037;p76"/>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8" name="Google Shape;8038;p76"/>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9" name="Google Shape;8039;p76"/>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0" name="Google Shape;8040;p76"/>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1" name="Google Shape;8041;p76"/>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2" name="Google Shape;8042;p76"/>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3" name="Google Shape;8043;p76"/>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4" name="Google Shape;8044;p76"/>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5" name="Google Shape;8045;p76"/>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6" name="Google Shape;8046;p76"/>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7" name="Google Shape;8047;p76"/>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8" name="Google Shape;8048;p76"/>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9" name="Google Shape;8049;p76"/>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0" name="Google Shape;8050;p76"/>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1" name="Google Shape;8051;p76"/>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2" name="Google Shape;8052;p76"/>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3" name="Google Shape;8053;p76"/>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4" name="Google Shape;8054;p76"/>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5" name="Google Shape;8055;p76"/>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6" name="Google Shape;8056;p76"/>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7" name="Google Shape;8057;p76"/>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8" name="Google Shape;8058;p76"/>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9" name="Google Shape;8059;p76"/>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0" name="Google Shape;8060;p76"/>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1" name="Google Shape;8061;p76"/>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2" name="Google Shape;8062;p76"/>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3" name="Google Shape;8063;p76"/>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4" name="Google Shape;8064;p76"/>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5" name="Google Shape;8065;p76"/>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6" name="Google Shape;8066;p76"/>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7" name="Google Shape;8067;p76"/>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8" name="Google Shape;8068;p76"/>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9" name="Google Shape;8069;p76"/>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0" name="Google Shape;8070;p76"/>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1" name="Google Shape;8071;p76"/>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2" name="Google Shape;8072;p76"/>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3" name="Google Shape;8073;p76"/>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4" name="Google Shape;8074;p76"/>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5" name="Google Shape;8075;p76"/>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6" name="Google Shape;8076;p76"/>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7" name="Google Shape;8077;p76"/>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8" name="Google Shape;8078;p76"/>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9" name="Google Shape;8079;p76"/>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0" name="Google Shape;8080;p76"/>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1" name="Google Shape;8081;p76"/>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2" name="Google Shape;8082;p76"/>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3" name="Google Shape;8083;p76"/>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4" name="Google Shape;8084;p76"/>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5" name="Google Shape;8085;p76"/>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6" name="Google Shape;8086;p76"/>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7" name="Google Shape;8087;p76"/>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8" name="Google Shape;8088;p76"/>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9" name="Google Shape;8089;p76"/>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0" name="Google Shape;8090;p76"/>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1" name="Google Shape;8091;p76"/>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2" name="Google Shape;8092;p76"/>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3" name="Google Shape;8093;p76"/>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4" name="Google Shape;8094;p76"/>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5" name="Google Shape;8095;p76"/>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6" name="Google Shape;8096;p76"/>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7" name="Google Shape;8097;p76"/>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8" name="Google Shape;8098;p76"/>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9" name="Google Shape;8099;p76"/>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0" name="Google Shape;8100;p76"/>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1" name="Google Shape;8101;p76"/>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2" name="Google Shape;8102;p76"/>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3" name="Google Shape;8103;p76"/>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4" name="Google Shape;8104;p76"/>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5" name="Google Shape;8105;p76"/>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6" name="Google Shape;8106;p76"/>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7" name="Google Shape;8107;p76"/>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8" name="Google Shape;8108;p76"/>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9" name="Google Shape;8109;p76"/>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0" name="Google Shape;8110;p76"/>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1" name="Google Shape;8111;p76"/>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2" name="Google Shape;8112;p76"/>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3" name="Google Shape;8113;p76"/>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4" name="Google Shape;8114;p76"/>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5" name="Google Shape;8115;p76"/>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6" name="Google Shape;8116;p76"/>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7" name="Google Shape;8117;p76"/>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8" name="Google Shape;8118;p76"/>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9" name="Google Shape;8119;p76"/>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0" name="Google Shape;8120;p76"/>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1" name="Google Shape;8121;p76"/>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2" name="Google Shape;8122;p76"/>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3" name="Google Shape;8123;p76"/>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4" name="Google Shape;8124;p76"/>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5" name="Google Shape;8125;p76"/>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6" name="Google Shape;8126;p76"/>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7" name="Google Shape;8127;p76"/>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8" name="Google Shape;8128;p76"/>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9" name="Google Shape;8129;p76"/>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0" name="Google Shape;8130;p76"/>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1" name="Google Shape;8131;p76"/>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2" name="Google Shape;8132;p76"/>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3" name="Google Shape;8133;p76"/>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4" name="Google Shape;8134;p76"/>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5" name="Google Shape;8135;p76"/>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6" name="Google Shape;8136;p76"/>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7" name="Google Shape;8137;p76"/>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8" name="Google Shape;8138;p76"/>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9" name="Google Shape;8139;p76"/>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0" name="Google Shape;8140;p76"/>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1" name="Google Shape;8141;p76"/>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2" name="Google Shape;8142;p76"/>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3" name="Google Shape;8143;p76"/>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4" name="Google Shape;8144;p76"/>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5" name="Google Shape;8145;p76"/>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6" name="Google Shape;8146;p76"/>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7" name="Google Shape;8147;p76"/>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8" name="Google Shape;8148;p76"/>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9" name="Google Shape;8149;p76"/>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0" name="Google Shape;8150;p76"/>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1" name="Google Shape;8151;p76"/>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2" name="Google Shape;8152;p76"/>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3" name="Google Shape;8153;p76"/>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4" name="Google Shape;8154;p76"/>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5" name="Google Shape;8155;p76"/>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6" name="Google Shape;8156;p76"/>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7" name="Google Shape;8157;p76"/>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8" name="Google Shape;8158;p76"/>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9" name="Google Shape;8159;p76"/>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0" name="Google Shape;8160;p76"/>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1" name="Google Shape;8161;p76"/>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2" name="Google Shape;8162;p76"/>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3" name="Google Shape;8163;p76"/>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4" name="Google Shape;8164;p76"/>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5" name="Google Shape;8165;p76"/>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6" name="Google Shape;8166;p76"/>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7" name="Google Shape;8167;p76"/>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8" name="Google Shape;8168;p76"/>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9" name="Google Shape;8169;p76"/>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0" name="Google Shape;8170;p76"/>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1" name="Google Shape;8171;p76"/>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2" name="Google Shape;8172;p76"/>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3" name="Google Shape;8173;p76"/>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4" name="Google Shape;8174;p76"/>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5" name="Google Shape;8175;p76"/>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6" name="Google Shape;8176;p76"/>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7" name="Google Shape;8177;p76"/>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8" name="Google Shape;8178;p76"/>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9" name="Google Shape;8179;p76"/>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0" name="Google Shape;8180;p76"/>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1" name="Google Shape;8181;p76"/>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2" name="Google Shape;8182;p76"/>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3" name="Google Shape;8183;p76"/>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4" name="Google Shape;8184;p76"/>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5" name="Google Shape;8185;p76"/>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6" name="Google Shape;8186;p76"/>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7" name="Google Shape;8187;p76"/>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8" name="Google Shape;8188;p76"/>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9" name="Google Shape;8189;p76"/>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0" name="Google Shape;8190;p76"/>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1" name="Google Shape;8191;p76"/>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2" name="Google Shape;8192;p76"/>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3" name="Google Shape;8193;p76"/>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4" name="Google Shape;8194;p76"/>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5" name="Google Shape;8195;p76"/>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6" name="Google Shape;8196;p76"/>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7" name="Google Shape;8197;p76"/>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8" name="Google Shape;8198;p76"/>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9" name="Google Shape;8199;p76"/>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0" name="Google Shape;8200;p76"/>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1" name="Google Shape;8201;p76"/>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2" name="Google Shape;8202;p76"/>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3" name="Google Shape;8203;p76"/>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4" name="Google Shape;8204;p76"/>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5" name="Google Shape;8205;p76"/>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6" name="Google Shape;8206;p76"/>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7" name="Google Shape;8207;p76"/>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8" name="Google Shape;8208;p76"/>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9" name="Google Shape;8209;p76"/>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0" name="Google Shape;8210;p76"/>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1" name="Google Shape;8211;p76"/>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2" name="Google Shape;8212;p76"/>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3" name="Google Shape;8213;p76"/>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4" name="Google Shape;8214;p76"/>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5" name="Google Shape;8215;p76"/>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6" name="Google Shape;8216;p76"/>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7" name="Google Shape;8217;p76"/>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8" name="Google Shape;8218;p76"/>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9" name="Google Shape;8219;p76"/>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0" name="Google Shape;8220;p76"/>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1" name="Google Shape;8221;p76"/>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2" name="Google Shape;8222;p76"/>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3" name="Google Shape;8223;p76"/>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4" name="Google Shape;8224;p76"/>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5" name="Google Shape;8225;p76"/>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6" name="Google Shape;8226;p76"/>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7" name="Google Shape;8227;p76"/>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8" name="Google Shape;8228;p76"/>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9" name="Google Shape;8229;p76"/>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0" name="Google Shape;8230;p76"/>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1" name="Google Shape;8231;p76"/>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2" name="Google Shape;8232;p76"/>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3" name="Google Shape;8233;p76"/>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4" name="Google Shape;8234;p76"/>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5" name="Google Shape;8235;p76"/>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6" name="Google Shape;8236;p76"/>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7" name="Google Shape;8237;p76"/>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8" name="Google Shape;8238;p76"/>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9" name="Google Shape;8239;p76"/>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0" name="Google Shape;8240;p76"/>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1" name="Google Shape;8241;p76"/>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2" name="Google Shape;8242;p76"/>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3" name="Google Shape;8243;p76"/>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4" name="Google Shape;8244;p76"/>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5" name="Google Shape;8245;p76"/>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6" name="Google Shape;8246;p76"/>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7" name="Google Shape;8247;p76"/>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8" name="Google Shape;8248;p76"/>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9" name="Google Shape;8249;p76"/>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0" name="Google Shape;8250;p76"/>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1" name="Google Shape;8251;p76"/>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2" name="Google Shape;8252;p76"/>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3" name="Google Shape;8253;p76"/>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4" name="Google Shape;8254;p76"/>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5" name="Google Shape;8255;p76"/>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6" name="Google Shape;8256;p76"/>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7" name="Google Shape;8257;p76"/>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8" name="Google Shape;8258;p76"/>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9" name="Google Shape;8259;p76"/>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0" name="Google Shape;8260;p76"/>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1" name="Google Shape;8261;p76"/>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2" name="Google Shape;8262;p76"/>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3" name="Google Shape;8263;p76"/>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4" name="Google Shape;8264;p76"/>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5" name="Google Shape;8265;p76"/>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6" name="Google Shape;8266;p76"/>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7" name="Google Shape;8267;p76"/>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8" name="Google Shape;8268;p76"/>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9" name="Google Shape;8269;p76"/>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0" name="Google Shape;8270;p76"/>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1" name="Google Shape;8271;p76"/>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2" name="Google Shape;8272;p76"/>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3" name="Google Shape;8273;p76"/>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4" name="Google Shape;8274;p76"/>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5" name="Google Shape;8275;p76"/>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6" name="Google Shape;8276;p76"/>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7" name="Google Shape;8277;p76"/>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8" name="Google Shape;8278;p76"/>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9" name="Google Shape;8279;p76"/>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0" name="Google Shape;8280;p76"/>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1" name="Google Shape;8281;p76"/>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2" name="Google Shape;8282;p76"/>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3" name="Google Shape;8283;p76"/>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4" name="Google Shape;8284;p76"/>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5" name="Google Shape;8285;p76"/>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6" name="Google Shape;8286;p76"/>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7" name="Google Shape;8287;p76"/>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8" name="Google Shape;8288;p76"/>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9" name="Google Shape;8289;p76"/>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0" name="Google Shape;8290;p76"/>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1" name="Google Shape;8291;p76"/>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2" name="Google Shape;8292;p76"/>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3" name="Google Shape;8293;p76"/>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4" name="Google Shape;8294;p76"/>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5" name="Google Shape;8295;p76"/>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6" name="Google Shape;8296;p76"/>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7" name="Google Shape;8297;p76"/>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8" name="Google Shape;8298;p76"/>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9" name="Google Shape;8299;p76"/>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0" name="Google Shape;8300;p76"/>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1" name="Google Shape;8301;p76"/>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2" name="Google Shape;8302;p76"/>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3" name="Google Shape;8303;p76"/>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4" name="Google Shape;8304;p76"/>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5" name="Google Shape;8305;p76"/>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6" name="Google Shape;8306;p76"/>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7" name="Google Shape;8307;p76"/>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8" name="Google Shape;8308;p76"/>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9" name="Google Shape;8309;p76"/>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0" name="Google Shape;8310;p76"/>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1" name="Google Shape;8311;p76"/>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2" name="Google Shape;8312;p76"/>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3" name="Google Shape;8313;p76"/>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4" name="Google Shape;8314;p76"/>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5" name="Google Shape;8315;p76"/>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6" name="Google Shape;8316;p76"/>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7" name="Google Shape;8317;p76"/>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8" name="Google Shape;8318;p76"/>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9" name="Google Shape;8319;p76"/>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0" name="Google Shape;8320;p76"/>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1" name="Google Shape;8321;p76"/>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2" name="Google Shape;8322;p76"/>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3" name="Google Shape;8323;p76"/>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4" name="Google Shape;8324;p76"/>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5" name="Google Shape;8325;p76"/>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6" name="Google Shape;8326;p76"/>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7" name="Google Shape;8327;p76"/>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8" name="Google Shape;8328;p76"/>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9" name="Google Shape;8329;p76"/>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0" name="Google Shape;8330;p76"/>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1" name="Google Shape;8331;p76"/>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2" name="Google Shape;8332;p76"/>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3" name="Google Shape;8333;p76"/>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4" name="Google Shape;8334;p76"/>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5" name="Google Shape;8335;p76"/>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6" name="Google Shape;8336;p76"/>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7" name="Google Shape;8337;p76"/>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8" name="Google Shape;8338;p76"/>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9" name="Google Shape;8339;p76"/>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0" name="Google Shape;8340;p76"/>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1" name="Google Shape;8341;p76"/>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2" name="Google Shape;8342;p76"/>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3" name="Google Shape;8343;p76"/>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4" name="Google Shape;8344;p76"/>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5" name="Google Shape;8345;p76"/>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6" name="Google Shape;8346;p76"/>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7" name="Google Shape;8347;p76"/>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8" name="Google Shape;8348;p76"/>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9" name="Google Shape;8349;p76"/>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0" name="Google Shape;8350;p76"/>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1" name="Google Shape;8351;p76"/>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2" name="Google Shape;8352;p76"/>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3" name="Google Shape;8353;p76"/>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4" name="Google Shape;8354;p76"/>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5" name="Google Shape;8355;p76"/>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6" name="Google Shape;8356;p76"/>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7" name="Google Shape;8357;p76"/>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8" name="Google Shape;8358;p76"/>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9" name="Google Shape;8359;p76"/>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0" name="Google Shape;8360;p76"/>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1" name="Google Shape;8361;p76"/>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2" name="Google Shape;8362;p76"/>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3" name="Google Shape;8363;p76"/>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4" name="Google Shape;8364;p76"/>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5" name="Google Shape;8365;p76"/>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6" name="Google Shape;8366;p76"/>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7" name="Google Shape;8367;p76"/>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8" name="Google Shape;8368;p76"/>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9" name="Google Shape;8369;p76"/>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0" name="Google Shape;8370;p76"/>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1" name="Google Shape;8371;p76"/>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2" name="Google Shape;8372;p76"/>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3" name="Google Shape;8373;p76"/>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4" name="Google Shape;8374;p76"/>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5" name="Google Shape;8375;p76"/>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6" name="Google Shape;8376;p76"/>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7" name="Google Shape;8377;p76"/>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8" name="Google Shape;8378;p76"/>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9" name="Google Shape;8379;p76"/>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0" name="Google Shape;8380;p76"/>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1" name="Google Shape;8381;p76"/>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2" name="Google Shape;8382;p76"/>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3" name="Google Shape;8383;p76"/>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4" name="Google Shape;8384;p76"/>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5" name="Google Shape;8385;p76"/>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6" name="Google Shape;8386;p76"/>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7" name="Google Shape;8387;p76"/>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8" name="Google Shape;8388;p76"/>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9" name="Google Shape;8389;p76"/>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0" name="Google Shape;8390;p76"/>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1" name="Google Shape;8391;p76"/>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2" name="Google Shape;8392;p76"/>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3" name="Google Shape;8393;p76"/>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4" name="Google Shape;8394;p76"/>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5" name="Google Shape;8395;p76"/>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6" name="Google Shape;8396;p76"/>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7" name="Google Shape;8397;p76"/>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8" name="Google Shape;8398;p76"/>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9" name="Google Shape;8399;p76"/>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0" name="Google Shape;8400;p76"/>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1" name="Google Shape;8401;p76"/>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2" name="Google Shape;8402;p76"/>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3" name="Google Shape;8403;p76"/>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4" name="Google Shape;8404;p76"/>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5" name="Google Shape;8405;p76"/>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6" name="Google Shape;8406;p76"/>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7" name="Google Shape;8407;p76"/>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8" name="Google Shape;8408;p76"/>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9" name="Google Shape;8409;p76"/>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0" name="Google Shape;8410;p76"/>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1" name="Google Shape;8411;p76"/>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2" name="Google Shape;8412;p76"/>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3" name="Google Shape;8413;p76"/>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4" name="Google Shape;8414;p76"/>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5" name="Google Shape;8415;p76"/>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6" name="Google Shape;8416;p76"/>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7" name="Google Shape;8417;p76"/>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8" name="Google Shape;8418;p76"/>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9" name="Google Shape;8419;p76"/>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0" name="Google Shape;8420;p76"/>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1" name="Google Shape;8421;p76"/>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2" name="Google Shape;8422;p76"/>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3" name="Google Shape;8423;p76"/>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4" name="Google Shape;8424;p76"/>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5" name="Google Shape;8425;p76"/>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6" name="Google Shape;8426;p76"/>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7" name="Google Shape;8427;p76"/>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8" name="Google Shape;8428;p76"/>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9" name="Google Shape;8429;p76"/>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0" name="Google Shape;8430;p76"/>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1" name="Google Shape;8431;p76"/>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2" name="Google Shape;8432;p76"/>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3" name="Google Shape;8433;p76"/>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4" name="Google Shape;8434;p76"/>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5" name="Google Shape;8435;p76"/>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6" name="Google Shape;8436;p76"/>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7" name="Google Shape;8437;p76"/>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8" name="Google Shape;8438;p76"/>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9" name="Google Shape;8439;p76"/>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0" name="Google Shape;8440;p76"/>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1" name="Google Shape;8441;p76"/>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2" name="Google Shape;8442;p76"/>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3" name="Google Shape;8443;p76"/>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4" name="Google Shape;8444;p76"/>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5" name="Google Shape;8445;p76"/>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6" name="Google Shape;8446;p76"/>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7" name="Google Shape;8447;p76"/>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8" name="Google Shape;8448;p76"/>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9" name="Google Shape;8449;p76"/>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0" name="Google Shape;8450;p76"/>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1" name="Google Shape;8451;p76"/>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2" name="Google Shape;8452;p76"/>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3" name="Google Shape;8453;p76"/>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4" name="Google Shape;8454;p76"/>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5" name="Google Shape;8455;p76"/>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6" name="Google Shape;8456;p76"/>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7" name="Google Shape;8457;p76"/>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8" name="Google Shape;8458;p76"/>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9" name="Google Shape;8459;p76"/>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0" name="Google Shape;8460;p76"/>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1" name="Google Shape;8461;p76"/>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2" name="Google Shape;8462;p76"/>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3" name="Google Shape;8463;p76"/>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4" name="Google Shape;8464;p76"/>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5" name="Google Shape;8465;p76"/>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6" name="Google Shape;8466;p76"/>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7" name="Google Shape;8467;p76"/>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8" name="Google Shape;8468;p76"/>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9" name="Google Shape;8469;p76"/>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0" name="Google Shape;8470;p76"/>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1" name="Google Shape;8471;p76"/>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2" name="Google Shape;8472;p76"/>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3" name="Google Shape;8473;p76"/>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4" name="Google Shape;8474;p76"/>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5" name="Google Shape;8475;p76"/>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6" name="Google Shape;8476;p76"/>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7" name="Google Shape;8477;p76"/>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8" name="Google Shape;8478;p76"/>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9" name="Google Shape;8479;p76"/>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0" name="Google Shape;8480;p76"/>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1" name="Google Shape;8481;p76"/>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2" name="Google Shape;8482;p76"/>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3" name="Google Shape;8483;p76"/>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4" name="Google Shape;8484;p76"/>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5" name="Google Shape;8485;p76"/>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6" name="Google Shape;8486;p76"/>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7" name="Google Shape;8487;p76"/>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8" name="Google Shape;8488;p76"/>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9" name="Google Shape;8489;p76"/>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0" name="Google Shape;8490;p76"/>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1" name="Google Shape;8491;p76"/>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2" name="Google Shape;8492;p76"/>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3" name="Google Shape;8493;p76"/>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4" name="Google Shape;8494;p76"/>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5" name="Google Shape;8495;p76"/>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6" name="Google Shape;8496;p76"/>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7" name="Google Shape;8497;p76"/>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8" name="Google Shape;8498;p76"/>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9" name="Google Shape;8499;p76"/>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0" name="Google Shape;8500;p76"/>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1" name="Google Shape;8501;p76"/>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2" name="Google Shape;8502;p76"/>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3" name="Google Shape;8503;p76"/>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4" name="Google Shape;8504;p76"/>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5" name="Google Shape;8505;p76"/>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6" name="Google Shape;8506;p76"/>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7" name="Google Shape;8507;p76"/>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8" name="Google Shape;8508;p76"/>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9" name="Google Shape;8509;p76"/>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0" name="Google Shape;8510;p76"/>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1" name="Google Shape;8511;p76"/>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2" name="Google Shape;8512;p76"/>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3" name="Google Shape;8513;p76"/>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4" name="Google Shape;8514;p76"/>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5" name="Google Shape;8515;p76"/>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6" name="Google Shape;8516;p76"/>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7" name="Google Shape;8517;p76"/>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8" name="Google Shape;8518;p76"/>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9" name="Google Shape;8519;p76"/>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0" name="Google Shape;8520;p76"/>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1" name="Google Shape;8521;p76"/>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2" name="Google Shape;8522;p76"/>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3" name="Google Shape;8523;p76"/>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4" name="Google Shape;8524;p76"/>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5" name="Google Shape;8525;p76"/>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6" name="Google Shape;8526;p76"/>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7" name="Google Shape;8527;p76"/>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8" name="Google Shape;8528;p76"/>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9" name="Google Shape;8529;p76"/>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0" name="Google Shape;8530;p76"/>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1" name="Google Shape;8531;p76"/>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2" name="Google Shape;8532;p76"/>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3" name="Google Shape;8533;p76"/>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4" name="Google Shape;8534;p76"/>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5" name="Google Shape;8535;p76"/>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6" name="Google Shape;8536;p76"/>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7" name="Google Shape;8537;p76"/>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8" name="Google Shape;8538;p76"/>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9" name="Google Shape;8539;p76"/>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0" name="Google Shape;8540;p76"/>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1" name="Google Shape;8541;p76"/>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2" name="Google Shape;8542;p76"/>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3" name="Google Shape;8543;p76"/>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4" name="Google Shape;8544;p76"/>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5" name="Google Shape;8545;p76"/>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6" name="Google Shape;8546;p76"/>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7" name="Google Shape;8547;p76"/>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8" name="Google Shape;8548;p76"/>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9" name="Google Shape;8549;p76"/>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0" name="Google Shape;8550;p76"/>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1" name="Google Shape;8551;p76"/>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2" name="Google Shape;8552;p76"/>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3" name="Google Shape;8553;p76"/>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4" name="Google Shape;8554;p76"/>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5" name="Google Shape;8555;p76"/>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6" name="Google Shape;8556;p76"/>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7" name="Google Shape;8557;p76"/>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8" name="Google Shape;8558;p76"/>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9" name="Google Shape;8559;p76"/>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0" name="Google Shape;8560;p76"/>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1" name="Google Shape;8561;p76"/>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2" name="Google Shape;8562;p76"/>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3" name="Google Shape;8563;p76"/>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4" name="Google Shape;8564;p76"/>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5" name="Google Shape;8565;p76"/>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6" name="Google Shape;8566;p76"/>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7" name="Google Shape;8567;p76"/>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8" name="Google Shape;8568;p76"/>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9" name="Google Shape;8569;p76"/>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0" name="Google Shape;8570;p76"/>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1" name="Google Shape;8571;p76"/>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2" name="Google Shape;8572;p76"/>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3" name="Google Shape;8573;p76"/>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4" name="Google Shape;8574;p76"/>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5" name="Google Shape;8575;p76"/>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6" name="Google Shape;8576;p76"/>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7" name="Google Shape;8577;p76"/>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8" name="Google Shape;8578;p76"/>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9" name="Google Shape;8579;p76"/>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0" name="Google Shape;8580;p76"/>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1" name="Google Shape;8581;p76"/>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2" name="Google Shape;8582;p76"/>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3" name="Google Shape;8583;p76"/>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4" name="Google Shape;8584;p76"/>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5" name="Google Shape;8585;p76"/>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6" name="Google Shape;8586;p76"/>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7" name="Google Shape;8587;p76"/>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8" name="Google Shape;8588;p76"/>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9" name="Google Shape;8589;p76"/>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0" name="Google Shape;8590;p76"/>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1" name="Google Shape;8591;p76"/>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2" name="Google Shape;8592;p76"/>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3" name="Google Shape;8593;p76"/>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4" name="Google Shape;8594;p76"/>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5" name="Google Shape;8595;p76"/>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6" name="Google Shape;8596;p76"/>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7" name="Google Shape;8597;p76"/>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8" name="Google Shape;8598;p76"/>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9" name="Google Shape;8599;p76"/>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0" name="Google Shape;8600;p76"/>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1" name="Google Shape;8601;p76"/>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2" name="Google Shape;8602;p76"/>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3" name="Google Shape;8603;p76"/>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4" name="Google Shape;8604;p76"/>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5" name="Google Shape;8605;p76"/>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6" name="Google Shape;8606;p76"/>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7" name="Google Shape;8607;p76"/>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8" name="Google Shape;8608;p76"/>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9" name="Google Shape;8609;p76"/>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0" name="Google Shape;8610;p76"/>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1" name="Google Shape;8611;p76"/>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2" name="Google Shape;8612;p76"/>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3" name="Google Shape;8613;p76"/>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4" name="Google Shape;8614;p76"/>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5" name="Google Shape;8615;p76"/>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6" name="Google Shape;8616;p76"/>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7" name="Google Shape;8617;p76"/>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8" name="Google Shape;8618;p76"/>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9" name="Google Shape;8619;p76"/>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0" name="Google Shape;8620;p76"/>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1" name="Google Shape;8621;p76"/>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2" name="Google Shape;8622;p76"/>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3" name="Google Shape;8623;p76"/>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4" name="Google Shape;8624;p76"/>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5" name="Google Shape;8625;p76"/>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6" name="Google Shape;8626;p76"/>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7" name="Google Shape;8627;p76"/>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8" name="Google Shape;8628;p76"/>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9" name="Google Shape;8629;p76"/>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0" name="Google Shape;8630;p76"/>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1" name="Google Shape;8631;p76"/>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2" name="Google Shape;8632;p76"/>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3" name="Google Shape;8633;p76"/>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4" name="Google Shape;8634;p76"/>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5" name="Google Shape;8635;p76"/>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6" name="Google Shape;8636;p76"/>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7" name="Google Shape;8637;p76"/>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8" name="Google Shape;8638;p76"/>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9" name="Google Shape;8639;p76"/>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0" name="Google Shape;8640;p76"/>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1" name="Google Shape;8641;p76"/>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2" name="Google Shape;8642;p76"/>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3" name="Google Shape;8643;p76"/>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4" name="Google Shape;8644;p76"/>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5" name="Google Shape;8645;p76"/>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6" name="Google Shape;8646;p76"/>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7" name="Google Shape;8647;p76"/>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8" name="Google Shape;8648;p76"/>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9" name="Google Shape;8649;p76"/>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0" name="Google Shape;8650;p76"/>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1" name="Google Shape;8651;p76"/>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2" name="Google Shape;8652;p76"/>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3" name="Google Shape;8653;p76"/>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4" name="Google Shape;8654;p76"/>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5" name="Google Shape;8655;p76"/>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6" name="Google Shape;8656;p76"/>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7" name="Google Shape;8657;p76"/>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8" name="Google Shape;8658;p76"/>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9" name="Google Shape;8659;p76"/>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0" name="Google Shape;8660;p76"/>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1" name="Google Shape;8661;p76"/>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2" name="Google Shape;8662;p76"/>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3" name="Google Shape;8663;p76"/>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4" name="Google Shape;8664;p76"/>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5" name="Google Shape;8665;p76"/>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6" name="Google Shape;8666;p76"/>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7" name="Google Shape;8667;p76"/>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8" name="Google Shape;8668;p76"/>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9" name="Google Shape;8669;p76"/>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0" name="Google Shape;8670;p76"/>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1" name="Google Shape;8671;p76"/>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2" name="Google Shape;8672;p76"/>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3" name="Google Shape;8673;p76"/>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4" name="Google Shape;8674;p76"/>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5" name="Google Shape;8675;p76"/>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6" name="Google Shape;8676;p76"/>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7" name="Google Shape;8677;p76"/>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8" name="Google Shape;8678;p76"/>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9" name="Google Shape;8679;p76"/>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0" name="Google Shape;8680;p76"/>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1" name="Google Shape;8681;p76"/>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2" name="Google Shape;8682;p76"/>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3" name="Google Shape;8683;p76"/>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4" name="Google Shape;8684;p76"/>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5" name="Google Shape;8685;p76"/>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6" name="Google Shape;8686;p76"/>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7" name="Google Shape;8687;p76"/>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8" name="Google Shape;8688;p76"/>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9" name="Google Shape;8689;p76"/>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0" name="Google Shape;8690;p76"/>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1" name="Google Shape;8691;p76"/>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2" name="Google Shape;8692;p76"/>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3" name="Google Shape;8693;p76"/>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4" name="Google Shape;8694;p76"/>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5" name="Google Shape;8695;p76"/>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6" name="Google Shape;8696;p76"/>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7" name="Google Shape;8697;p76"/>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8" name="Google Shape;8698;p76"/>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9" name="Google Shape;8699;p76"/>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0" name="Google Shape;8700;p76"/>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1" name="Google Shape;8701;p76"/>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2" name="Google Shape;8702;p76"/>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3" name="Google Shape;8703;p76"/>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4" name="Google Shape;8704;p76"/>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5" name="Google Shape;8705;p76"/>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6" name="Google Shape;8706;p76"/>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7" name="Google Shape;8707;p76"/>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8" name="Google Shape;8708;p76"/>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9" name="Google Shape;8709;p76"/>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0" name="Google Shape;8710;p76"/>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1" name="Google Shape;8711;p76"/>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2" name="Google Shape;8712;p76"/>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3" name="Google Shape;8713;p76"/>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4" name="Google Shape;8714;p76"/>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5" name="Google Shape;8715;p76"/>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6" name="Google Shape;8716;p76"/>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7" name="Google Shape;8717;p76"/>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8" name="Google Shape;8718;p76"/>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9" name="Google Shape;8719;p76"/>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0" name="Google Shape;8720;p76"/>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1" name="Google Shape;8721;p76"/>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2" name="Google Shape;8722;p76"/>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3" name="Google Shape;8723;p76"/>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4" name="Google Shape;8724;p76"/>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5" name="Google Shape;8725;p76"/>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nvGrpSpPr>
          <p:cNvPr id="8726" name="Google Shape;8726;p76"/>
          <p:cNvGrpSpPr/>
          <p:nvPr/>
        </p:nvGrpSpPr>
        <p:grpSpPr>
          <a:xfrm>
            <a:off x="7948415" y="1641515"/>
            <a:ext cx="3247947" cy="1730300"/>
            <a:chOff x="233350" y="949250"/>
            <a:chExt cx="7137300" cy="3802300"/>
          </a:xfrm>
        </p:grpSpPr>
        <p:sp>
          <p:nvSpPr>
            <p:cNvPr id="8727" name="Google Shape;8727;p76"/>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28" name="Google Shape;8728;p76"/>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29" name="Google Shape;8729;p76"/>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0" name="Google Shape;8730;p76"/>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1" name="Google Shape;8731;p76"/>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2" name="Google Shape;8732;p76"/>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3" name="Google Shape;8733;p76"/>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4" name="Google Shape;8734;p76"/>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5" name="Google Shape;8735;p76"/>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6" name="Google Shape;8736;p76"/>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7" name="Google Shape;8737;p76"/>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8" name="Google Shape;8738;p76"/>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9" name="Google Shape;8739;p76"/>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0" name="Google Shape;8740;p76"/>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1" name="Google Shape;8741;p76"/>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2" name="Google Shape;8742;p76"/>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3" name="Google Shape;8743;p76"/>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4" name="Google Shape;8744;p76"/>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5" name="Google Shape;8745;p76"/>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6" name="Google Shape;8746;p76"/>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7" name="Google Shape;8747;p76"/>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8" name="Google Shape;8748;p76"/>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9" name="Google Shape;8749;p76"/>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0" name="Google Shape;8750;p76"/>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1" name="Google Shape;8751;p76"/>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2" name="Google Shape;8752;p76"/>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3" name="Google Shape;8753;p76"/>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4" name="Google Shape;8754;p76"/>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5" name="Google Shape;8755;p76"/>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6" name="Google Shape;8756;p76"/>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7" name="Google Shape;8757;p76"/>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8" name="Google Shape;8758;p76"/>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9" name="Google Shape;8759;p76"/>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0" name="Google Shape;8760;p76"/>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1" name="Google Shape;8761;p76"/>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2" name="Google Shape;8762;p76"/>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3" name="Google Shape;8763;p76"/>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4" name="Google Shape;8764;p76"/>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5" name="Google Shape;8765;p76"/>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6" name="Google Shape;8766;p76"/>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7" name="Google Shape;8767;p76"/>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8" name="Google Shape;8768;p76"/>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9" name="Google Shape;8769;p76"/>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0" name="Google Shape;8770;p76"/>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1" name="Google Shape;8771;p76"/>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2" name="Google Shape;8772;p76"/>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3" name="Google Shape;8773;p76"/>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4" name="Google Shape;8774;p76"/>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5" name="Google Shape;8775;p76"/>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6" name="Google Shape;8776;p76"/>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7" name="Google Shape;8777;p76"/>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78" name="Google Shape;8778;p76"/>
          <p:cNvGrpSpPr/>
          <p:nvPr/>
        </p:nvGrpSpPr>
        <p:grpSpPr>
          <a:xfrm>
            <a:off x="10285914" y="4259635"/>
            <a:ext cx="138975" cy="427120"/>
            <a:chOff x="7564426" y="3224343"/>
            <a:chExt cx="119985" cy="368801"/>
          </a:xfrm>
        </p:grpSpPr>
        <p:sp>
          <p:nvSpPr>
            <p:cNvPr id="8779" name="Google Shape;8779;p76"/>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0" name="Google Shape;8780;p76"/>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81" name="Google Shape;8781;p76"/>
          <p:cNvGrpSpPr/>
          <p:nvPr/>
        </p:nvGrpSpPr>
        <p:grpSpPr>
          <a:xfrm>
            <a:off x="9885231" y="4251769"/>
            <a:ext cx="252652" cy="442843"/>
            <a:chOff x="8370831" y="3202002"/>
            <a:chExt cx="218129" cy="382376"/>
          </a:xfrm>
        </p:grpSpPr>
        <p:sp>
          <p:nvSpPr>
            <p:cNvPr id="8782" name="Google Shape;8782;p76"/>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3" name="Google Shape;8783;p76"/>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84" name="Google Shape;8784;p76"/>
          <p:cNvGrpSpPr/>
          <p:nvPr/>
        </p:nvGrpSpPr>
        <p:grpSpPr>
          <a:xfrm>
            <a:off x="10849750" y="4799945"/>
            <a:ext cx="412572" cy="356000"/>
            <a:chOff x="6742064" y="3750480"/>
            <a:chExt cx="399315" cy="344560"/>
          </a:xfrm>
        </p:grpSpPr>
        <p:sp>
          <p:nvSpPr>
            <p:cNvPr id="8785" name="Google Shape;8785;p76"/>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6" name="Google Shape;8786;p76"/>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87" name="Google Shape;8787;p76"/>
          <p:cNvGrpSpPr/>
          <p:nvPr/>
        </p:nvGrpSpPr>
        <p:grpSpPr>
          <a:xfrm>
            <a:off x="10235109" y="5268008"/>
            <a:ext cx="240583" cy="375477"/>
            <a:chOff x="7248525" y="3739696"/>
            <a:chExt cx="230531" cy="359790"/>
          </a:xfrm>
        </p:grpSpPr>
        <p:sp>
          <p:nvSpPr>
            <p:cNvPr id="8788" name="Google Shape;8788;p76"/>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9" name="Google Shape;8789;p76"/>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90" name="Google Shape;8790;p76"/>
          <p:cNvGrpSpPr/>
          <p:nvPr/>
        </p:nvGrpSpPr>
        <p:grpSpPr>
          <a:xfrm>
            <a:off x="10563001" y="4792308"/>
            <a:ext cx="217195" cy="371613"/>
            <a:chOff x="7601242" y="3729267"/>
            <a:chExt cx="222566" cy="380803"/>
          </a:xfrm>
        </p:grpSpPr>
        <p:sp>
          <p:nvSpPr>
            <p:cNvPr id="8791" name="Google Shape;8791;p76"/>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92" name="Google Shape;8792;p76"/>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793" name="Google Shape;8793;p76"/>
          <p:cNvSpPr/>
          <p:nvPr/>
        </p:nvSpPr>
        <p:spPr>
          <a:xfrm>
            <a:off x="10517703" y="4275450"/>
            <a:ext cx="307792" cy="395433"/>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8794" name="Google Shape;8794;p76"/>
          <p:cNvGrpSpPr/>
          <p:nvPr/>
        </p:nvGrpSpPr>
        <p:grpSpPr>
          <a:xfrm>
            <a:off x="9882529" y="4793828"/>
            <a:ext cx="258057" cy="367987"/>
            <a:chOff x="8304647" y="3738687"/>
            <a:chExt cx="225076" cy="320956"/>
          </a:xfrm>
        </p:grpSpPr>
        <p:sp>
          <p:nvSpPr>
            <p:cNvPr id="8795" name="Google Shape;8795;p76"/>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96" name="Google Shape;8796;p76"/>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97" name="Google Shape;8797;p76"/>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98" name="Google Shape;8798;p76"/>
          <p:cNvGrpSpPr/>
          <p:nvPr/>
        </p:nvGrpSpPr>
        <p:grpSpPr>
          <a:xfrm>
            <a:off x="10245852" y="4793828"/>
            <a:ext cx="237989" cy="367987"/>
            <a:chOff x="8615101" y="3738687"/>
            <a:chExt cx="207573" cy="320956"/>
          </a:xfrm>
        </p:grpSpPr>
        <p:sp>
          <p:nvSpPr>
            <p:cNvPr id="8799" name="Google Shape;8799;p76"/>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0" name="Google Shape;8800;p76"/>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1" name="Google Shape;8801;p76"/>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02" name="Google Shape;8802;p76"/>
          <p:cNvSpPr/>
          <p:nvPr/>
        </p:nvSpPr>
        <p:spPr>
          <a:xfrm>
            <a:off x="10907772" y="4247006"/>
            <a:ext cx="296529" cy="384925"/>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8803" name="Google Shape;8803;p76"/>
          <p:cNvGrpSpPr/>
          <p:nvPr/>
        </p:nvGrpSpPr>
        <p:grpSpPr>
          <a:xfrm>
            <a:off x="10546561" y="5330710"/>
            <a:ext cx="250076" cy="250076"/>
            <a:chOff x="8565775" y="671075"/>
            <a:chExt cx="441000" cy="441000"/>
          </a:xfrm>
        </p:grpSpPr>
        <p:sp>
          <p:nvSpPr>
            <p:cNvPr id="8804" name="Google Shape;8804;p76"/>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5" name="Google Shape;8805;p76"/>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06" name="Google Shape;8806;p76"/>
          <p:cNvSpPr/>
          <p:nvPr/>
        </p:nvSpPr>
        <p:spPr>
          <a:xfrm>
            <a:off x="10926915" y="5325269"/>
            <a:ext cx="258244" cy="260955"/>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7" name="Google Shape;8807;p76"/>
          <p:cNvSpPr/>
          <p:nvPr/>
        </p:nvSpPr>
        <p:spPr>
          <a:xfrm flipH="1">
            <a:off x="9892498" y="5280545"/>
            <a:ext cx="238119" cy="350407"/>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8808" name="Google Shape;8808;p76"/>
          <p:cNvGrpSpPr/>
          <p:nvPr/>
        </p:nvGrpSpPr>
        <p:grpSpPr>
          <a:xfrm>
            <a:off x="8085857" y="4094077"/>
            <a:ext cx="783820" cy="690308"/>
            <a:chOff x="6000718" y="3070557"/>
            <a:chExt cx="587865" cy="517731"/>
          </a:xfrm>
        </p:grpSpPr>
        <p:sp>
          <p:nvSpPr>
            <p:cNvPr id="8809" name="Google Shape;8809;p76"/>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0" name="Google Shape;8810;p76"/>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1" name="Google Shape;8811;p76"/>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2" name="Google Shape;8812;p76"/>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3" name="Google Shape;8813;p76"/>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4" name="Google Shape;8814;p76"/>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5" name="Google Shape;8815;p76"/>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6" name="Google Shape;8816;p76"/>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7" name="Google Shape;8817;p76"/>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8" name="Google Shape;8818;p76"/>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19" name="Google Shape;8819;p76"/>
          <p:cNvGrpSpPr/>
          <p:nvPr/>
        </p:nvGrpSpPr>
        <p:grpSpPr>
          <a:xfrm>
            <a:off x="8105597" y="4952290"/>
            <a:ext cx="743553" cy="688516"/>
            <a:chOff x="6015523" y="3714217"/>
            <a:chExt cx="557665" cy="516387"/>
          </a:xfrm>
        </p:grpSpPr>
        <p:grpSp>
          <p:nvGrpSpPr>
            <p:cNvPr id="8820" name="Google Shape;8820;p76"/>
            <p:cNvGrpSpPr/>
            <p:nvPr/>
          </p:nvGrpSpPr>
          <p:grpSpPr>
            <a:xfrm>
              <a:off x="6036094" y="3716980"/>
              <a:ext cx="529822" cy="510480"/>
              <a:chOff x="3148311" y="-545634"/>
              <a:chExt cx="1006118" cy="969572"/>
            </a:xfrm>
          </p:grpSpPr>
          <p:sp>
            <p:nvSpPr>
              <p:cNvPr id="8821" name="Google Shape;8821;p76"/>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2" name="Google Shape;8822;p76"/>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3" name="Google Shape;8823;p76"/>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4" name="Google Shape;8824;p76"/>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5" name="Google Shape;8825;p76"/>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6" name="Google Shape;8826;p76"/>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7" name="Google Shape;8827;p76"/>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8" name="Google Shape;8828;p76"/>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9" name="Google Shape;8829;p76"/>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0" name="Google Shape;8830;p76"/>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31" name="Google Shape;8831;p76"/>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32" name="Google Shape;8832;p76"/>
          <p:cNvGrpSpPr/>
          <p:nvPr/>
        </p:nvGrpSpPr>
        <p:grpSpPr>
          <a:xfrm>
            <a:off x="8943972" y="4098171"/>
            <a:ext cx="768403" cy="682495"/>
            <a:chOff x="6644304" y="3073628"/>
            <a:chExt cx="576302" cy="511871"/>
          </a:xfrm>
        </p:grpSpPr>
        <p:grpSp>
          <p:nvGrpSpPr>
            <p:cNvPr id="8833" name="Google Shape;8833;p76"/>
            <p:cNvGrpSpPr/>
            <p:nvPr/>
          </p:nvGrpSpPr>
          <p:grpSpPr>
            <a:xfrm>
              <a:off x="6712169" y="3073651"/>
              <a:ext cx="481611" cy="506713"/>
              <a:chOff x="1833536" y="-546641"/>
              <a:chExt cx="914567" cy="962419"/>
            </a:xfrm>
          </p:grpSpPr>
          <p:grpSp>
            <p:nvGrpSpPr>
              <p:cNvPr id="8834" name="Google Shape;8834;p76"/>
              <p:cNvGrpSpPr/>
              <p:nvPr/>
            </p:nvGrpSpPr>
            <p:grpSpPr>
              <a:xfrm>
                <a:off x="1833536" y="-524249"/>
                <a:ext cx="914567" cy="940027"/>
                <a:chOff x="1833536" y="-524249"/>
                <a:chExt cx="914567" cy="940027"/>
              </a:xfrm>
            </p:grpSpPr>
            <p:sp>
              <p:nvSpPr>
                <p:cNvPr id="8835" name="Google Shape;8835;p76"/>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6" name="Google Shape;8836;p76"/>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7" name="Google Shape;8837;p76"/>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8" name="Google Shape;8838;p76"/>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9" name="Google Shape;8839;p76"/>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40" name="Google Shape;8840;p76"/>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1" name="Google Shape;8841;p76"/>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2" name="Google Shape;8842;p76"/>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3" name="Google Shape;8843;p76"/>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44" name="Google Shape;8844;p76"/>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45" name="Google Shape;8845;p76"/>
          <p:cNvGrpSpPr/>
          <p:nvPr/>
        </p:nvGrpSpPr>
        <p:grpSpPr>
          <a:xfrm>
            <a:off x="8954300" y="4952191"/>
            <a:ext cx="747515" cy="688663"/>
            <a:chOff x="6652051" y="3714143"/>
            <a:chExt cx="560636" cy="516497"/>
          </a:xfrm>
        </p:grpSpPr>
        <p:grpSp>
          <p:nvGrpSpPr>
            <p:cNvPr id="8846" name="Google Shape;8846;p76"/>
            <p:cNvGrpSpPr/>
            <p:nvPr/>
          </p:nvGrpSpPr>
          <p:grpSpPr>
            <a:xfrm>
              <a:off x="6669657" y="3716715"/>
              <a:ext cx="466768" cy="464314"/>
              <a:chOff x="3139766" y="765669"/>
              <a:chExt cx="886380" cy="881888"/>
            </a:xfrm>
          </p:grpSpPr>
          <p:grpSp>
            <p:nvGrpSpPr>
              <p:cNvPr id="8847" name="Google Shape;8847;p76"/>
              <p:cNvGrpSpPr/>
              <p:nvPr/>
            </p:nvGrpSpPr>
            <p:grpSpPr>
              <a:xfrm>
                <a:off x="3139766" y="765669"/>
                <a:ext cx="886380" cy="881888"/>
                <a:chOff x="3139766" y="765669"/>
                <a:chExt cx="886380" cy="881888"/>
              </a:xfrm>
            </p:grpSpPr>
            <p:sp>
              <p:nvSpPr>
                <p:cNvPr id="8848" name="Google Shape;8848;p76"/>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9" name="Google Shape;8849;p76"/>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0" name="Google Shape;8850;p76"/>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1" name="Google Shape;8851;p76"/>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2" name="Google Shape;8852;p76"/>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3" name="Google Shape;8853;p76"/>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4" name="Google Shape;8854;p76"/>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5" name="Google Shape;8855;p76"/>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6" name="Google Shape;8856;p76"/>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57" name="Google Shape;8857;p76"/>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8" name="Google Shape;8858;p76"/>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9" name="Google Shape;8859;p76"/>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0" name="Google Shape;8860;p76"/>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61" name="Google Shape;8861;p76"/>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62" name="Google Shape;8862;p76"/>
          <p:cNvGrpSpPr/>
          <p:nvPr/>
        </p:nvGrpSpPr>
        <p:grpSpPr>
          <a:xfrm>
            <a:off x="968813" y="1590435"/>
            <a:ext cx="3553431" cy="1756187"/>
            <a:chOff x="793334" y="1192826"/>
            <a:chExt cx="2665073" cy="1317140"/>
          </a:xfrm>
        </p:grpSpPr>
        <p:sp>
          <p:nvSpPr>
            <p:cNvPr id="8863" name="Google Shape;8863;p76"/>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4" name="Google Shape;8864;p76"/>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5" name="Google Shape;8865;p76"/>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6" name="Google Shape;8866;p76"/>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7" name="Google Shape;8867;p76"/>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8" name="Google Shape;8868;p76"/>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9" name="Google Shape;8869;p76"/>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0" name="Google Shape;8870;p76"/>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1" name="Google Shape;8871;p76"/>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2" name="Google Shape;8872;p76"/>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3" name="Google Shape;8873;p76"/>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4" name="Google Shape;8874;p76"/>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5" name="Google Shape;8875;p76"/>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6" name="Google Shape;8876;p76"/>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7" name="Google Shape;8877;p76"/>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8" name="Google Shape;8878;p76"/>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9" name="Google Shape;8879;p76"/>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0" name="Google Shape;8880;p76"/>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1" name="Google Shape;8881;p76"/>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2" name="Google Shape;8882;p76"/>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3" name="Google Shape;8883;p76"/>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4" name="Google Shape;8884;p76"/>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5" name="Google Shape;8885;p76"/>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6" name="Google Shape;8886;p76"/>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7" name="Google Shape;8887;p76"/>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8" name="Google Shape;8888;p76"/>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9" name="Google Shape;8889;p76"/>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0" name="Google Shape;8890;p76"/>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1" name="Google Shape;8891;p76"/>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2" name="Google Shape;8892;p76"/>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3" name="Google Shape;8893;p76"/>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4" name="Google Shape;8894;p76"/>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5" name="Google Shape;8895;p76"/>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6" name="Google Shape;8896;p76"/>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7" name="Google Shape;8897;p76"/>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8" name="Google Shape;8898;p76"/>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9" name="Google Shape;8899;p76"/>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0" name="Google Shape;8900;p76"/>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1" name="Google Shape;8901;p76"/>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2" name="Google Shape;8902;p76"/>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3" name="Google Shape;8903;p76"/>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4" name="Google Shape;8904;p76"/>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5" name="Google Shape;8905;p76"/>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6" name="Google Shape;8906;p76"/>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7" name="Google Shape;8907;p76"/>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8" name="Google Shape;8908;p76"/>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9" name="Google Shape;8909;p76"/>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0" name="Google Shape;8910;p76"/>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1" name="Google Shape;8911;p76"/>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2" name="Google Shape;8912;p76"/>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3" name="Google Shape;8913;p76"/>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4" name="Google Shape;8914;p76"/>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5" name="Google Shape;8915;p76"/>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6" name="Google Shape;8916;p76"/>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7" name="Google Shape;8917;p76"/>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8" name="Google Shape;8918;p76"/>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9" name="Google Shape;8919;p76"/>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0" name="Google Shape;8920;p76"/>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1" name="Google Shape;8921;p76"/>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2" name="Google Shape;8922;p76"/>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3" name="Google Shape;8923;p76"/>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4" name="Google Shape;8924;p76"/>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5" name="Google Shape;8925;p76"/>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6" name="Google Shape;8926;p76"/>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7" name="Google Shape;8927;p76"/>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8" name="Google Shape;8928;p76"/>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9" name="Google Shape;8929;p76"/>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0" name="Google Shape;8930;p76"/>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1" name="Google Shape;8931;p76"/>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2" name="Google Shape;8932;p76"/>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3" name="Google Shape;8933;p76"/>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4" name="Google Shape;8934;p76"/>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5" name="Google Shape;8935;p76"/>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6" name="Google Shape;8936;p76"/>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7" name="Google Shape;8937;p76"/>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8" name="Google Shape;8938;p76"/>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9" name="Google Shape;8939;p76"/>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0" name="Google Shape;8940;p76"/>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1" name="Google Shape;8941;p76"/>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2" name="Google Shape;8942;p76"/>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3" name="Google Shape;8943;p76"/>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4" name="Google Shape;8944;p76"/>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5" name="Google Shape;8945;p76"/>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6" name="Google Shape;8946;p76"/>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7" name="Google Shape;8947;p76"/>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8" name="Google Shape;8948;p76"/>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9" name="Google Shape;8949;p76"/>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0" name="Google Shape;8950;p76"/>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1" name="Google Shape;8951;p76"/>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2" name="Google Shape;8952;p76"/>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3" name="Google Shape;8953;p76"/>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4" name="Google Shape;8954;p76"/>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5" name="Google Shape;8955;p76"/>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6" name="Google Shape;8956;p76"/>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7" name="Google Shape;8957;p76"/>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8" name="Google Shape;8958;p76"/>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9" name="Google Shape;8959;p76"/>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0" name="Google Shape;8960;p76"/>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1" name="Google Shape;8961;p76"/>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2" name="Google Shape;8962;p76"/>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3" name="Google Shape;8963;p76"/>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4" name="Google Shape;8964;p76"/>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5" name="Google Shape;8965;p76"/>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6" name="Google Shape;8966;p76"/>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7" name="Google Shape;8967;p76"/>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8" name="Google Shape;8968;p76"/>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9" name="Google Shape;8969;p76"/>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0" name="Google Shape;8970;p76"/>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1" name="Google Shape;8971;p76"/>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2" name="Google Shape;8972;p76"/>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3" name="Google Shape;8973;p76"/>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4" name="Google Shape;8974;p76"/>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5" name="Google Shape;8975;p76"/>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6" name="Google Shape;8976;p76"/>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7" name="Google Shape;8977;p76"/>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8" name="Google Shape;8978;p76"/>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9" name="Google Shape;8979;p76"/>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0" name="Google Shape;8980;p76"/>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1" name="Google Shape;8981;p76"/>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2" name="Google Shape;8982;p76"/>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3" name="Google Shape;8983;p76"/>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4" name="Google Shape;8984;p76"/>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5" name="Google Shape;8985;p76"/>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6" name="Google Shape;8986;p76"/>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7" name="Google Shape;8987;p76"/>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8" name="Google Shape;8988;p76"/>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9" name="Google Shape;8989;p76"/>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0" name="Google Shape;8990;p76"/>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1" name="Google Shape;8991;p76"/>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2" name="Google Shape;8992;p76"/>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3" name="Google Shape;8993;p76"/>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4" name="Google Shape;8994;p76"/>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5" name="Google Shape;8995;p76"/>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6" name="Google Shape;8996;p76"/>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7" name="Google Shape;8997;p76"/>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8" name="Google Shape;8998;p76"/>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9" name="Google Shape;8999;p76"/>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0" name="Google Shape;9000;p76"/>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1" name="Google Shape;9001;p76"/>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2" name="Google Shape;9002;p76"/>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3" name="Google Shape;9003;p76"/>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4" name="Google Shape;9004;p76"/>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5" name="Google Shape;9005;p76"/>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6" name="Google Shape;9006;p76"/>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7" name="Google Shape;9007;p76"/>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8" name="Google Shape;9008;p76"/>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9" name="Google Shape;9009;p76"/>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0" name="Google Shape;9010;p76"/>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1" name="Google Shape;9011;p76"/>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2" name="Google Shape;9012;p76"/>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3" name="Google Shape;9013;p76"/>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4" name="Google Shape;9014;p76"/>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5" name="Google Shape;9015;p76"/>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6" name="Google Shape;9016;p76"/>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7" name="Google Shape;9017;p76"/>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8" name="Google Shape;9018;p76"/>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9" name="Google Shape;9019;p76"/>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0" name="Google Shape;9020;p76"/>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1" name="Google Shape;9021;p76"/>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2" name="Google Shape;9022;p76"/>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3" name="Google Shape;9023;p76"/>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4" name="Google Shape;9024;p76"/>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5" name="Google Shape;9025;p76"/>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6" name="Google Shape;9026;p76"/>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7" name="Google Shape;9027;p76"/>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8" name="Google Shape;9028;p76"/>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9" name="Google Shape;9029;p76"/>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0" name="Google Shape;9030;p76"/>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1" name="Google Shape;9031;p76"/>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2" name="Google Shape;9032;p76"/>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3" name="Google Shape;9033;p76"/>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4" name="Google Shape;9034;p76"/>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5" name="Google Shape;9035;p76"/>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6" name="Google Shape;9036;p76"/>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7" name="Google Shape;9037;p76"/>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8" name="Google Shape;9038;p76"/>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9" name="Google Shape;9039;p76"/>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0" name="Google Shape;9040;p76"/>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1" name="Google Shape;9041;p76"/>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2" name="Google Shape;9042;p76"/>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3" name="Google Shape;9043;p76"/>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4" name="Google Shape;9044;p76"/>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5" name="Google Shape;9045;p76"/>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6" name="Google Shape;9046;p76"/>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7" name="Google Shape;9047;p76"/>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8" name="Google Shape;9048;p76"/>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9" name="Google Shape;9049;p76"/>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0" name="Google Shape;9050;p76"/>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1" name="Google Shape;9051;p76"/>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2" name="Google Shape;9052;p76"/>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3" name="Google Shape;9053;p76"/>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4" name="Google Shape;9054;p76"/>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5" name="Google Shape;9055;p76"/>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6" name="Google Shape;9056;p76"/>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7" name="Google Shape;9057;p76"/>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8" name="Google Shape;9058;p76"/>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9" name="Google Shape;9059;p76"/>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0" name="Google Shape;9060;p76"/>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1" name="Google Shape;9061;p76"/>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2" name="Google Shape;9062;p76"/>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3" name="Google Shape;9063;p76"/>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4" name="Google Shape;9064;p76"/>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5" name="Google Shape;9065;p76"/>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6" name="Google Shape;9066;p76"/>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7" name="Google Shape;9067;p76"/>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8" name="Google Shape;9068;p76"/>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9" name="Google Shape;9069;p76"/>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0" name="Google Shape;9070;p76"/>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1" name="Google Shape;9071;p76"/>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2" name="Google Shape;9072;p76"/>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3" name="Google Shape;9073;p76"/>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4" name="Google Shape;9074;p76"/>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5" name="Google Shape;9075;p76"/>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6" name="Google Shape;9076;p76"/>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7" name="Google Shape;9077;p76"/>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8" name="Google Shape;9078;p76"/>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9" name="Google Shape;9079;p76"/>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0" name="Google Shape;9080;p76"/>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1" name="Google Shape;9081;p76"/>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2" name="Google Shape;9082;p76"/>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3" name="Google Shape;9083;p76"/>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4" name="Google Shape;9084;p76"/>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5" name="Google Shape;9085;p76"/>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6" name="Google Shape;9086;p76"/>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7" name="Google Shape;9087;p76"/>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8" name="Google Shape;9088;p76"/>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9" name="Google Shape;9089;p76"/>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0" name="Google Shape;9090;p76"/>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1" name="Google Shape;9091;p76"/>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2" name="Google Shape;9092;p76"/>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3" name="Google Shape;9093;p76"/>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4" name="Google Shape;9094;p76"/>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5" name="Google Shape;9095;p76"/>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6" name="Google Shape;9096;p76"/>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7" name="Google Shape;9097;p76"/>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8" name="Google Shape;9098;p76"/>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9" name="Google Shape;9099;p76"/>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0" name="Google Shape;9100;p76"/>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1" name="Google Shape;9101;p76"/>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2" name="Google Shape;9102;p76"/>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3" name="Google Shape;9103;p76"/>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4" name="Google Shape;9104;p76"/>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5" name="Google Shape;9105;p76"/>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6" name="Google Shape;9106;p76"/>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7" name="Google Shape;9107;p76"/>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8" name="Google Shape;9108;p76"/>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9" name="Google Shape;9109;p76"/>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0" name="Google Shape;9110;p76"/>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1" name="Google Shape;9111;p76"/>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2" name="Google Shape;9112;p76"/>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3" name="Google Shape;9113;p76"/>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4" name="Google Shape;9114;p76"/>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5" name="Google Shape;9115;p76"/>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6" name="Google Shape;9116;p76"/>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7" name="Google Shape;9117;p76"/>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8" name="Google Shape;9118;p76"/>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9" name="Google Shape;9119;p76"/>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0" name="Google Shape;9120;p76"/>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1" name="Google Shape;9121;p76"/>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2" name="Google Shape;9122;p76"/>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3" name="Google Shape;9123;p76"/>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4" name="Google Shape;9124;p76"/>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5" name="Google Shape;9125;p76"/>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6" name="Google Shape;9126;p76"/>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7" name="Google Shape;9127;p76"/>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8" name="Google Shape;9128;p76"/>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9" name="Google Shape;9129;p76"/>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0" name="Google Shape;9130;p76"/>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1" name="Google Shape;9131;p76"/>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2" name="Google Shape;9132;p76"/>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3" name="Google Shape;9133;p76"/>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4" name="Google Shape;9134;p76"/>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5" name="Google Shape;9135;p76"/>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6" name="Google Shape;9136;p76"/>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7" name="Google Shape;9137;p76"/>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8" name="Google Shape;9138;p76"/>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9" name="Google Shape;9139;p76"/>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0" name="Google Shape;9140;p76"/>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1" name="Google Shape;9141;p76"/>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2" name="Google Shape;9142;p76"/>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3" name="Google Shape;9143;p76"/>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4" name="Google Shape;9144;p76"/>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5" name="Google Shape;9145;p76"/>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6" name="Google Shape;9146;p76"/>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7" name="Google Shape;9147;p76"/>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8" name="Google Shape;9148;p76"/>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9" name="Google Shape;9149;p76"/>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0" name="Google Shape;9150;p76"/>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1" name="Google Shape;9151;p76"/>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2" name="Google Shape;9152;p76"/>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3" name="Google Shape;9153;p76"/>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4" name="Google Shape;9154;p76"/>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5" name="Google Shape;9155;p76"/>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6" name="Google Shape;9156;p76"/>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7" name="Google Shape;9157;p76"/>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8" name="Google Shape;9158;p76"/>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9" name="Google Shape;9159;p76"/>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0" name="Google Shape;9160;p76"/>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1" name="Google Shape;9161;p76"/>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2" name="Google Shape;9162;p76"/>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3" name="Google Shape;9163;p76"/>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4" name="Google Shape;9164;p76"/>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5" name="Google Shape;9165;p76"/>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6" name="Google Shape;9166;p76"/>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7" name="Google Shape;9167;p76"/>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8" name="Google Shape;9168;p76"/>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9" name="Google Shape;9169;p76"/>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0" name="Google Shape;9170;p76"/>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1" name="Google Shape;9171;p76"/>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2" name="Google Shape;9172;p76"/>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3" name="Google Shape;9173;p76"/>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4" name="Google Shape;9174;p76"/>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5" name="Google Shape;9175;p76"/>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6" name="Google Shape;9176;p76"/>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7" name="Google Shape;9177;p76"/>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8" name="Google Shape;9178;p76"/>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9" name="Google Shape;9179;p76"/>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0" name="Google Shape;9180;p76"/>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1" name="Google Shape;9181;p76"/>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2" name="Google Shape;9182;p76"/>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3" name="Google Shape;9183;p76"/>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4" name="Google Shape;9184;p76"/>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5" name="Google Shape;9185;p76"/>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6" name="Google Shape;9186;p76"/>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7" name="Google Shape;9187;p76"/>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8" name="Google Shape;9188;p76"/>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9" name="Google Shape;9189;p76"/>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0" name="Google Shape;9190;p76"/>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1" name="Google Shape;9191;p76"/>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2" name="Google Shape;9192;p76"/>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3" name="Google Shape;9193;p76"/>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4" name="Google Shape;9194;p76"/>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5" name="Google Shape;9195;p76"/>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6" name="Google Shape;9196;p76"/>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7" name="Google Shape;9197;p76"/>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8" name="Google Shape;9198;p76"/>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9" name="Google Shape;9199;p76"/>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0" name="Google Shape;9200;p76"/>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1" name="Google Shape;9201;p76"/>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2" name="Google Shape;9202;p76"/>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3" name="Google Shape;9203;p76"/>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4" name="Google Shape;9204;p76"/>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5" name="Google Shape;9205;p76"/>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6" name="Google Shape;9206;p76"/>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7" name="Google Shape;9207;p76"/>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8" name="Google Shape;9208;p76"/>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9" name="Google Shape;9209;p76"/>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0" name="Google Shape;9210;p76"/>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1" name="Google Shape;9211;p76"/>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2" name="Google Shape;9212;p76"/>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3" name="Google Shape;9213;p76"/>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4" name="Google Shape;9214;p76"/>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5" name="Google Shape;9215;p76"/>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6" name="Google Shape;9216;p76"/>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7" name="Google Shape;9217;p76"/>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8" name="Google Shape;9218;p76"/>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9" name="Google Shape;9219;p76"/>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0" name="Google Shape;9220;p76"/>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1" name="Google Shape;9221;p76"/>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2" name="Google Shape;9222;p76"/>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3" name="Google Shape;9223;p76"/>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4" name="Google Shape;9224;p76"/>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5" name="Google Shape;9225;p76"/>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6" name="Google Shape;9226;p76"/>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7" name="Google Shape;9227;p76"/>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8" name="Google Shape;9228;p76"/>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9" name="Google Shape;9229;p76"/>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0" name="Google Shape;9230;p76"/>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1" name="Google Shape;9231;p76"/>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2" name="Google Shape;9232;p76"/>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3" name="Google Shape;9233;p76"/>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4" name="Google Shape;9234;p76"/>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5" name="Google Shape;9235;p76"/>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6" name="Google Shape;9236;p76"/>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7" name="Google Shape;9237;p76"/>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8" name="Google Shape;9238;p76"/>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9" name="Google Shape;9239;p76"/>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0" name="Google Shape;9240;p76"/>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1" name="Google Shape;9241;p76"/>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2" name="Google Shape;9242;p76"/>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3" name="Google Shape;9243;p76"/>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4" name="Google Shape;9244;p76"/>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5" name="Google Shape;9245;p76"/>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6" name="Google Shape;9246;p76"/>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7" name="Google Shape;9247;p76"/>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8" name="Google Shape;9248;p76"/>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9" name="Google Shape;9249;p76"/>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0" name="Google Shape;9250;p76"/>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1" name="Google Shape;9251;p76"/>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2" name="Google Shape;9252;p76"/>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3" name="Google Shape;9253;p76"/>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4" name="Google Shape;9254;p76"/>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5" name="Google Shape;9255;p76"/>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6" name="Google Shape;9256;p76"/>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7" name="Google Shape;9257;p76"/>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8" name="Google Shape;9258;p76"/>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9" name="Google Shape;9259;p76"/>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0" name="Google Shape;9260;p76"/>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1" name="Google Shape;9261;p76"/>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2" name="Google Shape;9262;p76"/>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3" name="Google Shape;9263;p76"/>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4" name="Google Shape;9264;p76"/>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5" name="Google Shape;9265;p76"/>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6" name="Google Shape;9266;p76"/>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7" name="Google Shape;9267;p76"/>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8" name="Google Shape;9268;p76"/>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9" name="Google Shape;9269;p76"/>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0" name="Google Shape;9270;p76"/>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1" name="Google Shape;9271;p76"/>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2" name="Google Shape;9272;p76"/>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3" name="Google Shape;9273;p76"/>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4" name="Google Shape;9274;p76"/>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5" name="Google Shape;9275;p76"/>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6" name="Google Shape;9276;p76"/>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7" name="Google Shape;9277;p76"/>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8" name="Google Shape;9278;p76"/>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9" name="Google Shape;9279;p76"/>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0" name="Google Shape;9280;p76"/>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1" name="Google Shape;9281;p76"/>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2" name="Google Shape;9282;p76"/>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3" name="Google Shape;9283;p76"/>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4" name="Google Shape;9284;p76"/>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5" name="Google Shape;9285;p76"/>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6" name="Google Shape;9286;p76"/>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7" name="Google Shape;9287;p76"/>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8" name="Google Shape;9288;p76"/>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9" name="Google Shape;9289;p76"/>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0" name="Google Shape;9290;p76"/>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1" name="Google Shape;9291;p76"/>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2" name="Google Shape;9292;p76"/>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3" name="Google Shape;9293;p76"/>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4" name="Google Shape;9294;p76"/>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5" name="Google Shape;9295;p76"/>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6" name="Google Shape;9296;p76"/>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7" name="Google Shape;9297;p76"/>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8" name="Google Shape;9298;p76"/>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9" name="Google Shape;9299;p76"/>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0" name="Google Shape;9300;p76"/>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1" name="Google Shape;9301;p76"/>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2" name="Google Shape;9302;p76"/>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3" name="Google Shape;9303;p76"/>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4" name="Google Shape;9304;p76"/>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5" name="Google Shape;9305;p76"/>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6" name="Google Shape;9306;p76"/>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7" name="Google Shape;9307;p76"/>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8" name="Google Shape;9308;p76"/>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9" name="Google Shape;9309;p76"/>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0" name="Google Shape;9310;p76"/>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1" name="Google Shape;9311;p76"/>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2" name="Google Shape;9312;p76"/>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3" name="Google Shape;9313;p76"/>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4" name="Google Shape;9314;p76"/>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5" name="Google Shape;9315;p76"/>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6" name="Google Shape;9316;p76"/>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7" name="Google Shape;9317;p76"/>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8" name="Google Shape;9318;p76"/>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9" name="Google Shape;9319;p76"/>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0" name="Google Shape;9320;p76"/>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1" name="Google Shape;9321;p76"/>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2" name="Google Shape;9322;p76"/>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3" name="Google Shape;9323;p76"/>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4" name="Google Shape;9324;p76"/>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5" name="Google Shape;9325;p76"/>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6" name="Google Shape;9326;p76"/>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7" name="Google Shape;9327;p76"/>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8" name="Google Shape;9328;p76"/>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9" name="Google Shape;9329;p76"/>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0" name="Google Shape;9330;p76"/>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1" name="Google Shape;9331;p76"/>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2" name="Google Shape;9332;p76"/>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3" name="Google Shape;9333;p76"/>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4" name="Google Shape;9334;p76"/>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5" name="Google Shape;9335;p76"/>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6" name="Google Shape;9336;p76"/>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7" name="Google Shape;9337;p76"/>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8" name="Google Shape;9338;p76"/>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9" name="Google Shape;9339;p76"/>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0" name="Google Shape;9340;p76"/>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1" name="Google Shape;9341;p76"/>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2" name="Google Shape;9342;p76"/>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3" name="Google Shape;9343;p76"/>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4" name="Google Shape;9344;p76"/>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5" name="Google Shape;9345;p76"/>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6" name="Google Shape;9346;p76"/>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7" name="Google Shape;9347;p76"/>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8" name="Google Shape;9348;p76"/>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9" name="Google Shape;9349;p76"/>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0" name="Google Shape;9350;p76"/>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1" name="Google Shape;9351;p76"/>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2" name="Google Shape;9352;p76"/>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3" name="Google Shape;9353;p76"/>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4" name="Google Shape;9354;p76"/>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5" name="Google Shape;9355;p76"/>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6" name="Google Shape;9356;p76"/>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7" name="Google Shape;9357;p76"/>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8" name="Google Shape;9358;p76"/>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9" name="Google Shape;9359;p76"/>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0" name="Google Shape;9360;p76"/>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1" name="Google Shape;9361;p76"/>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2" name="Google Shape;9362;p76"/>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3" name="Google Shape;9363;p76"/>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4" name="Google Shape;9364;p76"/>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5" name="Google Shape;9365;p76"/>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6" name="Google Shape;9366;p76"/>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7" name="Google Shape;9367;p76"/>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8" name="Google Shape;9368;p76"/>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9" name="Google Shape;9369;p76"/>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0" name="Google Shape;9370;p76"/>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1" name="Google Shape;9371;p76"/>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2" name="Google Shape;9372;p76"/>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3" name="Google Shape;9373;p76"/>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4" name="Google Shape;9374;p76"/>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5" name="Google Shape;9375;p76"/>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6" name="Google Shape;9376;p76"/>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7" name="Google Shape;9377;p76"/>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8" name="Google Shape;9378;p76"/>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9" name="Google Shape;9379;p76"/>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0" name="Google Shape;9380;p76"/>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1" name="Google Shape;9381;p76"/>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2" name="Google Shape;9382;p76"/>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3" name="Google Shape;9383;p76"/>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4" name="Google Shape;9384;p76"/>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5" name="Google Shape;9385;p76"/>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6" name="Google Shape;9386;p76"/>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7" name="Google Shape;9387;p76"/>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8" name="Google Shape;9388;p76"/>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9" name="Google Shape;9389;p76"/>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0" name="Google Shape;9390;p76"/>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1" name="Google Shape;9391;p76"/>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2" name="Google Shape;9392;p76"/>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3" name="Google Shape;9393;p76"/>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4" name="Google Shape;9394;p76"/>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5" name="Google Shape;9395;p76"/>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6" name="Google Shape;9396;p76"/>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7" name="Google Shape;9397;p76"/>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8" name="Google Shape;9398;p76"/>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9" name="Google Shape;9399;p76"/>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0" name="Google Shape;9400;p76"/>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1" name="Google Shape;9401;p76"/>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2" name="Google Shape;9402;p76"/>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3" name="Google Shape;9403;p76"/>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4" name="Google Shape;9404;p76"/>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5" name="Google Shape;9405;p76"/>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6" name="Google Shape;9406;p76"/>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7" name="Google Shape;9407;p76"/>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8" name="Google Shape;9408;p76"/>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9" name="Google Shape;9409;p76"/>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0" name="Google Shape;9410;p76"/>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1" name="Google Shape;9411;p76"/>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2" name="Google Shape;9412;p76"/>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3" name="Google Shape;9413;p76"/>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4" name="Google Shape;9414;p76"/>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5" name="Google Shape;9415;p76"/>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6" name="Google Shape;9416;p76"/>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7" name="Google Shape;9417;p76"/>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8" name="Google Shape;9418;p76"/>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9" name="Google Shape;9419;p76"/>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0" name="Google Shape;9420;p76"/>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1" name="Google Shape;9421;p76"/>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2" name="Google Shape;9422;p76"/>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3" name="Google Shape;9423;p76"/>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4" name="Google Shape;9424;p76"/>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5" name="Google Shape;9425;p76"/>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6" name="Google Shape;9426;p76"/>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7" name="Google Shape;9427;p76"/>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8" name="Google Shape;9428;p76"/>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9" name="Google Shape;9429;p76"/>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0" name="Google Shape;9430;p76"/>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1" name="Google Shape;9431;p76"/>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2" name="Google Shape;9432;p76"/>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3" name="Google Shape;9433;p76"/>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4" name="Google Shape;9434;p76"/>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5" name="Google Shape;9435;p76"/>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6" name="Google Shape;9436;p76"/>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7" name="Google Shape;9437;p76"/>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8" name="Google Shape;9438;p76"/>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9" name="Google Shape;9439;p76"/>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0" name="Google Shape;9440;p76"/>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1" name="Google Shape;9441;p76"/>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2" name="Google Shape;9442;p76"/>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3" name="Google Shape;9443;p76"/>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4" name="Google Shape;9444;p76"/>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5" name="Google Shape;9445;p76"/>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6" name="Google Shape;9446;p76"/>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7" name="Google Shape;9447;p76"/>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8" name="Google Shape;9448;p76"/>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9" name="Google Shape;9449;p76"/>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0" name="Google Shape;9450;p76"/>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1" name="Google Shape;9451;p76"/>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2" name="Google Shape;9452;p76"/>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3" name="Google Shape;9453;p76"/>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4" name="Google Shape;9454;p76"/>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5" name="Google Shape;9455;p76"/>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6" name="Google Shape;9456;p76"/>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7" name="Google Shape;9457;p76"/>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8" name="Google Shape;9458;p76"/>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9" name="Google Shape;9459;p76"/>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0" name="Google Shape;9460;p76"/>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1" name="Google Shape;9461;p76"/>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2" name="Google Shape;9462;p76"/>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3" name="Google Shape;9463;p76"/>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4" name="Google Shape;9464;p76"/>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5" name="Google Shape;9465;p76"/>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6" name="Google Shape;9466;p76"/>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7" name="Google Shape;9467;p76"/>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8" name="Google Shape;9468;p76"/>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9" name="Google Shape;9469;p76"/>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0" name="Google Shape;9470;p76"/>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1" name="Google Shape;9471;p76"/>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2" name="Google Shape;9472;p76"/>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3" name="Google Shape;9473;p76"/>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4" name="Google Shape;9474;p76"/>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5" name="Google Shape;9475;p76"/>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6" name="Google Shape;9476;p76"/>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7" name="Google Shape;9477;p76"/>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8" name="Google Shape;9478;p76"/>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9" name="Google Shape;9479;p76"/>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0" name="Google Shape;9480;p76"/>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1" name="Google Shape;9481;p76"/>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2" name="Google Shape;9482;p76"/>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3" name="Google Shape;9483;p76"/>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4" name="Google Shape;9484;p76"/>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5" name="Google Shape;9485;p76"/>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6" name="Google Shape;9486;p76"/>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7" name="Google Shape;9487;p76"/>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8" name="Google Shape;9488;p76"/>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9" name="Google Shape;9489;p76"/>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0" name="Google Shape;9490;p76"/>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1" name="Google Shape;9491;p76"/>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2" name="Google Shape;9492;p76"/>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3" name="Google Shape;9493;p76"/>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4" name="Google Shape;9494;p76"/>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5" name="Google Shape;9495;p76"/>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6" name="Google Shape;9496;p76"/>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7" name="Google Shape;9497;p76"/>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8" name="Google Shape;9498;p76"/>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9" name="Google Shape;9499;p76"/>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0" name="Google Shape;9500;p76"/>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1" name="Google Shape;9501;p76"/>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2" name="Google Shape;9502;p76"/>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3" name="Google Shape;9503;p76"/>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4" name="Google Shape;9504;p76"/>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5" name="Google Shape;9505;p76"/>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6" name="Google Shape;9506;p76"/>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7" name="Google Shape;9507;p76"/>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8" name="Google Shape;9508;p76"/>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9" name="Google Shape;9509;p76"/>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0" name="Google Shape;9510;p76"/>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1" name="Google Shape;9511;p76"/>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2" name="Google Shape;9512;p76"/>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3" name="Google Shape;9513;p76"/>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4" name="Google Shape;9514;p76"/>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5" name="Google Shape;9515;p76"/>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6" name="Google Shape;9516;p76"/>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7" name="Google Shape;9517;p76"/>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8" name="Google Shape;9518;p76"/>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9" name="Google Shape;9519;p76"/>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0" name="Google Shape;9520;p76"/>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1" name="Google Shape;9521;p76"/>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2" name="Google Shape;9522;p76"/>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3" name="Google Shape;9523;p76"/>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4" name="Google Shape;9524;p76"/>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5" name="Google Shape;9525;p76"/>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6" name="Google Shape;9526;p76"/>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7" name="Google Shape;9527;p76"/>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8" name="Google Shape;9528;p76"/>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9" name="Google Shape;9529;p76"/>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0" name="Google Shape;9530;p76"/>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1" name="Google Shape;9531;p76"/>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2" name="Google Shape;9532;p76"/>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3" name="Google Shape;9533;p76"/>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4" name="Google Shape;9534;p76"/>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5" name="Google Shape;9535;p76"/>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6" name="Google Shape;9536;p76"/>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7" name="Google Shape;9537;p76"/>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8" name="Google Shape;9538;p76"/>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9" name="Google Shape;9539;p76"/>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0" name="Google Shape;9540;p76"/>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1" name="Google Shape;9541;p76"/>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2" name="Google Shape;9542;p76"/>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3" name="Google Shape;9543;p76"/>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4" name="Google Shape;9544;p76"/>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5" name="Google Shape;9545;p76"/>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6" name="Google Shape;9546;p76"/>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7" name="Google Shape;9547;p76"/>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8" name="Google Shape;9548;p76"/>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9" name="Google Shape;9549;p76"/>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0" name="Google Shape;9550;p76"/>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1" name="Google Shape;9551;p76"/>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2" name="Google Shape;9552;p76"/>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3" name="Google Shape;9553;p76"/>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4" name="Google Shape;9554;p76"/>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5" name="Google Shape;9555;p76"/>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6" name="Google Shape;9556;p76"/>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7" name="Google Shape;9557;p76"/>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8" name="Google Shape;9558;p76"/>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9" name="Google Shape;9559;p76"/>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0" name="Google Shape;9560;p76"/>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1" name="Google Shape;9561;p76"/>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2" name="Google Shape;9562;p76"/>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3" name="Google Shape;9563;p76"/>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4" name="Google Shape;9564;p76"/>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5" name="Google Shape;9565;p76"/>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6" name="Google Shape;9566;p76"/>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7" name="Google Shape;9567;p76"/>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8" name="Google Shape;9568;p76"/>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9" name="Google Shape;9569;p76"/>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0" name="Google Shape;9570;p76"/>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1" name="Google Shape;9571;p76"/>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2" name="Google Shape;9572;p76"/>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3" name="Google Shape;9573;p76"/>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4" name="Google Shape;9574;p76"/>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5" name="Google Shape;9575;p76"/>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6" name="Google Shape;9576;p76"/>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7" name="Google Shape;9577;p76"/>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8" name="Google Shape;9578;p76"/>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9" name="Google Shape;9579;p76"/>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0" name="Google Shape;9580;p76"/>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1" name="Google Shape;9581;p76"/>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2" name="Google Shape;9582;p76"/>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3" name="Google Shape;9583;p76"/>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4" name="Google Shape;9584;p76"/>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5" name="Google Shape;9585;p76"/>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6" name="Google Shape;9586;p76"/>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7" name="Google Shape;9587;p76"/>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8" name="Google Shape;9588;p76"/>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9" name="Google Shape;9589;p76"/>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0" name="Google Shape;9590;p76"/>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1" name="Google Shape;9591;p76"/>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2" name="Google Shape;9592;p76"/>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3" name="Google Shape;9593;p76"/>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4" name="Google Shape;9594;p76"/>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5" name="Google Shape;9595;p76"/>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6" name="Google Shape;9596;p76"/>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7" name="Google Shape;9597;p76"/>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8" name="Google Shape;9598;p76"/>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9" name="Google Shape;9599;p76"/>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0" name="Google Shape;9600;p76"/>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1" name="Google Shape;9601;p76"/>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2" name="Google Shape;9602;p76"/>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3" name="Google Shape;9603;p76"/>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4" name="Google Shape;9604;p76"/>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5" name="Google Shape;9605;p76"/>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6" name="Google Shape;9606;p76"/>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7" name="Google Shape;9607;p76"/>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8" name="Google Shape;9608;p76"/>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9" name="Google Shape;9609;p76"/>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0" name="Google Shape;9610;p76"/>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1" name="Google Shape;9611;p76"/>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2" name="Google Shape;9612;p76"/>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3" name="Google Shape;9613;p76"/>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4" name="Google Shape;9614;p76"/>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5" name="Google Shape;9615;p76"/>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6" name="Google Shape;9616;p76"/>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7" name="Google Shape;9617;p76"/>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8" name="Google Shape;9618;p76"/>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9" name="Google Shape;9619;p76"/>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0" name="Google Shape;9620;p76"/>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1" name="Google Shape;9621;p76"/>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2" name="Google Shape;9622;p76"/>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3" name="Google Shape;9623;p76"/>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4" name="Google Shape;9624;p76"/>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5" name="Google Shape;9625;p76"/>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6" name="Google Shape;9626;p76"/>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7" name="Google Shape;9627;p76"/>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8" name="Google Shape;9628;p76"/>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9" name="Google Shape;9629;p76"/>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0" name="Google Shape;9630;p76"/>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1" name="Google Shape;9631;p76"/>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2" name="Google Shape;9632;p76"/>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3" name="Google Shape;9633;p76"/>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4" name="Google Shape;9634;p76"/>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5" name="Google Shape;9635;p76"/>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6" name="Google Shape;9636;p76"/>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7" name="Google Shape;9637;p76"/>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8" name="Google Shape;9638;p76"/>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9" name="Google Shape;9639;p76"/>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0" name="Google Shape;9640;p76"/>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1" name="Google Shape;9641;p76"/>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2" name="Google Shape;9642;p76"/>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3" name="Google Shape;9643;p76"/>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4" name="Google Shape;9644;p76"/>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5" name="Google Shape;9645;p76"/>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6" name="Google Shape;9646;p76"/>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7" name="Google Shape;9647;p76"/>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8" name="Google Shape;9648;p76"/>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9" name="Google Shape;9649;p76"/>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0" name="Google Shape;9650;p76"/>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1" name="Google Shape;9651;p76"/>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2" name="Google Shape;9652;p76"/>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3" name="Google Shape;9653;p76"/>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4" name="Google Shape;9654;p76"/>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5" name="Google Shape;9655;p76"/>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6" name="Google Shape;9656;p76"/>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7" name="Google Shape;9657;p76"/>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8" name="Google Shape;9658;p76"/>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9" name="Google Shape;9659;p76"/>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0" name="Google Shape;9660;p76"/>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1" name="Google Shape;9661;p76"/>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2" name="Google Shape;9662;p76"/>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3" name="Google Shape;9663;p76"/>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4" name="Google Shape;9664;p76"/>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5" name="Google Shape;9665;p76"/>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6" name="Google Shape;9666;p76"/>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7" name="Google Shape;9667;p76"/>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8" name="Google Shape;9668;p76"/>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9" name="Google Shape;9669;p76"/>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0" name="Google Shape;9670;p76"/>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1" name="Google Shape;9671;p76"/>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2" name="Google Shape;9672;p76"/>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3" name="Google Shape;9673;p76"/>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4" name="Google Shape;9674;p76"/>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5" name="Google Shape;9675;p76"/>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6" name="Google Shape;9676;p76"/>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7" name="Google Shape;9677;p76"/>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8" name="Google Shape;9678;p76"/>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9" name="Google Shape;9679;p76"/>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0" name="Google Shape;9680;p76"/>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1" name="Google Shape;9681;p76"/>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2" name="Google Shape;9682;p76"/>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3" name="Google Shape;9683;p76"/>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4" name="Google Shape;9684;p76"/>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5" name="Google Shape;9685;p76"/>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6" name="Google Shape;9686;p76"/>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7" name="Google Shape;9687;p76"/>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8" name="Google Shape;9688;p76"/>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9" name="Google Shape;9689;p76"/>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0" name="Google Shape;9690;p76"/>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1" name="Google Shape;9691;p76"/>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2" name="Google Shape;9692;p76"/>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3" name="Google Shape;9693;p76"/>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4" name="Google Shape;9694;p76"/>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5" name="Google Shape;9695;p76"/>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6" name="Google Shape;9696;p76"/>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7" name="Google Shape;9697;p76"/>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8" name="Google Shape;9698;p76"/>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9" name="Google Shape;9699;p76"/>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0" name="Google Shape;9700;p76"/>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1" name="Google Shape;9701;p76"/>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2" name="Google Shape;9702;p76"/>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3" name="Google Shape;9703;p76"/>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4" name="Google Shape;9704;p76"/>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5" name="Google Shape;9705;p76"/>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6" name="Google Shape;9706;p76"/>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7" name="Google Shape;9707;p76"/>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8" name="Google Shape;9708;p76"/>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9" name="Google Shape;9709;p76"/>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0" name="Google Shape;9710;p76"/>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1" name="Google Shape;9711;p76"/>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2" name="Google Shape;9712;p76"/>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3" name="Google Shape;9713;p76"/>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4" name="Google Shape;9714;p76"/>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5" name="Google Shape;9715;p76"/>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6" name="Google Shape;9716;p76"/>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7" name="Google Shape;9717;p76"/>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8" name="Google Shape;9718;p76"/>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9" name="Google Shape;9719;p76"/>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0" name="Google Shape;9720;p76"/>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1" name="Google Shape;9721;p76"/>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2" name="Google Shape;9722;p76"/>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3" name="Google Shape;9723;p76"/>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4" name="Google Shape;9724;p76"/>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5" name="Google Shape;9725;p76"/>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6" name="Google Shape;9726;p76"/>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7" name="Google Shape;9727;p76"/>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8" name="Google Shape;9728;p76"/>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9" name="Google Shape;9729;p76"/>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0" name="Google Shape;9730;p76"/>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1" name="Google Shape;9731;p76"/>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2" name="Google Shape;9732;p76"/>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3" name="Google Shape;9733;p76"/>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4" name="Google Shape;9734;p76"/>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5" name="Google Shape;9735;p76"/>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6" name="Google Shape;9736;p76"/>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7" name="Google Shape;9737;p76"/>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8" name="Google Shape;9738;p76"/>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9" name="Google Shape;9739;p76"/>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0" name="Google Shape;9740;p76"/>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1" name="Google Shape;9741;p76"/>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2" name="Google Shape;9742;p76"/>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3" name="Google Shape;9743;p76"/>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4" name="Google Shape;9744;p76"/>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5" name="Google Shape;9745;p76"/>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6" name="Google Shape;9746;p76"/>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7" name="Google Shape;9747;p76"/>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8" name="Google Shape;9748;p76"/>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9" name="Google Shape;9749;p76"/>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0" name="Google Shape;9750;p76"/>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1" name="Google Shape;9751;p76"/>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2" name="Google Shape;9752;p76"/>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3" name="Google Shape;9753;p76"/>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4" name="Google Shape;9754;p76"/>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5" name="Google Shape;9755;p76"/>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6" name="Google Shape;9756;p76"/>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7" name="Google Shape;9757;p76"/>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8" name="Google Shape;9758;p76"/>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9" name="Google Shape;9759;p76"/>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0" name="Google Shape;9760;p76"/>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1" name="Google Shape;9761;p76"/>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2" name="Google Shape;9762;p76"/>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3" name="Google Shape;9763;p76"/>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4" name="Google Shape;9764;p76"/>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5" name="Google Shape;9765;p76"/>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6" name="Google Shape;9766;p76"/>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7" name="Google Shape;9767;p76"/>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8" name="Google Shape;9768;p76"/>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9" name="Google Shape;9769;p76"/>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0" name="Google Shape;9770;p76"/>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1" name="Google Shape;9771;p76"/>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2" name="Google Shape;9772;p76"/>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3" name="Google Shape;9773;p76"/>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4" name="Google Shape;9774;p76"/>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5" name="Google Shape;9775;p76"/>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6" name="Google Shape;9776;p76"/>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7" name="Google Shape;9777;p76"/>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8" name="Google Shape;9778;p76"/>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9" name="Google Shape;9779;p76"/>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0" name="Google Shape;9780;p76"/>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1" name="Google Shape;9781;p76"/>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2" name="Google Shape;9782;p76"/>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3" name="Google Shape;9783;p76"/>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4" name="Google Shape;9784;p76"/>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5" name="Google Shape;9785;p76"/>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6" name="Google Shape;9786;p76"/>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7" name="Google Shape;9787;p76"/>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8" name="Google Shape;9788;p76"/>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9" name="Google Shape;9789;p76"/>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0" name="Google Shape;9790;p76"/>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1" name="Google Shape;9791;p76"/>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2" name="Google Shape;9792;p76"/>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3" name="Google Shape;9793;p76"/>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4" name="Google Shape;9794;p76"/>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5" name="Google Shape;9795;p76"/>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6" name="Google Shape;9796;p76"/>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7" name="Google Shape;9797;p76"/>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8" name="Google Shape;9798;p76"/>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9" name="Google Shape;9799;p76"/>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0" name="Google Shape;9800;p76"/>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1" name="Google Shape;9801;p76"/>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2" name="Google Shape;9802;p76"/>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3" name="Google Shape;9803;p76"/>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4" name="Google Shape;9804;p76"/>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5" name="Google Shape;9805;p76"/>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6" name="Google Shape;9806;p76"/>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7" name="Google Shape;9807;p76"/>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8" name="Google Shape;9808;p76"/>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9" name="Google Shape;9809;p76"/>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0" name="Google Shape;9810;p76"/>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1" name="Google Shape;9811;p76"/>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2" name="Google Shape;9812;p76"/>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3" name="Google Shape;9813;p76"/>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4" name="Google Shape;9814;p76"/>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5" name="Google Shape;9815;p76"/>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6" name="Google Shape;9816;p76"/>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7" name="Google Shape;9817;p76"/>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8" name="Google Shape;9818;p76"/>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9" name="Google Shape;9819;p76"/>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0" name="Google Shape;9820;p76"/>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1" name="Google Shape;9821;p76"/>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2" name="Google Shape;9822;p76"/>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3" name="Google Shape;9823;p76"/>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4" name="Google Shape;9824;p76"/>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5" name="Google Shape;9825;p76"/>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6" name="Google Shape;9826;p76"/>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7" name="Google Shape;9827;p76"/>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8" name="Google Shape;9828;p76"/>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9" name="Google Shape;9829;p76"/>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0" name="Google Shape;9830;p76"/>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1" name="Google Shape;9831;p76"/>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2" name="Google Shape;9832;p76"/>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3" name="Google Shape;9833;p76"/>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4" name="Google Shape;9834;p76"/>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5" name="Google Shape;9835;p76"/>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6" name="Google Shape;9836;p76"/>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7" name="Google Shape;9837;p76"/>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8" name="Google Shape;9838;p76"/>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9" name="Google Shape;9839;p76"/>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0" name="Google Shape;9840;p76"/>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1" name="Google Shape;9841;p76"/>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2" name="Google Shape;9842;p76"/>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3" name="Google Shape;9843;p76"/>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4" name="Google Shape;9844;p76"/>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5" name="Google Shape;9845;p76"/>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6" name="Google Shape;9846;p76"/>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7" name="Google Shape;9847;p76"/>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8" name="Google Shape;9848;p76"/>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9" name="Google Shape;9849;p76"/>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0" name="Google Shape;9850;p76"/>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1" name="Google Shape;9851;p76"/>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2" name="Google Shape;9852;p76"/>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3" name="Google Shape;9853;p76"/>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4" name="Google Shape;9854;p76"/>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5" name="Google Shape;9855;p76"/>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6" name="Google Shape;9856;p76"/>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7" name="Google Shape;9857;p76"/>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8" name="Google Shape;9858;p76"/>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9" name="Google Shape;9859;p76"/>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0" name="Google Shape;9860;p76"/>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1" name="Google Shape;9861;p76"/>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2" name="Google Shape;9862;p76"/>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3" name="Google Shape;9863;p76"/>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4" name="Google Shape;9864;p76"/>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5" name="Google Shape;9865;p76"/>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6" name="Google Shape;9866;p76"/>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7" name="Google Shape;9867;p76"/>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8" name="Google Shape;9868;p76"/>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9" name="Google Shape;9869;p76"/>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0" name="Google Shape;9870;p76"/>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1" name="Google Shape;9871;p76"/>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2" name="Google Shape;9872;p76"/>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3" name="Google Shape;9873;p76"/>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4" name="Google Shape;9874;p76"/>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5" name="Google Shape;9875;p76"/>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6" name="Google Shape;9876;p76"/>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7" name="Google Shape;9877;p76"/>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8" name="Google Shape;9878;p76"/>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9" name="Google Shape;9879;p76"/>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0" name="Google Shape;9880;p76"/>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1" name="Google Shape;9881;p76"/>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2" name="Google Shape;9882;p76"/>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3" name="Google Shape;9883;p76"/>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4" name="Google Shape;9884;p76"/>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5" name="Google Shape;9885;p76"/>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6" name="Google Shape;9886;p76"/>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7" name="Google Shape;9887;p76"/>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8" name="Google Shape;9888;p76"/>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9" name="Google Shape;9889;p76"/>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0" name="Google Shape;9890;p76"/>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1" name="Google Shape;9891;p76"/>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2" name="Google Shape;9892;p76"/>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3" name="Google Shape;9893;p76"/>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4" name="Google Shape;9894;p76"/>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5" name="Google Shape;9895;p76"/>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6" name="Google Shape;9896;p76"/>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7" name="Google Shape;9897;p76"/>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8" name="Google Shape;9898;p76"/>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9" name="Google Shape;9899;p76"/>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0" name="Google Shape;9900;p76"/>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1" name="Google Shape;9901;p76"/>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2" name="Google Shape;9902;p76"/>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3" name="Google Shape;9903;p76"/>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4" name="Google Shape;9904;p76"/>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5" name="Google Shape;9905;p76"/>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6" name="Google Shape;9906;p76"/>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7" name="Google Shape;9907;p76"/>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8" name="Google Shape;9908;p76"/>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9" name="Google Shape;9909;p76"/>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0" name="Google Shape;9910;p76"/>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1" name="Google Shape;9911;p76"/>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2" name="Google Shape;9912;p76"/>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3" name="Google Shape;9913;p76"/>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4" name="Google Shape;9914;p76"/>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5" name="Google Shape;9915;p76"/>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6" name="Google Shape;9916;p76"/>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7" name="Google Shape;9917;p76"/>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8" name="Google Shape;9918;p76"/>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9" name="Google Shape;9919;p76"/>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0" name="Google Shape;9920;p76"/>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1" name="Google Shape;9921;p76"/>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2" name="Google Shape;9922;p76"/>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3" name="Google Shape;9923;p76"/>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4" name="Google Shape;9924;p76"/>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5" name="Google Shape;9925;p76"/>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6" name="Google Shape;9926;p76"/>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7" name="Google Shape;9927;p76"/>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8" name="Google Shape;9928;p76"/>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9" name="Google Shape;9929;p76"/>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0" name="Google Shape;9930;p76"/>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1" name="Google Shape;9931;p76"/>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2" name="Google Shape;9932;p76"/>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3" name="Google Shape;9933;p76"/>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4" name="Google Shape;9934;p76"/>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5" name="Google Shape;9935;p76"/>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6" name="Google Shape;9936;p76"/>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7" name="Google Shape;9937;p76"/>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8" name="Google Shape;9938;p76"/>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9" name="Google Shape;9939;p76"/>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0" name="Google Shape;9940;p76"/>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1" name="Google Shape;9941;p76"/>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2" name="Google Shape;9942;p76"/>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3" name="Google Shape;9943;p76"/>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4" name="Google Shape;9944;p76"/>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5" name="Google Shape;9945;p76"/>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6" name="Google Shape;9946;p76"/>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7" name="Google Shape;9947;p76"/>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8" name="Google Shape;9948;p76"/>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9" name="Google Shape;9949;p76"/>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0" name="Google Shape;9950;p76"/>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1" name="Google Shape;9951;p76"/>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2" name="Google Shape;9952;p76"/>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3" name="Google Shape;9953;p76"/>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4" name="Google Shape;9954;p76"/>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5" name="Google Shape;9955;p76"/>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6" name="Google Shape;9956;p76"/>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7" name="Google Shape;9957;p76"/>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8" name="Google Shape;9958;p76"/>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9" name="Google Shape;9959;p76"/>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0" name="Google Shape;9960;p76"/>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1" name="Google Shape;9961;p76"/>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2" name="Google Shape;9962;p76"/>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3" name="Google Shape;9963;p76"/>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4" name="Google Shape;9964;p76"/>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5" name="Google Shape;9965;p76"/>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6" name="Google Shape;9966;p76"/>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7" name="Google Shape;9967;p76"/>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8" name="Google Shape;9968;p76"/>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9" name="Google Shape;9969;p76"/>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0" name="Google Shape;9970;p76"/>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1" name="Google Shape;9971;p76"/>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2" name="Google Shape;9972;p76"/>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3" name="Google Shape;9973;p76"/>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4" name="Google Shape;9974;p76"/>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5" name="Google Shape;9975;p76"/>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6" name="Google Shape;9976;p76"/>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7" name="Google Shape;9977;p76"/>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8" name="Google Shape;9978;p76"/>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9" name="Google Shape;9979;p76"/>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0" name="Google Shape;9980;p76"/>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1" name="Google Shape;9981;p76"/>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2" name="Google Shape;9982;p76"/>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3" name="Google Shape;9983;p76"/>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4" name="Google Shape;9984;p76"/>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5" name="Google Shape;9985;p76"/>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6" name="Google Shape;9986;p76"/>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7" name="Google Shape;9987;p76"/>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8" name="Google Shape;9988;p76"/>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9" name="Google Shape;9989;p76"/>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0" name="Google Shape;9990;p76"/>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1" name="Google Shape;9991;p76"/>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2" name="Google Shape;9992;p76"/>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3" name="Google Shape;9993;p76"/>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4" name="Google Shape;9994;p76"/>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5" name="Google Shape;9995;p76"/>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6" name="Google Shape;9996;p76"/>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7" name="Google Shape;9997;p76"/>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8" name="Google Shape;9998;p76"/>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9" name="Google Shape;9999;p76"/>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0" name="Google Shape;10000;p76"/>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1" name="Google Shape;10001;p76"/>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2" name="Google Shape;10002;p76"/>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3" name="Google Shape;10003;p76"/>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4" name="Google Shape;10004;p76"/>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5" name="Google Shape;10005;p76"/>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6" name="Google Shape;10006;p76"/>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7" name="Google Shape;10007;p76"/>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8" name="Google Shape;10008;p76"/>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9" name="Google Shape;10009;p76"/>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0" name="Google Shape;10010;p76"/>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1" name="Google Shape;10011;p76"/>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2" name="Google Shape;10012;p76"/>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3" name="Google Shape;10013;p76"/>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4" name="Google Shape;10014;p76"/>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5" name="Google Shape;10015;p76"/>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6" name="Google Shape;10016;p76"/>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7" name="Google Shape;10017;p76"/>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8" name="Google Shape;10018;p76"/>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9" name="Google Shape;10019;p76"/>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0" name="Google Shape;10020;p76"/>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1" name="Google Shape;10021;p76"/>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2" name="Google Shape;10022;p76"/>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3" name="Google Shape;10023;p76"/>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4" name="Google Shape;10024;p76"/>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5" name="Google Shape;10025;p76"/>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6" name="Google Shape;10026;p76"/>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7" name="Google Shape;10027;p76"/>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8" name="Google Shape;10028;p76"/>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9" name="Google Shape;10029;p76"/>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0" name="Google Shape;10030;p76"/>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1" name="Google Shape;10031;p76"/>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2" name="Google Shape;10032;p76"/>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3" name="Google Shape;10033;p76"/>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4" name="Google Shape;10034;p76"/>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5" name="Google Shape;10035;p76"/>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6" name="Google Shape;10036;p76"/>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7" name="Google Shape;10037;p76"/>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8" name="Google Shape;10038;p76"/>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9" name="Google Shape;10039;p76"/>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0" name="Google Shape;10040;p76"/>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1" name="Google Shape;10041;p76"/>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2" name="Google Shape;10042;p76"/>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3" name="Google Shape;10043;p76"/>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4" name="Google Shape;10044;p76"/>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5" name="Google Shape;10045;p76"/>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6" name="Google Shape;10046;p76"/>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7" name="Google Shape;10047;p76"/>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8" name="Google Shape;10048;p76"/>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9" name="Google Shape;10049;p76"/>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0" name="Google Shape;10050;p76"/>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1" name="Google Shape;10051;p76"/>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2" name="Google Shape;10052;p76"/>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3" name="Google Shape;10053;p76"/>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4" name="Google Shape;10054;p76"/>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5" name="Google Shape;10055;p76"/>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6" name="Google Shape;10056;p76"/>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7" name="Google Shape;10057;p76"/>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8" name="Google Shape;10058;p76"/>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9" name="Google Shape;10059;p76"/>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0" name="Google Shape;10060;p76"/>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1" name="Google Shape;10061;p76"/>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2" name="Google Shape;10062;p76"/>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3" name="Google Shape;10063;p76"/>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4" name="Google Shape;10064;p76"/>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5" name="Google Shape;10065;p76"/>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6" name="Google Shape;10066;p76"/>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7" name="Google Shape;10067;p76"/>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8" name="Google Shape;10068;p76"/>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9" name="Google Shape;10069;p76"/>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0" name="Google Shape;10070;p76"/>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1" name="Google Shape;10071;p76"/>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2" name="Google Shape;10072;p76"/>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3" name="Google Shape;10073;p76"/>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4" name="Google Shape;10074;p76"/>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5" name="Google Shape;10075;p76"/>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6" name="Google Shape;10076;p76"/>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7" name="Google Shape;10077;p76"/>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8" name="Google Shape;10078;p76"/>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9" name="Google Shape;10079;p76"/>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0" name="Google Shape;10080;p76"/>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1" name="Google Shape;10081;p76"/>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2" name="Google Shape;10082;p76"/>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3" name="Google Shape;10083;p76"/>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4" name="Google Shape;10084;p76"/>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5" name="Google Shape;10085;p76"/>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6" name="Google Shape;10086;p76"/>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7" name="Google Shape;10087;p76"/>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8" name="Google Shape;10088;p76"/>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9" name="Google Shape;10089;p76"/>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0" name="Google Shape;10090;p76"/>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1" name="Google Shape;10091;p76"/>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2" name="Google Shape;10092;p76"/>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3" name="Google Shape;10093;p76"/>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4" name="Google Shape;10094;p76"/>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5" name="Google Shape;10095;p76"/>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6" name="Google Shape;10096;p76"/>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7" name="Google Shape;10097;p76"/>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8" name="Google Shape;10098;p76"/>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9" name="Google Shape;10099;p76"/>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0" name="Google Shape;10100;p76"/>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1" name="Google Shape;10101;p76"/>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2" name="Google Shape;10102;p76"/>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3" name="Google Shape;10103;p76"/>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4" name="Google Shape;10104;p76"/>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5" name="Google Shape;10105;p76"/>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6" name="Google Shape;10106;p76"/>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7" name="Google Shape;10107;p76"/>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8" name="Google Shape;10108;p76"/>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9" name="Google Shape;10109;p76"/>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0" name="Google Shape;10110;p76"/>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1" name="Google Shape;10111;p76"/>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2" name="Google Shape;10112;p76"/>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3" name="Google Shape;10113;p76"/>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4" name="Google Shape;10114;p76"/>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5" name="Google Shape;10115;p76"/>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6" name="Google Shape;10116;p76"/>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7" name="Google Shape;10117;p76"/>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8" name="Google Shape;10118;p76"/>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9" name="Google Shape;10119;p76"/>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0" name="Google Shape;10120;p76"/>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1" name="Google Shape;10121;p76"/>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2" name="Google Shape;10122;p76"/>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3" name="Google Shape;10123;p76"/>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4" name="Google Shape;10124;p76"/>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5" name="Google Shape;10125;p76"/>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6" name="Google Shape;10126;p76"/>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7" name="Google Shape;10127;p76"/>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8" name="Google Shape;10128;p76"/>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9" name="Google Shape;10129;p76"/>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0" name="Google Shape;10130;p76"/>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1" name="Google Shape;10131;p76"/>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2" name="Google Shape;10132;p76"/>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3" name="Google Shape;10133;p76"/>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4" name="Google Shape;10134;p76"/>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5" name="Google Shape;10135;p76"/>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6" name="Google Shape;10136;p76"/>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7" name="Google Shape;10137;p76"/>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8" name="Google Shape;10138;p76"/>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9" name="Google Shape;10139;p76"/>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0" name="Google Shape;10140;p76"/>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1" name="Google Shape;10141;p76"/>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2" name="Google Shape;10142;p76"/>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3" name="Google Shape;10143;p76"/>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4" name="Google Shape;10144;p76"/>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5" name="Google Shape;10145;p76"/>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6" name="Google Shape;10146;p76"/>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7" name="Google Shape;10147;p76"/>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8" name="Google Shape;10148;p76"/>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9" name="Google Shape;10149;p76"/>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0" name="Google Shape;10150;p76"/>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1" name="Google Shape;10151;p76"/>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2" name="Google Shape;10152;p76"/>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3" name="Google Shape;10153;p76"/>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4" name="Google Shape;10154;p76"/>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5" name="Google Shape;10155;p76"/>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6" name="Google Shape;10156;p76"/>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7" name="Google Shape;10157;p76"/>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8" name="Google Shape;10158;p76"/>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9" name="Google Shape;10159;p76"/>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0" name="Google Shape;10160;p76"/>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1" name="Google Shape;10161;p76"/>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2" name="Google Shape;10162;p76"/>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3" name="Google Shape;10163;p76"/>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4" name="Google Shape;10164;p76"/>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5" name="Google Shape;10165;p76"/>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6" name="Google Shape;10166;p76"/>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7" name="Google Shape;10167;p76"/>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8" name="Google Shape;10168;p76"/>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9" name="Google Shape;10169;p76"/>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0" name="Google Shape;10170;p76"/>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1" name="Google Shape;10171;p76"/>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2" name="Google Shape;10172;p76"/>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3" name="Google Shape;10173;p76"/>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4" name="Google Shape;10174;p76"/>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5" name="Google Shape;10175;p76"/>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6" name="Google Shape;10176;p76"/>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7" name="Google Shape;10177;p76"/>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8" name="Google Shape;10178;p76"/>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9" name="Google Shape;10179;p76"/>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0" name="Google Shape;10180;p76"/>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1" name="Google Shape;10181;p76"/>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2" name="Google Shape;10182;p76"/>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3" name="Google Shape;10183;p76"/>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4" name="Google Shape;10184;p76"/>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5" name="Google Shape;10185;p76"/>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6" name="Google Shape;10186;p76"/>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7" name="Google Shape;10187;p76"/>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8" name="Google Shape;10188;p76"/>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9" name="Google Shape;10189;p76"/>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0" name="Google Shape;10190;p76"/>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1" name="Google Shape;10191;p76"/>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2" name="Google Shape;10192;p76"/>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3" name="Google Shape;10193;p76"/>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4" name="Google Shape;10194;p76"/>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5" name="Google Shape;10195;p76"/>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6" name="Google Shape;10196;p76"/>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7" name="Google Shape;10197;p76"/>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8" name="Google Shape;10198;p76"/>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9" name="Google Shape;10199;p76"/>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0" name="Google Shape;10200;p76"/>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1" name="Google Shape;10201;p76"/>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2" name="Google Shape;10202;p76"/>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3" name="Google Shape;10203;p76"/>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4" name="Google Shape;10204;p76"/>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5" name="Google Shape;10205;p76"/>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6" name="Google Shape;10206;p76"/>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7" name="Google Shape;10207;p76"/>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8" name="Google Shape;10208;p76"/>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9" name="Google Shape;10209;p76"/>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0" name="Google Shape;10210;p76"/>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1" name="Google Shape;10211;p76"/>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2" name="Google Shape;10212;p76"/>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3" name="Google Shape;10213;p76"/>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4" name="Google Shape;10214;p76"/>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5" name="Google Shape;10215;p76"/>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6" name="Google Shape;10216;p76"/>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7" name="Google Shape;10217;p76"/>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8" name="Google Shape;10218;p76"/>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9" name="Google Shape;10219;p76"/>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0" name="Google Shape;10220;p76"/>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1" name="Google Shape;10221;p76"/>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2" name="Google Shape;10222;p76"/>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3" name="Google Shape;10223;p76"/>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4" name="Google Shape;10224;p76"/>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5" name="Google Shape;10225;p76"/>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6" name="Google Shape;10226;p76"/>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7" name="Google Shape;10227;p76"/>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8" name="Google Shape;10228;p76"/>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9" name="Google Shape;10229;p76"/>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0" name="Google Shape;10230;p76"/>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1" name="Google Shape;10231;p76"/>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2" name="Google Shape;10232;p76"/>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3" name="Google Shape;10233;p76"/>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4" name="Google Shape;10234;p76"/>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5" name="Google Shape;10235;p76"/>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6" name="Google Shape;10236;p76"/>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7" name="Google Shape;10237;p76"/>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8" name="Google Shape;10238;p76"/>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9" name="Google Shape;10239;p76"/>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0" name="Google Shape;10240;p76"/>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1" name="Google Shape;10241;p76"/>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2" name="Google Shape;10242;p76"/>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3" name="Google Shape;10243;p76"/>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4" name="Google Shape;10244;p76"/>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5" name="Google Shape;10245;p76"/>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6" name="Google Shape;10246;p76"/>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7" name="Google Shape;10247;p76"/>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8" name="Google Shape;10248;p76"/>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9" name="Google Shape;10249;p76"/>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0" name="Google Shape;10250;p76"/>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1" name="Google Shape;10251;p76"/>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2" name="Google Shape;10252;p76"/>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3" name="Google Shape;10253;p76"/>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4" name="Google Shape;10254;p76"/>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5" name="Google Shape;10255;p76"/>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6" name="Google Shape;10256;p76"/>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7" name="Google Shape;10257;p76"/>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8" name="Google Shape;10258;p76"/>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9" name="Google Shape;10259;p76"/>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0" name="Google Shape;10260;p76"/>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1" name="Google Shape;10261;p76"/>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2" name="Google Shape;10262;p76"/>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3" name="Google Shape;10263;p76"/>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4" name="Google Shape;10264;p76"/>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5" name="Google Shape;10265;p76"/>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6" name="Google Shape;10266;p76"/>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7" name="Google Shape;10267;p76"/>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8" name="Google Shape;10268;p76"/>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9" name="Google Shape;10269;p76"/>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0" name="Google Shape;10270;p76"/>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1" name="Google Shape;10271;p76"/>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2" name="Google Shape;10272;p76"/>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3" name="Google Shape;10273;p76"/>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4" name="Google Shape;10274;p76"/>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5" name="Google Shape;10275;p76"/>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6" name="Google Shape;10276;p76"/>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7" name="Google Shape;10277;p76"/>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8" name="Google Shape;10278;p76"/>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9" name="Google Shape;10279;p76"/>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0" name="Google Shape;10280;p76"/>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1" name="Google Shape;10281;p76"/>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2" name="Google Shape;10282;p76"/>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3" name="Google Shape;10283;p76"/>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4" name="Google Shape;10284;p76"/>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5" name="Google Shape;10285;p76"/>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6" name="Google Shape;10286;p76"/>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7" name="Google Shape;10287;p76"/>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8" name="Google Shape;10288;p76"/>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9" name="Google Shape;10289;p76"/>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0" name="Google Shape;10290;p76"/>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1" name="Google Shape;10291;p76"/>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2" name="Google Shape;10292;p76"/>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3" name="Google Shape;10293;p76"/>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4" name="Google Shape;10294;p76"/>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5" name="Google Shape;10295;p76"/>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6" name="Google Shape;10296;p76"/>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7" name="Google Shape;10297;p76"/>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8" name="Google Shape;10298;p76"/>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9" name="Google Shape;10299;p76"/>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0" name="Google Shape;10300;p76"/>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1" name="Google Shape;10301;p76"/>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2" name="Google Shape;10302;p76"/>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3" name="Google Shape;10303;p76"/>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4" name="Google Shape;10304;p76"/>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5" name="Google Shape;10305;p76"/>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6" name="Google Shape;10306;p76"/>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7" name="Google Shape;10307;p76"/>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8" name="Google Shape;10308;p76"/>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9" name="Google Shape;10309;p76"/>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0" name="Google Shape;10310;p76"/>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1" name="Google Shape;10311;p76"/>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2" name="Google Shape;10312;p76"/>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3" name="Google Shape;10313;p76"/>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4" name="Google Shape;10314;p76"/>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5" name="Google Shape;10315;p76"/>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6" name="Google Shape;10316;p76"/>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7" name="Google Shape;10317;p76"/>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8" name="Google Shape;10318;p76"/>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9" name="Google Shape;10319;p76"/>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0" name="Google Shape;10320;p76"/>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1" name="Google Shape;10321;p76"/>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2" name="Google Shape;10322;p76"/>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3" name="Google Shape;10323;p76"/>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4" name="Google Shape;10324;p76"/>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5" name="Google Shape;10325;p76"/>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6" name="Google Shape;10326;p76"/>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7" name="Google Shape;10327;p76"/>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8" name="Google Shape;10328;p76"/>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9" name="Google Shape;10329;p76"/>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0" name="Google Shape;10330;p76"/>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1" name="Google Shape;10331;p76"/>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2" name="Google Shape;10332;p76"/>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3" name="Google Shape;10333;p76"/>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4" name="Google Shape;10334;p76"/>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5" name="Google Shape;10335;p76"/>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6" name="Google Shape;10336;p76"/>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7" name="Google Shape;10337;p76"/>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8" name="Google Shape;10338;p76"/>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9" name="Google Shape;10339;p76"/>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0" name="Google Shape;10340;p76"/>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1" name="Google Shape;10341;p76"/>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2" name="Google Shape;10342;p76"/>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3" name="Google Shape;10343;p76"/>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4" name="Google Shape;10344;p76"/>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5" name="Google Shape;10345;p76"/>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6" name="Google Shape;10346;p76"/>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7" name="Google Shape;10347;p76"/>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8" name="Google Shape;10348;p76"/>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9" name="Google Shape;10349;p76"/>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0" name="Google Shape;10350;p76"/>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1" name="Google Shape;10351;p76"/>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2" name="Google Shape;10352;p76"/>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3" name="Google Shape;10353;p76"/>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4" name="Google Shape;10354;p76"/>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5" name="Google Shape;10355;p76"/>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6" name="Google Shape;10356;p76"/>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7" name="Google Shape;10357;p76"/>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8" name="Google Shape;10358;p76"/>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9" name="Google Shape;10359;p76"/>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0" name="Google Shape;10360;p76"/>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1" name="Google Shape;10361;p76"/>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2" name="Google Shape;10362;p76"/>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3" name="Google Shape;10363;p76"/>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4" name="Google Shape;10364;p76"/>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5" name="Google Shape;10365;p76"/>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6" name="Google Shape;10366;p76"/>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7" name="Google Shape;10367;p76"/>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8" name="Google Shape;10368;p76"/>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9" name="Google Shape;10369;p76"/>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0" name="Google Shape;10370;p76"/>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1" name="Google Shape;10371;p76"/>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2" name="Google Shape;10372;p76"/>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3" name="Google Shape;10373;p76"/>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4" name="Google Shape;10374;p76"/>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5" name="Google Shape;10375;p76"/>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6" name="Google Shape;10376;p76"/>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7" name="Google Shape;10377;p76"/>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8" name="Google Shape;10378;p76"/>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9" name="Google Shape;10379;p76"/>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0" name="Google Shape;10380;p76"/>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1" name="Google Shape;10381;p76"/>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2" name="Google Shape;10382;p76"/>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3" name="Google Shape;10383;p76"/>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4" name="Google Shape;10384;p76"/>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5" name="Google Shape;10385;p76"/>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6" name="Google Shape;10386;p76"/>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7" name="Google Shape;10387;p76"/>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8" name="Google Shape;10388;p76"/>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9" name="Google Shape;10389;p76"/>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0" name="Google Shape;10390;p76"/>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1" name="Google Shape;10391;p76"/>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2" name="Google Shape;10392;p76"/>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3" name="Google Shape;10393;p76"/>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4" name="Google Shape;10394;p76"/>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5" name="Google Shape;10395;p76"/>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6" name="Google Shape;10396;p76"/>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7" name="Google Shape;10397;p76"/>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8" name="Google Shape;10398;p76"/>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9" name="Google Shape;10399;p76"/>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0" name="Google Shape;10400;p76"/>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1" name="Google Shape;10401;p76"/>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2" name="Google Shape;10402;p76"/>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3" name="Google Shape;10403;p76"/>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4" name="Google Shape;10404;p76"/>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5" name="Google Shape;10405;p76"/>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6" name="Google Shape;10406;p76"/>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7" name="Google Shape;10407;p76"/>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8" name="Google Shape;10408;p76"/>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9" name="Google Shape;10409;p76"/>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0" name="Google Shape;10410;p76"/>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1" name="Google Shape;10411;p76"/>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2" name="Google Shape;10412;p76"/>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3" name="Google Shape;10413;p76"/>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4" name="Google Shape;10414;p76"/>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5" name="Google Shape;10415;p76"/>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6" name="Google Shape;10416;p76"/>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7" name="Google Shape;10417;p76"/>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8" name="Google Shape;10418;p76"/>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9" name="Google Shape;10419;p76"/>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0" name="Google Shape;10420;p76"/>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1" name="Google Shape;10421;p76"/>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2" name="Google Shape;10422;p76"/>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3" name="Google Shape;10423;p76"/>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4" name="Google Shape;10424;p76"/>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5" name="Google Shape;10425;p76"/>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6" name="Google Shape;10426;p76"/>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7" name="Google Shape;10427;p76"/>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8" name="Google Shape;10428;p76"/>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9" name="Google Shape;10429;p76"/>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0" name="Google Shape;10430;p76"/>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1" name="Google Shape;10431;p76"/>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2" name="Google Shape;10432;p76"/>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3" name="Google Shape;10433;p76"/>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4" name="Google Shape;10434;p76"/>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5" name="Google Shape;10435;p76"/>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6" name="Google Shape;10436;p76"/>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7" name="Google Shape;10437;p76"/>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8" name="Google Shape;10438;p76"/>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9" name="Google Shape;10439;p76"/>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0" name="Google Shape;10440;p76"/>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1" name="Google Shape;10441;p76"/>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2" name="Google Shape;10442;p76"/>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3" name="Google Shape;10443;p76"/>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4" name="Google Shape;10444;p76"/>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5" name="Google Shape;10445;p76"/>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6" name="Google Shape;10446;p76"/>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7" name="Google Shape;10447;p76"/>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8" name="Google Shape;10448;p76"/>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9" name="Google Shape;10449;p76"/>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0" name="Google Shape;10450;p76"/>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1" name="Google Shape;10451;p76"/>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2" name="Google Shape;10452;p76"/>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3" name="Google Shape;10453;p76"/>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4" name="Google Shape;10454;p76"/>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5" name="Google Shape;10455;p76"/>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6" name="Google Shape;10456;p76"/>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7" name="Google Shape;10457;p76"/>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8" name="Google Shape;10458;p76"/>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9" name="Google Shape;10459;p76"/>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0" name="Google Shape;10460;p76"/>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1" name="Google Shape;10461;p76"/>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2" name="Google Shape;10462;p76"/>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3" name="Google Shape;10463;p76"/>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4" name="Google Shape;10464;p76"/>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5" name="Google Shape;10465;p76"/>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6" name="Google Shape;10466;p76"/>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7" name="Google Shape;10467;p76"/>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8" name="Google Shape;10468;p76"/>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9" name="Google Shape;10469;p76"/>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0" name="Google Shape;10470;p76"/>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1" name="Google Shape;10471;p76"/>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2" name="Google Shape;10472;p76"/>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3" name="Google Shape;10473;p76"/>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4" name="Google Shape;10474;p76"/>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5" name="Google Shape;10475;p76"/>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6" name="Google Shape;10476;p76"/>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7" name="Google Shape;10477;p76"/>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8" name="Google Shape;10478;p76"/>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9" name="Google Shape;10479;p76"/>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0" name="Google Shape;10480;p76"/>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1" name="Google Shape;10481;p76"/>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2" name="Google Shape;10482;p76"/>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3" name="Google Shape;10483;p76"/>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4" name="Google Shape;10484;p76"/>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5" name="Google Shape;10485;p76"/>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6" name="Google Shape;10486;p76"/>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7" name="Google Shape;10487;p76"/>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8" name="Google Shape;10488;p76"/>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9" name="Google Shape;10489;p76"/>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0" name="Google Shape;10490;p76"/>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1" name="Google Shape;10491;p76"/>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2" name="Google Shape;10492;p76"/>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3" name="Google Shape;10493;p76"/>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4" name="Google Shape;10494;p76"/>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5" name="Google Shape;10495;p76"/>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6" name="Google Shape;10496;p76"/>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7" name="Google Shape;10497;p76"/>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8" name="Google Shape;10498;p76"/>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9" name="Google Shape;10499;p76"/>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0" name="Google Shape;10500;p76"/>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1" name="Google Shape;10501;p76"/>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2" name="Google Shape;10502;p76"/>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3" name="Google Shape;10503;p76"/>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4" name="Google Shape;10504;p76"/>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5" name="Google Shape;10505;p76"/>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6" name="Google Shape;10506;p76"/>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7" name="Google Shape;10507;p76"/>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8" name="Google Shape;10508;p76"/>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9" name="Google Shape;10509;p76"/>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0" name="Google Shape;10510;p76"/>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1" name="Google Shape;10511;p76"/>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2" name="Google Shape;10512;p76"/>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3" name="Google Shape;10513;p76"/>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4" name="Google Shape;10514;p76"/>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5" name="Google Shape;10515;p76"/>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6" name="Google Shape;10516;p76"/>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7" name="Google Shape;10517;p76"/>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8" name="Google Shape;10518;p76"/>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9" name="Google Shape;10519;p76"/>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0" name="Google Shape;10520;p76"/>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1" name="Google Shape;10521;p76"/>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2" name="Google Shape;10522;p76"/>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3" name="Google Shape;10523;p76"/>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4" name="Google Shape;10524;p76"/>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5" name="Google Shape;10525;p76"/>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6" name="Google Shape;10526;p76"/>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7" name="Google Shape;10527;p76"/>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8" name="Google Shape;10528;p76"/>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9" name="Google Shape;10529;p76"/>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0" name="Google Shape;10530;p76"/>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1" name="Google Shape;10531;p76"/>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2" name="Google Shape;10532;p76"/>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3" name="Google Shape;10533;p76"/>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4" name="Google Shape;10534;p76"/>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5" name="Google Shape;10535;p76"/>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6" name="Google Shape;10536;p76"/>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7" name="Google Shape;10537;p76"/>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8" name="Google Shape;10538;p76"/>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9" name="Google Shape;10539;p76"/>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0" name="Google Shape;10540;p76"/>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1" name="Google Shape;10541;p76"/>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2" name="Google Shape;10542;p76"/>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3" name="Google Shape;10543;p76"/>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4" name="Google Shape;10544;p76"/>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5" name="Google Shape;10545;p76"/>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6" name="Google Shape;10546;p76"/>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7" name="Google Shape;10547;p76"/>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8" name="Google Shape;10548;p76"/>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9" name="Google Shape;10549;p76"/>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0" name="Google Shape;10550;p76"/>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1" name="Google Shape;10551;p76"/>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2" name="Google Shape;10552;p76"/>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3" name="Google Shape;10553;p76"/>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4" name="Google Shape;10554;p76"/>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5" name="Google Shape;10555;p76"/>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6" name="Google Shape;10556;p76"/>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7" name="Google Shape;10557;p76"/>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8" name="Google Shape;10558;p76"/>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9" name="Google Shape;10559;p76"/>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0" name="Google Shape;10560;p76"/>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1" name="Google Shape;10561;p76"/>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2" name="Google Shape;10562;p76"/>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3" name="Google Shape;10563;p76"/>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4" name="Google Shape;10564;p76"/>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5" name="Google Shape;10565;p76"/>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6" name="Google Shape;10566;p76"/>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7" name="Google Shape;10567;p76"/>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8" name="Google Shape;10568;p76"/>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9" name="Google Shape;10569;p76"/>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0" name="Google Shape;10570;p76"/>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1" name="Google Shape;10571;p76"/>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2" name="Google Shape;10572;p76"/>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3" name="Google Shape;10573;p76"/>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4" name="Google Shape;10574;p76"/>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5" name="Google Shape;10575;p76"/>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6" name="Google Shape;10576;p76"/>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7" name="Google Shape;10577;p76"/>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8" name="Google Shape;10578;p76"/>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9" name="Google Shape;10579;p76"/>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0" name="Google Shape;10580;p76"/>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1" name="Google Shape;10581;p76"/>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2" name="Google Shape;10582;p76"/>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3" name="Google Shape;10583;p76"/>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4" name="Google Shape;10584;p76"/>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5" name="Google Shape;10585;p76"/>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6" name="Google Shape;10586;p76"/>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7" name="Google Shape;10587;p76"/>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8" name="Google Shape;10588;p76"/>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9" name="Google Shape;10589;p76"/>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0" name="Google Shape;10590;p76"/>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1" name="Google Shape;10591;p76"/>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2" name="Google Shape;10592;p76"/>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3" name="Google Shape;10593;p76"/>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4" name="Google Shape;10594;p76"/>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5" name="Google Shape;10595;p76"/>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6" name="Google Shape;10596;p76"/>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7" name="Google Shape;10597;p76"/>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8" name="Google Shape;10598;p76"/>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9" name="Google Shape;10599;p76"/>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0" name="Google Shape;10600;p76"/>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1" name="Google Shape;10601;p76"/>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2" name="Google Shape;10602;p76"/>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3" name="Google Shape;10603;p76"/>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4" name="Google Shape;10604;p76"/>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5" name="Google Shape;10605;p76"/>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6" name="Google Shape;10606;p76"/>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7" name="Google Shape;10607;p76"/>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8" name="Google Shape;10608;p76"/>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9" name="Google Shape;10609;p76"/>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0" name="Google Shape;10610;p76"/>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1" name="Google Shape;10611;p76"/>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2" name="Google Shape;10612;p76"/>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3" name="Google Shape;10613;p76"/>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4" name="Google Shape;10614;p76"/>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5" name="Google Shape;10615;p76"/>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6" name="Google Shape;10616;p76"/>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7" name="Google Shape;10617;p76"/>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8" name="Google Shape;10618;p76"/>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9" name="Google Shape;10619;p76"/>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0" name="Google Shape;10620;p76"/>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1" name="Google Shape;10621;p76"/>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2" name="Google Shape;10622;p76"/>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3" name="Google Shape;10623;p76"/>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4" name="Google Shape;10624;p76"/>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5" name="Google Shape;10625;p76"/>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6" name="Google Shape;10626;p76"/>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7" name="Google Shape;10627;p76"/>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8" name="Google Shape;10628;p76"/>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9" name="Google Shape;10629;p76"/>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0" name="Google Shape;10630;p76"/>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1" name="Google Shape;10631;p76"/>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2" name="Google Shape;10632;p76"/>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3" name="Google Shape;10633;p76"/>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4" name="Google Shape;10634;p76"/>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5" name="Google Shape;10635;p76"/>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6" name="Google Shape;10636;p76"/>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7" name="Google Shape;10637;p76"/>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8" name="Google Shape;10638;p76"/>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9" name="Google Shape;10639;p76"/>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0" name="Google Shape;10640;p76"/>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1" name="Google Shape;10641;p76"/>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2" name="Google Shape;10642;p76"/>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3" name="Google Shape;10643;p76"/>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4" name="Google Shape;10644;p76"/>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5" name="Google Shape;10645;p76"/>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6" name="Google Shape;10646;p76"/>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7" name="Google Shape;10647;p76"/>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8" name="Google Shape;10648;p76"/>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9" name="Google Shape;10649;p76"/>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0" name="Google Shape;10650;p76"/>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1" name="Google Shape;10651;p76"/>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2" name="Google Shape;10652;p76"/>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3" name="Google Shape;10653;p76"/>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4" name="Google Shape;10654;p76"/>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5" name="Google Shape;10655;p76"/>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6" name="Google Shape;10656;p76"/>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7" name="Google Shape;10657;p76"/>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8" name="Google Shape;10658;p76"/>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9" name="Google Shape;10659;p76"/>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0" name="Google Shape;10660;p76"/>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1" name="Google Shape;10661;p76"/>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2" name="Google Shape;10662;p76"/>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3" name="Google Shape;10663;p76"/>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4" name="Google Shape;10664;p76"/>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5" name="Google Shape;10665;p76"/>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6" name="Google Shape;10666;p76"/>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7" name="Google Shape;10667;p76"/>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8" name="Google Shape;10668;p76"/>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9" name="Google Shape;10669;p76"/>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0" name="Google Shape;10670;p76"/>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1" name="Google Shape;10671;p76"/>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2" name="Google Shape;10672;p76"/>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3" name="Google Shape;10673;p76"/>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4" name="Google Shape;10674;p76"/>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5" name="Google Shape;10675;p76"/>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6" name="Google Shape;10676;p76"/>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7" name="Google Shape;10677;p76"/>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8" name="Google Shape;10678;p76"/>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9" name="Google Shape;10679;p76"/>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0" name="Google Shape;10680;p76"/>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1" name="Google Shape;10681;p76"/>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2" name="Google Shape;10682;p76"/>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3" name="Google Shape;10683;p76"/>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4" name="Google Shape;10684;p76"/>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5" name="Google Shape;10685;p76"/>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6" name="Google Shape;10686;p76"/>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7" name="Google Shape;10687;p76"/>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8" name="Google Shape;10688;p76"/>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9" name="Google Shape;10689;p76"/>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0" name="Google Shape;10690;p76"/>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1" name="Google Shape;10691;p76"/>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2" name="Google Shape;10692;p76"/>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3" name="Google Shape;10693;p76"/>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4" name="Google Shape;10694;p76"/>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5" name="Google Shape;10695;p76"/>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6" name="Google Shape;10696;p76"/>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7" name="Google Shape;10697;p76"/>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8" name="Google Shape;10698;p76"/>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9" name="Google Shape;10699;p76"/>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0" name="Google Shape;10700;p76"/>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1" name="Google Shape;10701;p76"/>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2" name="Google Shape;10702;p76"/>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3" name="Google Shape;10703;p76"/>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4" name="Google Shape;10704;p76"/>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5" name="Google Shape;10705;p76"/>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6" name="Google Shape;10706;p76"/>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7" name="Google Shape;10707;p76"/>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8" name="Google Shape;10708;p76"/>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9" name="Google Shape;10709;p76"/>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0" name="Google Shape;10710;p76"/>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1" name="Google Shape;10711;p76"/>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2" name="Google Shape;10712;p76"/>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3" name="Google Shape;10713;p76"/>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4" name="Google Shape;10714;p76"/>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5" name="Google Shape;10715;p76"/>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6" name="Google Shape;10716;p76"/>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7" name="Google Shape;10717;p76"/>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8" name="Google Shape;10718;p76"/>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9" name="Google Shape;10719;p76"/>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0" name="Google Shape;10720;p76"/>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1" name="Google Shape;10721;p76"/>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2" name="Google Shape;10722;p76"/>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3" name="Google Shape;10723;p76"/>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4" name="Google Shape;10724;p76"/>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5" name="Google Shape;10725;p76"/>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6" name="Google Shape;10726;p76"/>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7" name="Google Shape;10727;p76"/>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8" name="Google Shape;10728;p76"/>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9" name="Google Shape;10729;p76"/>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0" name="Google Shape;10730;p76"/>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1" name="Google Shape;10731;p76"/>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2" name="Google Shape;10732;p76"/>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3" name="Google Shape;10733;p76"/>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4" name="Google Shape;10734;p76"/>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5" name="Google Shape;10735;p76"/>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6" name="Google Shape;10736;p76"/>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7" name="Google Shape;10737;p76"/>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8" name="Google Shape;10738;p76"/>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9" name="Google Shape;10739;p76"/>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0" name="Google Shape;10740;p76"/>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1" name="Google Shape;10741;p76"/>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2" name="Google Shape;10742;p76"/>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3" name="Google Shape;10743;p76"/>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4" name="Google Shape;10744;p76"/>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5" name="Google Shape;10745;p76"/>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6" name="Google Shape;10746;p76"/>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7" name="Google Shape;10747;p76"/>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8" name="Google Shape;10748;p76"/>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9" name="Google Shape;10749;p76"/>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0" name="Google Shape;10750;p76"/>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1" name="Google Shape;10751;p76"/>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2" name="Google Shape;10752;p76"/>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3" name="Google Shape;10753;p76"/>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4" name="Google Shape;10754;p76"/>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5" name="Google Shape;10755;p76"/>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6" name="Google Shape;10756;p76"/>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7" name="Google Shape;10757;p76"/>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8" name="Google Shape;10758;p76"/>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9" name="Google Shape;10759;p76"/>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0" name="Google Shape;10760;p76"/>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1" name="Google Shape;10761;p76"/>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2" name="Google Shape;10762;p76"/>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3" name="Google Shape;10763;p76"/>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4" name="Google Shape;10764;p76"/>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5" name="Google Shape;10765;p76"/>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6" name="Google Shape;10766;p76"/>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7" name="Google Shape;10767;p76"/>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8" name="Google Shape;10768;p76"/>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9" name="Google Shape;10769;p76"/>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0" name="Google Shape;10770;p76"/>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1" name="Google Shape;10771;p76"/>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2" name="Google Shape;10772;p76"/>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3" name="Google Shape;10773;p76"/>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4" name="Google Shape;10774;p76"/>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5" name="Google Shape;10775;p76"/>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6" name="Google Shape;10776;p76"/>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7" name="Google Shape;10777;p76"/>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8" name="Google Shape;10778;p76"/>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9" name="Google Shape;10779;p76"/>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0" name="Google Shape;10780;p76"/>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1" name="Google Shape;10781;p76"/>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2" name="Google Shape;10782;p76"/>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3" name="Google Shape;10783;p76"/>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4" name="Google Shape;10784;p76"/>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5" name="Google Shape;10785;p76"/>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6" name="Google Shape;10786;p76"/>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7" name="Google Shape;10787;p76"/>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8" name="Google Shape;10788;p76"/>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9" name="Google Shape;10789;p76"/>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0" name="Google Shape;10790;p76"/>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1" name="Google Shape;10791;p76"/>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2" name="Google Shape;10792;p76"/>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3" name="Google Shape;10793;p76"/>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4" name="Google Shape;10794;p76"/>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5" name="Google Shape;10795;p76"/>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6" name="Google Shape;10796;p76"/>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7" name="Google Shape;10797;p76"/>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8" name="Google Shape;10798;p76"/>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9" name="Google Shape;10799;p76"/>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0" name="Google Shape;10800;p76"/>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1" name="Google Shape;10801;p76"/>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2" name="Google Shape;10802;p76"/>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3" name="Google Shape;10803;p76"/>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4" name="Google Shape;10804;p76"/>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5" name="Google Shape;10805;p76"/>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6" name="Google Shape;10806;p76"/>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7" name="Google Shape;10807;p76"/>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8" name="Google Shape;10808;p76"/>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9" name="Google Shape;10809;p76"/>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0" name="Google Shape;10810;p76"/>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1" name="Google Shape;10811;p76"/>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2" name="Google Shape;10812;p76"/>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3" name="Google Shape;10813;p76"/>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4" name="Google Shape;10814;p76"/>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5" name="Google Shape;10815;p76"/>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6" name="Google Shape;10816;p76"/>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7" name="Google Shape;10817;p76"/>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8" name="Google Shape;10818;p76"/>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9" name="Google Shape;10819;p76"/>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0" name="Google Shape;10820;p76"/>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1" name="Google Shape;10821;p76"/>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2" name="Google Shape;10822;p76"/>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3" name="Google Shape;10823;p76"/>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4" name="Google Shape;10824;p76"/>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5" name="Google Shape;10825;p76"/>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6" name="Google Shape;10826;p76"/>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7" name="Google Shape;10827;p76"/>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8" name="Google Shape;10828;p76"/>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9" name="Google Shape;10829;p76"/>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0" name="Google Shape;10830;p76"/>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1" name="Google Shape;10831;p76"/>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2" name="Google Shape;10832;p76"/>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3" name="Google Shape;10833;p76"/>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4" name="Google Shape;10834;p76"/>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5" name="Google Shape;10835;p76"/>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6" name="Google Shape;10836;p76"/>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7" name="Google Shape;10837;p76"/>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8" name="Google Shape;10838;p76"/>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9" name="Google Shape;10839;p76"/>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0" name="Google Shape;10840;p76"/>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1" name="Google Shape;10841;p76"/>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2" name="Google Shape;10842;p76"/>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3" name="Google Shape;10843;p76"/>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4" name="Google Shape;10844;p76"/>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5" name="Google Shape;10845;p76"/>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6" name="Google Shape;10846;p76"/>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7" name="Google Shape;10847;p76"/>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8" name="Google Shape;10848;p76"/>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9" name="Google Shape;10849;p76"/>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0" name="Google Shape;10850;p76"/>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1" name="Google Shape;10851;p76"/>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2" name="Google Shape;10852;p76"/>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3" name="Google Shape;10853;p76"/>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4" name="Google Shape;10854;p76"/>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5" name="Google Shape;10855;p76"/>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6" name="Google Shape;10856;p76"/>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7" name="Google Shape;10857;p76"/>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8" name="Google Shape;10858;p76"/>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9" name="Google Shape;10859;p76"/>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0" name="Google Shape;10860;p76"/>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1" name="Google Shape;10861;p76"/>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2" name="Google Shape;10862;p76"/>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3" name="Google Shape;10863;p76"/>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4" name="Google Shape;10864;p76"/>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5" name="Google Shape;10865;p76"/>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6" name="Google Shape;10866;p76"/>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7" name="Google Shape;10867;p76"/>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8" name="Google Shape;10868;p76"/>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9" name="Google Shape;10869;p76"/>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0" name="Google Shape;10870;p76"/>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1" name="Google Shape;10871;p76"/>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2" name="Google Shape;10872;p76"/>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3" name="Google Shape;10873;p76"/>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4" name="Google Shape;10874;p76"/>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5" name="Google Shape;10875;p76"/>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6" name="Google Shape;10876;p76"/>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7" name="Google Shape;10877;p76"/>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8" name="Google Shape;10878;p76"/>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9" name="Google Shape;10879;p76"/>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0" name="Google Shape;10880;p76"/>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1" name="Google Shape;10881;p76"/>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2" name="Google Shape;10882;p76"/>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3" name="Google Shape;10883;p76"/>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4" name="Google Shape;10884;p76"/>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5" name="Google Shape;10885;p76"/>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6" name="Google Shape;10886;p76"/>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7" name="Google Shape;10887;p76"/>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8" name="Google Shape;10888;p76"/>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9" name="Google Shape;10889;p76"/>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0" name="Google Shape;10890;p76"/>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1" name="Google Shape;10891;p76"/>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2" name="Google Shape;10892;p76"/>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3" name="Google Shape;10893;p76"/>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4" name="Google Shape;10894;p76"/>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5" name="Google Shape;10895;p76"/>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6" name="Google Shape;10896;p76"/>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7" name="Google Shape;10897;p76"/>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8" name="Google Shape;10898;p76"/>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9" name="Google Shape;10899;p76"/>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0" name="Google Shape;10900;p76"/>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1" name="Google Shape;10901;p76"/>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2" name="Google Shape;10902;p76"/>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3" name="Google Shape;10903;p76"/>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4" name="Google Shape;10904;p76"/>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5" name="Google Shape;10905;p76"/>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6" name="Google Shape;10906;p76"/>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7" name="Google Shape;10907;p76"/>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8" name="Google Shape;10908;p76"/>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9" name="Google Shape;10909;p76"/>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0" name="Google Shape;10910;p76"/>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1" name="Google Shape;10911;p76"/>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2" name="Google Shape;10912;p76"/>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3" name="Google Shape;10913;p76"/>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4" name="Google Shape;10914;p76"/>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5" name="Google Shape;10915;p76"/>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6" name="Google Shape;10916;p76"/>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7" name="Google Shape;10917;p76"/>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8" name="Google Shape;10918;p76"/>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9" name="Google Shape;10919;p76"/>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0" name="Google Shape;10920;p76"/>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1" name="Google Shape;10921;p76"/>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2" name="Google Shape;10922;p76"/>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3" name="Google Shape;10923;p76"/>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4" name="Google Shape;10924;p76"/>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5" name="Google Shape;10925;p76"/>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6" name="Google Shape;10926;p76"/>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7" name="Google Shape;10927;p76"/>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8" name="Google Shape;10928;p76"/>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9" name="Google Shape;10929;p76"/>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0" name="Google Shape;10930;p76"/>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1" name="Google Shape;10931;p76"/>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2" name="Google Shape;10932;p76"/>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3" name="Google Shape;10933;p76"/>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4" name="Google Shape;10934;p76"/>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5" name="Google Shape;10935;p76"/>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6" name="Google Shape;10936;p76"/>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7" name="Google Shape;10937;p76"/>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8" name="Google Shape;10938;p76"/>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9" name="Google Shape;10939;p76"/>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0" name="Google Shape;10940;p76"/>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1" name="Google Shape;10941;p76"/>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2" name="Google Shape;10942;p76"/>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3" name="Google Shape;10943;p76"/>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4" name="Google Shape;10944;p76"/>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5" name="Google Shape;10945;p76"/>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6" name="Google Shape;10946;p76"/>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7" name="Google Shape;10947;p76"/>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8" name="Google Shape;10948;p76"/>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9" name="Google Shape;10949;p76"/>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0" name="Google Shape;10950;p76"/>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1" name="Google Shape;10951;p76"/>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2" name="Google Shape;10952;p76"/>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3" name="Google Shape;10953;p76"/>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4" name="Google Shape;10954;p76"/>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5" name="Google Shape;10955;p76"/>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6" name="Google Shape;10956;p76"/>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7" name="Google Shape;10957;p76"/>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8" name="Google Shape;10958;p76"/>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9" name="Google Shape;10959;p76"/>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0" name="Google Shape;10960;p76"/>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1" name="Google Shape;10961;p76"/>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2" name="Google Shape;10962;p76"/>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3" name="Google Shape;10963;p76"/>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4" name="Google Shape;10964;p76"/>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5" name="Google Shape;10965;p76"/>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6" name="Google Shape;10966;p76"/>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7" name="Google Shape;10967;p76"/>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8" name="Google Shape;10968;p76"/>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9" name="Google Shape;10969;p76"/>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0" name="Google Shape;10970;p76"/>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1" name="Google Shape;10971;p76"/>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2" name="Google Shape;10972;p76"/>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3" name="Google Shape;10973;p76"/>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4" name="Google Shape;10974;p76"/>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5" name="Google Shape;10975;p76"/>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6" name="Google Shape;10976;p76"/>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7" name="Google Shape;10977;p76"/>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8" name="Google Shape;10978;p76"/>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9" name="Google Shape;10979;p76"/>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0" name="Google Shape;10980;p76"/>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1" name="Google Shape;10981;p76"/>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2" name="Google Shape;10982;p76"/>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3" name="Google Shape;10983;p76"/>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4" name="Google Shape;10984;p76"/>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5" name="Google Shape;10985;p76"/>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6" name="Google Shape;10986;p76"/>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7" name="Google Shape;10987;p76"/>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8" name="Google Shape;10988;p76"/>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9" name="Google Shape;10989;p76"/>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0" name="Google Shape;10990;p76"/>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1" name="Google Shape;10991;p76"/>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2" name="Google Shape;10992;p76"/>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3" name="Google Shape;10993;p76"/>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4" name="Google Shape;10994;p76"/>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5" name="Google Shape;10995;p76"/>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6" name="Google Shape;10996;p76"/>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7" name="Google Shape;10997;p76"/>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8" name="Google Shape;10998;p76"/>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9" name="Google Shape;10999;p76"/>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0" name="Google Shape;11000;p76"/>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1" name="Google Shape;11001;p76"/>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2" name="Google Shape;11002;p76"/>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3" name="Google Shape;11003;p76"/>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4" name="Google Shape;11004;p76"/>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5" name="Google Shape;11005;p76"/>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6" name="Google Shape;11006;p76"/>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7" name="Google Shape;11007;p76"/>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8" name="Google Shape;11008;p76"/>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9" name="Google Shape;11009;p76"/>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0" name="Google Shape;11010;p76"/>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1" name="Google Shape;11011;p76"/>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2" name="Google Shape;11012;p76"/>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3" name="Google Shape;11013;p76"/>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4" name="Google Shape;11014;p76"/>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5" name="Google Shape;11015;p76"/>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6" name="Google Shape;11016;p76"/>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7" name="Google Shape;11017;p76"/>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8" name="Google Shape;11018;p76"/>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9" name="Google Shape;11019;p76"/>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0" name="Google Shape;11020;p76"/>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1" name="Google Shape;11021;p76"/>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2" name="Google Shape;11022;p76"/>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3" name="Google Shape;11023;p76"/>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4" name="Google Shape;11024;p76"/>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5" name="Google Shape;11025;p76"/>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6" name="Google Shape;11026;p76"/>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7" name="Google Shape;11027;p76"/>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8" name="Google Shape;11028;p76"/>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9" name="Google Shape;11029;p76"/>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0" name="Google Shape;11030;p76"/>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1" name="Google Shape;11031;p76"/>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2" name="Google Shape;11032;p76"/>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3" name="Google Shape;11033;p76"/>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4" name="Google Shape;11034;p76"/>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5" name="Google Shape;11035;p76"/>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6" name="Google Shape;11036;p76"/>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7" name="Google Shape;11037;p76"/>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8" name="Google Shape;11038;p76"/>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9" name="Google Shape;11039;p76"/>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0" name="Google Shape;11040;p76"/>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1" name="Google Shape;11041;p76"/>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2" name="Google Shape;11042;p76"/>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3" name="Google Shape;11043;p76"/>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4" name="Google Shape;11044;p76"/>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5" name="Google Shape;11045;p76"/>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6" name="Google Shape;11046;p76"/>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7" name="Google Shape;11047;p76"/>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8" name="Google Shape;11048;p76"/>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9" name="Google Shape;11049;p76"/>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0" name="Google Shape;11050;p76"/>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1" name="Google Shape;11051;p76"/>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2" name="Google Shape;11052;p76"/>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3" name="Google Shape;11053;p76"/>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4" name="Google Shape;11054;p76"/>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5" name="Google Shape;11055;p76"/>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6" name="Google Shape;11056;p76"/>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7" name="Google Shape;11057;p76"/>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8" name="Google Shape;11058;p76"/>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9" name="Google Shape;11059;p76"/>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0" name="Google Shape;11060;p76"/>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1" name="Google Shape;11061;p76"/>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2" name="Google Shape;11062;p76"/>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3" name="Google Shape;11063;p76"/>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4" name="Google Shape;11064;p76"/>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5" name="Google Shape;11065;p76"/>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6" name="Google Shape;11066;p76"/>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7" name="Google Shape;11067;p76"/>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8" name="Google Shape;11068;p76"/>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9" name="Google Shape;11069;p76"/>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0" name="Google Shape;11070;p76"/>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1" name="Google Shape;11071;p76"/>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2" name="Google Shape;11072;p76"/>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3" name="Google Shape;11073;p76"/>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4" name="Google Shape;11074;p76"/>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5" name="Google Shape;11075;p76"/>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6" name="Google Shape;11076;p76"/>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7" name="Google Shape;11077;p76"/>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8" name="Google Shape;11078;p76"/>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9" name="Google Shape;11079;p76"/>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0" name="Google Shape;11080;p76"/>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1" name="Google Shape;11081;p76"/>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2" name="Google Shape;11082;p76"/>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3" name="Google Shape;11083;p76"/>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4" name="Google Shape;11084;p76"/>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5" name="Google Shape;11085;p76"/>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6" name="Google Shape;11086;p76"/>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7" name="Google Shape;11087;p76"/>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8" name="Google Shape;11088;p76"/>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9" name="Google Shape;11089;p76"/>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0" name="Google Shape;11090;p76"/>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1" name="Google Shape;11091;p76"/>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2" name="Google Shape;11092;p76"/>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3" name="Google Shape;11093;p76"/>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4" name="Google Shape;11094;p76"/>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5" name="Google Shape;11095;p76"/>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6" name="Google Shape;11096;p76"/>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7" name="Google Shape;11097;p76"/>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8" name="Google Shape;11098;p76"/>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9" name="Google Shape;11099;p76"/>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0" name="Google Shape;11100;p76"/>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1" name="Google Shape;11101;p76"/>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2" name="Google Shape;11102;p76"/>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3" name="Google Shape;11103;p76"/>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4" name="Google Shape;11104;p76"/>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5" name="Google Shape;11105;p76"/>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6" name="Google Shape;11106;p76"/>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7" name="Google Shape;11107;p76"/>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8" name="Google Shape;11108;p76"/>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9" name="Google Shape;11109;p76"/>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0" name="Google Shape;11110;p76"/>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1" name="Google Shape;11111;p76"/>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2" name="Google Shape;11112;p76"/>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3" name="Google Shape;11113;p76"/>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4" name="Google Shape;11114;p76"/>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5" name="Google Shape;11115;p76"/>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6" name="Google Shape;11116;p76"/>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7" name="Google Shape;11117;p76"/>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8" name="Google Shape;11118;p76"/>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9" name="Google Shape;11119;p76"/>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0" name="Google Shape;11120;p76"/>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1" name="Google Shape;11121;p76"/>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2" name="Google Shape;11122;p76"/>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3" name="Google Shape;11123;p76"/>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4" name="Google Shape;11124;p76"/>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5" name="Google Shape;11125;p76"/>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6" name="Google Shape;11126;p76"/>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7" name="Google Shape;11127;p76"/>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8" name="Google Shape;11128;p76"/>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9" name="Google Shape;11129;p76"/>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0" name="Google Shape;11130;p76"/>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1" name="Google Shape;11131;p76"/>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2" name="Google Shape;11132;p76"/>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3" name="Google Shape;11133;p76"/>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4" name="Google Shape;11134;p76"/>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5" name="Google Shape;11135;p76"/>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6" name="Google Shape;11136;p76"/>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7" name="Google Shape;11137;p76"/>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8" name="Google Shape;11138;p76"/>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9" name="Google Shape;11139;p76"/>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0" name="Google Shape;11140;p76"/>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1" name="Google Shape;11141;p76"/>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2" name="Google Shape;11142;p76"/>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3" name="Google Shape;11143;p76"/>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4" name="Google Shape;11144;p76"/>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5" name="Google Shape;11145;p76"/>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6" name="Google Shape;11146;p76"/>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7" name="Google Shape;11147;p76"/>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8" name="Google Shape;11148;p76"/>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9" name="Google Shape;11149;p76"/>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0" name="Google Shape;11150;p76"/>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1" name="Google Shape;11151;p76"/>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2" name="Google Shape;11152;p76"/>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3" name="Google Shape;11153;p76"/>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4" name="Google Shape;11154;p76"/>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5" name="Google Shape;11155;p76"/>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6" name="Google Shape;11156;p76"/>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7" name="Google Shape;11157;p76"/>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8" name="Google Shape;11158;p76"/>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9" name="Google Shape;11159;p76"/>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0" name="Google Shape;11160;p76"/>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1" name="Google Shape;11161;p76"/>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2" name="Google Shape;11162;p76"/>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3" name="Google Shape;11163;p76"/>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4" name="Google Shape;11164;p76"/>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5" name="Google Shape;11165;p76"/>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6" name="Google Shape;11166;p76"/>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7" name="Google Shape;11167;p76"/>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8" name="Google Shape;11168;p76"/>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9" name="Google Shape;11169;p76"/>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0" name="Google Shape;11170;p76"/>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1" name="Google Shape;11171;p76"/>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2" name="Google Shape;11172;p76"/>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3" name="Google Shape;11173;p76"/>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4" name="Google Shape;11174;p76"/>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5" name="Google Shape;11175;p76"/>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6" name="Google Shape;11176;p76"/>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7" name="Google Shape;11177;p76"/>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8" name="Google Shape;11178;p76"/>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9" name="Google Shape;11179;p76"/>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0" name="Google Shape;11180;p76"/>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1" name="Google Shape;11181;p76"/>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2" name="Google Shape;11182;p76"/>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3" name="Google Shape;11183;p76"/>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4" name="Google Shape;11184;p76"/>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5" name="Google Shape;11185;p76"/>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6" name="Google Shape;11186;p76"/>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7" name="Google Shape;11187;p76"/>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8" name="Google Shape;11188;p76"/>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9" name="Google Shape;11189;p76"/>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0" name="Google Shape;11190;p76"/>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1" name="Google Shape;11191;p76"/>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2" name="Google Shape;11192;p76"/>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3" name="Google Shape;11193;p76"/>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4" name="Google Shape;11194;p76"/>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5" name="Google Shape;11195;p76"/>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6" name="Google Shape;11196;p76"/>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7" name="Google Shape;11197;p76"/>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8" name="Google Shape;11198;p76"/>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9" name="Google Shape;11199;p76"/>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0" name="Google Shape;11200;p76"/>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1" name="Google Shape;11201;p76"/>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2" name="Google Shape;11202;p76"/>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3" name="Google Shape;11203;p76"/>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4" name="Google Shape;11204;p76"/>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5" name="Google Shape;11205;p76"/>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6" name="Google Shape;11206;p76"/>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7" name="Google Shape;11207;p76"/>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8" name="Google Shape;11208;p76"/>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9" name="Google Shape;11209;p76"/>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0" name="Google Shape;11210;p76"/>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1" name="Google Shape;11211;p76"/>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2" name="Google Shape;11212;p76"/>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3" name="Google Shape;11213;p76"/>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4" name="Google Shape;11214;p76"/>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5" name="Google Shape;11215;p76"/>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6" name="Google Shape;11216;p76"/>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7" name="Google Shape;11217;p76"/>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8" name="Google Shape;11218;p76"/>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9" name="Google Shape;11219;p76"/>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0" name="Google Shape;11220;p76"/>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1" name="Google Shape;11221;p76"/>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2" name="Google Shape;11222;p76"/>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3" name="Google Shape;11223;p76"/>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4" name="Google Shape;11224;p76"/>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5" name="Google Shape;11225;p76"/>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6" name="Google Shape;11226;p76"/>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7" name="Google Shape;11227;p76"/>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8" name="Google Shape;11228;p76"/>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9" name="Google Shape;11229;p76"/>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0" name="Google Shape;11230;p76"/>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1" name="Google Shape;11231;p76"/>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2" name="Google Shape;11232;p76"/>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3" name="Google Shape;11233;p76"/>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4" name="Google Shape;11234;p76"/>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5" name="Google Shape;11235;p76"/>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6" name="Google Shape;11236;p76"/>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7" name="Google Shape;11237;p76"/>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8" name="Google Shape;11238;p76"/>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9" name="Google Shape;11239;p76"/>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0" name="Google Shape;11240;p76"/>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1" name="Google Shape;11241;p76"/>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2" name="Google Shape;11242;p76"/>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3" name="Google Shape;11243;p76"/>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4" name="Google Shape;11244;p76"/>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5" name="Google Shape;11245;p76"/>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6" name="Google Shape;11246;p76"/>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7" name="Google Shape;11247;p76"/>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8" name="Google Shape;11248;p76"/>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9" name="Google Shape;11249;p76"/>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0" name="Google Shape;11250;p76"/>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1" name="Google Shape;11251;p76"/>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2" name="Google Shape;11252;p76"/>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3" name="Google Shape;11253;p76"/>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4" name="Google Shape;11254;p76"/>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5" name="Google Shape;11255;p76"/>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6" name="Google Shape;11256;p76"/>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7" name="Google Shape;11257;p76"/>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8" name="Google Shape;11258;p76"/>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9" name="Google Shape;11259;p76"/>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0" name="Google Shape;11260;p76"/>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1" name="Google Shape;11261;p76"/>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2" name="Google Shape;11262;p76"/>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3" name="Google Shape;11263;p76"/>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4" name="Google Shape;11264;p76"/>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5" name="Google Shape;11265;p76"/>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6" name="Google Shape;11266;p76"/>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7" name="Google Shape;11267;p76"/>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8" name="Google Shape;11268;p76"/>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9" name="Google Shape;11269;p76"/>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0" name="Google Shape;11270;p76"/>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1" name="Google Shape;11271;p76"/>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2" name="Google Shape;11272;p76"/>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3" name="Google Shape;11273;p76"/>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4" name="Google Shape;11274;p76"/>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5" name="Google Shape;11275;p76"/>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6" name="Google Shape;11276;p76"/>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7" name="Google Shape;11277;p76"/>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8" name="Google Shape;11278;p76"/>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9" name="Google Shape;11279;p76"/>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0" name="Google Shape;11280;p76"/>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1" name="Google Shape;11281;p76"/>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2" name="Google Shape;11282;p76"/>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3" name="Google Shape;11283;p76"/>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4" name="Google Shape;11284;p76"/>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5" name="Google Shape;11285;p76"/>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6" name="Google Shape;11286;p76"/>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7" name="Google Shape;11287;p76"/>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8" name="Google Shape;11288;p76"/>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9" name="Google Shape;11289;p76"/>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0" name="Google Shape;11290;p76"/>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1" name="Google Shape;11291;p76"/>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2" name="Google Shape;11292;p76"/>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3" name="Google Shape;11293;p76"/>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4" name="Google Shape;11294;p76"/>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5" name="Google Shape;11295;p76"/>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6" name="Google Shape;11296;p76"/>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7" name="Google Shape;11297;p76"/>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8" name="Google Shape;11298;p76"/>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9" name="Google Shape;11299;p76"/>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0" name="Google Shape;11300;p76"/>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1" name="Google Shape;11301;p76"/>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2" name="Google Shape;11302;p76"/>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3" name="Google Shape;11303;p76"/>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4" name="Google Shape;11304;p76"/>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5" name="Google Shape;11305;p76"/>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6" name="Google Shape;11306;p76"/>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7" name="Google Shape;11307;p76"/>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8" name="Google Shape;11308;p76"/>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9" name="Google Shape;11309;p76"/>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0" name="Google Shape;11310;p76"/>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1" name="Google Shape;11311;p76"/>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2" name="Google Shape;11312;p76"/>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3" name="Google Shape;11313;p76"/>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4" name="Google Shape;11314;p76"/>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5" name="Google Shape;11315;p76"/>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6" name="Google Shape;11316;p76"/>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7" name="Google Shape;11317;p76"/>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8" name="Google Shape;11318;p76"/>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9" name="Google Shape;11319;p76"/>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0" name="Google Shape;11320;p76"/>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1" name="Google Shape;11321;p76"/>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2" name="Google Shape;11322;p76"/>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3" name="Google Shape;11323;p76"/>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4" name="Google Shape;11324;p76"/>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5" name="Google Shape;11325;p76"/>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6" name="Google Shape;11326;p76"/>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7" name="Google Shape;11327;p76"/>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8" name="Google Shape;11328;p76"/>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9" name="Google Shape;11329;p76"/>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0" name="Google Shape;11330;p76"/>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1" name="Google Shape;11331;p76"/>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2" name="Google Shape;11332;p76"/>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3" name="Google Shape;11333;p76"/>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4" name="Google Shape;11334;p76"/>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5" name="Google Shape;11335;p76"/>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6" name="Google Shape;11336;p76"/>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7" name="Google Shape;11337;p76"/>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8" name="Google Shape;11338;p76"/>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9" name="Google Shape;11339;p76"/>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0" name="Google Shape;11340;p76"/>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1" name="Google Shape;11341;p76"/>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2" name="Google Shape;11342;p76"/>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3" name="Google Shape;11343;p76"/>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4" name="Google Shape;11344;p76"/>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5" name="Google Shape;11345;p76"/>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6" name="Google Shape;11346;p76"/>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7" name="Google Shape;11347;p76"/>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8" name="Google Shape;11348;p76"/>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9" name="Google Shape;11349;p76"/>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0" name="Google Shape;11350;p76"/>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1" name="Google Shape;11351;p76"/>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2" name="Google Shape;11352;p76"/>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3" name="Google Shape;11353;p76"/>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4" name="Google Shape;11354;p76"/>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5" name="Google Shape;11355;p76"/>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6" name="Google Shape;11356;p76"/>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7" name="Google Shape;11357;p76"/>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8" name="Google Shape;11358;p76"/>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9" name="Google Shape;11359;p76"/>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0" name="Google Shape;11360;p76"/>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1" name="Google Shape;11361;p76"/>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2" name="Google Shape;11362;p76"/>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3" name="Google Shape;11363;p76"/>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4" name="Google Shape;11364;p76"/>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5" name="Google Shape;11365;p76"/>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6" name="Google Shape;11366;p76"/>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7" name="Google Shape;11367;p76"/>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8" name="Google Shape;11368;p76"/>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9" name="Google Shape;11369;p76"/>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0" name="Google Shape;11370;p76"/>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1" name="Google Shape;11371;p76"/>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2" name="Google Shape;11372;p76"/>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3" name="Google Shape;11373;p76"/>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4" name="Google Shape;11374;p76"/>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5" name="Google Shape;11375;p76"/>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6" name="Google Shape;11376;p76"/>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7" name="Google Shape;11377;p76"/>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8" name="Google Shape;11378;p76"/>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9" name="Google Shape;11379;p76"/>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0" name="Google Shape;11380;p76"/>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1" name="Google Shape;11381;p76"/>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2" name="Google Shape;11382;p76"/>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3" name="Google Shape;11383;p76"/>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4" name="Google Shape;11384;p76"/>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5" name="Google Shape;11385;p76"/>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6" name="Google Shape;11386;p76"/>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7" name="Google Shape;11387;p76"/>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8" name="Google Shape;11388;p76"/>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9" name="Google Shape;11389;p76"/>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0" name="Google Shape;11390;p76"/>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1" name="Google Shape;11391;p76"/>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2" name="Google Shape;11392;p76"/>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3" name="Google Shape;11393;p76"/>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4" name="Google Shape;11394;p76"/>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5" name="Google Shape;11395;p76"/>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6" name="Google Shape;11396;p76"/>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7" name="Google Shape;11397;p76"/>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8" name="Google Shape;11398;p76"/>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9" name="Google Shape;11399;p76"/>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0" name="Google Shape;11400;p76"/>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1" name="Google Shape;11401;p76"/>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2" name="Google Shape;11402;p76"/>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3" name="Google Shape;11403;p76"/>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4" name="Google Shape;11404;p76"/>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5" name="Google Shape;11405;p76"/>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6" name="Google Shape;11406;p76"/>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7" name="Google Shape;11407;p76"/>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8" name="Google Shape;11408;p76"/>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9" name="Google Shape;11409;p76"/>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0" name="Google Shape;11410;p76"/>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1" name="Google Shape;11411;p76"/>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2" name="Google Shape;11412;p76"/>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3" name="Google Shape;11413;p76"/>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4" name="Google Shape;11414;p76"/>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5" name="Google Shape;11415;p76"/>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6" name="Google Shape;11416;p76"/>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7" name="Google Shape;11417;p76"/>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8" name="Google Shape;11418;p76"/>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9" name="Google Shape;11419;p76"/>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0" name="Google Shape;11420;p76"/>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1" name="Google Shape;11421;p76"/>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2" name="Google Shape;11422;p76"/>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3" name="Google Shape;11423;p76"/>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4" name="Google Shape;11424;p76"/>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5" name="Google Shape;11425;p76"/>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6" name="Google Shape;11426;p76"/>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7" name="Google Shape;11427;p76"/>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8" name="Google Shape;11428;p76"/>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9" name="Google Shape;11429;p76"/>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0" name="Google Shape;11430;p76"/>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1" name="Google Shape;11431;p76"/>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2" name="Google Shape;11432;p76"/>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3" name="Google Shape;11433;p76"/>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4" name="Google Shape;11434;p76"/>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5" name="Google Shape;11435;p76"/>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6" name="Google Shape;11436;p76"/>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7" name="Google Shape;11437;p76"/>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8" name="Google Shape;11438;p76"/>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9" name="Google Shape;11439;p76"/>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0" name="Google Shape;11440;p76"/>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1" name="Google Shape;11441;p76"/>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2" name="Google Shape;11442;p76"/>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3" name="Google Shape;11443;p76"/>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4" name="Google Shape;11444;p76"/>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5" name="Google Shape;11445;p76"/>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6" name="Google Shape;11446;p76"/>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7" name="Google Shape;11447;p76"/>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8" name="Google Shape;11448;p76"/>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9" name="Google Shape;11449;p76"/>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0" name="Google Shape;11450;p76"/>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1" name="Google Shape;11451;p76"/>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2" name="Google Shape;11452;p76"/>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3" name="Google Shape;11453;p76"/>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4" name="Google Shape;11454;p76"/>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5" name="Google Shape;11455;p76"/>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6" name="Google Shape;11456;p76"/>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7" name="Google Shape;11457;p76"/>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8" name="Google Shape;11458;p76"/>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9" name="Google Shape;11459;p76"/>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0" name="Google Shape;11460;p76"/>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1" name="Google Shape;11461;p76"/>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2" name="Google Shape;11462;p76"/>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3" name="Google Shape;11463;p76"/>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4" name="Google Shape;11464;p76"/>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5" name="Google Shape;11465;p76"/>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6" name="Google Shape;11466;p76"/>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7" name="Google Shape;11467;p76"/>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8" name="Google Shape;11468;p76"/>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9" name="Google Shape;11469;p76"/>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0" name="Google Shape;11470;p76"/>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1" name="Google Shape;11471;p76"/>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2" name="Google Shape;11472;p76"/>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3" name="Google Shape;11473;p76"/>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4" name="Google Shape;11474;p76"/>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5" name="Google Shape;11475;p76"/>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6" name="Google Shape;11476;p76"/>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7" name="Google Shape;11477;p76"/>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8" name="Google Shape;11478;p76"/>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9" name="Google Shape;11479;p76"/>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0" name="Google Shape;11480;p76"/>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1" name="Google Shape;11481;p76"/>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2" name="Google Shape;11482;p76"/>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3" name="Google Shape;11483;p76"/>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4" name="Google Shape;11484;p76"/>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5" name="Google Shape;11485;p76"/>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6" name="Google Shape;11486;p76"/>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7" name="Google Shape;11487;p76"/>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8" name="Google Shape;11488;p76"/>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9" name="Google Shape;11489;p76"/>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0" name="Google Shape;11490;p76"/>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1" name="Google Shape;11491;p76"/>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2" name="Google Shape;11492;p76"/>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3" name="Google Shape;11493;p76"/>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4" name="Google Shape;11494;p76"/>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5" name="Google Shape;11495;p76"/>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6" name="Google Shape;11496;p76"/>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7" name="Google Shape;11497;p76"/>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8" name="Google Shape;11498;p76"/>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9" name="Google Shape;11499;p76"/>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0" name="Google Shape;11500;p76"/>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1" name="Google Shape;11501;p76"/>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2" name="Google Shape;11502;p76"/>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3" name="Google Shape;11503;p76"/>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4" name="Google Shape;11504;p76"/>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5" name="Google Shape;11505;p76"/>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6" name="Google Shape;11506;p76"/>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7" name="Google Shape;11507;p76"/>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8" name="Google Shape;11508;p76"/>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9" name="Google Shape;11509;p76"/>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0" name="Google Shape;11510;p76"/>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1" name="Google Shape;11511;p76"/>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2" name="Google Shape;11512;p76"/>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3" name="Google Shape;11513;p76"/>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4" name="Google Shape;11514;p76"/>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5" name="Google Shape;11515;p76"/>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6" name="Google Shape;11516;p76"/>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7" name="Google Shape;11517;p76"/>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8" name="Google Shape;11518;p76"/>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9" name="Google Shape;11519;p76"/>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0" name="Google Shape;11520;p76"/>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1" name="Google Shape;11521;p76"/>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2" name="Google Shape;11522;p76"/>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3" name="Google Shape;11523;p76"/>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4" name="Google Shape;11524;p76"/>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5" name="Google Shape;11525;p76"/>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6" name="Google Shape;11526;p76"/>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7" name="Google Shape;11527;p76"/>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8" name="Google Shape;11528;p76"/>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9" name="Google Shape;11529;p76"/>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0" name="Google Shape;11530;p76"/>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1" name="Google Shape;11531;p76"/>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2" name="Google Shape;11532;p76"/>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3" name="Google Shape;11533;p76"/>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4" name="Google Shape;11534;p76"/>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5" name="Google Shape;11535;p76"/>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6" name="Google Shape;11536;p76"/>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7" name="Google Shape;11537;p76"/>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8" name="Google Shape;11538;p76"/>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9" name="Google Shape;11539;p76"/>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0" name="Google Shape;11540;p76"/>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1" name="Google Shape;11541;p76"/>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2" name="Google Shape;11542;p76"/>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3" name="Google Shape;11543;p76"/>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4" name="Google Shape;11544;p76"/>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5" name="Google Shape;11545;p76"/>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6" name="Google Shape;11546;p76"/>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7" name="Google Shape;11547;p76"/>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8" name="Google Shape;11548;p76"/>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9" name="Google Shape;11549;p76"/>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0" name="Google Shape;11550;p76"/>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1" name="Google Shape;11551;p76"/>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2" name="Google Shape;11552;p76"/>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3" name="Google Shape;11553;p76"/>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4" name="Google Shape;11554;p76"/>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5" name="Google Shape;11555;p76"/>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6" name="Google Shape;11556;p76"/>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7" name="Google Shape;11557;p76"/>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8" name="Google Shape;11558;p76"/>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9" name="Google Shape;11559;p76"/>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0" name="Google Shape;11560;p76"/>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1" name="Google Shape;11561;p76"/>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2" name="Google Shape;11562;p76"/>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3" name="Google Shape;11563;p76"/>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4" name="Google Shape;11564;p76"/>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5" name="Google Shape;11565;p76"/>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6" name="Google Shape;11566;p76"/>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7" name="Google Shape;11567;p76"/>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8" name="Google Shape;11568;p76"/>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9" name="Google Shape;11569;p76"/>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0" name="Google Shape;11570;p76"/>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1" name="Google Shape;11571;p76"/>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2" name="Google Shape;11572;p76"/>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3" name="Google Shape;11573;p76"/>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4" name="Google Shape;11574;p76"/>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5" name="Google Shape;11575;p76"/>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6" name="Google Shape;11576;p76"/>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7" name="Google Shape;11577;p76"/>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8" name="Google Shape;11578;p76"/>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9" name="Google Shape;11579;p76"/>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0" name="Google Shape;11580;p76"/>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1" name="Google Shape;11581;p76"/>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2" name="Google Shape;11582;p76"/>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3" name="Google Shape;11583;p76"/>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4" name="Google Shape;11584;p76"/>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5" name="Google Shape;11585;p76"/>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6" name="Google Shape;11586;p76"/>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7" name="Google Shape;11587;p76"/>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8" name="Google Shape;11588;p76"/>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9" name="Google Shape;11589;p76"/>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0" name="Google Shape;11590;p76"/>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1" name="Google Shape;11591;p76"/>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2" name="Google Shape;11592;p76"/>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3" name="Google Shape;11593;p76"/>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4" name="Google Shape;11594;p76"/>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5" name="Google Shape;11595;p76"/>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6" name="Google Shape;11596;p76"/>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7" name="Google Shape;11597;p76"/>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8" name="Google Shape;11598;p76"/>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9" name="Google Shape;11599;p76"/>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0" name="Google Shape;11600;p76"/>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1" name="Google Shape;11601;p76"/>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2" name="Google Shape;11602;p76"/>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3" name="Google Shape;11603;p76"/>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4" name="Google Shape;11604;p76"/>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5" name="Google Shape;11605;p76"/>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6" name="Google Shape;11606;p76"/>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7" name="Google Shape;11607;p76"/>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8" name="Google Shape;11608;p76"/>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9" name="Google Shape;11609;p76"/>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0" name="Google Shape;11610;p76"/>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1" name="Google Shape;11611;p76"/>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2" name="Google Shape;11612;p76"/>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3" name="Google Shape;11613;p76"/>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4" name="Google Shape;11614;p76"/>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5" name="Google Shape;11615;p76"/>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6" name="Google Shape;11616;p76"/>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7" name="Google Shape;11617;p76"/>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8" name="Google Shape;11618;p76"/>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9" name="Google Shape;11619;p76"/>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0" name="Google Shape;11620;p76"/>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1" name="Google Shape;11621;p76"/>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2" name="Google Shape;11622;p76"/>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3" name="Google Shape;11623;p76"/>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4" name="Google Shape;11624;p76"/>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5" name="Google Shape;11625;p76"/>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6" name="Google Shape;11626;p76"/>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7" name="Google Shape;11627;p76"/>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8" name="Google Shape;11628;p76"/>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9" name="Google Shape;11629;p76"/>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0" name="Google Shape;11630;p76"/>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1" name="Google Shape;11631;p76"/>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2" name="Google Shape;11632;p76"/>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3" name="Google Shape;11633;p76"/>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4" name="Google Shape;11634;p76"/>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5" name="Google Shape;11635;p76"/>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6" name="Google Shape;11636;p76"/>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7" name="Google Shape;11637;p76"/>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8" name="Google Shape;11638;p76"/>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9" name="Google Shape;11639;p76"/>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0" name="Google Shape;11640;p76"/>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1" name="Google Shape;11641;p76"/>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2" name="Google Shape;11642;p76"/>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3" name="Google Shape;11643;p76"/>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4" name="Google Shape;11644;p76"/>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5" name="Google Shape;11645;p76"/>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6" name="Google Shape;11646;p76"/>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7" name="Google Shape;11647;p76"/>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8" name="Google Shape;11648;p76"/>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9" name="Google Shape;11649;p76"/>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0" name="Google Shape;11650;p76"/>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1" name="Google Shape;11651;p76"/>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2" name="Google Shape;11652;p76"/>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3" name="Google Shape;11653;p76"/>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4" name="Google Shape;11654;p76"/>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5" name="Google Shape;11655;p76"/>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6" name="Google Shape;11656;p76"/>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7" name="Google Shape;11657;p76"/>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8" name="Google Shape;11658;p76"/>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9" name="Google Shape;11659;p76"/>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0" name="Google Shape;11660;p76"/>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1" name="Google Shape;11661;p76"/>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2" name="Google Shape;11662;p76"/>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3" name="Google Shape;11663;p76"/>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4" name="Google Shape;11664;p76"/>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5" name="Google Shape;11665;p76"/>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6" name="Google Shape;11666;p76"/>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7" name="Google Shape;11667;p76"/>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8" name="Google Shape;11668;p76"/>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9" name="Google Shape;11669;p76"/>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0" name="Google Shape;11670;p76"/>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1" name="Google Shape;11671;p76"/>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2" name="Google Shape;11672;p76"/>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3" name="Google Shape;11673;p76"/>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4" name="Google Shape;11674;p76"/>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5" name="Google Shape;11675;p76"/>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6" name="Google Shape;11676;p76"/>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7" name="Google Shape;11677;p76"/>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8" name="Google Shape;11678;p76"/>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9" name="Google Shape;11679;p76"/>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0" name="Google Shape;11680;p76"/>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1" name="Google Shape;11681;p76"/>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2" name="Google Shape;11682;p76"/>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3" name="Google Shape;11683;p76"/>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4" name="Google Shape;11684;p76"/>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5" name="Google Shape;11685;p76"/>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6" name="Google Shape;11686;p76"/>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7" name="Google Shape;11687;p76"/>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8" name="Google Shape;11688;p76"/>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9" name="Google Shape;11689;p76"/>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0" name="Google Shape;11690;p76"/>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1" name="Google Shape;11691;p76"/>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2" name="Google Shape;11692;p76"/>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3" name="Google Shape;11693;p76"/>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4" name="Google Shape;11694;p76"/>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5" name="Google Shape;11695;p76"/>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6" name="Google Shape;11696;p76"/>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7" name="Google Shape;11697;p76"/>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8" name="Google Shape;11698;p76"/>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9" name="Google Shape;11699;p76"/>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0" name="Google Shape;11700;p76"/>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1" name="Google Shape;11701;p76"/>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2" name="Google Shape;11702;p76"/>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3" name="Google Shape;11703;p76"/>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4" name="Google Shape;11704;p76"/>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5" name="Google Shape;11705;p76"/>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6" name="Google Shape;11706;p76"/>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7" name="Google Shape;11707;p76"/>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8" name="Google Shape;11708;p76"/>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9" name="Google Shape;11709;p76"/>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0" name="Google Shape;11710;p76"/>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1" name="Google Shape;11711;p76"/>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2" name="Google Shape;11712;p76"/>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3" name="Google Shape;11713;p76"/>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4" name="Google Shape;11714;p76"/>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5" name="Google Shape;11715;p76"/>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6" name="Google Shape;11716;p76"/>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7" name="Google Shape;11717;p76"/>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8" name="Google Shape;11718;p76"/>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9" name="Google Shape;11719;p76"/>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0" name="Google Shape;11720;p76"/>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1" name="Google Shape;11721;p76"/>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2" name="Google Shape;11722;p76"/>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3" name="Google Shape;11723;p76"/>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4" name="Google Shape;11724;p76"/>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5" name="Google Shape;11725;p76"/>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6" name="Google Shape;11726;p76"/>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7" name="Google Shape;11727;p76"/>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8" name="Google Shape;11728;p76"/>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9" name="Google Shape;11729;p76"/>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0" name="Google Shape;11730;p76"/>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1" name="Google Shape;11731;p76"/>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2" name="Google Shape;11732;p76"/>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3" name="Google Shape;11733;p76"/>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4" name="Google Shape;11734;p76"/>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5" name="Google Shape;11735;p76"/>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6" name="Google Shape;11736;p76"/>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7" name="Google Shape;11737;p76"/>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8" name="Google Shape;11738;p76"/>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9" name="Google Shape;11739;p76"/>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0" name="Google Shape;11740;p76"/>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1" name="Google Shape;11741;p76"/>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2" name="Google Shape;11742;p76"/>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3" name="Google Shape;11743;p76"/>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4" name="Google Shape;11744;p76"/>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5" name="Google Shape;11745;p76"/>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6" name="Google Shape;11746;p76"/>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7" name="Google Shape;11747;p76"/>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8" name="Google Shape;11748;p76"/>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9" name="Google Shape;11749;p76"/>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0" name="Google Shape;11750;p76"/>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1" name="Google Shape;11751;p76"/>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2" name="Google Shape;11752;p76"/>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3" name="Google Shape;11753;p76"/>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4" name="Google Shape;11754;p76"/>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5" name="Google Shape;11755;p76"/>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6" name="Google Shape;11756;p76"/>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7" name="Google Shape;11757;p76"/>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8" name="Google Shape;11758;p76"/>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9" name="Google Shape;11759;p76"/>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0" name="Google Shape;11760;p76"/>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1" name="Google Shape;11761;p76"/>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2" name="Google Shape;11762;p76"/>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3" name="Google Shape;11763;p76"/>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4" name="Google Shape;11764;p76"/>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5" name="Google Shape;11765;p76"/>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6" name="Google Shape;11766;p76"/>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7" name="Google Shape;11767;p76"/>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8" name="Google Shape;11768;p76"/>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9" name="Google Shape;11769;p76"/>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0" name="Google Shape;11770;p76"/>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1" name="Google Shape;11771;p76"/>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2" name="Google Shape;11772;p76"/>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3" name="Google Shape;11773;p76"/>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4" name="Google Shape;11774;p76"/>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5" name="Google Shape;11775;p76"/>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6" name="Google Shape;11776;p76"/>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7" name="Google Shape;11777;p76"/>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8" name="Google Shape;11778;p76"/>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9" name="Google Shape;11779;p76"/>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0" name="Google Shape;11780;p76"/>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1" name="Google Shape;11781;p76"/>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2" name="Google Shape;11782;p76"/>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3" name="Google Shape;11783;p76"/>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4" name="Google Shape;11784;p76"/>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5" name="Google Shape;11785;p76"/>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6" name="Google Shape;11786;p76"/>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7" name="Google Shape;11787;p76"/>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8" name="Google Shape;11788;p76"/>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9" name="Google Shape;11789;p76"/>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0" name="Google Shape;11790;p76"/>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1" name="Google Shape;11791;p76"/>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2" name="Google Shape;11792;p76"/>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3" name="Google Shape;11793;p76"/>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4" name="Google Shape;11794;p76"/>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5" name="Google Shape;11795;p76"/>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6" name="Google Shape;11796;p76"/>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7" name="Google Shape;11797;p76"/>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8" name="Google Shape;11798;p76"/>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9" name="Google Shape;11799;p76"/>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0" name="Google Shape;11800;p76"/>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1" name="Google Shape;11801;p76"/>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2" name="Google Shape;11802;p76"/>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3" name="Google Shape;11803;p76"/>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4" name="Google Shape;11804;p76"/>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5" name="Google Shape;11805;p76"/>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6" name="Google Shape;11806;p76"/>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7" name="Google Shape;11807;p76"/>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8" name="Google Shape;11808;p76"/>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9" name="Google Shape;11809;p76"/>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0" name="Google Shape;11810;p76"/>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1" name="Google Shape;11811;p76"/>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2" name="Google Shape;11812;p76"/>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3" name="Google Shape;11813;p76"/>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4" name="Google Shape;11814;p76"/>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5" name="Google Shape;11815;p76"/>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6" name="Google Shape;11816;p76"/>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7" name="Google Shape;11817;p76"/>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8" name="Google Shape;11818;p76"/>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9" name="Google Shape;11819;p76"/>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0" name="Google Shape;11820;p76"/>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1" name="Google Shape;11821;p76"/>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2" name="Google Shape;11822;p76"/>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3" name="Google Shape;11823;p76"/>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4" name="Google Shape;11824;p76"/>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5" name="Google Shape;11825;p76"/>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6" name="Google Shape;11826;p76"/>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7" name="Google Shape;11827;p76"/>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8" name="Google Shape;11828;p76"/>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9" name="Google Shape;11829;p76"/>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0" name="Google Shape;11830;p76"/>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1" name="Google Shape;11831;p76"/>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2" name="Google Shape;11832;p76"/>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3" name="Google Shape;11833;p76"/>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4" name="Google Shape;11834;p76"/>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5" name="Google Shape;11835;p76"/>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6" name="Google Shape;11836;p76"/>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7" name="Google Shape;11837;p76"/>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8" name="Google Shape;11838;p76"/>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9" name="Google Shape;11839;p76"/>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0" name="Google Shape;11840;p76"/>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1" name="Google Shape;11841;p76"/>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2" name="Google Shape;11842;p76"/>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3" name="Google Shape;11843;p76"/>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4" name="Google Shape;11844;p76"/>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5" name="Google Shape;11845;p76"/>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6" name="Google Shape;11846;p76"/>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7" name="Google Shape;11847;p76"/>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8" name="Google Shape;11848;p76"/>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9" name="Google Shape;11849;p76"/>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0" name="Google Shape;11850;p76"/>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1" name="Google Shape;11851;p76"/>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2" name="Google Shape;11852;p76"/>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3" name="Google Shape;11853;p76"/>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4" name="Google Shape;11854;p76"/>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5" name="Google Shape;11855;p76"/>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6" name="Google Shape;11856;p76"/>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7" name="Google Shape;11857;p76"/>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8" name="Google Shape;11858;p76"/>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9" name="Google Shape;11859;p76"/>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0" name="Google Shape;11860;p76"/>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1" name="Google Shape;11861;p76"/>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2" name="Google Shape;11862;p76"/>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3" name="Google Shape;11863;p76"/>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4" name="Google Shape;11864;p76"/>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5" name="Google Shape;11865;p76"/>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6" name="Google Shape;11866;p76"/>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7" name="Google Shape;11867;p76"/>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8" name="Google Shape;11868;p76"/>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9" name="Google Shape;11869;p76"/>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0" name="Google Shape;11870;p76"/>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1" name="Google Shape;11871;p76"/>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2" name="Google Shape;11872;p76"/>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3" name="Google Shape;11873;p76"/>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4" name="Google Shape;11874;p76"/>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5" name="Google Shape;11875;p76"/>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6" name="Google Shape;11876;p76"/>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7" name="Google Shape;11877;p76"/>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8" name="Google Shape;11878;p76"/>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9" name="Google Shape;11879;p76"/>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0" name="Google Shape;11880;p76"/>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1" name="Google Shape;11881;p76"/>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2" name="Google Shape;11882;p76"/>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3" name="Google Shape;11883;p76"/>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4" name="Google Shape;11884;p76"/>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5" name="Google Shape;11885;p76"/>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6" name="Google Shape;11886;p76"/>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7" name="Google Shape;11887;p76"/>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8" name="Google Shape;11888;p76"/>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9" name="Google Shape;11889;p76"/>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0" name="Google Shape;11890;p76"/>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1" name="Google Shape;11891;p76"/>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2" name="Google Shape;11892;p76"/>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3" name="Google Shape;11893;p76"/>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4" name="Google Shape;11894;p76"/>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5" name="Google Shape;11895;p76"/>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6" name="Google Shape;11896;p76"/>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7" name="Google Shape;11897;p76"/>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8" name="Google Shape;11898;p76"/>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9" name="Google Shape;11899;p76"/>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0" name="Google Shape;11900;p76"/>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1" name="Google Shape;11901;p76"/>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2" name="Google Shape;11902;p76"/>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3" name="Google Shape;11903;p76"/>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4" name="Google Shape;11904;p76"/>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5" name="Google Shape;11905;p76"/>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6" name="Google Shape;11906;p76"/>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7" name="Google Shape;11907;p76"/>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8" name="Google Shape;11908;p76"/>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9" name="Google Shape;11909;p76"/>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0" name="Google Shape;11910;p76"/>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1" name="Google Shape;11911;p76"/>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2" name="Google Shape;11912;p76"/>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3" name="Google Shape;11913;p76"/>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4" name="Google Shape;11914;p76"/>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5" name="Google Shape;11915;p76"/>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6" name="Google Shape;11916;p76"/>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7" name="Google Shape;11917;p76"/>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8" name="Google Shape;11918;p76"/>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9" name="Google Shape;11919;p76"/>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0" name="Google Shape;11920;p76"/>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1" name="Google Shape;11921;p76"/>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2" name="Google Shape;11922;p76"/>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3" name="Google Shape;11923;p76"/>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4" name="Google Shape;11924;p76"/>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5" name="Google Shape;11925;p76"/>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6" name="Google Shape;11926;p76"/>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7" name="Google Shape;11927;p76"/>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8" name="Google Shape;11928;p76"/>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9" name="Google Shape;11929;p76"/>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0" name="Google Shape;11930;p76"/>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1" name="Google Shape;11931;p76"/>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2" name="Google Shape;11932;p76"/>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3" name="Google Shape;11933;p76"/>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4" name="Google Shape;11934;p76"/>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5" name="Google Shape;11935;p76"/>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6" name="Google Shape;11936;p76"/>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7" name="Google Shape;11937;p76"/>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8" name="Google Shape;11938;p76"/>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9" name="Google Shape;11939;p76"/>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0" name="Google Shape;11940;p76"/>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1" name="Google Shape;11941;p76"/>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2" name="Google Shape;11942;p76"/>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3" name="Google Shape;11943;p76"/>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4" name="Google Shape;11944;p76"/>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5" name="Google Shape;11945;p76"/>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6" name="Google Shape;11946;p76"/>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7" name="Google Shape;11947;p76"/>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8" name="Google Shape;11948;p76"/>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9" name="Google Shape;11949;p76"/>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0" name="Google Shape;11950;p76"/>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1" name="Google Shape;11951;p76"/>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2" name="Google Shape;11952;p76"/>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3" name="Google Shape;11953;p76"/>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4" name="Google Shape;11954;p76"/>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5" name="Google Shape;11955;p76"/>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6" name="Google Shape;11956;p76"/>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7" name="Google Shape;11957;p76"/>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8" name="Google Shape;11958;p76"/>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9" name="Google Shape;11959;p76"/>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0" name="Google Shape;11960;p76"/>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1" name="Google Shape;11961;p76"/>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2" name="Google Shape;11962;p76"/>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3" name="Google Shape;11963;p76"/>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4" name="Google Shape;11964;p76"/>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5" name="Google Shape;11965;p76"/>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6" name="Google Shape;11966;p76"/>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7" name="Google Shape;11967;p76"/>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8" name="Google Shape;11968;p76"/>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9" name="Google Shape;11969;p76"/>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0" name="Google Shape;11970;p76"/>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1" name="Google Shape;11971;p76"/>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2" name="Google Shape;11972;p76"/>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3" name="Google Shape;11973;p76"/>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4" name="Google Shape;11974;p76"/>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5" name="Google Shape;11975;p76"/>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6" name="Google Shape;11976;p76"/>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7" name="Google Shape;11977;p76"/>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8" name="Google Shape;11978;p76"/>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9" name="Google Shape;11979;p76"/>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0" name="Google Shape;11980;p76"/>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1" name="Google Shape;11981;p76"/>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2" name="Google Shape;11982;p76"/>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3" name="Google Shape;11983;p76"/>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4" name="Google Shape;11984;p76"/>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5" name="Google Shape;11985;p76"/>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6" name="Google Shape;11986;p76"/>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7" name="Google Shape;11987;p76"/>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8" name="Google Shape;11988;p76"/>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9" name="Google Shape;11989;p76"/>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0" name="Google Shape;11990;p76"/>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1" name="Google Shape;11991;p76"/>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2" name="Google Shape;11992;p76"/>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3" name="Google Shape;11993;p76"/>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4" name="Google Shape;11994;p76"/>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5" name="Google Shape;11995;p76"/>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6" name="Google Shape;11996;p76"/>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7" name="Google Shape;11997;p76"/>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8" name="Google Shape;11998;p76"/>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9" name="Google Shape;11999;p76"/>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0" name="Google Shape;12000;p76"/>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1" name="Google Shape;12001;p76"/>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2" name="Google Shape;12002;p76"/>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3" name="Google Shape;12003;p76"/>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4" name="Google Shape;12004;p76"/>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5" name="Google Shape;12005;p76"/>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6" name="Google Shape;12006;p76"/>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7" name="Google Shape;12007;p76"/>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8" name="Google Shape;12008;p76"/>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9" name="Google Shape;12009;p76"/>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0" name="Google Shape;12010;p76"/>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1" name="Google Shape;12011;p76"/>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2" name="Google Shape;12012;p76"/>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3" name="Google Shape;12013;p76"/>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4" name="Google Shape;12014;p76"/>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5" name="Google Shape;12015;p76"/>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6" name="Google Shape;12016;p76"/>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7" name="Google Shape;12017;p76"/>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8" name="Google Shape;12018;p76"/>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9" name="Google Shape;12019;p76"/>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0" name="Google Shape;12020;p76"/>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1" name="Google Shape;12021;p76"/>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2" name="Google Shape;12022;p76"/>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3" name="Google Shape;12023;p76"/>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4" name="Google Shape;12024;p76"/>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5" name="Google Shape;12025;p76"/>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6" name="Google Shape;12026;p76"/>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7" name="Google Shape;12027;p76"/>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8" name="Google Shape;12028;p76"/>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9" name="Google Shape;12029;p76"/>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0" name="Google Shape;12030;p76"/>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1" name="Google Shape;12031;p76"/>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2" name="Google Shape;12032;p76"/>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3" name="Google Shape;12033;p76"/>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4" name="Google Shape;12034;p76"/>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5" name="Google Shape;12035;p76"/>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6" name="Google Shape;12036;p76"/>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7" name="Google Shape;12037;p76"/>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8" name="Google Shape;12038;p76"/>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9" name="Google Shape;12039;p76"/>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0" name="Google Shape;12040;p76"/>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1" name="Google Shape;12041;p76"/>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2" name="Google Shape;12042;p76"/>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3" name="Google Shape;12043;p76"/>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4" name="Google Shape;12044;p76"/>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5" name="Google Shape;12045;p76"/>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6" name="Google Shape;12046;p76"/>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7" name="Google Shape;12047;p76"/>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8" name="Google Shape;12048;p76"/>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9" name="Google Shape;12049;p76"/>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0" name="Google Shape;12050;p76"/>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1" name="Google Shape;12051;p76"/>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2" name="Google Shape;12052;p76"/>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3" name="Google Shape;12053;p76"/>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4" name="Google Shape;12054;p76"/>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5" name="Google Shape;12055;p76"/>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6" name="Google Shape;12056;p76"/>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7" name="Google Shape;12057;p76"/>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8" name="Google Shape;12058;p76"/>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9" name="Google Shape;12059;p76"/>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0" name="Google Shape;12060;p76"/>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1" name="Google Shape;12061;p76"/>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2" name="Google Shape;12062;p76"/>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3" name="Google Shape;12063;p76"/>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4" name="Google Shape;12064;p76"/>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5" name="Google Shape;12065;p76"/>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6" name="Google Shape;12066;p76"/>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7" name="Google Shape;12067;p76"/>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8" name="Google Shape;12068;p76"/>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9" name="Google Shape;12069;p76"/>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0" name="Google Shape;12070;p76"/>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1" name="Google Shape;12071;p76"/>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2" name="Google Shape;12072;p76"/>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3" name="Google Shape;12073;p76"/>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4" name="Google Shape;12074;p76"/>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5" name="Google Shape;12075;p76"/>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6" name="Google Shape;12076;p76"/>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7" name="Google Shape;12077;p76"/>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8" name="Google Shape;12078;p76"/>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9" name="Google Shape;12079;p76"/>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0" name="Google Shape;12080;p76"/>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1" name="Google Shape;12081;p76"/>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2" name="Google Shape;12082;p76"/>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3" name="Google Shape;12083;p76"/>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4" name="Google Shape;12084;p76"/>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5" name="Google Shape;12085;p76"/>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6" name="Google Shape;12086;p76"/>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7" name="Google Shape;12087;p76"/>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8" name="Google Shape;12088;p76"/>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9" name="Google Shape;12089;p76"/>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0" name="Google Shape;12090;p76"/>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1" name="Google Shape;12091;p76"/>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2" name="Google Shape;12092;p76"/>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3" name="Google Shape;12093;p76"/>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4" name="Google Shape;12094;p76"/>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5" name="Google Shape;12095;p76"/>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6" name="Google Shape;12096;p76"/>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7" name="Google Shape;12097;p76"/>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8" name="Google Shape;12098;p76"/>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9" name="Google Shape;12099;p76"/>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0" name="Google Shape;12100;p76"/>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1" name="Google Shape;12101;p76"/>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2" name="Google Shape;12102;p76"/>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3" name="Google Shape;12103;p76"/>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4" name="Google Shape;12104;p76"/>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5" name="Google Shape;12105;p76"/>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6" name="Google Shape;12106;p76"/>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7" name="Google Shape;12107;p76"/>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8" name="Google Shape;12108;p76"/>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9" name="Google Shape;12109;p76"/>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0" name="Google Shape;12110;p76"/>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1" name="Google Shape;12111;p76"/>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2" name="Google Shape;12112;p76"/>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3" name="Google Shape;12113;p76"/>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4" name="Google Shape;12114;p76"/>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5" name="Google Shape;12115;p76"/>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6" name="Google Shape;12116;p76"/>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7" name="Google Shape;12117;p76"/>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8" name="Google Shape;12118;p76"/>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9" name="Google Shape;12119;p76"/>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0" name="Google Shape;12120;p76"/>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1" name="Google Shape;12121;p76"/>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2" name="Google Shape;12122;p76"/>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3" name="Google Shape;12123;p76"/>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4" name="Google Shape;12124;p76"/>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5" name="Google Shape;12125;p76"/>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6" name="Google Shape;12126;p76"/>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7" name="Google Shape;12127;p76"/>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8" name="Google Shape;12128;p76"/>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9" name="Google Shape;12129;p76"/>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0" name="Google Shape;12130;p76"/>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1" name="Google Shape;12131;p76"/>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2" name="Google Shape;12132;p76"/>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3" name="Google Shape;12133;p76"/>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4" name="Google Shape;12134;p76"/>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5" name="Google Shape;12135;p76"/>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6" name="Google Shape;12136;p76"/>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7" name="Google Shape;12137;p76"/>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8" name="Google Shape;12138;p76"/>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9" name="Google Shape;12139;p76"/>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0" name="Google Shape;12140;p76"/>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1" name="Google Shape;12141;p76"/>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2" name="Google Shape;12142;p76"/>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3" name="Google Shape;12143;p76"/>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4" name="Google Shape;12144;p76"/>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5" name="Google Shape;12145;p76"/>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6" name="Google Shape;12146;p76"/>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7" name="Google Shape;12147;p76"/>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8" name="Google Shape;12148;p76"/>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9" name="Google Shape;12149;p76"/>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0" name="Google Shape;12150;p76"/>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1" name="Google Shape;12151;p76"/>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2" name="Google Shape;12152;p76"/>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3" name="Google Shape;12153;p76"/>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4" name="Google Shape;12154;p76"/>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5" name="Google Shape;12155;p76"/>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6" name="Google Shape;12156;p76"/>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7" name="Google Shape;12157;p76"/>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8" name="Google Shape;12158;p76"/>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9" name="Google Shape;12159;p76"/>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0" name="Google Shape;12160;p76"/>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1" name="Google Shape;12161;p76"/>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2" name="Google Shape;12162;p76"/>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3" name="Google Shape;12163;p76"/>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4" name="Google Shape;12164;p76"/>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5" name="Google Shape;12165;p76"/>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6" name="Google Shape;12166;p76"/>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7" name="Google Shape;12167;p76"/>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8" name="Google Shape;12168;p76"/>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9" name="Google Shape;12169;p76"/>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0" name="Google Shape;12170;p76"/>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1" name="Google Shape;12171;p76"/>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2" name="Google Shape;12172;p76"/>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3" name="Google Shape;12173;p76"/>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4" name="Google Shape;12174;p76"/>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5" name="Google Shape;12175;p76"/>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6" name="Google Shape;12176;p76"/>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7" name="Google Shape;12177;p76"/>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8" name="Google Shape;12178;p76"/>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9" name="Google Shape;12179;p76"/>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0" name="Google Shape;12180;p76"/>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1" name="Google Shape;12181;p76"/>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2" name="Google Shape;12182;p76"/>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3" name="Google Shape;12183;p76"/>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4" name="Google Shape;12184;p76"/>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5" name="Google Shape;12185;p76"/>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6" name="Google Shape;12186;p76"/>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7" name="Google Shape;12187;p76"/>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8" name="Google Shape;12188;p76"/>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9" name="Google Shape;12189;p76"/>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0" name="Google Shape;12190;p76"/>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1" name="Google Shape;12191;p76"/>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2" name="Google Shape;12192;p76"/>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3" name="Google Shape;12193;p76"/>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4" name="Google Shape;12194;p76"/>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5" name="Google Shape;12195;p76"/>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6" name="Google Shape;12196;p76"/>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7" name="Google Shape;12197;p76"/>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8" name="Google Shape;12198;p76"/>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9" name="Google Shape;12199;p76"/>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0" name="Google Shape;12200;p76"/>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1" name="Google Shape;12201;p76"/>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2" name="Google Shape;12202;p76"/>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3" name="Google Shape;12203;p76"/>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4" name="Google Shape;12204;p76"/>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5" name="Google Shape;12205;p76"/>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6" name="Google Shape;12206;p76"/>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7" name="Google Shape;12207;p76"/>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8" name="Google Shape;12208;p76"/>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9" name="Google Shape;12209;p76"/>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0" name="Google Shape;12210;p76"/>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1" name="Google Shape;12211;p76"/>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2" name="Google Shape;12212;p76"/>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3" name="Google Shape;12213;p76"/>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4" name="Google Shape;12214;p76"/>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5" name="Google Shape;12215;p76"/>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6" name="Google Shape;12216;p76"/>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7" name="Google Shape;12217;p76"/>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8" name="Google Shape;12218;p76"/>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9" name="Google Shape;12219;p76"/>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0" name="Google Shape;12220;p76"/>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1" name="Google Shape;12221;p76"/>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2" name="Google Shape;12222;p76"/>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3" name="Google Shape;12223;p76"/>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4" name="Google Shape;12224;p76"/>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5" name="Google Shape;12225;p76"/>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6" name="Google Shape;12226;p76"/>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7" name="Google Shape;12227;p76"/>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8" name="Google Shape;12228;p76"/>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9" name="Google Shape;12229;p76"/>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0" name="Google Shape;12230;p76"/>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1" name="Google Shape;12231;p76"/>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2" name="Google Shape;12232;p76"/>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3" name="Google Shape;12233;p76"/>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4" name="Google Shape;12234;p76"/>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5" name="Google Shape;12235;p76"/>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6" name="Google Shape;12236;p76"/>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7" name="Google Shape;12237;p76"/>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8" name="Google Shape;12238;p76"/>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9" name="Google Shape;12239;p76"/>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0" name="Google Shape;12240;p76"/>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1" name="Google Shape;12241;p76"/>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2" name="Google Shape;12242;p76"/>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3" name="Google Shape;12243;p76"/>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4" name="Google Shape;12244;p76"/>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5" name="Google Shape;12245;p76"/>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6" name="Google Shape;12246;p76"/>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7" name="Google Shape;12247;p76"/>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8" name="Google Shape;12248;p76"/>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9" name="Google Shape;12249;p76"/>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0" name="Google Shape;12250;p76"/>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1" name="Google Shape;12251;p76"/>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2" name="Google Shape;12252;p76"/>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3" name="Google Shape;12253;p76"/>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4" name="Google Shape;12254;p76"/>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5" name="Google Shape;12255;p76"/>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6" name="Google Shape;12256;p76"/>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7" name="Google Shape;12257;p76"/>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8" name="Google Shape;12258;p76"/>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9" name="Google Shape;12259;p76"/>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0" name="Google Shape;12260;p76"/>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1" name="Google Shape;12261;p76"/>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2" name="Google Shape;12262;p76"/>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3" name="Google Shape;12263;p76"/>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4" name="Google Shape;12264;p76"/>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5" name="Google Shape;12265;p76"/>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6" name="Google Shape;12266;p76"/>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7" name="Google Shape;12267;p76"/>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8" name="Google Shape;12268;p76"/>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9" name="Google Shape;12269;p76"/>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0" name="Google Shape;12270;p76"/>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1" name="Google Shape;12271;p76"/>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2" name="Google Shape;12272;p76"/>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3" name="Google Shape;12273;p76"/>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4" name="Google Shape;12274;p76"/>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5" name="Google Shape;12275;p76"/>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6" name="Google Shape;12276;p76"/>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7" name="Google Shape;12277;p76"/>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8" name="Google Shape;12278;p76"/>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9" name="Google Shape;12279;p76"/>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0" name="Google Shape;12280;p76"/>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1" name="Google Shape;12281;p76"/>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2" name="Google Shape;12282;p76"/>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3" name="Google Shape;12283;p76"/>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4" name="Google Shape;12284;p76"/>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5" name="Google Shape;12285;p76"/>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6" name="Google Shape;12286;p76"/>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7" name="Google Shape;12287;p76"/>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8" name="Google Shape;12288;p76"/>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9" name="Google Shape;12289;p76"/>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0" name="Google Shape;12290;p76"/>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1" name="Google Shape;12291;p76"/>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2" name="Google Shape;12292;p76"/>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3" name="Google Shape;12293;p76"/>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4" name="Google Shape;12294;p76"/>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5" name="Google Shape;12295;p76"/>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6" name="Google Shape;12296;p76"/>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7" name="Google Shape;12297;p76"/>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8" name="Google Shape;12298;p76"/>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9" name="Google Shape;12299;p76"/>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0" name="Google Shape;12300;p76"/>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1" name="Google Shape;12301;p76"/>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2" name="Google Shape;12302;p76"/>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3" name="Google Shape;12303;p76"/>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4" name="Google Shape;12304;p76"/>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5" name="Google Shape;12305;p76"/>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6" name="Google Shape;12306;p76"/>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7" name="Google Shape;12307;p76"/>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8" name="Google Shape;12308;p76"/>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9" name="Google Shape;12309;p76"/>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0" name="Google Shape;12310;p76"/>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1" name="Google Shape;12311;p76"/>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2" name="Google Shape;12312;p76"/>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3" name="Google Shape;12313;p76"/>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4" name="Google Shape;12314;p76"/>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5" name="Google Shape;12315;p76"/>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6" name="Google Shape;12316;p76"/>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7" name="Google Shape;12317;p76"/>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8" name="Google Shape;12318;p76"/>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9" name="Google Shape;12319;p76"/>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0" name="Google Shape;12320;p76"/>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1" name="Google Shape;12321;p76"/>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2" name="Google Shape;12322;p76"/>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3" name="Google Shape;12323;p76"/>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4" name="Google Shape;12324;p76"/>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5" name="Google Shape;12325;p76"/>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6" name="Google Shape;12326;p76"/>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7" name="Google Shape;12327;p76"/>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8" name="Google Shape;12328;p76"/>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9" name="Google Shape;12329;p76"/>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0" name="Google Shape;12330;p76"/>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1" name="Google Shape;12331;p76"/>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2" name="Google Shape;12332;p76"/>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3" name="Google Shape;12333;p76"/>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4" name="Google Shape;12334;p76"/>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5" name="Google Shape;12335;p76"/>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6" name="Google Shape;12336;p76"/>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7" name="Google Shape;12337;p76"/>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8" name="Google Shape;12338;p76"/>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9" name="Google Shape;12339;p76"/>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0" name="Google Shape;12340;p76"/>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1" name="Google Shape;12341;p76"/>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2" name="Google Shape;12342;p76"/>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3" name="Google Shape;12343;p76"/>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4" name="Google Shape;12344;p76"/>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5" name="Google Shape;12345;p76"/>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6" name="Google Shape;12346;p76"/>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7" name="Google Shape;12347;p76"/>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8" name="Google Shape;12348;p76"/>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9" name="Google Shape;12349;p76"/>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0" name="Google Shape;12350;p76"/>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1" name="Google Shape;12351;p76"/>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2" name="Google Shape;12352;p76"/>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3" name="Google Shape;12353;p76"/>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4" name="Google Shape;12354;p76"/>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5" name="Google Shape;12355;p76"/>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6" name="Google Shape;12356;p76"/>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7" name="Google Shape;12357;p76"/>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8" name="Google Shape;12358;p76"/>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9" name="Google Shape;12359;p76"/>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0" name="Google Shape;12360;p76"/>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1" name="Google Shape;12361;p76"/>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2" name="Google Shape;12362;p76"/>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3" name="Google Shape;12363;p76"/>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4" name="Google Shape;12364;p76"/>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5" name="Google Shape;12365;p76"/>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6" name="Google Shape;12366;p76"/>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7" name="Google Shape;12367;p76"/>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8" name="Google Shape;12368;p76"/>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9" name="Google Shape;12369;p76"/>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0" name="Google Shape;12370;p76"/>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1" name="Google Shape;12371;p76"/>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2" name="Google Shape;12372;p76"/>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3" name="Google Shape;12373;p76"/>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4" name="Google Shape;12374;p76"/>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5" name="Google Shape;12375;p76"/>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6" name="Google Shape;12376;p76"/>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7" name="Google Shape;12377;p76"/>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8" name="Google Shape;12378;p76"/>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9" name="Google Shape;12379;p76"/>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0" name="Google Shape;12380;p76"/>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1" name="Google Shape;12381;p76"/>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2" name="Google Shape;12382;p76"/>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3" name="Google Shape;12383;p76"/>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4" name="Google Shape;12384;p76"/>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5" name="Google Shape;12385;p76"/>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6" name="Google Shape;12386;p76"/>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7" name="Google Shape;12387;p76"/>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8" name="Google Shape;12388;p76"/>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9" name="Google Shape;12389;p76"/>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0" name="Google Shape;12390;p76"/>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1" name="Google Shape;12391;p76"/>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2" name="Google Shape;12392;p76"/>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3" name="Google Shape;12393;p76"/>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4" name="Google Shape;12394;p76"/>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5" name="Google Shape;12395;p76"/>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6" name="Google Shape;12396;p76"/>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7" name="Google Shape;12397;p76"/>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8" name="Google Shape;12398;p76"/>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9" name="Google Shape;12399;p76"/>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0" name="Google Shape;12400;p76"/>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1" name="Google Shape;12401;p76"/>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2" name="Google Shape;12402;p76"/>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3" name="Google Shape;12403;p76"/>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4" name="Google Shape;12404;p76"/>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5" name="Google Shape;12405;p76"/>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6" name="Google Shape;12406;p76"/>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7" name="Google Shape;12407;p76"/>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8" name="Google Shape;12408;p76"/>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9" name="Google Shape;12409;p76"/>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0" name="Google Shape;12410;p76"/>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1" name="Google Shape;12411;p76"/>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2" name="Google Shape;12412;p76"/>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3" name="Google Shape;12413;p76"/>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4" name="Google Shape;12414;p76"/>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5" name="Google Shape;12415;p76"/>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6" name="Google Shape;12416;p76"/>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7" name="Google Shape;12417;p76"/>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8" name="Google Shape;12418;p76"/>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9" name="Google Shape;12419;p76"/>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0" name="Google Shape;12420;p76"/>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1" name="Google Shape;12421;p76"/>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2" name="Google Shape;12422;p76"/>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3" name="Google Shape;12423;p76"/>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4" name="Google Shape;12424;p76"/>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5" name="Google Shape;12425;p76"/>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6" name="Google Shape;12426;p76"/>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7" name="Google Shape;12427;p76"/>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8" name="Google Shape;12428;p76"/>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9" name="Google Shape;12429;p76"/>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0" name="Google Shape;12430;p76"/>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1" name="Google Shape;12431;p76"/>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2" name="Google Shape;12432;p76"/>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3" name="Google Shape;12433;p76"/>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4" name="Google Shape;12434;p76"/>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5" name="Google Shape;12435;p76"/>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6" name="Google Shape;12436;p76"/>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7" name="Google Shape;12437;p76"/>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8" name="Google Shape;12438;p76"/>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9" name="Google Shape;12439;p76"/>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0" name="Google Shape;12440;p76"/>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1" name="Google Shape;12441;p76"/>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2" name="Google Shape;12442;p76"/>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3" name="Google Shape;12443;p76"/>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4" name="Google Shape;12444;p76"/>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5" name="Google Shape;12445;p76"/>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6" name="Google Shape;12446;p76"/>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7" name="Google Shape;12447;p76"/>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8" name="Google Shape;12448;p76"/>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9" name="Google Shape;12449;p76"/>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0" name="Google Shape;12450;p76"/>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1" name="Google Shape;12451;p76"/>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2" name="Google Shape;12452;p76"/>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3" name="Google Shape;12453;p76"/>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4" name="Google Shape;12454;p76"/>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5" name="Google Shape;12455;p76"/>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6" name="Google Shape;12456;p76"/>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7" name="Google Shape;12457;p76"/>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8" name="Google Shape;12458;p76"/>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9" name="Google Shape;12459;p76"/>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0" name="Google Shape;12460;p76"/>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1" name="Google Shape;12461;p76"/>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2" name="Google Shape;12462;p76"/>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3" name="Google Shape;12463;p76"/>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4" name="Google Shape;12464;p76"/>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5" name="Google Shape;12465;p76"/>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6" name="Google Shape;12466;p76"/>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7" name="Google Shape;12467;p76"/>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8" name="Google Shape;12468;p76"/>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9" name="Google Shape;12469;p76"/>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0" name="Google Shape;12470;p76"/>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1" name="Google Shape;12471;p76"/>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2" name="Google Shape;12472;p76"/>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3" name="Google Shape;12473;p76"/>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4" name="Google Shape;12474;p76"/>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5" name="Google Shape;12475;p76"/>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6" name="Google Shape;12476;p76"/>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7" name="Google Shape;12477;p76"/>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8" name="Google Shape;12478;p76"/>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9" name="Google Shape;12479;p76"/>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0" name="Google Shape;12480;p76"/>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1" name="Google Shape;12481;p76"/>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2" name="Google Shape;12482;p76"/>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3" name="Google Shape;12483;p76"/>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4" name="Google Shape;12484;p76"/>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5" name="Google Shape;12485;p76"/>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6" name="Google Shape;12486;p76"/>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7" name="Google Shape;12487;p76"/>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8" name="Google Shape;12488;p76"/>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9" name="Google Shape;12489;p76"/>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0" name="Google Shape;12490;p76"/>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1" name="Google Shape;12491;p76"/>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2" name="Google Shape;12492;p76"/>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3" name="Google Shape;12493;p76"/>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4" name="Google Shape;12494;p76"/>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5" name="Google Shape;12495;p76"/>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6" name="Google Shape;12496;p76"/>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7" name="Google Shape;12497;p76"/>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8" name="Google Shape;12498;p76"/>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9" name="Google Shape;12499;p76"/>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0" name="Google Shape;12500;p76"/>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1" name="Google Shape;12501;p76"/>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2" name="Google Shape;12502;p76"/>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3" name="Google Shape;12503;p76"/>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4" name="Google Shape;12504;p76"/>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5" name="Google Shape;12505;p76"/>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6" name="Google Shape;12506;p76"/>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7" name="Google Shape;12507;p76"/>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8" name="Google Shape;12508;p76"/>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9" name="Google Shape;12509;p76"/>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0" name="Google Shape;12510;p76"/>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1" name="Google Shape;12511;p76"/>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2" name="Google Shape;12512;p76"/>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3" name="Google Shape;12513;p76"/>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4" name="Google Shape;12514;p76"/>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5" name="Google Shape;12515;p76"/>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6" name="Google Shape;12516;p76"/>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7" name="Google Shape;12517;p76"/>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8" name="Google Shape;12518;p76"/>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9" name="Google Shape;12519;p76"/>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0" name="Google Shape;12520;p76"/>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1" name="Google Shape;12521;p76"/>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2" name="Google Shape;12522;p76"/>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3" name="Google Shape;12523;p76"/>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4" name="Google Shape;12524;p76"/>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5" name="Google Shape;12525;p76"/>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6" name="Google Shape;12526;p76"/>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7" name="Google Shape;12527;p76"/>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8" name="Google Shape;12528;p76"/>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9" name="Google Shape;12529;p76"/>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0" name="Google Shape;12530;p76"/>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1" name="Google Shape;12531;p76"/>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2" name="Google Shape;12532;p76"/>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3" name="Google Shape;12533;p76"/>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4" name="Google Shape;12534;p76"/>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5" name="Google Shape;12535;p76"/>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6" name="Google Shape;12536;p76"/>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7" name="Google Shape;12537;p76"/>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8" name="Google Shape;12538;p76"/>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9" name="Google Shape;12539;p76"/>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0" name="Google Shape;12540;p76"/>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1" name="Google Shape;12541;p76"/>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2" name="Google Shape;12542;p76"/>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3" name="Google Shape;12543;p76"/>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4" name="Google Shape;12544;p76"/>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5" name="Google Shape;12545;p76"/>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6" name="Google Shape;12546;p76"/>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7" name="Google Shape;12547;p76"/>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8" name="Google Shape;12548;p76"/>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9" name="Google Shape;12549;p76"/>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0" name="Google Shape;12550;p76"/>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1" name="Google Shape;12551;p76"/>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2" name="Google Shape;12552;p76"/>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3" name="Google Shape;12553;p76"/>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4" name="Google Shape;12554;p76"/>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5" name="Google Shape;12555;p76"/>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6" name="Google Shape;12556;p76"/>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7" name="Google Shape;12557;p76"/>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8" name="Google Shape;12558;p76"/>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9" name="Google Shape;12559;p76"/>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0" name="Google Shape;12560;p76"/>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1" name="Google Shape;12561;p76"/>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2" name="Google Shape;12562;p76"/>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3" name="Google Shape;12563;p76"/>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4" name="Google Shape;12564;p76"/>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5" name="Google Shape;12565;p76"/>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6" name="Google Shape;12566;p76"/>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7" name="Google Shape;12567;p76"/>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8" name="Google Shape;12568;p76"/>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9" name="Google Shape;12569;p76"/>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0" name="Google Shape;12570;p76"/>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1" name="Google Shape;12571;p76"/>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2" name="Google Shape;12572;p76"/>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3" name="Google Shape;12573;p76"/>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4" name="Google Shape;12574;p76"/>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5" name="Google Shape;12575;p76"/>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6" name="Google Shape;12576;p76"/>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7" name="Google Shape;12577;p76"/>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8" name="Google Shape;12578;p76"/>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9" name="Google Shape;12579;p76"/>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0" name="Google Shape;12580;p76"/>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1" name="Google Shape;12581;p76"/>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2" name="Google Shape;12582;p76"/>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3" name="Google Shape;12583;p76"/>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4" name="Google Shape;12584;p76"/>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5" name="Google Shape;12585;p76"/>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6" name="Google Shape;12586;p76"/>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7" name="Google Shape;12587;p76"/>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8" name="Google Shape;12588;p76"/>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9" name="Google Shape;12589;p76"/>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0" name="Google Shape;12590;p76"/>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1" name="Google Shape;12591;p76"/>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2" name="Google Shape;12592;p76"/>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3" name="Google Shape;12593;p76"/>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4" name="Google Shape;12594;p76"/>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5" name="Google Shape;12595;p76"/>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6" name="Google Shape;12596;p76"/>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7" name="Google Shape;12597;p76"/>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8" name="Google Shape;12598;p76"/>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9" name="Google Shape;12599;p76"/>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0" name="Google Shape;12600;p76"/>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1" name="Google Shape;12601;p76"/>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2" name="Google Shape;12602;p76"/>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3" name="Google Shape;12603;p76"/>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4" name="Google Shape;12604;p76"/>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5" name="Google Shape;12605;p76"/>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6" name="Google Shape;12606;p76"/>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7" name="Google Shape;12607;p76"/>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8" name="Google Shape;12608;p76"/>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9" name="Google Shape;12609;p76"/>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0" name="Google Shape;12610;p76"/>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1" name="Google Shape;12611;p76"/>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2" name="Google Shape;12612;p76"/>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3" name="Google Shape;12613;p76"/>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4" name="Google Shape;12614;p76"/>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5" name="Google Shape;12615;p76"/>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6" name="Google Shape;12616;p76"/>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7" name="Google Shape;12617;p76"/>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8" name="Google Shape;12618;p76"/>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9" name="Google Shape;12619;p76"/>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0" name="Google Shape;12620;p76"/>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1" name="Google Shape;12621;p76"/>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2" name="Google Shape;12622;p76"/>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3" name="Google Shape;12623;p76"/>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4" name="Google Shape;12624;p76"/>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5" name="Google Shape;12625;p76"/>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6" name="Google Shape;12626;p76"/>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7" name="Google Shape;12627;p76"/>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8" name="Google Shape;12628;p76"/>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9" name="Google Shape;12629;p76"/>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0" name="Google Shape;12630;p76"/>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1" name="Google Shape;12631;p76"/>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2" name="Google Shape;12632;p76"/>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3" name="Google Shape;12633;p76"/>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4" name="Google Shape;12634;p76"/>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5" name="Google Shape;12635;p76"/>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6" name="Google Shape;12636;p76"/>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7" name="Google Shape;12637;p76"/>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8" name="Google Shape;12638;p76"/>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9" name="Google Shape;12639;p76"/>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0" name="Google Shape;12640;p76"/>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1" name="Google Shape;12641;p76"/>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2" name="Google Shape;12642;p76"/>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3" name="Google Shape;12643;p76"/>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4" name="Google Shape;12644;p76"/>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5" name="Google Shape;12645;p76"/>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6" name="Google Shape;12646;p76"/>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7" name="Google Shape;12647;p76"/>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8" name="Google Shape;12648;p76"/>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9" name="Google Shape;12649;p76"/>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0" name="Google Shape;12650;p76"/>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1" name="Google Shape;12651;p76"/>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2" name="Google Shape;12652;p76"/>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3" name="Google Shape;12653;p76"/>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4" name="Google Shape;12654;p76"/>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5" name="Google Shape;12655;p76"/>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6" name="Google Shape;12656;p76"/>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7" name="Google Shape;12657;p76"/>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8" name="Google Shape;12658;p76"/>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9" name="Google Shape;12659;p76"/>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0" name="Google Shape;12660;p76"/>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1" name="Google Shape;12661;p76"/>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2" name="Google Shape;12662;p76"/>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3" name="Google Shape;12663;p76"/>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4" name="Google Shape;12664;p76"/>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5" name="Google Shape;12665;p76"/>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6" name="Google Shape;12666;p76"/>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7" name="Google Shape;12667;p76"/>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8" name="Google Shape;12668;p76"/>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9" name="Google Shape;12669;p76"/>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0" name="Google Shape;12670;p76"/>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1" name="Google Shape;12671;p76"/>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2" name="Google Shape;12672;p76"/>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3" name="Google Shape;12673;p76"/>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4" name="Google Shape;12674;p76"/>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5" name="Google Shape;12675;p76"/>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6" name="Google Shape;12676;p76"/>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7" name="Google Shape;12677;p76"/>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8" name="Google Shape;12678;p76"/>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9" name="Google Shape;12679;p76"/>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0" name="Google Shape;12680;p76"/>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1" name="Google Shape;12681;p76"/>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2" name="Google Shape;12682;p76"/>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3" name="Google Shape;12683;p76"/>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4" name="Google Shape;12684;p76"/>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5" name="Google Shape;12685;p76"/>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6" name="Google Shape;12686;p76"/>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7" name="Google Shape;12687;p76"/>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8" name="Google Shape;12688;p76"/>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9" name="Google Shape;12689;p76"/>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0" name="Google Shape;12690;p76"/>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1" name="Google Shape;12691;p76"/>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2" name="Google Shape;12692;p76"/>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3" name="Google Shape;12693;p76"/>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4" name="Google Shape;12694;p76"/>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5" name="Google Shape;12695;p76"/>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6" name="Google Shape;12696;p76"/>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7" name="Google Shape;12697;p76"/>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8" name="Google Shape;12698;p76"/>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9" name="Google Shape;12699;p76"/>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0" name="Google Shape;12700;p76"/>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1" name="Google Shape;12701;p76"/>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2" name="Google Shape;12702;p76"/>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3" name="Google Shape;12703;p76"/>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4" name="Google Shape;12704;p76"/>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5" name="Google Shape;12705;p76"/>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6" name="Google Shape;12706;p76"/>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7" name="Google Shape;12707;p76"/>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8" name="Google Shape;12708;p76"/>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9" name="Google Shape;12709;p76"/>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0" name="Google Shape;12710;p76"/>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1" name="Google Shape;12711;p76"/>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2" name="Google Shape;12712;p76"/>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3" name="Google Shape;12713;p76"/>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4" name="Google Shape;12714;p76"/>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5" name="Google Shape;12715;p76"/>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6" name="Google Shape;12716;p76"/>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7" name="Google Shape;12717;p76"/>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8" name="Google Shape;12718;p76"/>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9" name="Google Shape;12719;p76"/>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0" name="Google Shape;12720;p76"/>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1" name="Google Shape;12721;p76"/>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2" name="Google Shape;12722;p76"/>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3" name="Google Shape;12723;p76"/>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4" name="Google Shape;12724;p76"/>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5" name="Google Shape;12725;p76"/>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6" name="Google Shape;12726;p76"/>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7" name="Google Shape;12727;p76"/>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8" name="Google Shape;12728;p76"/>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9" name="Google Shape;12729;p76"/>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0" name="Google Shape;12730;p76"/>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1" name="Google Shape;12731;p76"/>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2" name="Google Shape;12732;p76"/>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3" name="Google Shape;12733;p76"/>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4" name="Google Shape;12734;p76"/>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5" name="Google Shape;12735;p76"/>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6" name="Google Shape;12736;p76"/>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7" name="Google Shape;12737;p76"/>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8" name="Google Shape;12738;p76"/>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9" name="Google Shape;12739;p76"/>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0" name="Google Shape;12740;p76"/>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1" name="Google Shape;12741;p76"/>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2" name="Google Shape;12742;p76"/>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3" name="Google Shape;12743;p76"/>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4" name="Google Shape;12744;p76"/>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5" name="Google Shape;12745;p76"/>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6" name="Google Shape;12746;p76"/>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7" name="Google Shape;12747;p76"/>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8" name="Google Shape;12748;p76"/>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9" name="Google Shape;12749;p76"/>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0" name="Google Shape;12750;p76"/>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1" name="Google Shape;12751;p76"/>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2" name="Google Shape;12752;p76"/>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3" name="Google Shape;12753;p76"/>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4" name="Google Shape;12754;p76"/>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5" name="Google Shape;12755;p76"/>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6" name="Google Shape;12756;p76"/>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7" name="Google Shape;12757;p76"/>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8" name="Google Shape;12758;p76"/>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9" name="Google Shape;12759;p76"/>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0" name="Google Shape;12760;p76"/>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1" name="Google Shape;12761;p76"/>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2" name="Google Shape;12762;p76"/>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3" name="Google Shape;12763;p76"/>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4" name="Google Shape;12764;p76"/>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5" name="Google Shape;12765;p76"/>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6" name="Google Shape;12766;p76"/>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7" name="Google Shape;12767;p76"/>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8" name="Google Shape;12768;p76"/>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9" name="Google Shape;12769;p76"/>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0" name="Google Shape;12770;p76"/>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1" name="Google Shape;12771;p76"/>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2" name="Google Shape;12772;p76"/>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3" name="Google Shape;12773;p76"/>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4" name="Google Shape;12774;p76"/>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5" name="Google Shape;12775;p76"/>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6" name="Google Shape;12776;p76"/>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7" name="Google Shape;12777;p76"/>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8" name="Google Shape;12778;p76"/>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9" name="Google Shape;12779;p76"/>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0" name="Google Shape;12780;p76"/>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1" name="Google Shape;12781;p76"/>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2" name="Google Shape;12782;p76"/>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3" name="Google Shape;12783;p76"/>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4" name="Google Shape;12784;p76"/>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5" name="Google Shape;12785;p76"/>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6" name="Google Shape;12786;p76"/>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7" name="Google Shape;12787;p76"/>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8" name="Google Shape;12788;p76"/>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9" name="Google Shape;12789;p76"/>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0" name="Google Shape;12790;p76"/>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1" name="Google Shape;12791;p76"/>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2" name="Google Shape;12792;p76"/>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3" name="Google Shape;12793;p76"/>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4" name="Google Shape;12794;p76"/>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5" name="Google Shape;12795;p76"/>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6" name="Google Shape;12796;p76"/>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7" name="Google Shape;12797;p76"/>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8" name="Google Shape;12798;p76"/>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9" name="Google Shape;12799;p76"/>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0" name="Google Shape;12800;p76"/>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1" name="Google Shape;12801;p76"/>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2" name="Google Shape;12802;p76"/>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3" name="Google Shape;12803;p76"/>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4" name="Google Shape;12804;p76"/>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5" name="Google Shape;12805;p76"/>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6" name="Google Shape;12806;p76"/>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7" name="Google Shape;12807;p76"/>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8" name="Google Shape;12808;p76"/>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9" name="Google Shape;12809;p76"/>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0" name="Google Shape;12810;p76"/>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1" name="Google Shape;12811;p76"/>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2" name="Google Shape;12812;p76"/>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3" name="Google Shape;12813;p76"/>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4" name="Google Shape;12814;p76"/>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5" name="Google Shape;12815;p76"/>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6" name="Google Shape;12816;p76"/>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7" name="Google Shape;12817;p76"/>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8" name="Google Shape;12818;p76"/>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9" name="Google Shape;12819;p76"/>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0" name="Google Shape;12820;p76"/>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1" name="Google Shape;12821;p76"/>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2" name="Google Shape;12822;p76"/>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3" name="Google Shape;12823;p76"/>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4" name="Google Shape;12824;p76"/>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5" name="Google Shape;12825;p76"/>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6" name="Google Shape;12826;p76"/>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7" name="Google Shape;12827;p76"/>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8" name="Google Shape;12828;p76"/>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9" name="Google Shape;12829;p76"/>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30" name="Google Shape;12830;p76"/>
          <p:cNvGrpSpPr/>
          <p:nvPr/>
        </p:nvGrpSpPr>
        <p:grpSpPr>
          <a:xfrm>
            <a:off x="4797047" y="4087843"/>
            <a:ext cx="2988459" cy="1774208"/>
            <a:chOff x="3597785" y="3065882"/>
            <a:chExt cx="2241344" cy="1330656"/>
          </a:xfrm>
        </p:grpSpPr>
        <p:grpSp>
          <p:nvGrpSpPr>
            <p:cNvPr id="12831" name="Google Shape;12831;p76"/>
            <p:cNvGrpSpPr/>
            <p:nvPr/>
          </p:nvGrpSpPr>
          <p:grpSpPr>
            <a:xfrm>
              <a:off x="5296908" y="3937355"/>
              <a:ext cx="143198" cy="32380"/>
              <a:chOff x="5296908" y="3937355"/>
              <a:chExt cx="143198" cy="32380"/>
            </a:xfrm>
          </p:grpSpPr>
          <p:sp>
            <p:nvSpPr>
              <p:cNvPr id="12832" name="Google Shape;12832;p76"/>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2833" name="Google Shape;12833;p76"/>
              <p:cNvGrpSpPr/>
              <p:nvPr/>
            </p:nvGrpSpPr>
            <p:grpSpPr>
              <a:xfrm>
                <a:off x="5402331" y="3937355"/>
                <a:ext cx="37776" cy="32380"/>
                <a:chOff x="5402331" y="3937355"/>
                <a:chExt cx="37776" cy="32380"/>
              </a:xfrm>
            </p:grpSpPr>
            <p:sp>
              <p:nvSpPr>
                <p:cNvPr id="12834" name="Google Shape;12834;p76"/>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35" name="Google Shape;12835;p76"/>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36" name="Google Shape;12836;p76"/>
              <p:cNvGrpSpPr/>
              <p:nvPr/>
            </p:nvGrpSpPr>
            <p:grpSpPr>
              <a:xfrm>
                <a:off x="5296908" y="3937355"/>
                <a:ext cx="37783" cy="32380"/>
                <a:chOff x="5296908" y="3937355"/>
                <a:chExt cx="37783" cy="32380"/>
              </a:xfrm>
            </p:grpSpPr>
            <p:sp>
              <p:nvSpPr>
                <p:cNvPr id="12837" name="Google Shape;12837;p76"/>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38" name="Google Shape;12838;p76"/>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839" name="Google Shape;12839;p76"/>
            <p:cNvGrpSpPr/>
            <p:nvPr/>
          </p:nvGrpSpPr>
          <p:grpSpPr>
            <a:xfrm>
              <a:off x="4724163" y="3119631"/>
              <a:ext cx="120838" cy="84218"/>
              <a:chOff x="4724163" y="3119631"/>
              <a:chExt cx="120838" cy="84218"/>
            </a:xfrm>
          </p:grpSpPr>
          <p:grpSp>
            <p:nvGrpSpPr>
              <p:cNvPr id="12840" name="Google Shape;12840;p76"/>
              <p:cNvGrpSpPr/>
              <p:nvPr/>
            </p:nvGrpSpPr>
            <p:grpSpPr>
              <a:xfrm>
                <a:off x="4746712" y="3132773"/>
                <a:ext cx="86869" cy="56424"/>
                <a:chOff x="4746712" y="3132773"/>
                <a:chExt cx="86869" cy="56424"/>
              </a:xfrm>
            </p:grpSpPr>
            <p:sp>
              <p:nvSpPr>
                <p:cNvPr id="12841" name="Google Shape;12841;p76"/>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42" name="Google Shape;12842;p76"/>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43" name="Google Shape;12843;p76"/>
              <p:cNvGrpSpPr/>
              <p:nvPr/>
            </p:nvGrpSpPr>
            <p:grpSpPr>
              <a:xfrm>
                <a:off x="4773634" y="3143336"/>
                <a:ext cx="37776" cy="32451"/>
                <a:chOff x="4773634" y="3143336"/>
                <a:chExt cx="37776" cy="32451"/>
              </a:xfrm>
            </p:grpSpPr>
            <p:sp>
              <p:nvSpPr>
                <p:cNvPr id="12844" name="Google Shape;12844;p76"/>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45" name="Google Shape;12845;p76"/>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46" name="Google Shape;12846;p76"/>
              <p:cNvGrpSpPr/>
              <p:nvPr/>
            </p:nvGrpSpPr>
            <p:grpSpPr>
              <a:xfrm>
                <a:off x="4724163" y="3131248"/>
                <a:ext cx="37776" cy="32459"/>
                <a:chOff x="4724163" y="3131248"/>
                <a:chExt cx="37776" cy="32459"/>
              </a:xfrm>
            </p:grpSpPr>
            <p:sp>
              <p:nvSpPr>
                <p:cNvPr id="12847" name="Google Shape;12847;p76"/>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48" name="Google Shape;12848;p76"/>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49" name="Google Shape;12849;p76"/>
              <p:cNvGrpSpPr/>
              <p:nvPr/>
            </p:nvGrpSpPr>
            <p:grpSpPr>
              <a:xfrm>
                <a:off x="4755081" y="3176054"/>
                <a:ext cx="32357" cy="27795"/>
                <a:chOff x="4755081" y="3176054"/>
                <a:chExt cx="32357" cy="27795"/>
              </a:xfrm>
            </p:grpSpPr>
            <p:sp>
              <p:nvSpPr>
                <p:cNvPr id="12850" name="Google Shape;12850;p76"/>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51" name="Google Shape;12851;p76"/>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52" name="Google Shape;12852;p76"/>
              <p:cNvGrpSpPr/>
              <p:nvPr/>
            </p:nvGrpSpPr>
            <p:grpSpPr>
              <a:xfrm>
                <a:off x="4812550" y="3119631"/>
                <a:ext cx="32451" cy="27803"/>
                <a:chOff x="4812550" y="3119631"/>
                <a:chExt cx="32451" cy="27803"/>
              </a:xfrm>
            </p:grpSpPr>
            <p:sp>
              <p:nvSpPr>
                <p:cNvPr id="12853" name="Google Shape;12853;p76"/>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54" name="Google Shape;12854;p76"/>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855" name="Google Shape;12855;p76"/>
            <p:cNvGrpSpPr/>
            <p:nvPr/>
          </p:nvGrpSpPr>
          <p:grpSpPr>
            <a:xfrm>
              <a:off x="5382826" y="4027197"/>
              <a:ext cx="268967" cy="250422"/>
              <a:chOff x="5382826" y="4027197"/>
              <a:chExt cx="268967" cy="250422"/>
            </a:xfrm>
          </p:grpSpPr>
          <p:grpSp>
            <p:nvGrpSpPr>
              <p:cNvPr id="12856" name="Google Shape;12856;p76"/>
              <p:cNvGrpSpPr/>
              <p:nvPr/>
            </p:nvGrpSpPr>
            <p:grpSpPr>
              <a:xfrm>
                <a:off x="5405280" y="4042510"/>
                <a:ext cx="237570" cy="218647"/>
                <a:chOff x="5405280" y="4042510"/>
                <a:chExt cx="237570" cy="218647"/>
              </a:xfrm>
            </p:grpSpPr>
            <p:sp>
              <p:nvSpPr>
                <p:cNvPr id="12857" name="Google Shape;12857;p76"/>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58" name="Google Shape;12858;p76"/>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59" name="Google Shape;12859;p76"/>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60" name="Google Shape;12860;p76"/>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61" name="Google Shape;12861;p76"/>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62" name="Google Shape;12862;p76"/>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63" name="Google Shape;12863;p76"/>
              <p:cNvGrpSpPr/>
              <p:nvPr/>
            </p:nvGrpSpPr>
            <p:grpSpPr>
              <a:xfrm>
                <a:off x="5382826" y="4125549"/>
                <a:ext cx="37776" cy="32380"/>
                <a:chOff x="5382826" y="4125549"/>
                <a:chExt cx="37776" cy="32380"/>
              </a:xfrm>
            </p:grpSpPr>
            <p:sp>
              <p:nvSpPr>
                <p:cNvPr id="12864" name="Google Shape;12864;p76"/>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65" name="Google Shape;12865;p76"/>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66" name="Google Shape;12866;p76"/>
              <p:cNvGrpSpPr/>
              <p:nvPr/>
            </p:nvGrpSpPr>
            <p:grpSpPr>
              <a:xfrm>
                <a:off x="5475680" y="4195587"/>
                <a:ext cx="37783" cy="32364"/>
                <a:chOff x="5475680" y="4195587"/>
                <a:chExt cx="37783" cy="32364"/>
              </a:xfrm>
            </p:grpSpPr>
            <p:sp>
              <p:nvSpPr>
                <p:cNvPr id="12867" name="Google Shape;12867;p76"/>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68" name="Google Shape;12868;p76"/>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69" name="Google Shape;12869;p76"/>
              <p:cNvGrpSpPr/>
              <p:nvPr/>
            </p:nvGrpSpPr>
            <p:grpSpPr>
              <a:xfrm>
                <a:off x="5532575" y="4027197"/>
                <a:ext cx="33308" cy="32262"/>
                <a:chOff x="5532575" y="4027197"/>
                <a:chExt cx="33308" cy="32262"/>
              </a:xfrm>
            </p:grpSpPr>
            <p:sp>
              <p:nvSpPr>
                <p:cNvPr id="12870" name="Google Shape;12870;p76"/>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71" name="Google Shape;12871;p76"/>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72" name="Google Shape;12872;p76"/>
              <p:cNvGrpSpPr/>
              <p:nvPr/>
            </p:nvGrpSpPr>
            <p:grpSpPr>
              <a:xfrm>
                <a:off x="5590706" y="4245348"/>
                <a:ext cx="33497" cy="32270"/>
                <a:chOff x="5590706" y="4245348"/>
                <a:chExt cx="33497" cy="32270"/>
              </a:xfrm>
            </p:grpSpPr>
            <p:sp>
              <p:nvSpPr>
                <p:cNvPr id="12873" name="Google Shape;12873;p76"/>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74" name="Google Shape;12874;p76"/>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75" name="Google Shape;12875;p76"/>
              <p:cNvGrpSpPr/>
              <p:nvPr/>
            </p:nvGrpSpPr>
            <p:grpSpPr>
              <a:xfrm>
                <a:off x="5618681" y="4109677"/>
                <a:ext cx="33112" cy="32357"/>
                <a:chOff x="5618681" y="4109677"/>
                <a:chExt cx="33112" cy="32357"/>
              </a:xfrm>
            </p:grpSpPr>
            <p:sp>
              <p:nvSpPr>
                <p:cNvPr id="12876" name="Google Shape;12876;p76"/>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77" name="Google Shape;12877;p76"/>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78" name="Google Shape;12878;p76"/>
              <p:cNvGrpSpPr/>
              <p:nvPr/>
            </p:nvGrpSpPr>
            <p:grpSpPr>
              <a:xfrm>
                <a:off x="5479298" y="4128262"/>
                <a:ext cx="31405" cy="26906"/>
                <a:chOff x="5479298" y="4128262"/>
                <a:chExt cx="31405" cy="26906"/>
              </a:xfrm>
            </p:grpSpPr>
            <p:sp>
              <p:nvSpPr>
                <p:cNvPr id="12879" name="Google Shape;12879;p76"/>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80" name="Google Shape;12880;p76"/>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81" name="Google Shape;12881;p76"/>
              <p:cNvGrpSpPr/>
              <p:nvPr/>
            </p:nvGrpSpPr>
            <p:grpSpPr>
              <a:xfrm>
                <a:off x="5582903" y="4180116"/>
                <a:ext cx="31499" cy="26898"/>
                <a:chOff x="5582903" y="4180116"/>
                <a:chExt cx="31499" cy="26898"/>
              </a:xfrm>
            </p:grpSpPr>
            <p:sp>
              <p:nvSpPr>
                <p:cNvPr id="12882" name="Google Shape;12882;p76"/>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83" name="Google Shape;12883;p76"/>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884" name="Google Shape;12884;p76"/>
            <p:cNvGrpSpPr/>
            <p:nvPr/>
          </p:nvGrpSpPr>
          <p:grpSpPr>
            <a:xfrm>
              <a:off x="3977681" y="3230323"/>
              <a:ext cx="94584" cy="84085"/>
              <a:chOff x="3977681" y="3230323"/>
              <a:chExt cx="94584" cy="84085"/>
            </a:xfrm>
          </p:grpSpPr>
          <p:grpSp>
            <p:nvGrpSpPr>
              <p:cNvPr id="12885" name="Google Shape;12885;p76"/>
              <p:cNvGrpSpPr/>
              <p:nvPr/>
            </p:nvGrpSpPr>
            <p:grpSpPr>
              <a:xfrm>
                <a:off x="4000135" y="3243041"/>
                <a:ext cx="59570" cy="57186"/>
                <a:chOff x="4000135" y="3243041"/>
                <a:chExt cx="59570" cy="57186"/>
              </a:xfrm>
            </p:grpSpPr>
            <p:sp>
              <p:nvSpPr>
                <p:cNvPr id="12886" name="Google Shape;12886;p76"/>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87" name="Google Shape;12887;p76"/>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88" name="Google Shape;12888;p76"/>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89" name="Google Shape;12889;p76"/>
              <p:cNvGrpSpPr/>
              <p:nvPr/>
            </p:nvGrpSpPr>
            <p:grpSpPr>
              <a:xfrm>
                <a:off x="3977681" y="3245872"/>
                <a:ext cx="37783" cy="32380"/>
                <a:chOff x="3977681" y="3245872"/>
                <a:chExt cx="37783" cy="32380"/>
              </a:xfrm>
            </p:grpSpPr>
            <p:sp>
              <p:nvSpPr>
                <p:cNvPr id="12890" name="Google Shape;12890;p76"/>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91" name="Google Shape;12891;p76"/>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92" name="Google Shape;12892;p76"/>
              <p:cNvGrpSpPr/>
              <p:nvPr/>
            </p:nvGrpSpPr>
            <p:grpSpPr>
              <a:xfrm>
                <a:off x="4040860" y="3262672"/>
                <a:ext cx="31405" cy="27001"/>
                <a:chOff x="4040860" y="3262672"/>
                <a:chExt cx="31405" cy="27001"/>
              </a:xfrm>
            </p:grpSpPr>
            <p:sp>
              <p:nvSpPr>
                <p:cNvPr id="12893" name="Google Shape;12893;p76"/>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94" name="Google Shape;12894;p76"/>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95" name="Google Shape;12895;p76"/>
              <p:cNvGrpSpPr/>
              <p:nvPr/>
            </p:nvGrpSpPr>
            <p:grpSpPr>
              <a:xfrm>
                <a:off x="4021072" y="3230323"/>
                <a:ext cx="31397" cy="26906"/>
                <a:chOff x="4021072" y="3230323"/>
                <a:chExt cx="31397" cy="26906"/>
              </a:xfrm>
            </p:grpSpPr>
            <p:sp>
              <p:nvSpPr>
                <p:cNvPr id="12896" name="Google Shape;12896;p76"/>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97" name="Google Shape;12897;p76"/>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98" name="Google Shape;12898;p76"/>
              <p:cNvGrpSpPr/>
              <p:nvPr/>
            </p:nvGrpSpPr>
            <p:grpSpPr>
              <a:xfrm>
                <a:off x="4001472" y="3287462"/>
                <a:ext cx="31499" cy="26945"/>
                <a:chOff x="4001472" y="3287462"/>
                <a:chExt cx="31499" cy="26945"/>
              </a:xfrm>
            </p:grpSpPr>
            <p:sp>
              <p:nvSpPr>
                <p:cNvPr id="12899" name="Google Shape;12899;p76"/>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00" name="Google Shape;12900;p76"/>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01" name="Google Shape;12901;p76"/>
            <p:cNvGrpSpPr/>
            <p:nvPr/>
          </p:nvGrpSpPr>
          <p:grpSpPr>
            <a:xfrm>
              <a:off x="4084715" y="3258865"/>
              <a:ext cx="184961" cy="137268"/>
              <a:chOff x="4084715" y="3258865"/>
              <a:chExt cx="184961" cy="137268"/>
            </a:xfrm>
          </p:grpSpPr>
          <p:grpSp>
            <p:nvGrpSpPr>
              <p:cNvPr id="12902" name="Google Shape;12902;p76"/>
              <p:cNvGrpSpPr/>
              <p:nvPr/>
            </p:nvGrpSpPr>
            <p:grpSpPr>
              <a:xfrm>
                <a:off x="4107453" y="3271583"/>
                <a:ext cx="153470" cy="110275"/>
                <a:chOff x="4107453" y="3271583"/>
                <a:chExt cx="153470" cy="110275"/>
              </a:xfrm>
            </p:grpSpPr>
            <p:sp>
              <p:nvSpPr>
                <p:cNvPr id="12903" name="Google Shape;12903;p76"/>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04" name="Google Shape;12904;p76"/>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05" name="Google Shape;12905;p76"/>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06" name="Google Shape;12906;p76"/>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907" name="Google Shape;12907;p76"/>
              <p:cNvGrpSpPr/>
              <p:nvPr/>
            </p:nvGrpSpPr>
            <p:grpSpPr>
              <a:xfrm>
                <a:off x="4136947" y="3258865"/>
                <a:ext cx="31499" cy="27001"/>
                <a:chOff x="4136947" y="3258865"/>
                <a:chExt cx="31499" cy="27001"/>
              </a:xfrm>
            </p:grpSpPr>
            <p:sp>
              <p:nvSpPr>
                <p:cNvPr id="12908" name="Google Shape;12908;p76"/>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09" name="Google Shape;12909;p76"/>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0" name="Google Shape;12910;p76"/>
              <p:cNvGrpSpPr/>
              <p:nvPr/>
            </p:nvGrpSpPr>
            <p:grpSpPr>
              <a:xfrm>
                <a:off x="4084715" y="3266478"/>
                <a:ext cx="31468" cy="26898"/>
                <a:chOff x="4084715" y="3266478"/>
                <a:chExt cx="31468" cy="26898"/>
              </a:xfrm>
            </p:grpSpPr>
            <p:sp>
              <p:nvSpPr>
                <p:cNvPr id="12911" name="Google Shape;12911;p76"/>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12" name="Google Shape;12912;p76"/>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3" name="Google Shape;12913;p76"/>
              <p:cNvGrpSpPr/>
              <p:nvPr/>
            </p:nvGrpSpPr>
            <p:grpSpPr>
              <a:xfrm>
                <a:off x="4159213" y="3279849"/>
                <a:ext cx="31405" cy="26945"/>
                <a:chOff x="4159213" y="3279849"/>
                <a:chExt cx="31405" cy="26945"/>
              </a:xfrm>
            </p:grpSpPr>
            <p:sp>
              <p:nvSpPr>
                <p:cNvPr id="12914" name="Google Shape;12914;p76"/>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15" name="Google Shape;12915;p76"/>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6" name="Google Shape;12916;p76"/>
              <p:cNvGrpSpPr/>
              <p:nvPr/>
            </p:nvGrpSpPr>
            <p:grpSpPr>
              <a:xfrm>
                <a:off x="4201550" y="3266502"/>
                <a:ext cx="31405" cy="26883"/>
                <a:chOff x="4201550" y="3266502"/>
                <a:chExt cx="31405" cy="26883"/>
              </a:xfrm>
            </p:grpSpPr>
            <p:sp>
              <p:nvSpPr>
                <p:cNvPr id="12917" name="Google Shape;12917;p76"/>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18" name="Google Shape;12918;p76"/>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9" name="Google Shape;12919;p76"/>
              <p:cNvGrpSpPr/>
              <p:nvPr/>
            </p:nvGrpSpPr>
            <p:grpSpPr>
              <a:xfrm>
                <a:off x="4201550" y="3338278"/>
                <a:ext cx="31405" cy="26930"/>
                <a:chOff x="4201550" y="3338278"/>
                <a:chExt cx="31405" cy="26930"/>
              </a:xfrm>
            </p:grpSpPr>
            <p:sp>
              <p:nvSpPr>
                <p:cNvPr id="12920" name="Google Shape;12920;p76"/>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21" name="Google Shape;12921;p76"/>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22" name="Google Shape;12922;p76"/>
              <p:cNvGrpSpPr/>
              <p:nvPr/>
            </p:nvGrpSpPr>
            <p:grpSpPr>
              <a:xfrm>
                <a:off x="4238272" y="3369132"/>
                <a:ext cx="31405" cy="27001"/>
                <a:chOff x="4238272" y="3369132"/>
                <a:chExt cx="31405" cy="27001"/>
              </a:xfrm>
            </p:grpSpPr>
            <p:sp>
              <p:nvSpPr>
                <p:cNvPr id="12923" name="Google Shape;12923;p76"/>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24" name="Google Shape;12924;p76"/>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25" name="Google Shape;12925;p76"/>
            <p:cNvGrpSpPr/>
            <p:nvPr/>
          </p:nvGrpSpPr>
          <p:grpSpPr>
            <a:xfrm>
              <a:off x="4068639" y="3200169"/>
              <a:ext cx="77643" cy="37272"/>
              <a:chOff x="4068639" y="3200169"/>
              <a:chExt cx="77643" cy="37272"/>
            </a:xfrm>
          </p:grpSpPr>
          <p:sp>
            <p:nvSpPr>
              <p:cNvPr id="12926" name="Google Shape;12926;p76"/>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2927" name="Google Shape;12927;p76"/>
              <p:cNvGrpSpPr/>
              <p:nvPr/>
            </p:nvGrpSpPr>
            <p:grpSpPr>
              <a:xfrm>
                <a:off x="4114878" y="3200169"/>
                <a:ext cx="31405" cy="26993"/>
                <a:chOff x="4114878" y="3200169"/>
                <a:chExt cx="31405" cy="26993"/>
              </a:xfrm>
            </p:grpSpPr>
            <p:sp>
              <p:nvSpPr>
                <p:cNvPr id="12928" name="Google Shape;12928;p76"/>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29" name="Google Shape;12929;p76"/>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30" name="Google Shape;12930;p76"/>
              <p:cNvGrpSpPr/>
              <p:nvPr/>
            </p:nvGrpSpPr>
            <p:grpSpPr>
              <a:xfrm>
                <a:off x="4068639" y="3210535"/>
                <a:ext cx="31499" cy="26906"/>
                <a:chOff x="4068639" y="3210535"/>
                <a:chExt cx="31499" cy="26906"/>
              </a:xfrm>
            </p:grpSpPr>
            <p:sp>
              <p:nvSpPr>
                <p:cNvPr id="12931" name="Google Shape;12931;p76"/>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32" name="Google Shape;12932;p76"/>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33" name="Google Shape;12933;p76"/>
            <p:cNvGrpSpPr/>
            <p:nvPr/>
          </p:nvGrpSpPr>
          <p:grpSpPr>
            <a:xfrm>
              <a:off x="3869702" y="3066935"/>
              <a:ext cx="382664" cy="190294"/>
              <a:chOff x="3869702" y="3066935"/>
              <a:chExt cx="382664" cy="190294"/>
            </a:xfrm>
          </p:grpSpPr>
          <p:grpSp>
            <p:nvGrpSpPr>
              <p:cNvPr id="12934" name="Google Shape;12934;p76"/>
              <p:cNvGrpSpPr/>
              <p:nvPr/>
            </p:nvGrpSpPr>
            <p:grpSpPr>
              <a:xfrm>
                <a:off x="3888633" y="3082351"/>
                <a:ext cx="351172" cy="160698"/>
                <a:chOff x="3888633" y="3082351"/>
                <a:chExt cx="351172" cy="160698"/>
              </a:xfrm>
            </p:grpSpPr>
            <p:sp>
              <p:nvSpPr>
                <p:cNvPr id="12935" name="Google Shape;12935;p76"/>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6" name="Google Shape;12936;p76"/>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7" name="Google Shape;12937;p76"/>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8" name="Google Shape;12938;p76"/>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9" name="Google Shape;12939;p76"/>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40" name="Google Shape;12940;p76"/>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941" name="Google Shape;12941;p76"/>
              <p:cNvGrpSpPr/>
              <p:nvPr/>
            </p:nvGrpSpPr>
            <p:grpSpPr>
              <a:xfrm>
                <a:off x="4143703" y="3066935"/>
                <a:ext cx="37783" cy="32357"/>
                <a:chOff x="4143703" y="3066935"/>
                <a:chExt cx="37783" cy="32357"/>
              </a:xfrm>
            </p:grpSpPr>
            <p:sp>
              <p:nvSpPr>
                <p:cNvPr id="12942" name="Google Shape;12942;p76"/>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43" name="Google Shape;12943;p76"/>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44" name="Google Shape;12944;p76"/>
              <p:cNvGrpSpPr/>
              <p:nvPr/>
            </p:nvGrpSpPr>
            <p:grpSpPr>
              <a:xfrm>
                <a:off x="4044565" y="3103563"/>
                <a:ext cx="37783" cy="32451"/>
                <a:chOff x="4044565" y="3103563"/>
                <a:chExt cx="37783" cy="32451"/>
              </a:xfrm>
            </p:grpSpPr>
            <p:sp>
              <p:nvSpPr>
                <p:cNvPr id="12945" name="Google Shape;12945;p76"/>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46" name="Google Shape;12946;p76"/>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47" name="Google Shape;12947;p76"/>
              <p:cNvGrpSpPr/>
              <p:nvPr/>
            </p:nvGrpSpPr>
            <p:grpSpPr>
              <a:xfrm>
                <a:off x="4017454" y="3188237"/>
                <a:ext cx="37776" cy="32357"/>
                <a:chOff x="4017454" y="3188237"/>
                <a:chExt cx="37776" cy="32357"/>
              </a:xfrm>
            </p:grpSpPr>
            <p:sp>
              <p:nvSpPr>
                <p:cNvPr id="12948" name="Google Shape;12948;p76"/>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49" name="Google Shape;12949;p76"/>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0" name="Google Shape;12950;p76"/>
              <p:cNvGrpSpPr/>
              <p:nvPr/>
            </p:nvGrpSpPr>
            <p:grpSpPr>
              <a:xfrm>
                <a:off x="3921548" y="3157509"/>
                <a:ext cx="37783" cy="32357"/>
                <a:chOff x="3921548" y="3157509"/>
                <a:chExt cx="37783" cy="32357"/>
              </a:xfrm>
            </p:grpSpPr>
            <p:sp>
              <p:nvSpPr>
                <p:cNvPr id="12951" name="Google Shape;12951;p76"/>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52" name="Google Shape;12952;p76"/>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3" name="Google Shape;12953;p76"/>
              <p:cNvGrpSpPr/>
              <p:nvPr/>
            </p:nvGrpSpPr>
            <p:grpSpPr>
              <a:xfrm>
                <a:off x="3939056" y="3211620"/>
                <a:ext cx="37783" cy="32380"/>
                <a:chOff x="3939056" y="3211620"/>
                <a:chExt cx="37783" cy="32380"/>
              </a:xfrm>
            </p:grpSpPr>
            <p:sp>
              <p:nvSpPr>
                <p:cNvPr id="12954" name="Google Shape;12954;p76"/>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55" name="Google Shape;12955;p76"/>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6" name="Google Shape;12956;p76"/>
              <p:cNvGrpSpPr/>
              <p:nvPr/>
            </p:nvGrpSpPr>
            <p:grpSpPr>
              <a:xfrm>
                <a:off x="4176240" y="3136965"/>
                <a:ext cx="31405" cy="26930"/>
                <a:chOff x="4176240" y="3136965"/>
                <a:chExt cx="31405" cy="26930"/>
              </a:xfrm>
            </p:grpSpPr>
            <p:sp>
              <p:nvSpPr>
                <p:cNvPr id="12957" name="Google Shape;12957;p76"/>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58" name="Google Shape;12958;p76"/>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9" name="Google Shape;12959;p76"/>
              <p:cNvGrpSpPr/>
              <p:nvPr/>
            </p:nvGrpSpPr>
            <p:grpSpPr>
              <a:xfrm>
                <a:off x="4133148" y="3152593"/>
                <a:ext cx="31499" cy="27001"/>
                <a:chOff x="4133148" y="3152593"/>
                <a:chExt cx="31499" cy="27001"/>
              </a:xfrm>
            </p:grpSpPr>
            <p:sp>
              <p:nvSpPr>
                <p:cNvPr id="12960" name="Google Shape;12960;p76"/>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61" name="Google Shape;12961;p76"/>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62" name="Google Shape;12962;p76"/>
              <p:cNvGrpSpPr/>
              <p:nvPr/>
            </p:nvGrpSpPr>
            <p:grpSpPr>
              <a:xfrm>
                <a:off x="4220866" y="3073534"/>
                <a:ext cx="31499" cy="26898"/>
                <a:chOff x="4220866" y="3073534"/>
                <a:chExt cx="31499" cy="26898"/>
              </a:xfrm>
            </p:grpSpPr>
            <p:sp>
              <p:nvSpPr>
                <p:cNvPr id="12963" name="Google Shape;12963;p76"/>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64" name="Google Shape;12964;p76"/>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65" name="Google Shape;12965;p76"/>
              <p:cNvGrpSpPr/>
              <p:nvPr/>
            </p:nvGrpSpPr>
            <p:grpSpPr>
              <a:xfrm>
                <a:off x="3869702" y="3230323"/>
                <a:ext cx="31499" cy="26906"/>
                <a:chOff x="3869702" y="3230323"/>
                <a:chExt cx="31499" cy="26906"/>
              </a:xfrm>
            </p:grpSpPr>
            <p:sp>
              <p:nvSpPr>
                <p:cNvPr id="12966" name="Google Shape;12966;p76"/>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67" name="Google Shape;12967;p76"/>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68" name="Google Shape;12968;p76"/>
            <p:cNvGrpSpPr/>
            <p:nvPr/>
          </p:nvGrpSpPr>
          <p:grpSpPr>
            <a:xfrm>
              <a:off x="4271383" y="3065882"/>
              <a:ext cx="304556" cy="341663"/>
              <a:chOff x="4271383" y="3065882"/>
              <a:chExt cx="304556" cy="341663"/>
            </a:xfrm>
          </p:grpSpPr>
          <p:grpSp>
            <p:nvGrpSpPr>
              <p:cNvPr id="12969" name="Google Shape;12969;p76"/>
              <p:cNvGrpSpPr/>
              <p:nvPr/>
            </p:nvGrpSpPr>
            <p:grpSpPr>
              <a:xfrm>
                <a:off x="4293838" y="3078639"/>
                <a:ext cx="269353" cy="311973"/>
                <a:chOff x="4293838" y="3078639"/>
                <a:chExt cx="269353" cy="311973"/>
              </a:xfrm>
            </p:grpSpPr>
            <p:sp>
              <p:nvSpPr>
                <p:cNvPr id="12970" name="Google Shape;12970;p76"/>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1" name="Google Shape;12971;p76"/>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2" name="Google Shape;12972;p76"/>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3" name="Google Shape;12973;p76"/>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4" name="Google Shape;12974;p76"/>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5" name="Google Shape;12975;p76"/>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6" name="Google Shape;12976;p76"/>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7" name="Google Shape;12977;p76"/>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8" name="Google Shape;12978;p76"/>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9" name="Google Shape;12979;p76"/>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0" name="Google Shape;12980;p76"/>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1" name="Google Shape;12981;p76"/>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2" name="Google Shape;12982;p76"/>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3" name="Google Shape;12983;p76"/>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4" name="Google Shape;12984;p76"/>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5" name="Google Shape;12985;p76"/>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6" name="Google Shape;12986;p76"/>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987" name="Google Shape;12987;p76"/>
              <p:cNvGrpSpPr/>
              <p:nvPr/>
            </p:nvGrpSpPr>
            <p:grpSpPr>
              <a:xfrm>
                <a:off x="4538164" y="3342061"/>
                <a:ext cx="37776" cy="32380"/>
                <a:chOff x="4538164" y="3342061"/>
                <a:chExt cx="37776" cy="32380"/>
              </a:xfrm>
            </p:grpSpPr>
            <p:sp>
              <p:nvSpPr>
                <p:cNvPr id="12988" name="Google Shape;12988;p76"/>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89" name="Google Shape;12989;p76"/>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0" name="Google Shape;12990;p76"/>
              <p:cNvGrpSpPr/>
              <p:nvPr/>
            </p:nvGrpSpPr>
            <p:grpSpPr>
              <a:xfrm>
                <a:off x="4271383" y="3194742"/>
                <a:ext cx="37783" cy="32420"/>
                <a:chOff x="4271383" y="3194742"/>
                <a:chExt cx="37783" cy="32420"/>
              </a:xfrm>
            </p:grpSpPr>
            <p:sp>
              <p:nvSpPr>
                <p:cNvPr id="12991" name="Google Shape;12991;p76"/>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92" name="Google Shape;12992;p76"/>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3" name="Google Shape;12993;p76"/>
              <p:cNvGrpSpPr/>
              <p:nvPr/>
            </p:nvGrpSpPr>
            <p:grpSpPr>
              <a:xfrm>
                <a:off x="4284416" y="3084058"/>
                <a:ext cx="37783" cy="32357"/>
                <a:chOff x="4284416" y="3084058"/>
                <a:chExt cx="37783" cy="32357"/>
              </a:xfrm>
            </p:grpSpPr>
            <p:sp>
              <p:nvSpPr>
                <p:cNvPr id="12994" name="Google Shape;12994;p76"/>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95" name="Google Shape;12995;p76"/>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6" name="Google Shape;12996;p76"/>
              <p:cNvGrpSpPr/>
              <p:nvPr/>
            </p:nvGrpSpPr>
            <p:grpSpPr>
              <a:xfrm>
                <a:off x="4478697" y="3297561"/>
                <a:ext cx="37776" cy="32451"/>
                <a:chOff x="4478697" y="3297561"/>
                <a:chExt cx="37776" cy="32451"/>
              </a:xfrm>
            </p:grpSpPr>
            <p:sp>
              <p:nvSpPr>
                <p:cNvPr id="12997" name="Google Shape;12997;p76"/>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98" name="Google Shape;12998;p76"/>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9" name="Google Shape;12999;p76"/>
              <p:cNvGrpSpPr/>
              <p:nvPr/>
            </p:nvGrpSpPr>
            <p:grpSpPr>
              <a:xfrm>
                <a:off x="4411813" y="3331711"/>
                <a:ext cx="37776" cy="32451"/>
                <a:chOff x="4411813" y="3331711"/>
                <a:chExt cx="37776" cy="32451"/>
              </a:xfrm>
            </p:grpSpPr>
            <p:sp>
              <p:nvSpPr>
                <p:cNvPr id="13000" name="Google Shape;13000;p76"/>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01" name="Google Shape;13001;p76"/>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02" name="Google Shape;13002;p76"/>
              <p:cNvGrpSpPr/>
              <p:nvPr/>
            </p:nvGrpSpPr>
            <p:grpSpPr>
              <a:xfrm>
                <a:off x="4337984" y="3375188"/>
                <a:ext cx="37776" cy="32357"/>
                <a:chOff x="4337984" y="3375188"/>
                <a:chExt cx="37776" cy="32357"/>
              </a:xfrm>
            </p:grpSpPr>
            <p:sp>
              <p:nvSpPr>
                <p:cNvPr id="13003" name="Google Shape;13003;p76"/>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04" name="Google Shape;13004;p76"/>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05" name="Google Shape;13005;p76"/>
              <p:cNvGrpSpPr/>
              <p:nvPr/>
            </p:nvGrpSpPr>
            <p:grpSpPr>
              <a:xfrm>
                <a:off x="4494867" y="3090530"/>
                <a:ext cx="37878" cy="32451"/>
                <a:chOff x="4494867" y="3090530"/>
                <a:chExt cx="37878" cy="32451"/>
              </a:xfrm>
            </p:grpSpPr>
            <p:sp>
              <p:nvSpPr>
                <p:cNvPr id="13006" name="Google Shape;13006;p76"/>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07" name="Google Shape;13007;p76"/>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08" name="Google Shape;13008;p76"/>
              <p:cNvGrpSpPr/>
              <p:nvPr/>
            </p:nvGrpSpPr>
            <p:grpSpPr>
              <a:xfrm>
                <a:off x="4525124" y="3207774"/>
                <a:ext cx="37783" cy="32420"/>
                <a:chOff x="4525124" y="3207774"/>
                <a:chExt cx="37783" cy="32420"/>
              </a:xfrm>
            </p:grpSpPr>
            <p:sp>
              <p:nvSpPr>
                <p:cNvPr id="13009" name="Google Shape;13009;p76"/>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0" name="Google Shape;13010;p76"/>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11" name="Google Shape;13011;p76"/>
              <p:cNvGrpSpPr/>
              <p:nvPr/>
            </p:nvGrpSpPr>
            <p:grpSpPr>
              <a:xfrm>
                <a:off x="4440544" y="3176479"/>
                <a:ext cx="31499" cy="26898"/>
                <a:chOff x="4440544" y="3176479"/>
                <a:chExt cx="31499" cy="26898"/>
              </a:xfrm>
            </p:grpSpPr>
            <p:sp>
              <p:nvSpPr>
                <p:cNvPr id="13012" name="Google Shape;13012;p76"/>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3" name="Google Shape;13013;p76"/>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14" name="Google Shape;13014;p76"/>
              <p:cNvGrpSpPr/>
              <p:nvPr/>
            </p:nvGrpSpPr>
            <p:grpSpPr>
              <a:xfrm>
                <a:off x="4350545" y="3156400"/>
                <a:ext cx="31405" cy="27001"/>
                <a:chOff x="4350545" y="3156400"/>
                <a:chExt cx="31405" cy="27001"/>
              </a:xfrm>
            </p:grpSpPr>
            <p:sp>
              <p:nvSpPr>
                <p:cNvPr id="13015" name="Google Shape;13015;p76"/>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6" name="Google Shape;13016;p76"/>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17" name="Google Shape;13017;p76"/>
              <p:cNvGrpSpPr/>
              <p:nvPr/>
            </p:nvGrpSpPr>
            <p:grpSpPr>
              <a:xfrm>
                <a:off x="4376703" y="3255058"/>
                <a:ext cx="31405" cy="27001"/>
                <a:chOff x="4376703" y="3255058"/>
                <a:chExt cx="31405" cy="27001"/>
              </a:xfrm>
            </p:grpSpPr>
            <p:sp>
              <p:nvSpPr>
                <p:cNvPr id="13018" name="Google Shape;13018;p76"/>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9" name="Google Shape;13019;p76"/>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20" name="Google Shape;13020;p76"/>
              <p:cNvGrpSpPr/>
              <p:nvPr/>
            </p:nvGrpSpPr>
            <p:grpSpPr>
              <a:xfrm>
                <a:off x="4331322" y="3283656"/>
                <a:ext cx="31405" cy="26945"/>
                <a:chOff x="4331322" y="3283656"/>
                <a:chExt cx="31405" cy="26945"/>
              </a:xfrm>
            </p:grpSpPr>
            <p:sp>
              <p:nvSpPr>
                <p:cNvPr id="13021" name="Google Shape;13021;p76"/>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22" name="Google Shape;13022;p76"/>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23" name="Google Shape;13023;p76"/>
              <p:cNvGrpSpPr/>
              <p:nvPr/>
            </p:nvGrpSpPr>
            <p:grpSpPr>
              <a:xfrm>
                <a:off x="4380510" y="3065882"/>
                <a:ext cx="31405" cy="26938"/>
                <a:chOff x="4380510" y="3065882"/>
                <a:chExt cx="31405" cy="26938"/>
              </a:xfrm>
            </p:grpSpPr>
            <p:sp>
              <p:nvSpPr>
                <p:cNvPr id="13024" name="Google Shape;13024;p76"/>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25" name="Google Shape;13025;p76"/>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3026" name="Google Shape;13026;p76"/>
            <p:cNvGrpSpPr/>
            <p:nvPr/>
          </p:nvGrpSpPr>
          <p:grpSpPr>
            <a:xfrm>
              <a:off x="4558998" y="3188237"/>
              <a:ext cx="1280131" cy="1052746"/>
              <a:chOff x="4558998" y="3188237"/>
              <a:chExt cx="1280131" cy="1052746"/>
            </a:xfrm>
          </p:grpSpPr>
          <p:sp>
            <p:nvSpPr>
              <p:cNvPr id="13027" name="Google Shape;13027;p76"/>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28" name="Google Shape;13028;p76"/>
              <p:cNvGrpSpPr/>
              <p:nvPr/>
            </p:nvGrpSpPr>
            <p:grpSpPr>
              <a:xfrm>
                <a:off x="4579164" y="3203653"/>
                <a:ext cx="1244833" cy="1020397"/>
                <a:chOff x="4579164" y="3203653"/>
                <a:chExt cx="1244833" cy="1020397"/>
              </a:xfrm>
            </p:grpSpPr>
            <p:sp>
              <p:nvSpPr>
                <p:cNvPr id="13029" name="Google Shape;13029;p76"/>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0" name="Google Shape;13030;p76"/>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31" name="Google Shape;13031;p76"/>
                <p:cNvGrpSpPr/>
                <p:nvPr/>
              </p:nvGrpSpPr>
              <p:grpSpPr>
                <a:xfrm>
                  <a:off x="4579164" y="3203653"/>
                  <a:ext cx="1244833" cy="1020397"/>
                  <a:chOff x="4579164" y="3203653"/>
                  <a:chExt cx="1244833" cy="1020397"/>
                </a:xfrm>
              </p:grpSpPr>
              <p:sp>
                <p:nvSpPr>
                  <p:cNvPr id="13032" name="Google Shape;13032;p76"/>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3" name="Google Shape;13033;p76"/>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34" name="Google Shape;13034;p76"/>
                  <p:cNvGrpSpPr/>
                  <p:nvPr/>
                </p:nvGrpSpPr>
                <p:grpSpPr>
                  <a:xfrm>
                    <a:off x="4579164" y="3203653"/>
                    <a:ext cx="1244833" cy="1020397"/>
                    <a:chOff x="4579164" y="3203653"/>
                    <a:chExt cx="1244833" cy="1020397"/>
                  </a:xfrm>
                </p:grpSpPr>
                <p:sp>
                  <p:nvSpPr>
                    <p:cNvPr id="13035" name="Google Shape;13035;p76"/>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6" name="Google Shape;13036;p76"/>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7" name="Google Shape;13037;p76"/>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8" name="Google Shape;13038;p76"/>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9" name="Google Shape;13039;p76"/>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0" name="Google Shape;13040;p76"/>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1" name="Google Shape;13041;p76"/>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2" name="Google Shape;13042;p76"/>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43" name="Google Shape;13043;p76"/>
                    <p:cNvGrpSpPr/>
                    <p:nvPr/>
                  </p:nvGrpSpPr>
                  <p:grpSpPr>
                    <a:xfrm>
                      <a:off x="4579164" y="3203653"/>
                      <a:ext cx="1244833" cy="1020397"/>
                      <a:chOff x="4579164" y="3203653"/>
                      <a:chExt cx="1244833" cy="1020397"/>
                    </a:xfrm>
                  </p:grpSpPr>
                  <p:sp>
                    <p:nvSpPr>
                      <p:cNvPr id="13044" name="Google Shape;13044;p76"/>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5" name="Google Shape;13045;p76"/>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6" name="Google Shape;13046;p76"/>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7" name="Google Shape;13047;p76"/>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8" name="Google Shape;13048;p76"/>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9" name="Google Shape;13049;p76"/>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0" name="Google Shape;13050;p76"/>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1" name="Google Shape;13051;p76"/>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2" name="Google Shape;13052;p76"/>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3" name="Google Shape;13053;p76"/>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4" name="Google Shape;13054;p76"/>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5" name="Google Shape;13055;p76"/>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6" name="Google Shape;13056;p76"/>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7" name="Google Shape;13057;p76"/>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58" name="Google Shape;13058;p76"/>
                      <p:cNvGrpSpPr/>
                      <p:nvPr/>
                    </p:nvGrpSpPr>
                    <p:grpSpPr>
                      <a:xfrm>
                        <a:off x="4579164" y="3203653"/>
                        <a:ext cx="1244833" cy="1020397"/>
                        <a:chOff x="4579164" y="3203653"/>
                        <a:chExt cx="1244833" cy="1020397"/>
                      </a:xfrm>
                    </p:grpSpPr>
                    <p:sp>
                      <p:nvSpPr>
                        <p:cNvPr id="13059" name="Google Shape;13059;p76"/>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0" name="Google Shape;13060;p76"/>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1" name="Google Shape;13061;p76"/>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2" name="Google Shape;13062;p76"/>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3" name="Google Shape;13063;p76"/>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4" name="Google Shape;13064;p76"/>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5" name="Google Shape;13065;p76"/>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6" name="Google Shape;13066;p76"/>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7" name="Google Shape;13067;p76"/>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8" name="Google Shape;13068;p76"/>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9" name="Google Shape;13069;p76"/>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0" name="Google Shape;13070;p76"/>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1" name="Google Shape;13071;p76"/>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2" name="Google Shape;13072;p76"/>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3" name="Google Shape;13073;p76"/>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4" name="Google Shape;13074;p76"/>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5" name="Google Shape;13075;p76"/>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6" name="Google Shape;13076;p76"/>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7" name="Google Shape;13077;p76"/>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8" name="Google Shape;13078;p76"/>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9" name="Google Shape;13079;p76"/>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0" name="Google Shape;13080;p76"/>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1" name="Google Shape;13081;p76"/>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2" name="Google Shape;13082;p76"/>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83" name="Google Shape;13083;p76"/>
                        <p:cNvGrpSpPr/>
                        <p:nvPr/>
                      </p:nvGrpSpPr>
                      <p:grpSpPr>
                        <a:xfrm>
                          <a:off x="4579164" y="3203653"/>
                          <a:ext cx="1244833" cy="1020397"/>
                          <a:chOff x="4579164" y="3203653"/>
                          <a:chExt cx="1244833" cy="1020397"/>
                        </a:xfrm>
                      </p:grpSpPr>
                      <p:sp>
                        <p:nvSpPr>
                          <p:cNvPr id="13084" name="Google Shape;13084;p76"/>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85" name="Google Shape;13085;p76"/>
                          <p:cNvGrpSpPr/>
                          <p:nvPr/>
                        </p:nvGrpSpPr>
                        <p:grpSpPr>
                          <a:xfrm>
                            <a:off x="4579164" y="3203653"/>
                            <a:ext cx="1244833" cy="1020397"/>
                            <a:chOff x="4579164" y="3203653"/>
                            <a:chExt cx="1244833" cy="1020397"/>
                          </a:xfrm>
                        </p:grpSpPr>
                        <p:sp>
                          <p:nvSpPr>
                            <p:cNvPr id="13086" name="Google Shape;13086;p76"/>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7" name="Google Shape;13087;p76"/>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8" name="Google Shape;13088;p76"/>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9" name="Google Shape;13089;p76"/>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0" name="Google Shape;13090;p76"/>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1" name="Google Shape;13091;p76"/>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2" name="Google Shape;13092;p76"/>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93" name="Google Shape;13093;p76"/>
                            <p:cNvGrpSpPr/>
                            <p:nvPr/>
                          </p:nvGrpSpPr>
                          <p:grpSpPr>
                            <a:xfrm>
                              <a:off x="4579164" y="3203653"/>
                              <a:ext cx="1244833" cy="1020397"/>
                              <a:chOff x="4579164" y="3203653"/>
                              <a:chExt cx="1244833" cy="1020397"/>
                            </a:xfrm>
                          </p:grpSpPr>
                          <p:sp>
                            <p:nvSpPr>
                              <p:cNvPr id="13094" name="Google Shape;13094;p76"/>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5" name="Google Shape;13095;p76"/>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6" name="Google Shape;13096;p76"/>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7" name="Google Shape;13097;p76"/>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8" name="Google Shape;13098;p76"/>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9" name="Google Shape;13099;p76"/>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0" name="Google Shape;13100;p76"/>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1" name="Google Shape;13101;p76"/>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2" name="Google Shape;13102;p76"/>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3" name="Google Shape;13103;p76"/>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4" name="Google Shape;13104;p76"/>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5" name="Google Shape;13105;p76"/>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6" name="Google Shape;13106;p76"/>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107" name="Google Shape;13107;p76"/>
                              <p:cNvGrpSpPr/>
                              <p:nvPr/>
                            </p:nvGrpSpPr>
                            <p:grpSpPr>
                              <a:xfrm>
                                <a:off x="4579164" y="3203653"/>
                                <a:ext cx="1244833" cy="1020397"/>
                                <a:chOff x="4579164" y="3203653"/>
                                <a:chExt cx="1244833" cy="1020397"/>
                              </a:xfrm>
                            </p:grpSpPr>
                            <p:sp>
                              <p:nvSpPr>
                                <p:cNvPr id="13108" name="Google Shape;13108;p76"/>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9" name="Google Shape;13109;p76"/>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0" name="Google Shape;13110;p76"/>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1" name="Google Shape;13111;p76"/>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2" name="Google Shape;13112;p76"/>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3" name="Google Shape;13113;p76"/>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4" name="Google Shape;13114;p76"/>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115" name="Google Shape;13115;p76"/>
                                <p:cNvGrpSpPr/>
                                <p:nvPr/>
                              </p:nvGrpSpPr>
                              <p:grpSpPr>
                                <a:xfrm>
                                  <a:off x="4579164" y="3203653"/>
                                  <a:ext cx="1244833" cy="1020397"/>
                                  <a:chOff x="4579164" y="3203653"/>
                                  <a:chExt cx="1244833" cy="1020397"/>
                                </a:xfrm>
                              </p:grpSpPr>
                              <p:sp>
                                <p:nvSpPr>
                                  <p:cNvPr id="13116" name="Google Shape;13116;p76"/>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7" name="Google Shape;13117;p76"/>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8" name="Google Shape;13118;p76"/>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9" name="Google Shape;13119;p76"/>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0" name="Google Shape;13120;p76"/>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121" name="Google Shape;13121;p76"/>
                                  <p:cNvGrpSpPr/>
                                  <p:nvPr/>
                                </p:nvGrpSpPr>
                                <p:grpSpPr>
                                  <a:xfrm>
                                    <a:off x="4579164" y="3203653"/>
                                    <a:ext cx="1244833" cy="1020397"/>
                                    <a:chOff x="4579164" y="3203653"/>
                                    <a:chExt cx="1244833" cy="1020397"/>
                                  </a:xfrm>
                                </p:grpSpPr>
                                <p:sp>
                                  <p:nvSpPr>
                                    <p:cNvPr id="13122" name="Google Shape;13122;p76"/>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3" name="Google Shape;13123;p76"/>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4" name="Google Shape;13124;p76"/>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5" name="Google Shape;13125;p76"/>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grpSp>
                        </p:grpSp>
                        <p:sp>
                          <p:nvSpPr>
                            <p:cNvPr id="13126" name="Google Shape;13126;p76"/>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7" name="Google Shape;13127;p76"/>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8" name="Google Shape;13128;p76"/>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sp>
                      <p:nvSpPr>
                        <p:cNvPr id="13129" name="Google Shape;13129;p76"/>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grpSp>
            </p:grpSp>
          </p:grpSp>
          <p:grpSp>
            <p:nvGrpSpPr>
              <p:cNvPr id="13130" name="Google Shape;13130;p76"/>
              <p:cNvGrpSpPr/>
              <p:nvPr/>
            </p:nvGrpSpPr>
            <p:grpSpPr>
              <a:xfrm>
                <a:off x="4595437" y="3598775"/>
                <a:ext cx="37776" cy="32451"/>
                <a:chOff x="4595437" y="3598775"/>
                <a:chExt cx="37776" cy="32451"/>
              </a:xfrm>
            </p:grpSpPr>
            <p:sp>
              <p:nvSpPr>
                <p:cNvPr id="13131" name="Google Shape;13131;p76"/>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32" name="Google Shape;13132;p76"/>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33" name="Google Shape;13133;p76"/>
              <p:cNvGrpSpPr/>
              <p:nvPr/>
            </p:nvGrpSpPr>
            <p:grpSpPr>
              <a:xfrm>
                <a:off x="4641864" y="3524443"/>
                <a:ext cx="37776" cy="32380"/>
                <a:chOff x="4641864" y="3524443"/>
                <a:chExt cx="37776" cy="32380"/>
              </a:xfrm>
            </p:grpSpPr>
            <p:sp>
              <p:nvSpPr>
                <p:cNvPr id="13134" name="Google Shape;13134;p76"/>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35" name="Google Shape;13135;p76"/>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36" name="Google Shape;13136;p76"/>
              <p:cNvGrpSpPr/>
              <p:nvPr/>
            </p:nvGrpSpPr>
            <p:grpSpPr>
              <a:xfrm>
                <a:off x="4648431" y="3893901"/>
                <a:ext cx="37776" cy="32357"/>
                <a:chOff x="4648431" y="3893901"/>
                <a:chExt cx="37776" cy="32357"/>
              </a:xfrm>
            </p:grpSpPr>
            <p:sp>
              <p:nvSpPr>
                <p:cNvPr id="13137" name="Google Shape;13137;p76"/>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38" name="Google Shape;13138;p76"/>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39" name="Google Shape;13139;p76"/>
              <p:cNvGrpSpPr/>
              <p:nvPr/>
            </p:nvGrpSpPr>
            <p:grpSpPr>
              <a:xfrm>
                <a:off x="4567752" y="3722908"/>
                <a:ext cx="37870" cy="32380"/>
                <a:chOff x="4567752" y="3722908"/>
                <a:chExt cx="37870" cy="32380"/>
              </a:xfrm>
            </p:grpSpPr>
            <p:sp>
              <p:nvSpPr>
                <p:cNvPr id="13140" name="Google Shape;13140;p76"/>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41" name="Google Shape;13141;p76"/>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42" name="Google Shape;13142;p76"/>
              <p:cNvGrpSpPr/>
              <p:nvPr/>
            </p:nvGrpSpPr>
            <p:grpSpPr>
              <a:xfrm>
                <a:off x="4617506" y="3652052"/>
                <a:ext cx="37783" cy="32357"/>
                <a:chOff x="4617506" y="3652052"/>
                <a:chExt cx="37783" cy="32357"/>
              </a:xfrm>
            </p:grpSpPr>
            <p:sp>
              <p:nvSpPr>
                <p:cNvPr id="13143" name="Google Shape;13143;p76"/>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44" name="Google Shape;13144;p76"/>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45" name="Google Shape;13145;p76"/>
              <p:cNvGrpSpPr/>
              <p:nvPr/>
            </p:nvGrpSpPr>
            <p:grpSpPr>
              <a:xfrm>
                <a:off x="4739005" y="3554149"/>
                <a:ext cx="37870" cy="32357"/>
                <a:chOff x="4739005" y="3554149"/>
                <a:chExt cx="37870" cy="32357"/>
              </a:xfrm>
            </p:grpSpPr>
            <p:sp>
              <p:nvSpPr>
                <p:cNvPr id="13146" name="Google Shape;13146;p76"/>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47" name="Google Shape;13147;p76"/>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48" name="Google Shape;13148;p76"/>
              <p:cNvGrpSpPr/>
              <p:nvPr/>
            </p:nvGrpSpPr>
            <p:grpSpPr>
              <a:xfrm>
                <a:off x="4806557" y="3630258"/>
                <a:ext cx="37776" cy="32364"/>
                <a:chOff x="4806557" y="3630258"/>
                <a:chExt cx="37776" cy="32364"/>
              </a:xfrm>
            </p:grpSpPr>
            <p:sp>
              <p:nvSpPr>
                <p:cNvPr id="13149" name="Google Shape;13149;p76"/>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0" name="Google Shape;13150;p76"/>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51" name="Google Shape;13151;p76"/>
              <p:cNvGrpSpPr/>
              <p:nvPr/>
            </p:nvGrpSpPr>
            <p:grpSpPr>
              <a:xfrm>
                <a:off x="4737007" y="4004357"/>
                <a:ext cx="37870" cy="32357"/>
                <a:chOff x="4737007" y="4004357"/>
                <a:chExt cx="37870" cy="32357"/>
              </a:xfrm>
            </p:grpSpPr>
            <p:sp>
              <p:nvSpPr>
                <p:cNvPr id="13152" name="Google Shape;13152;p76"/>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3" name="Google Shape;13153;p76"/>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54" name="Google Shape;13154;p76"/>
              <p:cNvGrpSpPr/>
              <p:nvPr/>
            </p:nvGrpSpPr>
            <p:grpSpPr>
              <a:xfrm>
                <a:off x="4773634" y="4208627"/>
                <a:ext cx="37776" cy="32357"/>
                <a:chOff x="4773634" y="4208627"/>
                <a:chExt cx="37776" cy="32357"/>
              </a:xfrm>
            </p:grpSpPr>
            <p:sp>
              <p:nvSpPr>
                <p:cNvPr id="13155" name="Google Shape;13155;p76"/>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6" name="Google Shape;13156;p76"/>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57" name="Google Shape;13157;p76"/>
              <p:cNvGrpSpPr/>
              <p:nvPr/>
            </p:nvGrpSpPr>
            <p:grpSpPr>
              <a:xfrm>
                <a:off x="4888282" y="4074764"/>
                <a:ext cx="37776" cy="32451"/>
                <a:chOff x="4888282" y="4074764"/>
                <a:chExt cx="37776" cy="32451"/>
              </a:xfrm>
            </p:grpSpPr>
            <p:sp>
              <p:nvSpPr>
                <p:cNvPr id="13158" name="Google Shape;13158;p76"/>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9" name="Google Shape;13159;p76"/>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0" name="Google Shape;13160;p76"/>
              <p:cNvGrpSpPr/>
              <p:nvPr/>
            </p:nvGrpSpPr>
            <p:grpSpPr>
              <a:xfrm>
                <a:off x="4901315" y="3804271"/>
                <a:ext cx="37776" cy="32364"/>
                <a:chOff x="4901315" y="3804271"/>
                <a:chExt cx="37776" cy="32364"/>
              </a:xfrm>
            </p:grpSpPr>
            <p:sp>
              <p:nvSpPr>
                <p:cNvPr id="13161" name="Google Shape;13161;p76"/>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62" name="Google Shape;13162;p76"/>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3" name="Google Shape;13163;p76"/>
              <p:cNvGrpSpPr/>
              <p:nvPr/>
            </p:nvGrpSpPr>
            <p:grpSpPr>
              <a:xfrm>
                <a:off x="4866394" y="3715035"/>
                <a:ext cx="37846" cy="32357"/>
                <a:chOff x="4866394" y="3715035"/>
                <a:chExt cx="37846" cy="32357"/>
              </a:xfrm>
            </p:grpSpPr>
            <p:sp>
              <p:nvSpPr>
                <p:cNvPr id="13164" name="Google Shape;13164;p76"/>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65" name="Google Shape;13165;p76"/>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6" name="Google Shape;13166;p76"/>
              <p:cNvGrpSpPr/>
              <p:nvPr/>
            </p:nvGrpSpPr>
            <p:grpSpPr>
              <a:xfrm>
                <a:off x="4979233" y="3839798"/>
                <a:ext cx="37878" cy="32420"/>
                <a:chOff x="4979233" y="3839798"/>
                <a:chExt cx="37878" cy="32420"/>
              </a:xfrm>
            </p:grpSpPr>
            <p:sp>
              <p:nvSpPr>
                <p:cNvPr id="13167" name="Google Shape;13167;p76"/>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68" name="Google Shape;13168;p76"/>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9" name="Google Shape;13169;p76"/>
              <p:cNvGrpSpPr/>
              <p:nvPr/>
            </p:nvGrpSpPr>
            <p:grpSpPr>
              <a:xfrm>
                <a:off x="4790662" y="3679147"/>
                <a:ext cx="37783" cy="32380"/>
                <a:chOff x="4790662" y="3679147"/>
                <a:chExt cx="37783" cy="32380"/>
              </a:xfrm>
            </p:grpSpPr>
            <p:sp>
              <p:nvSpPr>
                <p:cNvPr id="13170" name="Google Shape;13170;p76"/>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71" name="Google Shape;13171;p76"/>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72" name="Google Shape;13172;p76"/>
              <p:cNvGrpSpPr/>
              <p:nvPr/>
            </p:nvGrpSpPr>
            <p:grpSpPr>
              <a:xfrm>
                <a:off x="4857263" y="3557861"/>
                <a:ext cx="37776" cy="32357"/>
                <a:chOff x="4857263" y="3557861"/>
                <a:chExt cx="37776" cy="32357"/>
              </a:xfrm>
            </p:grpSpPr>
            <p:sp>
              <p:nvSpPr>
                <p:cNvPr id="13173" name="Google Shape;13173;p76"/>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74" name="Google Shape;13174;p76"/>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75" name="Google Shape;13175;p76"/>
              <p:cNvGrpSpPr/>
              <p:nvPr/>
            </p:nvGrpSpPr>
            <p:grpSpPr>
              <a:xfrm>
                <a:off x="4883902" y="3648033"/>
                <a:ext cx="37783" cy="32380"/>
                <a:chOff x="4883902" y="3648033"/>
                <a:chExt cx="37783" cy="32380"/>
              </a:xfrm>
            </p:grpSpPr>
            <p:sp>
              <p:nvSpPr>
                <p:cNvPr id="13176" name="Google Shape;13176;p76"/>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77" name="Google Shape;13177;p76"/>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78" name="Google Shape;13178;p76"/>
              <p:cNvGrpSpPr/>
              <p:nvPr/>
            </p:nvGrpSpPr>
            <p:grpSpPr>
              <a:xfrm>
                <a:off x="4907780" y="3347220"/>
                <a:ext cx="37878" cy="32357"/>
                <a:chOff x="4907780" y="3347220"/>
                <a:chExt cx="37878" cy="32357"/>
              </a:xfrm>
            </p:grpSpPr>
            <p:sp>
              <p:nvSpPr>
                <p:cNvPr id="13179" name="Google Shape;13179;p76"/>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0" name="Google Shape;13180;p76"/>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81" name="Google Shape;13181;p76"/>
              <p:cNvGrpSpPr/>
              <p:nvPr/>
            </p:nvGrpSpPr>
            <p:grpSpPr>
              <a:xfrm>
                <a:off x="5065048" y="3738150"/>
                <a:ext cx="37783" cy="32364"/>
                <a:chOff x="5065048" y="3738150"/>
                <a:chExt cx="37783" cy="32364"/>
              </a:xfrm>
            </p:grpSpPr>
            <p:sp>
              <p:nvSpPr>
                <p:cNvPr id="13182" name="Google Shape;13182;p76"/>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3" name="Google Shape;13183;p76"/>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84" name="Google Shape;13184;p76"/>
              <p:cNvGrpSpPr/>
              <p:nvPr/>
            </p:nvGrpSpPr>
            <p:grpSpPr>
              <a:xfrm>
                <a:off x="5071616" y="3284615"/>
                <a:ext cx="37783" cy="32357"/>
                <a:chOff x="5071616" y="3284615"/>
                <a:chExt cx="37783" cy="32357"/>
              </a:xfrm>
            </p:grpSpPr>
            <p:sp>
              <p:nvSpPr>
                <p:cNvPr id="13185" name="Google Shape;13185;p76"/>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6" name="Google Shape;13186;p76"/>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87" name="Google Shape;13187;p76"/>
              <p:cNvGrpSpPr/>
              <p:nvPr/>
            </p:nvGrpSpPr>
            <p:grpSpPr>
              <a:xfrm>
                <a:off x="5389291" y="3759921"/>
                <a:ext cx="37783" cy="32380"/>
                <a:chOff x="5389291" y="3759921"/>
                <a:chExt cx="37783" cy="32380"/>
              </a:xfrm>
            </p:grpSpPr>
            <p:sp>
              <p:nvSpPr>
                <p:cNvPr id="13188" name="Google Shape;13188;p76"/>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9" name="Google Shape;13189;p76"/>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0" name="Google Shape;13190;p76"/>
              <p:cNvGrpSpPr/>
              <p:nvPr/>
            </p:nvGrpSpPr>
            <p:grpSpPr>
              <a:xfrm>
                <a:off x="5431534" y="3632932"/>
                <a:ext cx="37878" cy="32451"/>
                <a:chOff x="5431534" y="3632932"/>
                <a:chExt cx="37878" cy="32451"/>
              </a:xfrm>
            </p:grpSpPr>
            <p:sp>
              <p:nvSpPr>
                <p:cNvPr id="13191" name="Google Shape;13191;p76"/>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92" name="Google Shape;13192;p76"/>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3" name="Google Shape;13193;p76"/>
              <p:cNvGrpSpPr/>
              <p:nvPr/>
            </p:nvGrpSpPr>
            <p:grpSpPr>
              <a:xfrm>
                <a:off x="5540755" y="3544829"/>
                <a:ext cx="37783" cy="32357"/>
                <a:chOff x="5540755" y="3544829"/>
                <a:chExt cx="37783" cy="32357"/>
              </a:xfrm>
            </p:grpSpPr>
            <p:sp>
              <p:nvSpPr>
                <p:cNvPr id="13194" name="Google Shape;13194;p76"/>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95" name="Google Shape;13195;p76"/>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6" name="Google Shape;13196;p76"/>
              <p:cNvGrpSpPr/>
              <p:nvPr/>
            </p:nvGrpSpPr>
            <p:grpSpPr>
              <a:xfrm>
                <a:off x="5579293" y="3412107"/>
                <a:ext cx="37776" cy="32357"/>
                <a:chOff x="5579293" y="3412107"/>
                <a:chExt cx="37776" cy="32357"/>
              </a:xfrm>
            </p:grpSpPr>
            <p:sp>
              <p:nvSpPr>
                <p:cNvPr id="13197" name="Google Shape;13197;p76"/>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98" name="Google Shape;13198;p76"/>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9" name="Google Shape;13199;p76"/>
              <p:cNvGrpSpPr/>
              <p:nvPr/>
            </p:nvGrpSpPr>
            <p:grpSpPr>
              <a:xfrm>
                <a:off x="5801346" y="3284615"/>
                <a:ext cx="37783" cy="32357"/>
                <a:chOff x="5801346" y="3284615"/>
                <a:chExt cx="37783" cy="32357"/>
              </a:xfrm>
            </p:grpSpPr>
            <p:sp>
              <p:nvSpPr>
                <p:cNvPr id="13200" name="Google Shape;13200;p76"/>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01" name="Google Shape;13201;p76"/>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02" name="Google Shape;13202;p76"/>
              <p:cNvGrpSpPr/>
              <p:nvPr/>
            </p:nvGrpSpPr>
            <p:grpSpPr>
              <a:xfrm>
                <a:off x="5763578" y="3399067"/>
                <a:ext cx="37776" cy="32364"/>
                <a:chOff x="5763578" y="3399067"/>
                <a:chExt cx="37776" cy="32364"/>
              </a:xfrm>
            </p:grpSpPr>
            <p:sp>
              <p:nvSpPr>
                <p:cNvPr id="13203" name="Google Shape;13203;p76"/>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04" name="Google Shape;13204;p76"/>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05" name="Google Shape;13205;p76"/>
              <p:cNvGrpSpPr/>
              <p:nvPr/>
            </p:nvGrpSpPr>
            <p:grpSpPr>
              <a:xfrm>
                <a:off x="5395858" y="3230952"/>
                <a:ext cx="37776" cy="32364"/>
                <a:chOff x="5395858" y="3230952"/>
                <a:chExt cx="37776" cy="32364"/>
              </a:xfrm>
            </p:grpSpPr>
            <p:sp>
              <p:nvSpPr>
                <p:cNvPr id="13206" name="Google Shape;13206;p76"/>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07" name="Google Shape;13207;p76"/>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08" name="Google Shape;13208;p76"/>
              <p:cNvGrpSpPr/>
              <p:nvPr/>
            </p:nvGrpSpPr>
            <p:grpSpPr>
              <a:xfrm>
                <a:off x="5264088" y="3188237"/>
                <a:ext cx="37776" cy="32357"/>
                <a:chOff x="5264088" y="3188237"/>
                <a:chExt cx="37776" cy="32357"/>
              </a:xfrm>
            </p:grpSpPr>
            <p:sp>
              <p:nvSpPr>
                <p:cNvPr id="13209" name="Google Shape;13209;p76"/>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0" name="Google Shape;13210;p76"/>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11" name="Google Shape;13211;p76"/>
              <p:cNvGrpSpPr/>
              <p:nvPr/>
            </p:nvGrpSpPr>
            <p:grpSpPr>
              <a:xfrm>
                <a:off x="5585758" y="3237425"/>
                <a:ext cx="37878" cy="32357"/>
                <a:chOff x="5585758" y="3237425"/>
                <a:chExt cx="37878" cy="32357"/>
              </a:xfrm>
            </p:grpSpPr>
            <p:sp>
              <p:nvSpPr>
                <p:cNvPr id="13212" name="Google Shape;13212;p76"/>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3" name="Google Shape;13213;p76"/>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14" name="Google Shape;13214;p76"/>
              <p:cNvGrpSpPr/>
              <p:nvPr/>
            </p:nvGrpSpPr>
            <p:grpSpPr>
              <a:xfrm>
                <a:off x="4874196" y="3291088"/>
                <a:ext cx="37878" cy="32451"/>
                <a:chOff x="4874196" y="3291088"/>
                <a:chExt cx="37878" cy="32451"/>
              </a:xfrm>
            </p:grpSpPr>
            <p:sp>
              <p:nvSpPr>
                <p:cNvPr id="13215" name="Google Shape;13215;p76"/>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6" name="Google Shape;13216;p76"/>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17" name="Google Shape;13217;p76"/>
              <p:cNvGrpSpPr/>
              <p:nvPr/>
            </p:nvGrpSpPr>
            <p:grpSpPr>
              <a:xfrm>
                <a:off x="5197770" y="3785466"/>
                <a:ext cx="37783" cy="32427"/>
                <a:chOff x="5197770" y="3785466"/>
                <a:chExt cx="37783" cy="32427"/>
              </a:xfrm>
            </p:grpSpPr>
            <p:sp>
              <p:nvSpPr>
                <p:cNvPr id="13218" name="Google Shape;13218;p76"/>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9" name="Google Shape;13219;p76"/>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0" name="Google Shape;13220;p76"/>
              <p:cNvGrpSpPr/>
              <p:nvPr/>
            </p:nvGrpSpPr>
            <p:grpSpPr>
              <a:xfrm>
                <a:off x="5177699" y="3492117"/>
                <a:ext cx="37776" cy="32357"/>
                <a:chOff x="5177699" y="3492117"/>
                <a:chExt cx="37776" cy="32357"/>
              </a:xfrm>
            </p:grpSpPr>
            <p:sp>
              <p:nvSpPr>
                <p:cNvPr id="13221" name="Google Shape;13221;p76"/>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22" name="Google Shape;13222;p76"/>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3" name="Google Shape;13223;p76"/>
              <p:cNvGrpSpPr/>
              <p:nvPr/>
            </p:nvGrpSpPr>
            <p:grpSpPr>
              <a:xfrm>
                <a:off x="5349431" y="3622346"/>
                <a:ext cx="37870" cy="32380"/>
                <a:chOff x="5349431" y="3622346"/>
                <a:chExt cx="37870" cy="32380"/>
              </a:xfrm>
            </p:grpSpPr>
            <p:sp>
              <p:nvSpPr>
                <p:cNvPr id="13224" name="Google Shape;13224;p76"/>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25" name="Google Shape;13225;p76"/>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6" name="Google Shape;13226;p76"/>
              <p:cNvGrpSpPr/>
              <p:nvPr/>
            </p:nvGrpSpPr>
            <p:grpSpPr>
              <a:xfrm>
                <a:off x="5068855" y="3563980"/>
                <a:ext cx="53954" cy="46223"/>
                <a:chOff x="5068855" y="3563980"/>
                <a:chExt cx="53954" cy="46223"/>
              </a:xfrm>
            </p:grpSpPr>
            <p:sp>
              <p:nvSpPr>
                <p:cNvPr id="13227" name="Google Shape;13227;p76"/>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28" name="Google Shape;13228;p76"/>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9" name="Google Shape;13229;p76"/>
              <p:cNvGrpSpPr/>
              <p:nvPr/>
            </p:nvGrpSpPr>
            <p:grpSpPr>
              <a:xfrm>
                <a:off x="5037654" y="3392507"/>
                <a:ext cx="37870" cy="32451"/>
                <a:chOff x="5037654" y="3392507"/>
                <a:chExt cx="37870" cy="32451"/>
              </a:xfrm>
            </p:grpSpPr>
            <p:sp>
              <p:nvSpPr>
                <p:cNvPr id="13230" name="Google Shape;13230;p76"/>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31" name="Google Shape;13231;p76"/>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32" name="Google Shape;13232;p76"/>
              <p:cNvGrpSpPr/>
              <p:nvPr/>
            </p:nvGrpSpPr>
            <p:grpSpPr>
              <a:xfrm>
                <a:off x="5456560" y="3368629"/>
                <a:ext cx="37870" cy="32451"/>
                <a:chOff x="5456560" y="3368629"/>
                <a:chExt cx="37870" cy="32451"/>
              </a:xfrm>
            </p:grpSpPr>
            <p:sp>
              <p:nvSpPr>
                <p:cNvPr id="13233" name="Google Shape;13233;p76"/>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34" name="Google Shape;13234;p76"/>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35" name="Google Shape;13235;p76"/>
              <p:cNvGrpSpPr/>
              <p:nvPr/>
            </p:nvGrpSpPr>
            <p:grpSpPr>
              <a:xfrm>
                <a:off x="4755749" y="3501516"/>
                <a:ext cx="46246" cy="39608"/>
                <a:chOff x="4755749" y="3501516"/>
                <a:chExt cx="46246" cy="39608"/>
              </a:xfrm>
            </p:grpSpPr>
            <p:sp>
              <p:nvSpPr>
                <p:cNvPr id="13236" name="Google Shape;13236;p76"/>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37" name="Google Shape;13237;p76"/>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38" name="Google Shape;13238;p76"/>
              <p:cNvGrpSpPr/>
              <p:nvPr/>
            </p:nvGrpSpPr>
            <p:grpSpPr>
              <a:xfrm>
                <a:off x="4681346" y="3485582"/>
                <a:ext cx="37783" cy="32427"/>
                <a:chOff x="4681346" y="3485582"/>
                <a:chExt cx="37783" cy="32427"/>
              </a:xfrm>
            </p:grpSpPr>
            <p:sp>
              <p:nvSpPr>
                <p:cNvPr id="13239" name="Google Shape;13239;p76"/>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0" name="Google Shape;13240;p76"/>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41" name="Google Shape;13241;p76"/>
              <p:cNvGrpSpPr/>
              <p:nvPr/>
            </p:nvGrpSpPr>
            <p:grpSpPr>
              <a:xfrm>
                <a:off x="4767067" y="3291088"/>
                <a:ext cx="37878" cy="32451"/>
                <a:chOff x="4767067" y="3291088"/>
                <a:chExt cx="37878" cy="32451"/>
              </a:xfrm>
            </p:grpSpPr>
            <p:sp>
              <p:nvSpPr>
                <p:cNvPr id="13242" name="Google Shape;13242;p76"/>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3" name="Google Shape;13243;p76"/>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44" name="Google Shape;13244;p76"/>
              <p:cNvGrpSpPr/>
              <p:nvPr/>
            </p:nvGrpSpPr>
            <p:grpSpPr>
              <a:xfrm>
                <a:off x="4687819" y="3405539"/>
                <a:ext cx="37776" cy="32451"/>
                <a:chOff x="4687819" y="3405539"/>
                <a:chExt cx="37776" cy="32451"/>
              </a:xfrm>
            </p:grpSpPr>
            <p:sp>
              <p:nvSpPr>
                <p:cNvPr id="13245" name="Google Shape;13245;p76"/>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6" name="Google Shape;13246;p76"/>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47" name="Google Shape;13247;p76"/>
              <p:cNvGrpSpPr/>
              <p:nvPr/>
            </p:nvGrpSpPr>
            <p:grpSpPr>
              <a:xfrm>
                <a:off x="4923101" y="3444809"/>
                <a:ext cx="52813" cy="45318"/>
                <a:chOff x="4923101" y="3444809"/>
                <a:chExt cx="52813" cy="45318"/>
              </a:xfrm>
            </p:grpSpPr>
            <p:sp>
              <p:nvSpPr>
                <p:cNvPr id="13248" name="Google Shape;13248;p76"/>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9" name="Google Shape;13249;p76"/>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0" name="Google Shape;13250;p76"/>
              <p:cNvGrpSpPr/>
              <p:nvPr/>
            </p:nvGrpSpPr>
            <p:grpSpPr>
              <a:xfrm>
                <a:off x="4846040" y="3654750"/>
                <a:ext cx="31405" cy="26993"/>
                <a:chOff x="4846040" y="3654750"/>
                <a:chExt cx="31405" cy="26993"/>
              </a:xfrm>
            </p:grpSpPr>
            <p:sp>
              <p:nvSpPr>
                <p:cNvPr id="13251" name="Google Shape;13251;p76"/>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52" name="Google Shape;13252;p76"/>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3" name="Google Shape;13253;p76"/>
              <p:cNvGrpSpPr/>
              <p:nvPr/>
            </p:nvGrpSpPr>
            <p:grpSpPr>
              <a:xfrm>
                <a:off x="4925673" y="3691700"/>
                <a:ext cx="40253" cy="34472"/>
                <a:chOff x="4925673" y="3691700"/>
                <a:chExt cx="40253" cy="34472"/>
              </a:xfrm>
            </p:grpSpPr>
            <p:sp>
              <p:nvSpPr>
                <p:cNvPr id="13254" name="Google Shape;13254;p76"/>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55" name="Google Shape;13255;p76"/>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6" name="Google Shape;13256;p76"/>
              <p:cNvGrpSpPr/>
              <p:nvPr/>
            </p:nvGrpSpPr>
            <p:grpSpPr>
              <a:xfrm>
                <a:off x="4894653" y="3740848"/>
                <a:ext cx="31405" cy="26906"/>
                <a:chOff x="4894653" y="3740848"/>
                <a:chExt cx="31405" cy="26906"/>
              </a:xfrm>
            </p:grpSpPr>
            <p:sp>
              <p:nvSpPr>
                <p:cNvPr id="13257" name="Google Shape;13257;p76"/>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58" name="Google Shape;13258;p76"/>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9" name="Google Shape;13259;p76"/>
              <p:cNvGrpSpPr/>
              <p:nvPr/>
            </p:nvGrpSpPr>
            <p:grpSpPr>
              <a:xfrm>
                <a:off x="4962300" y="3696348"/>
                <a:ext cx="38255" cy="32773"/>
                <a:chOff x="4962300" y="3696348"/>
                <a:chExt cx="38255" cy="32773"/>
              </a:xfrm>
            </p:grpSpPr>
            <p:sp>
              <p:nvSpPr>
                <p:cNvPr id="13260" name="Google Shape;13260;p76"/>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61" name="Google Shape;13261;p76"/>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62" name="Google Shape;13262;p76"/>
              <p:cNvGrpSpPr/>
              <p:nvPr/>
            </p:nvGrpSpPr>
            <p:grpSpPr>
              <a:xfrm>
                <a:off x="4980185" y="3743349"/>
                <a:ext cx="31499" cy="26969"/>
                <a:chOff x="4980185" y="3743349"/>
                <a:chExt cx="31499" cy="26969"/>
              </a:xfrm>
            </p:grpSpPr>
            <p:sp>
              <p:nvSpPr>
                <p:cNvPr id="13263" name="Google Shape;13263;p76"/>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64" name="Google Shape;13264;p76"/>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65" name="Google Shape;13265;p76"/>
              <p:cNvGrpSpPr/>
              <p:nvPr/>
            </p:nvGrpSpPr>
            <p:grpSpPr>
              <a:xfrm>
                <a:off x="5013768" y="3734312"/>
                <a:ext cx="31499" cy="26969"/>
                <a:chOff x="5013768" y="3734312"/>
                <a:chExt cx="31499" cy="26969"/>
              </a:xfrm>
            </p:grpSpPr>
            <p:sp>
              <p:nvSpPr>
                <p:cNvPr id="13266" name="Google Shape;13266;p76"/>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67" name="Google Shape;13267;p76"/>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68" name="Google Shape;13268;p76"/>
              <p:cNvGrpSpPr/>
              <p:nvPr/>
            </p:nvGrpSpPr>
            <p:grpSpPr>
              <a:xfrm>
                <a:off x="5036703" y="3764545"/>
                <a:ext cx="31499" cy="26898"/>
                <a:chOff x="5036703" y="3764545"/>
                <a:chExt cx="31499" cy="26898"/>
              </a:xfrm>
            </p:grpSpPr>
            <p:sp>
              <p:nvSpPr>
                <p:cNvPr id="13269" name="Google Shape;13269;p76"/>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0" name="Google Shape;13270;p76"/>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71" name="Google Shape;13271;p76"/>
              <p:cNvGrpSpPr/>
              <p:nvPr/>
            </p:nvGrpSpPr>
            <p:grpSpPr>
              <a:xfrm>
                <a:off x="4953546" y="3768352"/>
                <a:ext cx="31405" cy="26898"/>
                <a:chOff x="4953546" y="3768352"/>
                <a:chExt cx="31405" cy="26898"/>
              </a:xfrm>
            </p:grpSpPr>
            <p:sp>
              <p:nvSpPr>
                <p:cNvPr id="13272" name="Google Shape;13272;p76"/>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3" name="Google Shape;13273;p76"/>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74" name="Google Shape;13274;p76"/>
              <p:cNvGrpSpPr/>
              <p:nvPr/>
            </p:nvGrpSpPr>
            <p:grpSpPr>
              <a:xfrm>
                <a:off x="4964770" y="3814016"/>
                <a:ext cx="31499" cy="26993"/>
                <a:chOff x="4964770" y="3814016"/>
                <a:chExt cx="31499" cy="26993"/>
              </a:xfrm>
            </p:grpSpPr>
            <p:sp>
              <p:nvSpPr>
                <p:cNvPr id="13275" name="Google Shape;13275;p76"/>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6" name="Google Shape;13276;p76"/>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77" name="Google Shape;13277;p76"/>
              <p:cNvGrpSpPr/>
              <p:nvPr/>
            </p:nvGrpSpPr>
            <p:grpSpPr>
              <a:xfrm>
                <a:off x="4923290" y="3800504"/>
                <a:ext cx="31468" cy="26898"/>
                <a:chOff x="4923290" y="3800504"/>
                <a:chExt cx="31468" cy="26898"/>
              </a:xfrm>
            </p:grpSpPr>
            <p:sp>
              <p:nvSpPr>
                <p:cNvPr id="13278" name="Google Shape;13278;p76"/>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9" name="Google Shape;13279;p76"/>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0" name="Google Shape;13280;p76"/>
              <p:cNvGrpSpPr/>
              <p:nvPr/>
            </p:nvGrpSpPr>
            <p:grpSpPr>
              <a:xfrm>
                <a:off x="5108534" y="3650943"/>
                <a:ext cx="31405" cy="26993"/>
                <a:chOff x="5108534" y="3650943"/>
                <a:chExt cx="31405" cy="26993"/>
              </a:xfrm>
            </p:grpSpPr>
            <p:sp>
              <p:nvSpPr>
                <p:cNvPr id="13281" name="Google Shape;13281;p76"/>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82" name="Google Shape;13282;p76"/>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3" name="Google Shape;13283;p76"/>
              <p:cNvGrpSpPr/>
              <p:nvPr/>
            </p:nvGrpSpPr>
            <p:grpSpPr>
              <a:xfrm>
                <a:off x="5119380" y="3760739"/>
                <a:ext cx="31499" cy="26993"/>
                <a:chOff x="5119380" y="3760739"/>
                <a:chExt cx="31499" cy="26993"/>
              </a:xfrm>
            </p:grpSpPr>
            <p:sp>
              <p:nvSpPr>
                <p:cNvPr id="13284" name="Google Shape;13284;p76"/>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85" name="Google Shape;13285;p76"/>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6" name="Google Shape;13286;p76"/>
              <p:cNvGrpSpPr/>
              <p:nvPr/>
            </p:nvGrpSpPr>
            <p:grpSpPr>
              <a:xfrm>
                <a:off x="5119380" y="3788235"/>
                <a:ext cx="31499" cy="26993"/>
                <a:chOff x="5119380" y="3788235"/>
                <a:chExt cx="31499" cy="26993"/>
              </a:xfrm>
            </p:grpSpPr>
            <p:sp>
              <p:nvSpPr>
                <p:cNvPr id="13287" name="Google Shape;13287;p76"/>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88" name="Google Shape;13288;p76"/>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9" name="Google Shape;13289;p76"/>
              <p:cNvGrpSpPr/>
              <p:nvPr/>
            </p:nvGrpSpPr>
            <p:grpSpPr>
              <a:xfrm>
                <a:off x="5158005" y="3875284"/>
                <a:ext cx="31405" cy="27001"/>
                <a:chOff x="5158005" y="3875284"/>
                <a:chExt cx="31405" cy="27001"/>
              </a:xfrm>
            </p:grpSpPr>
            <p:sp>
              <p:nvSpPr>
                <p:cNvPr id="13290" name="Google Shape;13290;p76"/>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91" name="Google Shape;13291;p76"/>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92" name="Google Shape;13292;p76"/>
              <p:cNvGrpSpPr/>
              <p:nvPr/>
            </p:nvGrpSpPr>
            <p:grpSpPr>
              <a:xfrm>
                <a:off x="5233163" y="3764545"/>
                <a:ext cx="31499" cy="26898"/>
                <a:chOff x="5233163" y="3764545"/>
                <a:chExt cx="31499" cy="26898"/>
              </a:xfrm>
            </p:grpSpPr>
            <p:sp>
              <p:nvSpPr>
                <p:cNvPr id="13293" name="Google Shape;13293;p76"/>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94" name="Google Shape;13294;p76"/>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95" name="Google Shape;13295;p76"/>
              <p:cNvGrpSpPr/>
              <p:nvPr/>
            </p:nvGrpSpPr>
            <p:grpSpPr>
              <a:xfrm>
                <a:off x="5276168" y="3805545"/>
                <a:ext cx="31499" cy="26906"/>
                <a:chOff x="5276168" y="3805545"/>
                <a:chExt cx="31499" cy="26906"/>
              </a:xfrm>
            </p:grpSpPr>
            <p:sp>
              <p:nvSpPr>
                <p:cNvPr id="13296" name="Google Shape;13296;p76"/>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97" name="Google Shape;13297;p76"/>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98" name="Google Shape;13298;p76"/>
              <p:cNvGrpSpPr/>
              <p:nvPr/>
            </p:nvGrpSpPr>
            <p:grpSpPr>
              <a:xfrm>
                <a:off x="5294053" y="3851933"/>
                <a:ext cx="31405" cy="26945"/>
                <a:chOff x="5294053" y="3851933"/>
                <a:chExt cx="31405" cy="26945"/>
              </a:xfrm>
            </p:grpSpPr>
            <p:sp>
              <p:nvSpPr>
                <p:cNvPr id="13299" name="Google Shape;13299;p76"/>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0" name="Google Shape;13300;p76"/>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01" name="Google Shape;13301;p76"/>
              <p:cNvGrpSpPr/>
              <p:nvPr/>
            </p:nvGrpSpPr>
            <p:grpSpPr>
              <a:xfrm>
                <a:off x="5341723" y="3851902"/>
                <a:ext cx="31405" cy="26977"/>
                <a:chOff x="5341723" y="3851902"/>
                <a:chExt cx="31405" cy="26977"/>
              </a:xfrm>
            </p:grpSpPr>
            <p:sp>
              <p:nvSpPr>
                <p:cNvPr id="13302" name="Google Shape;13302;p76"/>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3" name="Google Shape;13303;p76"/>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04" name="Google Shape;13304;p76"/>
              <p:cNvGrpSpPr/>
              <p:nvPr/>
            </p:nvGrpSpPr>
            <p:grpSpPr>
              <a:xfrm>
                <a:off x="5054871" y="3507855"/>
                <a:ext cx="31405" cy="26993"/>
                <a:chOff x="5054871" y="3507855"/>
                <a:chExt cx="31405" cy="26993"/>
              </a:xfrm>
            </p:grpSpPr>
            <p:sp>
              <p:nvSpPr>
                <p:cNvPr id="13305" name="Google Shape;13305;p76"/>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6" name="Google Shape;13306;p76"/>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07" name="Google Shape;13307;p76"/>
              <p:cNvGrpSpPr/>
              <p:nvPr/>
            </p:nvGrpSpPr>
            <p:grpSpPr>
              <a:xfrm>
                <a:off x="4876579" y="3675325"/>
                <a:ext cx="31405" cy="26969"/>
                <a:chOff x="4876579" y="3675325"/>
                <a:chExt cx="31405" cy="26969"/>
              </a:xfrm>
            </p:grpSpPr>
            <p:sp>
              <p:nvSpPr>
                <p:cNvPr id="13308" name="Google Shape;13308;p76"/>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9" name="Google Shape;13309;p76"/>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10" name="Google Shape;13310;p76"/>
              <p:cNvGrpSpPr/>
              <p:nvPr/>
            </p:nvGrpSpPr>
            <p:grpSpPr>
              <a:xfrm>
                <a:off x="4842233" y="3688333"/>
                <a:ext cx="31405" cy="26993"/>
                <a:chOff x="4842233" y="3688333"/>
                <a:chExt cx="31405" cy="26993"/>
              </a:xfrm>
            </p:grpSpPr>
            <p:sp>
              <p:nvSpPr>
                <p:cNvPr id="13311" name="Google Shape;13311;p76"/>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12" name="Google Shape;13312;p76"/>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13" name="Google Shape;13313;p76"/>
              <p:cNvGrpSpPr/>
              <p:nvPr/>
            </p:nvGrpSpPr>
            <p:grpSpPr>
              <a:xfrm>
                <a:off x="5187876" y="3608032"/>
                <a:ext cx="31405" cy="27001"/>
                <a:chOff x="5187876" y="3608032"/>
                <a:chExt cx="31405" cy="27001"/>
              </a:xfrm>
            </p:grpSpPr>
            <p:sp>
              <p:nvSpPr>
                <p:cNvPr id="13314" name="Google Shape;13314;p76"/>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15" name="Google Shape;13315;p76"/>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316" name="Google Shape;13316;p76"/>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17" name="Google Shape;13317;p76"/>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318" name="Google Shape;13318;p76"/>
              <p:cNvGrpSpPr/>
              <p:nvPr/>
            </p:nvGrpSpPr>
            <p:grpSpPr>
              <a:xfrm>
                <a:off x="5269224" y="3304167"/>
                <a:ext cx="40253" cy="34402"/>
                <a:chOff x="5269224" y="3304167"/>
                <a:chExt cx="40253" cy="34402"/>
              </a:xfrm>
            </p:grpSpPr>
            <p:sp>
              <p:nvSpPr>
                <p:cNvPr id="13319" name="Google Shape;13319;p76"/>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0" name="Google Shape;13320;p76"/>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21" name="Google Shape;13321;p76"/>
              <p:cNvGrpSpPr/>
              <p:nvPr/>
            </p:nvGrpSpPr>
            <p:grpSpPr>
              <a:xfrm>
                <a:off x="5327354" y="3476615"/>
                <a:ext cx="49864" cy="42723"/>
                <a:chOff x="5327354" y="3476615"/>
                <a:chExt cx="49864" cy="42723"/>
              </a:xfrm>
            </p:grpSpPr>
            <p:sp>
              <p:nvSpPr>
                <p:cNvPr id="13322" name="Google Shape;13322;p76"/>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3" name="Google Shape;13323;p76"/>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324" name="Google Shape;13324;p76"/>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5" name="Google Shape;13325;p76"/>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326" name="Google Shape;13326;p76"/>
              <p:cNvGrpSpPr/>
              <p:nvPr/>
            </p:nvGrpSpPr>
            <p:grpSpPr>
              <a:xfrm>
                <a:off x="5341723" y="3775957"/>
                <a:ext cx="31405" cy="26898"/>
                <a:chOff x="5341723" y="3775957"/>
                <a:chExt cx="31405" cy="26898"/>
              </a:xfrm>
            </p:grpSpPr>
            <p:sp>
              <p:nvSpPr>
                <p:cNvPr id="13327" name="Google Shape;13327;p76"/>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8" name="Google Shape;13328;p76"/>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29" name="Google Shape;13329;p76"/>
              <p:cNvGrpSpPr/>
              <p:nvPr/>
            </p:nvGrpSpPr>
            <p:grpSpPr>
              <a:xfrm>
                <a:off x="5439053" y="3699274"/>
                <a:ext cx="31405" cy="26898"/>
                <a:chOff x="5439053" y="3699274"/>
                <a:chExt cx="31405" cy="26898"/>
              </a:xfrm>
            </p:grpSpPr>
            <p:sp>
              <p:nvSpPr>
                <p:cNvPr id="13330" name="Google Shape;13330;p76"/>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31" name="Google Shape;13331;p76"/>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32" name="Google Shape;13332;p76"/>
              <p:cNvGrpSpPr/>
              <p:nvPr/>
            </p:nvGrpSpPr>
            <p:grpSpPr>
              <a:xfrm>
                <a:off x="5412414" y="3622307"/>
                <a:ext cx="31499" cy="26993"/>
                <a:chOff x="5412414" y="3622307"/>
                <a:chExt cx="31499" cy="26993"/>
              </a:xfrm>
            </p:grpSpPr>
            <p:sp>
              <p:nvSpPr>
                <p:cNvPr id="13333" name="Google Shape;13333;p76"/>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34" name="Google Shape;13334;p76"/>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35" name="Google Shape;13335;p76"/>
              <p:cNvGrpSpPr/>
              <p:nvPr/>
            </p:nvGrpSpPr>
            <p:grpSpPr>
              <a:xfrm>
                <a:off x="5476254" y="3473949"/>
                <a:ext cx="26835" cy="26930"/>
                <a:chOff x="5476254" y="3473949"/>
                <a:chExt cx="26835" cy="26930"/>
              </a:xfrm>
            </p:grpSpPr>
            <p:sp>
              <p:nvSpPr>
                <p:cNvPr id="13336" name="Google Shape;13336;p76"/>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37" name="Google Shape;13337;p76"/>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38" name="Google Shape;13338;p76"/>
              <p:cNvGrpSpPr/>
              <p:nvPr/>
            </p:nvGrpSpPr>
            <p:grpSpPr>
              <a:xfrm>
                <a:off x="5564547" y="3481594"/>
                <a:ext cx="31397" cy="26898"/>
                <a:chOff x="5564547" y="3481594"/>
                <a:chExt cx="31397" cy="26898"/>
              </a:xfrm>
            </p:grpSpPr>
            <p:sp>
              <p:nvSpPr>
                <p:cNvPr id="13339" name="Google Shape;13339;p76"/>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0" name="Google Shape;13340;p76"/>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41" name="Google Shape;13341;p76"/>
              <p:cNvGrpSpPr/>
              <p:nvPr/>
            </p:nvGrpSpPr>
            <p:grpSpPr>
              <a:xfrm>
                <a:off x="5534101" y="3470174"/>
                <a:ext cx="31397" cy="26906"/>
                <a:chOff x="5534101" y="3470174"/>
                <a:chExt cx="31397" cy="26906"/>
              </a:xfrm>
            </p:grpSpPr>
            <p:sp>
              <p:nvSpPr>
                <p:cNvPr id="13342" name="Google Shape;13342;p76"/>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3" name="Google Shape;13343;p76"/>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44" name="Google Shape;13344;p76"/>
              <p:cNvGrpSpPr/>
              <p:nvPr/>
            </p:nvGrpSpPr>
            <p:grpSpPr>
              <a:xfrm>
                <a:off x="5610879" y="3314486"/>
                <a:ext cx="31499" cy="26938"/>
                <a:chOff x="5610879" y="3314486"/>
                <a:chExt cx="31499" cy="26938"/>
              </a:xfrm>
            </p:grpSpPr>
            <p:sp>
              <p:nvSpPr>
                <p:cNvPr id="13345" name="Google Shape;13345;p76"/>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6" name="Google Shape;13346;p76"/>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47" name="Google Shape;13347;p76"/>
              <p:cNvGrpSpPr/>
              <p:nvPr/>
            </p:nvGrpSpPr>
            <p:grpSpPr>
              <a:xfrm>
                <a:off x="4834525" y="3501382"/>
                <a:ext cx="31499" cy="26898"/>
                <a:chOff x="4834525" y="3501382"/>
                <a:chExt cx="31499" cy="26898"/>
              </a:xfrm>
            </p:grpSpPr>
            <p:sp>
              <p:nvSpPr>
                <p:cNvPr id="13348" name="Google Shape;13348;p76"/>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9" name="Google Shape;13349;p76"/>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0" name="Google Shape;13350;p76"/>
              <p:cNvGrpSpPr/>
              <p:nvPr/>
            </p:nvGrpSpPr>
            <p:grpSpPr>
              <a:xfrm>
                <a:off x="4898460" y="3580158"/>
                <a:ext cx="31405" cy="26898"/>
                <a:chOff x="4898460" y="3580158"/>
                <a:chExt cx="31405" cy="26898"/>
              </a:xfrm>
            </p:grpSpPr>
            <p:sp>
              <p:nvSpPr>
                <p:cNvPr id="13351" name="Google Shape;13351;p76"/>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52" name="Google Shape;13352;p76"/>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3" name="Google Shape;13353;p76"/>
              <p:cNvGrpSpPr/>
              <p:nvPr/>
            </p:nvGrpSpPr>
            <p:grpSpPr>
              <a:xfrm>
                <a:off x="4882667" y="3608032"/>
                <a:ext cx="31499" cy="27001"/>
                <a:chOff x="4882667" y="3608032"/>
                <a:chExt cx="31499" cy="27001"/>
              </a:xfrm>
            </p:grpSpPr>
            <p:sp>
              <p:nvSpPr>
                <p:cNvPr id="13354" name="Google Shape;13354;p76"/>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55" name="Google Shape;13355;p76"/>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6" name="Google Shape;13356;p76"/>
              <p:cNvGrpSpPr/>
              <p:nvPr/>
            </p:nvGrpSpPr>
            <p:grpSpPr>
              <a:xfrm>
                <a:off x="4843373" y="3631407"/>
                <a:ext cx="16273" cy="16186"/>
                <a:chOff x="4843373" y="3631407"/>
                <a:chExt cx="16273" cy="16186"/>
              </a:xfrm>
            </p:grpSpPr>
            <p:sp>
              <p:nvSpPr>
                <p:cNvPr id="13357" name="Google Shape;13357;p76"/>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58" name="Google Shape;13358;p76"/>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9" name="Google Shape;13359;p76"/>
              <p:cNvGrpSpPr/>
              <p:nvPr/>
            </p:nvGrpSpPr>
            <p:grpSpPr>
              <a:xfrm>
                <a:off x="4727773" y="3591578"/>
                <a:ext cx="31499" cy="26898"/>
                <a:chOff x="4727773" y="3591578"/>
                <a:chExt cx="31499" cy="26898"/>
              </a:xfrm>
            </p:grpSpPr>
            <p:sp>
              <p:nvSpPr>
                <p:cNvPr id="13360" name="Google Shape;13360;p76"/>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1" name="Google Shape;13361;p76"/>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362" name="Google Shape;13362;p76"/>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3" name="Google Shape;13363;p76"/>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364" name="Google Shape;13364;p76"/>
              <p:cNvGrpSpPr/>
              <p:nvPr/>
            </p:nvGrpSpPr>
            <p:grpSpPr>
              <a:xfrm>
                <a:off x="4609421" y="3577398"/>
                <a:ext cx="31499" cy="27001"/>
                <a:chOff x="4609421" y="3577398"/>
                <a:chExt cx="31499" cy="27001"/>
              </a:xfrm>
            </p:grpSpPr>
            <p:sp>
              <p:nvSpPr>
                <p:cNvPr id="13365" name="Google Shape;13365;p76"/>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6" name="Google Shape;13366;p76"/>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67" name="Google Shape;13367;p76"/>
              <p:cNvGrpSpPr/>
              <p:nvPr/>
            </p:nvGrpSpPr>
            <p:grpSpPr>
              <a:xfrm>
                <a:off x="4649289" y="3577398"/>
                <a:ext cx="31499" cy="27001"/>
                <a:chOff x="4649289" y="3577398"/>
                <a:chExt cx="31499" cy="27001"/>
              </a:xfrm>
            </p:grpSpPr>
            <p:sp>
              <p:nvSpPr>
                <p:cNvPr id="13368" name="Google Shape;13368;p76"/>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9" name="Google Shape;13369;p76"/>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0" name="Google Shape;13370;p76"/>
              <p:cNvGrpSpPr/>
              <p:nvPr/>
            </p:nvGrpSpPr>
            <p:grpSpPr>
              <a:xfrm>
                <a:off x="4605614" y="3639523"/>
                <a:ext cx="31499" cy="26906"/>
                <a:chOff x="4605614" y="3639523"/>
                <a:chExt cx="31499" cy="26906"/>
              </a:xfrm>
            </p:grpSpPr>
            <p:sp>
              <p:nvSpPr>
                <p:cNvPr id="13371" name="Google Shape;13371;p76"/>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72" name="Google Shape;13372;p76"/>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3" name="Google Shape;13373;p76"/>
              <p:cNvGrpSpPr/>
              <p:nvPr/>
            </p:nvGrpSpPr>
            <p:grpSpPr>
              <a:xfrm>
                <a:off x="4785149" y="3618846"/>
                <a:ext cx="26930" cy="26843"/>
                <a:chOff x="4785149" y="3618846"/>
                <a:chExt cx="26930" cy="26843"/>
              </a:xfrm>
            </p:grpSpPr>
            <p:sp>
              <p:nvSpPr>
                <p:cNvPr id="13374" name="Google Shape;13374;p76"/>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75" name="Google Shape;13375;p76"/>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6" name="Google Shape;13376;p76"/>
              <p:cNvGrpSpPr/>
              <p:nvPr/>
            </p:nvGrpSpPr>
            <p:grpSpPr>
              <a:xfrm>
                <a:off x="4810167" y="3601567"/>
                <a:ext cx="31405" cy="26898"/>
                <a:chOff x="4810167" y="3601567"/>
                <a:chExt cx="31405" cy="26898"/>
              </a:xfrm>
            </p:grpSpPr>
            <p:sp>
              <p:nvSpPr>
                <p:cNvPr id="13377" name="Google Shape;13377;p76"/>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78" name="Google Shape;13378;p76"/>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9" name="Google Shape;13379;p76"/>
              <p:cNvGrpSpPr/>
              <p:nvPr/>
            </p:nvGrpSpPr>
            <p:grpSpPr>
              <a:xfrm>
                <a:off x="4831002" y="3373230"/>
                <a:ext cx="31405" cy="26898"/>
                <a:chOff x="4831002" y="3373230"/>
                <a:chExt cx="31405" cy="26898"/>
              </a:xfrm>
            </p:grpSpPr>
            <p:sp>
              <p:nvSpPr>
                <p:cNvPr id="13380" name="Google Shape;13380;p76"/>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81" name="Google Shape;13381;p76"/>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82" name="Google Shape;13382;p76"/>
              <p:cNvGrpSpPr/>
              <p:nvPr/>
            </p:nvGrpSpPr>
            <p:grpSpPr>
              <a:xfrm>
                <a:off x="4719311" y="3355054"/>
                <a:ext cx="31499" cy="27001"/>
                <a:chOff x="4719311" y="3355054"/>
                <a:chExt cx="31499" cy="27001"/>
              </a:xfrm>
            </p:grpSpPr>
            <p:sp>
              <p:nvSpPr>
                <p:cNvPr id="13383" name="Google Shape;13383;p76"/>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84" name="Google Shape;13384;p76"/>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85" name="Google Shape;13385;p76"/>
              <p:cNvGrpSpPr/>
              <p:nvPr/>
            </p:nvGrpSpPr>
            <p:grpSpPr>
              <a:xfrm>
                <a:off x="4798755" y="3450260"/>
                <a:ext cx="26930" cy="26930"/>
                <a:chOff x="4798755" y="3450260"/>
                <a:chExt cx="26930" cy="26930"/>
              </a:xfrm>
            </p:grpSpPr>
            <p:sp>
              <p:nvSpPr>
                <p:cNvPr id="13386" name="Google Shape;13386;p76"/>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87" name="Google Shape;13387;p76"/>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88" name="Google Shape;13388;p76"/>
              <p:cNvGrpSpPr/>
              <p:nvPr/>
            </p:nvGrpSpPr>
            <p:grpSpPr>
              <a:xfrm>
                <a:off x="4645576" y="3467555"/>
                <a:ext cx="31405" cy="26953"/>
                <a:chOff x="4645576" y="3467555"/>
                <a:chExt cx="31405" cy="26953"/>
              </a:xfrm>
            </p:grpSpPr>
            <p:sp>
              <p:nvSpPr>
                <p:cNvPr id="13389" name="Google Shape;13389;p76"/>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0" name="Google Shape;13390;p76"/>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91" name="Google Shape;13391;p76"/>
              <p:cNvGrpSpPr/>
              <p:nvPr/>
            </p:nvGrpSpPr>
            <p:grpSpPr>
              <a:xfrm>
                <a:off x="4687631" y="3583965"/>
                <a:ext cx="31499" cy="26898"/>
                <a:chOff x="4687631" y="3583965"/>
                <a:chExt cx="31499" cy="26898"/>
              </a:xfrm>
            </p:grpSpPr>
            <p:sp>
              <p:nvSpPr>
                <p:cNvPr id="13392" name="Google Shape;13392;p76"/>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3" name="Google Shape;13393;p76"/>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94" name="Google Shape;13394;p76"/>
              <p:cNvGrpSpPr/>
              <p:nvPr/>
            </p:nvGrpSpPr>
            <p:grpSpPr>
              <a:xfrm>
                <a:off x="4719311" y="3471314"/>
                <a:ext cx="31499" cy="27001"/>
                <a:chOff x="4719311" y="3471314"/>
                <a:chExt cx="31499" cy="27001"/>
              </a:xfrm>
            </p:grpSpPr>
            <p:sp>
              <p:nvSpPr>
                <p:cNvPr id="13395" name="Google Shape;13395;p76"/>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6" name="Google Shape;13396;p76"/>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97" name="Google Shape;13397;p76"/>
              <p:cNvGrpSpPr/>
              <p:nvPr/>
            </p:nvGrpSpPr>
            <p:grpSpPr>
              <a:xfrm>
                <a:off x="4719311" y="3434404"/>
                <a:ext cx="31499" cy="26898"/>
                <a:chOff x="4719311" y="3434404"/>
                <a:chExt cx="31499" cy="26898"/>
              </a:xfrm>
            </p:grpSpPr>
            <p:sp>
              <p:nvSpPr>
                <p:cNvPr id="13398" name="Google Shape;13398;p76"/>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9" name="Google Shape;13399;p76"/>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0" name="Google Shape;13400;p76"/>
              <p:cNvGrpSpPr/>
              <p:nvPr/>
            </p:nvGrpSpPr>
            <p:grpSpPr>
              <a:xfrm>
                <a:off x="4768876" y="3401772"/>
                <a:ext cx="31499" cy="26898"/>
                <a:chOff x="4768876" y="3401772"/>
                <a:chExt cx="31499" cy="26898"/>
              </a:xfrm>
            </p:grpSpPr>
            <p:sp>
              <p:nvSpPr>
                <p:cNvPr id="13401" name="Google Shape;13401;p76"/>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02" name="Google Shape;13402;p76"/>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3" name="Google Shape;13403;p76"/>
              <p:cNvGrpSpPr/>
              <p:nvPr/>
            </p:nvGrpSpPr>
            <p:grpSpPr>
              <a:xfrm>
                <a:off x="4762214" y="3471377"/>
                <a:ext cx="26938" cy="26938"/>
                <a:chOff x="4762214" y="3471377"/>
                <a:chExt cx="26938" cy="26938"/>
              </a:xfrm>
            </p:grpSpPr>
            <p:sp>
              <p:nvSpPr>
                <p:cNvPr id="13404" name="Google Shape;13404;p76"/>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05" name="Google Shape;13405;p76"/>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6" name="Google Shape;13406;p76"/>
              <p:cNvGrpSpPr/>
              <p:nvPr/>
            </p:nvGrpSpPr>
            <p:grpSpPr>
              <a:xfrm>
                <a:off x="4790473" y="3344782"/>
                <a:ext cx="31405" cy="26898"/>
                <a:chOff x="4790473" y="3344782"/>
                <a:chExt cx="31405" cy="26898"/>
              </a:xfrm>
            </p:grpSpPr>
            <p:sp>
              <p:nvSpPr>
                <p:cNvPr id="13407" name="Google Shape;13407;p76"/>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08" name="Google Shape;13408;p76"/>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9" name="Google Shape;13409;p76"/>
              <p:cNvGrpSpPr/>
              <p:nvPr/>
            </p:nvGrpSpPr>
            <p:grpSpPr>
              <a:xfrm>
                <a:off x="4823774" y="3950733"/>
                <a:ext cx="37398" cy="32034"/>
                <a:chOff x="4823774" y="3950733"/>
                <a:chExt cx="37398" cy="32034"/>
              </a:xfrm>
            </p:grpSpPr>
            <p:sp>
              <p:nvSpPr>
                <p:cNvPr id="13410" name="Google Shape;13410;p76"/>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11" name="Google Shape;13411;p76"/>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12" name="Google Shape;13412;p76"/>
              <p:cNvGrpSpPr/>
              <p:nvPr/>
            </p:nvGrpSpPr>
            <p:grpSpPr>
              <a:xfrm>
                <a:off x="4823396" y="4110566"/>
                <a:ext cx="31405" cy="26906"/>
                <a:chOff x="4823396" y="4110566"/>
                <a:chExt cx="31405" cy="26906"/>
              </a:xfrm>
            </p:grpSpPr>
            <p:sp>
              <p:nvSpPr>
                <p:cNvPr id="13413" name="Google Shape;13413;p76"/>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14" name="Google Shape;13414;p76"/>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15" name="Google Shape;13415;p76"/>
              <p:cNvGrpSpPr/>
              <p:nvPr/>
            </p:nvGrpSpPr>
            <p:grpSpPr>
              <a:xfrm>
                <a:off x="4838332" y="3821150"/>
                <a:ext cx="31499" cy="26898"/>
                <a:chOff x="4838332" y="3821150"/>
                <a:chExt cx="31499" cy="26898"/>
              </a:xfrm>
            </p:grpSpPr>
            <p:sp>
              <p:nvSpPr>
                <p:cNvPr id="13416" name="Google Shape;13416;p76"/>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17" name="Google Shape;13417;p76"/>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18" name="Google Shape;13418;p76"/>
              <p:cNvGrpSpPr/>
              <p:nvPr/>
            </p:nvGrpSpPr>
            <p:grpSpPr>
              <a:xfrm>
                <a:off x="4661275" y="3815007"/>
                <a:ext cx="36824" cy="31523"/>
                <a:chOff x="4661275" y="3815007"/>
                <a:chExt cx="36824" cy="31523"/>
              </a:xfrm>
            </p:grpSpPr>
            <p:sp>
              <p:nvSpPr>
                <p:cNvPr id="13419" name="Google Shape;13419;p76"/>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0" name="Google Shape;13420;p76"/>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21" name="Google Shape;13421;p76"/>
              <p:cNvGrpSpPr/>
              <p:nvPr/>
            </p:nvGrpSpPr>
            <p:grpSpPr>
              <a:xfrm>
                <a:off x="4558998" y="3851037"/>
                <a:ext cx="33591" cy="28699"/>
                <a:chOff x="4558998" y="3851037"/>
                <a:chExt cx="33591" cy="28699"/>
              </a:xfrm>
            </p:grpSpPr>
            <p:sp>
              <p:nvSpPr>
                <p:cNvPr id="13422" name="Google Shape;13422;p76"/>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3" name="Google Shape;13423;p76"/>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24" name="Google Shape;13424;p76"/>
              <p:cNvGrpSpPr/>
              <p:nvPr/>
            </p:nvGrpSpPr>
            <p:grpSpPr>
              <a:xfrm>
                <a:off x="4696762" y="3638587"/>
                <a:ext cx="33591" cy="28794"/>
                <a:chOff x="4696762" y="3638587"/>
                <a:chExt cx="33591" cy="28794"/>
              </a:xfrm>
            </p:grpSpPr>
            <p:sp>
              <p:nvSpPr>
                <p:cNvPr id="13425" name="Google Shape;13425;p76"/>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6" name="Google Shape;13426;p76"/>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27" name="Google Shape;13427;p76"/>
              <p:cNvGrpSpPr/>
              <p:nvPr/>
            </p:nvGrpSpPr>
            <p:grpSpPr>
              <a:xfrm>
                <a:off x="4929479" y="3939140"/>
                <a:ext cx="33497" cy="28692"/>
                <a:chOff x="4929479" y="3939140"/>
                <a:chExt cx="33497" cy="28692"/>
              </a:xfrm>
            </p:grpSpPr>
            <p:sp>
              <p:nvSpPr>
                <p:cNvPr id="13428" name="Google Shape;13428;p76"/>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9" name="Google Shape;13429;p76"/>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30" name="Google Shape;13430;p76"/>
              <p:cNvGrpSpPr/>
              <p:nvPr/>
            </p:nvGrpSpPr>
            <p:grpSpPr>
              <a:xfrm>
                <a:off x="4907119" y="3986039"/>
                <a:ext cx="33497" cy="28699"/>
                <a:chOff x="4907119" y="3986039"/>
                <a:chExt cx="33497" cy="28699"/>
              </a:xfrm>
            </p:grpSpPr>
            <p:sp>
              <p:nvSpPr>
                <p:cNvPr id="13431" name="Google Shape;13431;p76"/>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32" name="Google Shape;13432;p76"/>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33" name="Google Shape;13433;p76"/>
              <p:cNvGrpSpPr/>
              <p:nvPr/>
            </p:nvGrpSpPr>
            <p:grpSpPr>
              <a:xfrm>
                <a:off x="4911783" y="4048102"/>
                <a:ext cx="33591" cy="28762"/>
                <a:chOff x="4911783" y="4048102"/>
                <a:chExt cx="33591" cy="28762"/>
              </a:xfrm>
            </p:grpSpPr>
            <p:sp>
              <p:nvSpPr>
                <p:cNvPr id="13434" name="Google Shape;13434;p76"/>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35" name="Google Shape;13435;p76"/>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436" name="Google Shape;13436;p76"/>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37" name="Google Shape;13437;p76"/>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438" name="Google Shape;13438;p76"/>
              <p:cNvGrpSpPr/>
              <p:nvPr/>
            </p:nvGrpSpPr>
            <p:grpSpPr>
              <a:xfrm>
                <a:off x="4762623" y="3837847"/>
                <a:ext cx="42416" cy="36273"/>
                <a:chOff x="4762623" y="3837847"/>
                <a:chExt cx="42416" cy="36273"/>
              </a:xfrm>
            </p:grpSpPr>
            <p:sp>
              <p:nvSpPr>
                <p:cNvPr id="13439" name="Google Shape;13439;p76"/>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40" name="Google Shape;13440;p76"/>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41" name="Google Shape;13441;p76"/>
              <p:cNvGrpSpPr/>
              <p:nvPr/>
            </p:nvGrpSpPr>
            <p:grpSpPr>
              <a:xfrm>
                <a:off x="4746044" y="4104966"/>
                <a:ext cx="33497" cy="28699"/>
                <a:chOff x="4746044" y="4104966"/>
                <a:chExt cx="33497" cy="28699"/>
              </a:xfrm>
            </p:grpSpPr>
            <p:sp>
              <p:nvSpPr>
                <p:cNvPr id="13442" name="Google Shape;13442;p76"/>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43" name="Google Shape;13443;p76"/>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44" name="Google Shape;13444;p76"/>
              <p:cNvGrpSpPr/>
              <p:nvPr/>
            </p:nvGrpSpPr>
            <p:grpSpPr>
              <a:xfrm>
                <a:off x="4859646" y="4162554"/>
                <a:ext cx="33591" cy="28762"/>
                <a:chOff x="4859646" y="4162554"/>
                <a:chExt cx="33591" cy="28762"/>
              </a:xfrm>
            </p:grpSpPr>
            <p:sp>
              <p:nvSpPr>
                <p:cNvPr id="13445" name="Google Shape;13445;p76"/>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46" name="Google Shape;13446;p76"/>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3447" name="Google Shape;13447;p76"/>
            <p:cNvGrpSpPr/>
            <p:nvPr/>
          </p:nvGrpSpPr>
          <p:grpSpPr>
            <a:xfrm>
              <a:off x="3597785" y="3274438"/>
              <a:ext cx="855610" cy="1122100"/>
              <a:chOff x="3597785" y="3274438"/>
              <a:chExt cx="855610" cy="1122100"/>
            </a:xfrm>
          </p:grpSpPr>
          <p:grpSp>
            <p:nvGrpSpPr>
              <p:cNvPr id="13448" name="Google Shape;13448;p76"/>
              <p:cNvGrpSpPr/>
              <p:nvPr/>
            </p:nvGrpSpPr>
            <p:grpSpPr>
              <a:xfrm>
                <a:off x="3617857" y="3284717"/>
                <a:ext cx="826785" cy="1099165"/>
                <a:chOff x="3617857" y="3284717"/>
                <a:chExt cx="826785" cy="1099165"/>
              </a:xfrm>
            </p:grpSpPr>
            <p:sp>
              <p:nvSpPr>
                <p:cNvPr id="13449" name="Google Shape;13449;p76"/>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0" name="Google Shape;13450;p76"/>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1" name="Google Shape;13451;p76"/>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2" name="Google Shape;13452;p76"/>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3" name="Google Shape;13453;p76"/>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4" name="Google Shape;13454;p76"/>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5" name="Google Shape;13455;p76"/>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6" name="Google Shape;13456;p76"/>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7" name="Google Shape;13457;p76"/>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8" name="Google Shape;13458;p76"/>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9" name="Google Shape;13459;p76"/>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0" name="Google Shape;13460;p76"/>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1" name="Google Shape;13461;p76"/>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2" name="Google Shape;13462;p76"/>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3" name="Google Shape;13463;p76"/>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4" name="Google Shape;13464;p76"/>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5" name="Google Shape;13465;p76"/>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6" name="Google Shape;13466;p76"/>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7" name="Google Shape;13467;p76"/>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8" name="Google Shape;13468;p76"/>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9" name="Google Shape;13469;p76"/>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0" name="Google Shape;13470;p76"/>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1" name="Google Shape;13471;p76"/>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2" name="Google Shape;13472;p76"/>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3" name="Google Shape;13473;p76"/>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4" name="Google Shape;13474;p76"/>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5" name="Google Shape;13475;p76"/>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6" name="Google Shape;13476;p76"/>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7" name="Google Shape;13477;p76"/>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8" name="Google Shape;13478;p76"/>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9" name="Google Shape;13479;p76"/>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0" name="Google Shape;13480;p76"/>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1" name="Google Shape;13481;p76"/>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2" name="Google Shape;13482;p76"/>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3" name="Google Shape;13483;p76"/>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4" name="Google Shape;13484;p76"/>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5" name="Google Shape;13485;p76"/>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6" name="Google Shape;13486;p76"/>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7" name="Google Shape;13487;p76"/>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8" name="Google Shape;13488;p76"/>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9" name="Google Shape;13489;p76"/>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0" name="Google Shape;13490;p76"/>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1" name="Google Shape;13491;p76"/>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2" name="Google Shape;13492;p76"/>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3" name="Google Shape;13493;p76"/>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4" name="Google Shape;13494;p76"/>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5" name="Google Shape;13495;p76"/>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6" name="Google Shape;13496;p76"/>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7" name="Google Shape;13497;p76"/>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8" name="Google Shape;13498;p76"/>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9" name="Google Shape;13499;p76"/>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0" name="Google Shape;13500;p76"/>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1" name="Google Shape;13501;p76"/>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2" name="Google Shape;13502;p76"/>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3" name="Google Shape;13503;p76"/>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4" name="Google Shape;13504;p76"/>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3505" name="Google Shape;13505;p76"/>
              <p:cNvGrpSpPr/>
              <p:nvPr/>
            </p:nvGrpSpPr>
            <p:grpSpPr>
              <a:xfrm>
                <a:off x="4180904" y="4251758"/>
                <a:ext cx="37783" cy="32420"/>
                <a:chOff x="4180904" y="4251758"/>
                <a:chExt cx="37783" cy="32420"/>
              </a:xfrm>
            </p:grpSpPr>
            <p:sp>
              <p:nvSpPr>
                <p:cNvPr id="13506" name="Google Shape;13506;p76"/>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07" name="Google Shape;13507;p76"/>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08" name="Google Shape;13508;p76"/>
              <p:cNvGrpSpPr/>
              <p:nvPr/>
            </p:nvGrpSpPr>
            <p:grpSpPr>
              <a:xfrm>
                <a:off x="4201644" y="4081324"/>
                <a:ext cx="37783" cy="32364"/>
                <a:chOff x="4201644" y="4081324"/>
                <a:chExt cx="37783" cy="32364"/>
              </a:xfrm>
            </p:grpSpPr>
            <p:sp>
              <p:nvSpPr>
                <p:cNvPr id="13509" name="Google Shape;13509;p76"/>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0" name="Google Shape;13510;p76"/>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11" name="Google Shape;13511;p76"/>
              <p:cNvGrpSpPr/>
              <p:nvPr/>
            </p:nvGrpSpPr>
            <p:grpSpPr>
              <a:xfrm>
                <a:off x="4284416" y="3887428"/>
                <a:ext cx="37783" cy="32451"/>
                <a:chOff x="4284416" y="3887428"/>
                <a:chExt cx="37783" cy="32451"/>
              </a:xfrm>
            </p:grpSpPr>
            <p:sp>
              <p:nvSpPr>
                <p:cNvPr id="13512" name="Google Shape;13512;p76"/>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3" name="Google Shape;13513;p76"/>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14" name="Google Shape;13514;p76"/>
              <p:cNvGrpSpPr/>
              <p:nvPr/>
            </p:nvGrpSpPr>
            <p:grpSpPr>
              <a:xfrm>
                <a:off x="4223721" y="3860404"/>
                <a:ext cx="37870" cy="32364"/>
                <a:chOff x="4223721" y="3860404"/>
                <a:chExt cx="37870" cy="32364"/>
              </a:xfrm>
            </p:grpSpPr>
            <p:sp>
              <p:nvSpPr>
                <p:cNvPr id="13515" name="Google Shape;13515;p76"/>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6" name="Google Shape;13516;p76"/>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17" name="Google Shape;13517;p76"/>
              <p:cNvGrpSpPr/>
              <p:nvPr/>
            </p:nvGrpSpPr>
            <p:grpSpPr>
              <a:xfrm>
                <a:off x="4104889" y="3699242"/>
                <a:ext cx="37776" cy="32357"/>
                <a:chOff x="4104889" y="3699242"/>
                <a:chExt cx="37776" cy="32357"/>
              </a:xfrm>
            </p:grpSpPr>
            <p:sp>
              <p:nvSpPr>
                <p:cNvPr id="13518" name="Google Shape;13518;p76"/>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9" name="Google Shape;13519;p76"/>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0" name="Google Shape;13520;p76"/>
              <p:cNvGrpSpPr/>
              <p:nvPr/>
            </p:nvGrpSpPr>
            <p:grpSpPr>
              <a:xfrm>
                <a:off x="4143608" y="3475121"/>
                <a:ext cx="37878" cy="32420"/>
                <a:chOff x="4143608" y="3475121"/>
                <a:chExt cx="37878" cy="32420"/>
              </a:xfrm>
            </p:grpSpPr>
            <p:sp>
              <p:nvSpPr>
                <p:cNvPr id="13521" name="Google Shape;13521;p76"/>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22" name="Google Shape;13522;p76"/>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3" name="Google Shape;13523;p76"/>
              <p:cNvGrpSpPr/>
              <p:nvPr/>
            </p:nvGrpSpPr>
            <p:grpSpPr>
              <a:xfrm>
                <a:off x="4217248" y="3570893"/>
                <a:ext cx="37776" cy="32364"/>
                <a:chOff x="4217248" y="3570893"/>
                <a:chExt cx="37776" cy="32364"/>
              </a:xfrm>
            </p:grpSpPr>
            <p:sp>
              <p:nvSpPr>
                <p:cNvPr id="13524" name="Google Shape;13524;p76"/>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25" name="Google Shape;13525;p76"/>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6" name="Google Shape;13526;p76"/>
              <p:cNvGrpSpPr/>
              <p:nvPr/>
            </p:nvGrpSpPr>
            <p:grpSpPr>
              <a:xfrm>
                <a:off x="4255307" y="3431612"/>
                <a:ext cx="37776" cy="32451"/>
                <a:chOff x="4255307" y="3431612"/>
                <a:chExt cx="37776" cy="32451"/>
              </a:xfrm>
            </p:grpSpPr>
            <p:sp>
              <p:nvSpPr>
                <p:cNvPr id="13527" name="Google Shape;13527;p76"/>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28" name="Google Shape;13528;p76"/>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9" name="Google Shape;13529;p76"/>
              <p:cNvGrpSpPr/>
              <p:nvPr/>
            </p:nvGrpSpPr>
            <p:grpSpPr>
              <a:xfrm>
                <a:off x="3853052" y="3577398"/>
                <a:ext cx="37776" cy="32420"/>
                <a:chOff x="3853052" y="3577398"/>
                <a:chExt cx="37776" cy="32420"/>
              </a:xfrm>
            </p:grpSpPr>
            <p:sp>
              <p:nvSpPr>
                <p:cNvPr id="13530" name="Google Shape;13530;p76"/>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1" name="Google Shape;13531;p76"/>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32" name="Google Shape;13532;p76"/>
              <p:cNvGrpSpPr/>
              <p:nvPr/>
            </p:nvGrpSpPr>
            <p:grpSpPr>
              <a:xfrm>
                <a:off x="4039908" y="3412107"/>
                <a:ext cx="37776" cy="32357"/>
                <a:chOff x="4039908" y="3412107"/>
                <a:chExt cx="37776" cy="32357"/>
              </a:xfrm>
            </p:grpSpPr>
            <p:sp>
              <p:nvSpPr>
                <p:cNvPr id="13533" name="Google Shape;13533;p76"/>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4" name="Google Shape;13534;p76"/>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35" name="Google Shape;13535;p76"/>
              <p:cNvGrpSpPr/>
              <p:nvPr/>
            </p:nvGrpSpPr>
            <p:grpSpPr>
              <a:xfrm>
                <a:off x="4017360" y="3342061"/>
                <a:ext cx="37870" cy="32380"/>
                <a:chOff x="4017360" y="3342061"/>
                <a:chExt cx="37870" cy="32380"/>
              </a:xfrm>
            </p:grpSpPr>
            <p:sp>
              <p:nvSpPr>
                <p:cNvPr id="13536" name="Google Shape;13536;p76"/>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7" name="Google Shape;13537;p76"/>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538" name="Google Shape;13538;p76"/>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9" name="Google Shape;13539;p76"/>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540" name="Google Shape;13540;p76"/>
              <p:cNvGrpSpPr/>
              <p:nvPr/>
            </p:nvGrpSpPr>
            <p:grpSpPr>
              <a:xfrm>
                <a:off x="3750870" y="3418650"/>
                <a:ext cx="37776" cy="32380"/>
                <a:chOff x="3750870" y="3418650"/>
                <a:chExt cx="37776" cy="32380"/>
              </a:xfrm>
            </p:grpSpPr>
            <p:sp>
              <p:nvSpPr>
                <p:cNvPr id="13541" name="Google Shape;13541;p76"/>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42" name="Google Shape;13542;p76"/>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43" name="Google Shape;13543;p76"/>
              <p:cNvGrpSpPr/>
              <p:nvPr/>
            </p:nvGrpSpPr>
            <p:grpSpPr>
              <a:xfrm>
                <a:off x="3632509" y="3274438"/>
                <a:ext cx="37783" cy="32357"/>
                <a:chOff x="3632509" y="3274438"/>
                <a:chExt cx="37783" cy="32357"/>
              </a:xfrm>
            </p:grpSpPr>
            <p:sp>
              <p:nvSpPr>
                <p:cNvPr id="13544" name="Google Shape;13544;p76"/>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45" name="Google Shape;13545;p76"/>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46" name="Google Shape;13546;p76"/>
              <p:cNvGrpSpPr/>
              <p:nvPr/>
            </p:nvGrpSpPr>
            <p:grpSpPr>
              <a:xfrm>
                <a:off x="3906424" y="3297561"/>
                <a:ext cx="37776" cy="32451"/>
                <a:chOff x="3906424" y="3297561"/>
                <a:chExt cx="37776" cy="32451"/>
              </a:xfrm>
            </p:grpSpPr>
            <p:sp>
              <p:nvSpPr>
                <p:cNvPr id="13547" name="Google Shape;13547;p76"/>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48" name="Google Shape;13548;p76"/>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49" name="Google Shape;13549;p76"/>
              <p:cNvGrpSpPr/>
              <p:nvPr/>
            </p:nvGrpSpPr>
            <p:grpSpPr>
              <a:xfrm>
                <a:off x="3866084" y="3412107"/>
                <a:ext cx="37776" cy="32357"/>
                <a:chOff x="3866084" y="3412107"/>
                <a:chExt cx="37776" cy="32357"/>
              </a:xfrm>
            </p:grpSpPr>
            <p:sp>
              <p:nvSpPr>
                <p:cNvPr id="13550" name="Google Shape;13550;p76"/>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51" name="Google Shape;13551;p76"/>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52" name="Google Shape;13552;p76"/>
              <p:cNvGrpSpPr/>
              <p:nvPr/>
            </p:nvGrpSpPr>
            <p:grpSpPr>
              <a:xfrm>
                <a:off x="4023919" y="3766409"/>
                <a:ext cx="37783" cy="32357"/>
                <a:chOff x="4023919" y="3766409"/>
                <a:chExt cx="37783" cy="32357"/>
              </a:xfrm>
            </p:grpSpPr>
            <p:sp>
              <p:nvSpPr>
                <p:cNvPr id="13553" name="Google Shape;13553;p76"/>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54" name="Google Shape;13554;p76"/>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55" name="Google Shape;13555;p76"/>
              <p:cNvGrpSpPr/>
              <p:nvPr/>
            </p:nvGrpSpPr>
            <p:grpSpPr>
              <a:xfrm>
                <a:off x="3973882" y="3779449"/>
                <a:ext cx="37776" cy="32357"/>
                <a:chOff x="3973882" y="3779449"/>
                <a:chExt cx="37776" cy="32357"/>
              </a:xfrm>
            </p:grpSpPr>
            <p:sp>
              <p:nvSpPr>
                <p:cNvPr id="13556" name="Google Shape;13556;p76"/>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57" name="Google Shape;13557;p76"/>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58" name="Google Shape;13558;p76"/>
              <p:cNvGrpSpPr/>
              <p:nvPr/>
            </p:nvGrpSpPr>
            <p:grpSpPr>
              <a:xfrm>
                <a:off x="4073398" y="3838028"/>
                <a:ext cx="37776" cy="32380"/>
                <a:chOff x="4073398" y="3838028"/>
                <a:chExt cx="37776" cy="32380"/>
              </a:xfrm>
            </p:grpSpPr>
            <p:sp>
              <p:nvSpPr>
                <p:cNvPr id="13559" name="Google Shape;13559;p76"/>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0" name="Google Shape;13560;p76"/>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61" name="Google Shape;13561;p76"/>
              <p:cNvGrpSpPr/>
              <p:nvPr/>
            </p:nvGrpSpPr>
            <p:grpSpPr>
              <a:xfrm>
                <a:off x="4342672" y="4144496"/>
                <a:ext cx="37752" cy="32364"/>
                <a:chOff x="4342672" y="4144496"/>
                <a:chExt cx="37752" cy="32364"/>
              </a:xfrm>
            </p:grpSpPr>
            <p:sp>
              <p:nvSpPr>
                <p:cNvPr id="13562" name="Google Shape;13562;p76"/>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3" name="Google Shape;13563;p76"/>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64" name="Google Shape;13564;p76"/>
              <p:cNvGrpSpPr/>
              <p:nvPr/>
            </p:nvGrpSpPr>
            <p:grpSpPr>
              <a:xfrm>
                <a:off x="4406386" y="4056872"/>
                <a:ext cx="37783" cy="32364"/>
                <a:chOff x="4406386" y="4056872"/>
                <a:chExt cx="37783" cy="32364"/>
              </a:xfrm>
            </p:grpSpPr>
            <p:sp>
              <p:nvSpPr>
                <p:cNvPr id="13565" name="Google Shape;13565;p76"/>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6" name="Google Shape;13566;p76"/>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67" name="Google Shape;13567;p76"/>
              <p:cNvGrpSpPr/>
              <p:nvPr/>
            </p:nvGrpSpPr>
            <p:grpSpPr>
              <a:xfrm>
                <a:off x="4284416" y="4245254"/>
                <a:ext cx="37783" cy="32357"/>
                <a:chOff x="4284416" y="4245254"/>
                <a:chExt cx="37783" cy="32357"/>
              </a:xfrm>
            </p:grpSpPr>
            <p:sp>
              <p:nvSpPr>
                <p:cNvPr id="13568" name="Google Shape;13568;p76"/>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9" name="Google Shape;13569;p76"/>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0" name="Google Shape;13570;p76"/>
              <p:cNvGrpSpPr/>
              <p:nvPr/>
            </p:nvGrpSpPr>
            <p:grpSpPr>
              <a:xfrm>
                <a:off x="4219057" y="4331258"/>
                <a:ext cx="37776" cy="32364"/>
                <a:chOff x="4219057" y="4331258"/>
                <a:chExt cx="37776" cy="32364"/>
              </a:xfrm>
            </p:grpSpPr>
            <p:sp>
              <p:nvSpPr>
                <p:cNvPr id="13571" name="Google Shape;13571;p76"/>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72" name="Google Shape;13572;p76"/>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3" name="Google Shape;13573;p76"/>
              <p:cNvGrpSpPr/>
              <p:nvPr/>
            </p:nvGrpSpPr>
            <p:grpSpPr>
              <a:xfrm>
                <a:off x="4204122" y="4141688"/>
                <a:ext cx="33497" cy="28699"/>
                <a:chOff x="4204122" y="4141688"/>
                <a:chExt cx="33497" cy="28699"/>
              </a:xfrm>
            </p:grpSpPr>
            <p:sp>
              <p:nvSpPr>
                <p:cNvPr id="13574" name="Google Shape;13574;p76"/>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75" name="Google Shape;13575;p76"/>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6" name="Google Shape;13576;p76"/>
              <p:cNvGrpSpPr/>
              <p:nvPr/>
            </p:nvGrpSpPr>
            <p:grpSpPr>
              <a:xfrm>
                <a:off x="4301546" y="4003869"/>
                <a:ext cx="38916" cy="33324"/>
                <a:chOff x="4301546" y="4003869"/>
                <a:chExt cx="38916" cy="33324"/>
              </a:xfrm>
            </p:grpSpPr>
            <p:sp>
              <p:nvSpPr>
                <p:cNvPr id="13577" name="Google Shape;13577;p76"/>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78" name="Google Shape;13578;p76"/>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9" name="Google Shape;13579;p76"/>
              <p:cNvGrpSpPr/>
              <p:nvPr/>
            </p:nvGrpSpPr>
            <p:grpSpPr>
              <a:xfrm>
                <a:off x="4210681" y="3924669"/>
                <a:ext cx="36549" cy="31366"/>
                <a:chOff x="4210681" y="3924669"/>
                <a:chExt cx="36549" cy="31366"/>
              </a:xfrm>
            </p:grpSpPr>
            <p:sp>
              <p:nvSpPr>
                <p:cNvPr id="13580" name="Google Shape;13580;p76"/>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81" name="Google Shape;13581;p76"/>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82" name="Google Shape;13582;p76"/>
              <p:cNvGrpSpPr/>
              <p:nvPr/>
            </p:nvGrpSpPr>
            <p:grpSpPr>
              <a:xfrm>
                <a:off x="3987771" y="3628874"/>
                <a:ext cx="31499" cy="26993"/>
                <a:chOff x="3987771" y="3628874"/>
                <a:chExt cx="31499" cy="26993"/>
              </a:xfrm>
            </p:grpSpPr>
            <p:sp>
              <p:nvSpPr>
                <p:cNvPr id="13583" name="Google Shape;13583;p76"/>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84" name="Google Shape;13584;p76"/>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85" name="Google Shape;13585;p76"/>
              <p:cNvGrpSpPr/>
              <p:nvPr/>
            </p:nvGrpSpPr>
            <p:grpSpPr>
              <a:xfrm>
                <a:off x="4087382" y="3775674"/>
                <a:ext cx="31405" cy="26898"/>
                <a:chOff x="4087382" y="3775674"/>
                <a:chExt cx="31405" cy="26898"/>
              </a:xfrm>
            </p:grpSpPr>
            <p:sp>
              <p:nvSpPr>
                <p:cNvPr id="13586" name="Google Shape;13586;p76"/>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87" name="Google Shape;13587;p76"/>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88" name="Google Shape;13588;p76"/>
              <p:cNvGrpSpPr/>
              <p:nvPr/>
            </p:nvGrpSpPr>
            <p:grpSpPr>
              <a:xfrm>
                <a:off x="4118873" y="3856637"/>
                <a:ext cx="31405" cy="26906"/>
                <a:chOff x="4118873" y="3856637"/>
                <a:chExt cx="31405" cy="26906"/>
              </a:xfrm>
            </p:grpSpPr>
            <p:sp>
              <p:nvSpPr>
                <p:cNvPr id="13589" name="Google Shape;13589;p76"/>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0" name="Google Shape;13590;p76"/>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91" name="Google Shape;13591;p76"/>
              <p:cNvGrpSpPr/>
              <p:nvPr/>
            </p:nvGrpSpPr>
            <p:grpSpPr>
              <a:xfrm>
                <a:off x="4168541" y="3639523"/>
                <a:ext cx="31499" cy="26906"/>
                <a:chOff x="4168541" y="3639523"/>
                <a:chExt cx="31499" cy="26906"/>
              </a:xfrm>
            </p:grpSpPr>
            <p:sp>
              <p:nvSpPr>
                <p:cNvPr id="13592" name="Google Shape;13592;p76"/>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3" name="Google Shape;13593;p76"/>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94" name="Google Shape;13594;p76"/>
              <p:cNvGrpSpPr/>
              <p:nvPr/>
            </p:nvGrpSpPr>
            <p:grpSpPr>
              <a:xfrm>
                <a:off x="3965789" y="3393545"/>
                <a:ext cx="31405" cy="26945"/>
                <a:chOff x="3965789" y="3393545"/>
                <a:chExt cx="31405" cy="26945"/>
              </a:xfrm>
            </p:grpSpPr>
            <p:sp>
              <p:nvSpPr>
                <p:cNvPr id="13595" name="Google Shape;13595;p76"/>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6" name="Google Shape;13596;p76"/>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97" name="Google Shape;13597;p76"/>
              <p:cNvGrpSpPr/>
              <p:nvPr/>
            </p:nvGrpSpPr>
            <p:grpSpPr>
              <a:xfrm>
                <a:off x="3925166" y="3491008"/>
                <a:ext cx="31405" cy="27001"/>
                <a:chOff x="3925166" y="3491008"/>
                <a:chExt cx="31405" cy="27001"/>
              </a:xfrm>
            </p:grpSpPr>
            <p:sp>
              <p:nvSpPr>
                <p:cNvPr id="13598" name="Google Shape;13598;p76"/>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9" name="Google Shape;13599;p76"/>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0" name="Google Shape;13600;p76"/>
              <p:cNvGrpSpPr/>
              <p:nvPr/>
            </p:nvGrpSpPr>
            <p:grpSpPr>
              <a:xfrm>
                <a:off x="3682845" y="3340976"/>
                <a:ext cx="31397" cy="26898"/>
                <a:chOff x="3682845" y="3340976"/>
                <a:chExt cx="31397" cy="26898"/>
              </a:xfrm>
            </p:grpSpPr>
            <p:sp>
              <p:nvSpPr>
                <p:cNvPr id="13601" name="Google Shape;13601;p76"/>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02" name="Google Shape;13602;p76"/>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3" name="Google Shape;13603;p76"/>
              <p:cNvGrpSpPr/>
              <p:nvPr/>
            </p:nvGrpSpPr>
            <p:grpSpPr>
              <a:xfrm>
                <a:off x="3795393" y="3353725"/>
                <a:ext cx="31499" cy="26993"/>
                <a:chOff x="3795393" y="3353725"/>
                <a:chExt cx="31499" cy="26993"/>
              </a:xfrm>
            </p:grpSpPr>
            <p:sp>
              <p:nvSpPr>
                <p:cNvPr id="13604" name="Google Shape;13604;p76"/>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05" name="Google Shape;13605;p76"/>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6" name="Google Shape;13606;p76"/>
              <p:cNvGrpSpPr/>
              <p:nvPr/>
            </p:nvGrpSpPr>
            <p:grpSpPr>
              <a:xfrm>
                <a:off x="4176909" y="4363221"/>
                <a:ext cx="38924" cy="33316"/>
                <a:chOff x="4176909" y="4363221"/>
                <a:chExt cx="38924" cy="33316"/>
              </a:xfrm>
            </p:grpSpPr>
            <p:sp>
              <p:nvSpPr>
                <p:cNvPr id="13607" name="Google Shape;13607;p76"/>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08" name="Google Shape;13608;p76"/>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9" name="Google Shape;13609;p76"/>
              <p:cNvGrpSpPr/>
              <p:nvPr/>
            </p:nvGrpSpPr>
            <p:grpSpPr>
              <a:xfrm>
                <a:off x="4226191" y="4007660"/>
                <a:ext cx="33560" cy="28770"/>
                <a:chOff x="4226191" y="4007660"/>
                <a:chExt cx="33560" cy="28770"/>
              </a:xfrm>
            </p:grpSpPr>
            <p:sp>
              <p:nvSpPr>
                <p:cNvPr id="13610" name="Google Shape;13610;p76"/>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11" name="Google Shape;13611;p76"/>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12" name="Google Shape;13612;p76"/>
              <p:cNvGrpSpPr/>
              <p:nvPr/>
            </p:nvGrpSpPr>
            <p:grpSpPr>
              <a:xfrm>
                <a:off x="3597785" y="3377045"/>
                <a:ext cx="33591" cy="28699"/>
                <a:chOff x="3597785" y="3377045"/>
                <a:chExt cx="33591" cy="28699"/>
              </a:xfrm>
            </p:grpSpPr>
            <p:sp>
              <p:nvSpPr>
                <p:cNvPr id="13613" name="Google Shape;13613;p76"/>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14" name="Google Shape;13614;p76"/>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15" name="Google Shape;13615;p76"/>
              <p:cNvGrpSpPr/>
              <p:nvPr/>
            </p:nvGrpSpPr>
            <p:grpSpPr>
              <a:xfrm>
                <a:off x="3887870" y="3669796"/>
                <a:ext cx="33591" cy="28692"/>
                <a:chOff x="3887870" y="3669796"/>
                <a:chExt cx="33591" cy="28692"/>
              </a:xfrm>
            </p:grpSpPr>
            <p:sp>
              <p:nvSpPr>
                <p:cNvPr id="13616" name="Google Shape;13616;p76"/>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17" name="Google Shape;13617;p76"/>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18" name="Google Shape;13618;p76"/>
              <p:cNvGrpSpPr/>
              <p:nvPr/>
            </p:nvGrpSpPr>
            <p:grpSpPr>
              <a:xfrm>
                <a:off x="3818320" y="3481625"/>
                <a:ext cx="33497" cy="28770"/>
                <a:chOff x="3818320" y="3481625"/>
                <a:chExt cx="33497" cy="28770"/>
              </a:xfrm>
            </p:grpSpPr>
            <p:sp>
              <p:nvSpPr>
                <p:cNvPr id="13619" name="Google Shape;13619;p76"/>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0" name="Google Shape;13620;p76"/>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21" name="Google Shape;13621;p76"/>
              <p:cNvGrpSpPr/>
              <p:nvPr/>
            </p:nvGrpSpPr>
            <p:grpSpPr>
              <a:xfrm>
                <a:off x="4278139" y="4120948"/>
                <a:ext cx="37492" cy="32129"/>
                <a:chOff x="4278139" y="4120948"/>
                <a:chExt cx="37492" cy="32129"/>
              </a:xfrm>
            </p:grpSpPr>
            <p:sp>
              <p:nvSpPr>
                <p:cNvPr id="13622" name="Google Shape;13622;p76"/>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3" name="Google Shape;13623;p76"/>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24" name="Google Shape;13624;p76"/>
              <p:cNvGrpSpPr/>
              <p:nvPr/>
            </p:nvGrpSpPr>
            <p:grpSpPr>
              <a:xfrm>
                <a:off x="4419898" y="3977388"/>
                <a:ext cx="33497" cy="28692"/>
                <a:chOff x="4419898" y="3977388"/>
                <a:chExt cx="33497" cy="28692"/>
              </a:xfrm>
            </p:grpSpPr>
            <p:sp>
              <p:nvSpPr>
                <p:cNvPr id="13625" name="Google Shape;13625;p76"/>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6" name="Google Shape;13626;p76"/>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27" name="Google Shape;13627;p76"/>
              <p:cNvGrpSpPr/>
              <p:nvPr/>
            </p:nvGrpSpPr>
            <p:grpSpPr>
              <a:xfrm>
                <a:off x="4158930" y="4034684"/>
                <a:ext cx="33497" cy="28762"/>
                <a:chOff x="4158930" y="4034684"/>
                <a:chExt cx="33497" cy="28762"/>
              </a:xfrm>
            </p:grpSpPr>
            <p:sp>
              <p:nvSpPr>
                <p:cNvPr id="13628" name="Google Shape;13628;p76"/>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9" name="Google Shape;13629;p76"/>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0" name="Google Shape;13630;p76"/>
              <p:cNvGrpSpPr/>
              <p:nvPr/>
            </p:nvGrpSpPr>
            <p:grpSpPr>
              <a:xfrm>
                <a:off x="4134949" y="3957049"/>
                <a:ext cx="33497" cy="28770"/>
                <a:chOff x="4134949" y="3957049"/>
                <a:chExt cx="33497" cy="28770"/>
              </a:xfrm>
            </p:grpSpPr>
            <p:sp>
              <p:nvSpPr>
                <p:cNvPr id="13631" name="Google Shape;13631;p76"/>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32" name="Google Shape;13632;p76"/>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3" name="Google Shape;13633;p76"/>
              <p:cNvGrpSpPr/>
              <p:nvPr/>
            </p:nvGrpSpPr>
            <p:grpSpPr>
              <a:xfrm>
                <a:off x="4193653" y="4184403"/>
                <a:ext cx="43580" cy="37264"/>
                <a:chOff x="4193653" y="4184403"/>
                <a:chExt cx="43580" cy="37264"/>
              </a:xfrm>
            </p:grpSpPr>
            <p:sp>
              <p:nvSpPr>
                <p:cNvPr id="13634" name="Google Shape;13634;p76"/>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35" name="Google Shape;13635;p76"/>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6" name="Google Shape;13636;p76"/>
              <p:cNvGrpSpPr/>
              <p:nvPr/>
            </p:nvGrpSpPr>
            <p:grpSpPr>
              <a:xfrm>
                <a:off x="4343600" y="3943844"/>
                <a:ext cx="43580" cy="37312"/>
                <a:chOff x="4343600" y="3943844"/>
                <a:chExt cx="43580" cy="37312"/>
              </a:xfrm>
            </p:grpSpPr>
            <p:sp>
              <p:nvSpPr>
                <p:cNvPr id="13637" name="Google Shape;13637;p76"/>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38" name="Google Shape;13638;p76"/>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9" name="Google Shape;13639;p76"/>
              <p:cNvGrpSpPr/>
              <p:nvPr/>
            </p:nvGrpSpPr>
            <p:grpSpPr>
              <a:xfrm>
                <a:off x="4172339" y="3381693"/>
                <a:ext cx="31499" cy="27001"/>
                <a:chOff x="4172339" y="3381693"/>
                <a:chExt cx="31499" cy="27001"/>
              </a:xfrm>
            </p:grpSpPr>
            <p:sp>
              <p:nvSpPr>
                <p:cNvPr id="13640" name="Google Shape;13640;p76"/>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41" name="Google Shape;13641;p76"/>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645"/>
        <p:cNvGrpSpPr/>
        <p:nvPr/>
      </p:nvGrpSpPr>
      <p:grpSpPr>
        <a:xfrm>
          <a:off x="0" y="0"/>
          <a:ext cx="0" cy="0"/>
          <a:chOff x="0" y="0"/>
          <a:chExt cx="0" cy="0"/>
        </a:xfrm>
      </p:grpSpPr>
      <p:grpSp>
        <p:nvGrpSpPr>
          <p:cNvPr id="13646" name="Google Shape;13646;p77"/>
          <p:cNvGrpSpPr/>
          <p:nvPr/>
        </p:nvGrpSpPr>
        <p:grpSpPr>
          <a:xfrm>
            <a:off x="2835498" y="4810545"/>
            <a:ext cx="1470521" cy="1013783"/>
            <a:chOff x="4967783" y="2151471"/>
            <a:chExt cx="3920692" cy="2702940"/>
          </a:xfrm>
        </p:grpSpPr>
        <p:grpSp>
          <p:nvGrpSpPr>
            <p:cNvPr id="13647" name="Google Shape;13647;p77"/>
            <p:cNvGrpSpPr/>
            <p:nvPr/>
          </p:nvGrpSpPr>
          <p:grpSpPr>
            <a:xfrm>
              <a:off x="5045709" y="2252109"/>
              <a:ext cx="3761071" cy="2501708"/>
              <a:chOff x="2691784" y="1805334"/>
              <a:chExt cx="3761071" cy="2501708"/>
            </a:xfrm>
          </p:grpSpPr>
          <p:sp>
            <p:nvSpPr>
              <p:cNvPr id="13648" name="Google Shape;13648;p77"/>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49" name="Google Shape;13649;p77"/>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0" name="Google Shape;13650;p77"/>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1" name="Google Shape;13651;p77"/>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2" name="Google Shape;13652;p77"/>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3" name="Google Shape;13653;p77"/>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4" name="Google Shape;13654;p77"/>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grpSp>
        <p:grpSp>
          <p:nvGrpSpPr>
            <p:cNvPr id="13655" name="Google Shape;13655;p77"/>
            <p:cNvGrpSpPr/>
            <p:nvPr/>
          </p:nvGrpSpPr>
          <p:grpSpPr>
            <a:xfrm>
              <a:off x="4967783" y="2151471"/>
              <a:ext cx="3920692" cy="2702940"/>
              <a:chOff x="2613858" y="1704696"/>
              <a:chExt cx="3920692" cy="2702940"/>
            </a:xfrm>
          </p:grpSpPr>
          <p:sp>
            <p:nvSpPr>
              <p:cNvPr id="13656" name="Google Shape;13656;p77"/>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57" name="Google Shape;13657;p77"/>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58" name="Google Shape;13658;p77"/>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59" name="Google Shape;13659;p77"/>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60" name="Google Shape;13660;p77"/>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661" name="Google Shape;13661;p77"/>
          <p:cNvGrpSpPr/>
          <p:nvPr/>
        </p:nvGrpSpPr>
        <p:grpSpPr>
          <a:xfrm>
            <a:off x="4707377" y="1994914"/>
            <a:ext cx="2082548" cy="944773"/>
            <a:chOff x="3530532" y="1496185"/>
            <a:chExt cx="1561911" cy="708580"/>
          </a:xfrm>
        </p:grpSpPr>
        <p:grpSp>
          <p:nvGrpSpPr>
            <p:cNvPr id="13662" name="Google Shape;13662;p77"/>
            <p:cNvGrpSpPr/>
            <p:nvPr/>
          </p:nvGrpSpPr>
          <p:grpSpPr>
            <a:xfrm>
              <a:off x="3720318" y="1857562"/>
              <a:ext cx="1372125" cy="54"/>
              <a:chOff x="3720318" y="1857562"/>
              <a:chExt cx="1372125" cy="54"/>
            </a:xfrm>
          </p:grpSpPr>
          <p:cxnSp>
            <p:nvCxnSpPr>
              <p:cNvPr id="13663" name="Google Shape;13663;p77"/>
              <p:cNvCxnSpPr>
                <a:endCxn id="13664"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3665" name="Google Shape;13665;p77"/>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3666" name="Google Shape;13666;p77"/>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3667" name="Google Shape;13667;p77"/>
              <p:cNvCxnSpPr>
                <a:stCxn id="13664"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13668" name="Google Shape;13668;p77"/>
            <p:cNvGrpSpPr/>
            <p:nvPr/>
          </p:nvGrpSpPr>
          <p:grpSpPr>
            <a:xfrm>
              <a:off x="3567462" y="1496185"/>
              <a:ext cx="286500" cy="272914"/>
              <a:chOff x="3567462" y="1496185"/>
              <a:chExt cx="286500" cy="272914"/>
            </a:xfrm>
          </p:grpSpPr>
          <p:cxnSp>
            <p:nvCxnSpPr>
              <p:cNvPr id="13669" name="Google Shape;13669;p77"/>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13670" name="Google Shape;13670;p77"/>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3671" name="Google Shape;13671;p77"/>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72" name="Google Shape;13672;p77"/>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673" name="Google Shape;13673;p77"/>
            <p:cNvGrpSpPr/>
            <p:nvPr/>
          </p:nvGrpSpPr>
          <p:grpSpPr>
            <a:xfrm>
              <a:off x="3929014" y="1960574"/>
              <a:ext cx="286500" cy="242342"/>
              <a:chOff x="3929014" y="1960574"/>
              <a:chExt cx="286500" cy="242342"/>
            </a:xfrm>
          </p:grpSpPr>
          <p:cxnSp>
            <p:nvCxnSpPr>
              <p:cNvPr id="13674" name="Google Shape;13674;p77"/>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13675" name="Google Shape;13675;p77"/>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676" name="Google Shape;13676;p77"/>
            <p:cNvGrpSpPr/>
            <p:nvPr/>
          </p:nvGrpSpPr>
          <p:grpSpPr>
            <a:xfrm>
              <a:off x="4290828" y="1496185"/>
              <a:ext cx="286500" cy="272914"/>
              <a:chOff x="4290828" y="1496185"/>
              <a:chExt cx="286500" cy="272914"/>
            </a:xfrm>
          </p:grpSpPr>
          <p:cxnSp>
            <p:nvCxnSpPr>
              <p:cNvPr id="13677" name="Google Shape;13677;p77"/>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13678" name="Google Shape;13678;p77"/>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3679" name="Google Shape;13679;p77"/>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64" name="Google Shape;13664;p77"/>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680" name="Google Shape;13680;p77"/>
            <p:cNvGrpSpPr/>
            <p:nvPr/>
          </p:nvGrpSpPr>
          <p:grpSpPr>
            <a:xfrm>
              <a:off x="4657726" y="1959674"/>
              <a:ext cx="286500" cy="245092"/>
              <a:chOff x="4657726" y="1959674"/>
              <a:chExt cx="286500" cy="245092"/>
            </a:xfrm>
          </p:grpSpPr>
          <p:cxnSp>
            <p:nvCxnSpPr>
              <p:cNvPr id="13681" name="Google Shape;13681;p77"/>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13682" name="Google Shape;13682;p77"/>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683" name="Google Shape;13683;p77"/>
          <p:cNvGrpSpPr/>
          <p:nvPr/>
        </p:nvGrpSpPr>
        <p:grpSpPr>
          <a:xfrm>
            <a:off x="4683401" y="3144377"/>
            <a:ext cx="2129376" cy="504865"/>
            <a:chOff x="3512551" y="2358282"/>
            <a:chExt cx="1597032" cy="378649"/>
          </a:xfrm>
        </p:grpSpPr>
        <p:grpSp>
          <p:nvGrpSpPr>
            <p:cNvPr id="13684" name="Google Shape;13684;p77"/>
            <p:cNvGrpSpPr/>
            <p:nvPr/>
          </p:nvGrpSpPr>
          <p:grpSpPr>
            <a:xfrm>
              <a:off x="3738198" y="2553002"/>
              <a:ext cx="1145834" cy="117"/>
              <a:chOff x="3738198" y="2553002"/>
              <a:chExt cx="1145834" cy="117"/>
            </a:xfrm>
          </p:grpSpPr>
          <p:cxnSp>
            <p:nvCxnSpPr>
              <p:cNvPr id="13685" name="Google Shape;13685;p77"/>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13686" name="Google Shape;13686;p77"/>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13687" name="Google Shape;13687;p77"/>
              <p:cNvCxnSpPr>
                <a:stCxn id="13688" idx="6"/>
                <a:endCxn id="13689"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13690" name="Google Shape;13690;p77"/>
            <p:cNvGrpSpPr/>
            <p:nvPr/>
          </p:nvGrpSpPr>
          <p:grpSpPr>
            <a:xfrm>
              <a:off x="3969644" y="2440153"/>
              <a:ext cx="225900" cy="296779"/>
              <a:chOff x="3969644" y="2440153"/>
              <a:chExt cx="225900" cy="296779"/>
            </a:xfrm>
          </p:grpSpPr>
          <p:cxnSp>
            <p:nvCxnSpPr>
              <p:cNvPr id="13691" name="Google Shape;13691;p77"/>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13689" name="Google Shape;13689;p77"/>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92" name="Google Shape;13692;p77"/>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693" name="Google Shape;13693;p77"/>
            <p:cNvGrpSpPr/>
            <p:nvPr/>
          </p:nvGrpSpPr>
          <p:grpSpPr>
            <a:xfrm>
              <a:off x="4426818" y="2358282"/>
              <a:ext cx="225600" cy="307471"/>
              <a:chOff x="4426818" y="2358282"/>
              <a:chExt cx="225600" cy="307471"/>
            </a:xfrm>
          </p:grpSpPr>
          <p:cxnSp>
            <p:nvCxnSpPr>
              <p:cNvPr id="13694" name="Google Shape;13694;p77"/>
              <p:cNvCxnSpPr>
                <a:stCxn id="13695"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13696" name="Google Shape;13696;p77"/>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95" name="Google Shape;13695;p77"/>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697" name="Google Shape;13697;p77"/>
            <p:cNvGrpSpPr/>
            <p:nvPr/>
          </p:nvGrpSpPr>
          <p:grpSpPr>
            <a:xfrm>
              <a:off x="4883984" y="2440153"/>
              <a:ext cx="225600" cy="296479"/>
              <a:chOff x="4883984" y="2440153"/>
              <a:chExt cx="225600" cy="296479"/>
            </a:xfrm>
          </p:grpSpPr>
          <p:cxnSp>
            <p:nvCxnSpPr>
              <p:cNvPr id="13698" name="Google Shape;13698;p77"/>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13699" name="Google Shape;13699;p77"/>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00" name="Google Shape;13700;p77"/>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01" name="Google Shape;13701;p77"/>
            <p:cNvGrpSpPr/>
            <p:nvPr/>
          </p:nvGrpSpPr>
          <p:grpSpPr>
            <a:xfrm>
              <a:off x="3512551" y="2358356"/>
              <a:ext cx="225647" cy="307629"/>
              <a:chOff x="2182679" y="2005014"/>
              <a:chExt cx="792300" cy="1080158"/>
            </a:xfrm>
          </p:grpSpPr>
          <p:cxnSp>
            <p:nvCxnSpPr>
              <p:cNvPr id="13702" name="Google Shape;13702;p77"/>
              <p:cNvCxnSpPr>
                <a:stCxn id="13703"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13688" name="Google Shape;13688;p77"/>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03" name="Google Shape;13703;p77"/>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704" name="Google Shape;13704;p77"/>
          <p:cNvGrpSpPr/>
          <p:nvPr/>
        </p:nvGrpSpPr>
        <p:grpSpPr>
          <a:xfrm>
            <a:off x="9163512" y="1576105"/>
            <a:ext cx="2079745" cy="963480"/>
            <a:chOff x="634175" y="2986275"/>
            <a:chExt cx="3147949" cy="1458344"/>
          </a:xfrm>
        </p:grpSpPr>
        <p:cxnSp>
          <p:nvCxnSpPr>
            <p:cNvPr id="13705" name="Google Shape;13705;p77"/>
            <p:cNvCxnSpPr>
              <a:stCxn id="13706" idx="4"/>
              <a:endCxn id="13707"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13708" name="Google Shape;13708;p77"/>
            <p:cNvCxnSpPr>
              <a:stCxn id="13707" idx="0"/>
              <a:endCxn id="13709"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13710" name="Google Shape;13710;p77"/>
            <p:cNvCxnSpPr>
              <a:stCxn id="13709" idx="4"/>
              <a:endCxn id="13711"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13712" name="Google Shape;13712;p77"/>
            <p:cNvCxnSpPr>
              <a:stCxn id="13711" idx="0"/>
              <a:endCxn id="13713"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13713" name="Google Shape;13713;p77"/>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09" name="Google Shape;13709;p77"/>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06" name="Google Shape;13706;p77"/>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11" name="Google Shape;13711;p77"/>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07" name="Google Shape;13707;p77"/>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FFFFFF"/>
                </a:solidFill>
                <a:latin typeface="Calibri"/>
                <a:ea typeface="Calibri"/>
                <a:cs typeface="Calibri"/>
                <a:sym typeface="Calibri"/>
              </a:endParaRPr>
            </a:p>
          </p:txBody>
        </p:sp>
      </p:grpSp>
      <p:grpSp>
        <p:nvGrpSpPr>
          <p:cNvPr id="13714" name="Google Shape;13714;p77"/>
          <p:cNvGrpSpPr/>
          <p:nvPr/>
        </p:nvGrpSpPr>
        <p:grpSpPr>
          <a:xfrm>
            <a:off x="4701899" y="3855983"/>
            <a:ext cx="2094292" cy="392164"/>
            <a:chOff x="998425" y="1182125"/>
            <a:chExt cx="1065400" cy="199500"/>
          </a:xfrm>
        </p:grpSpPr>
        <p:sp>
          <p:nvSpPr>
            <p:cNvPr id="13715" name="Google Shape;13715;p77"/>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6" name="Google Shape;13716;p77"/>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7" name="Google Shape;13717;p77"/>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8" name="Google Shape;13718;p77"/>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9" name="Google Shape;13719;p77"/>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20" name="Google Shape;13720;p77"/>
          <p:cNvGrpSpPr/>
          <p:nvPr/>
        </p:nvGrpSpPr>
        <p:grpSpPr>
          <a:xfrm>
            <a:off x="9159574" y="2679299"/>
            <a:ext cx="2087621" cy="488972"/>
            <a:chOff x="1247650" y="2075423"/>
            <a:chExt cx="6648477" cy="1557238"/>
          </a:xfrm>
        </p:grpSpPr>
        <p:sp>
          <p:nvSpPr>
            <p:cNvPr id="13721" name="Google Shape;13721;p77"/>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2" name="Google Shape;13722;p77"/>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3" name="Google Shape;13723;p77"/>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4" name="Google Shape;13724;p77"/>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5" name="Google Shape;13725;p77"/>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6" name="Google Shape;13726;p77"/>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27" name="Google Shape;13727;p77"/>
          <p:cNvGrpSpPr/>
          <p:nvPr/>
        </p:nvGrpSpPr>
        <p:grpSpPr>
          <a:xfrm>
            <a:off x="9138657" y="4211052"/>
            <a:ext cx="2129415" cy="884587"/>
            <a:chOff x="6796238" y="3158297"/>
            <a:chExt cx="1630319" cy="677257"/>
          </a:xfrm>
        </p:grpSpPr>
        <p:cxnSp>
          <p:nvCxnSpPr>
            <p:cNvPr id="13728" name="Google Shape;13728;p77"/>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13729" name="Google Shape;13729;p77"/>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13730" name="Google Shape;13730;p77"/>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13731" name="Google Shape;13731;p77"/>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13732" name="Google Shape;13732;p77"/>
            <p:cNvGrpSpPr/>
            <p:nvPr/>
          </p:nvGrpSpPr>
          <p:grpSpPr>
            <a:xfrm>
              <a:off x="6796238" y="3311904"/>
              <a:ext cx="1630319" cy="377697"/>
              <a:chOff x="6796238" y="3311904"/>
              <a:chExt cx="1630319" cy="377697"/>
            </a:xfrm>
          </p:grpSpPr>
          <p:sp>
            <p:nvSpPr>
              <p:cNvPr id="13733" name="Google Shape;13733;p77"/>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3734" name="Google Shape;13734;p77"/>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3735" name="Google Shape;13735;p77"/>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grpSp>
        <p:nvGrpSpPr>
          <p:cNvPr id="13736" name="Google Shape;13736;p77"/>
          <p:cNvGrpSpPr/>
          <p:nvPr/>
        </p:nvGrpSpPr>
        <p:grpSpPr>
          <a:xfrm>
            <a:off x="7166840" y="1572909"/>
            <a:ext cx="1824808" cy="2125073"/>
            <a:chOff x="1839112" y="2209163"/>
            <a:chExt cx="1918159" cy="2233784"/>
          </a:xfrm>
        </p:grpSpPr>
        <p:sp>
          <p:nvSpPr>
            <p:cNvPr id="13737" name="Google Shape;13737;p77"/>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38" name="Google Shape;13738;p77"/>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39" name="Google Shape;13739;p77"/>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3740" name="Google Shape;13740;p77"/>
            <p:cNvCxnSpPr>
              <a:stCxn id="13737" idx="6"/>
              <a:endCxn id="13738" idx="2"/>
            </p:cNvCxnSpPr>
            <p:nvPr/>
          </p:nvCxnSpPr>
          <p:spPr>
            <a:xfrm>
              <a:off x="2414212" y="2496713"/>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13741" name="Google Shape;13741;p77"/>
            <p:cNvCxnSpPr>
              <a:stCxn id="13738" idx="4"/>
              <a:endCxn id="13742"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13743" name="Google Shape;13743;p77"/>
            <p:cNvCxnSpPr>
              <a:stCxn id="13742" idx="6"/>
              <a:endCxn id="13739" idx="2"/>
            </p:cNvCxnSpPr>
            <p:nvPr/>
          </p:nvCxnSpPr>
          <p:spPr>
            <a:xfrm>
              <a:off x="2414212" y="3328316"/>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13744" name="Google Shape;13744;p77"/>
            <p:cNvCxnSpPr>
              <a:stCxn id="13739" idx="4"/>
              <a:endCxn id="13745"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13742" name="Google Shape;13742;p77"/>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45" name="Google Shape;13745;p77"/>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46" name="Google Shape;13746;p77"/>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3747" name="Google Shape;13747;p77"/>
            <p:cNvCxnSpPr>
              <a:endCxn id="13746"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13748" name="Google Shape;13748;p77"/>
          <p:cNvGrpSpPr/>
          <p:nvPr/>
        </p:nvGrpSpPr>
        <p:grpSpPr>
          <a:xfrm>
            <a:off x="4676671" y="1581223"/>
            <a:ext cx="2183957" cy="206589"/>
            <a:chOff x="238125" y="2506075"/>
            <a:chExt cx="7115411" cy="673075"/>
          </a:xfrm>
        </p:grpSpPr>
        <p:sp>
          <p:nvSpPr>
            <p:cNvPr id="13749" name="Google Shape;13749;p77"/>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0" name="Google Shape;13750;p77"/>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1" name="Google Shape;13751;p77"/>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2" name="Google Shape;13752;p77"/>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3" name="Google Shape;13753;p77"/>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54" name="Google Shape;13754;p77"/>
          <p:cNvGrpSpPr/>
          <p:nvPr/>
        </p:nvGrpSpPr>
        <p:grpSpPr>
          <a:xfrm>
            <a:off x="994916" y="2010019"/>
            <a:ext cx="3302349" cy="122324"/>
            <a:chOff x="1464850" y="436376"/>
            <a:chExt cx="6001362" cy="222300"/>
          </a:xfrm>
        </p:grpSpPr>
        <p:sp>
          <p:nvSpPr>
            <p:cNvPr id="13755" name="Google Shape;13755;p77"/>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6" name="Google Shape;13756;p77"/>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7" name="Google Shape;13757;p77"/>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8" name="Google Shape;13758;p77"/>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9" name="Google Shape;13759;p77"/>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3760" name="Google Shape;13760;p77"/>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3761" name="Google Shape;13761;p77"/>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3762" name="Google Shape;13762;p77"/>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3763" name="Google Shape;13763;p77"/>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13764" name="Google Shape;13764;p77"/>
          <p:cNvGrpSpPr/>
          <p:nvPr/>
        </p:nvGrpSpPr>
        <p:grpSpPr>
          <a:xfrm>
            <a:off x="976607" y="3657307"/>
            <a:ext cx="1936947" cy="869231"/>
            <a:chOff x="803162" y="2667727"/>
            <a:chExt cx="1411906" cy="633611"/>
          </a:xfrm>
        </p:grpSpPr>
        <p:cxnSp>
          <p:nvCxnSpPr>
            <p:cNvPr id="13765" name="Google Shape;13765;p77"/>
            <p:cNvCxnSpPr>
              <a:stCxn id="13766" idx="2"/>
              <a:endCxn id="13767" idx="0"/>
            </p:cNvCxnSpPr>
            <p:nvPr/>
          </p:nvCxnSpPr>
          <p:spPr>
            <a:xfrm rot="-5400000" flipH="1">
              <a:off x="1629114" y="2672827"/>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68" name="Google Shape;13768;p77"/>
            <p:cNvCxnSpPr>
              <a:stCxn id="13769" idx="0"/>
              <a:endCxn id="13766" idx="2"/>
            </p:cNvCxnSpPr>
            <p:nvPr/>
          </p:nvCxnSpPr>
          <p:spPr>
            <a:xfrm rot="-5400000">
              <a:off x="1259830" y="2672682"/>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0" name="Google Shape;13770;p77"/>
            <p:cNvCxnSpPr>
              <a:stCxn id="13769" idx="2"/>
              <a:endCxn id="13771" idx="0"/>
            </p:cNvCxnSpPr>
            <p:nvPr/>
          </p:nvCxnSpPr>
          <p:spPr>
            <a:xfrm rot="-5400000" flipH="1">
              <a:off x="1163380"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2" name="Google Shape;13772;p77"/>
            <p:cNvCxnSpPr>
              <a:stCxn id="13773" idx="0"/>
              <a:endCxn id="13769" idx="2"/>
            </p:cNvCxnSpPr>
            <p:nvPr/>
          </p:nvCxnSpPr>
          <p:spPr>
            <a:xfrm rot="-5400000">
              <a:off x="987062"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4" name="Google Shape;13774;p77"/>
            <p:cNvCxnSpPr>
              <a:stCxn id="13767" idx="2"/>
              <a:endCxn id="13775" idx="0"/>
            </p:cNvCxnSpPr>
            <p:nvPr/>
          </p:nvCxnSpPr>
          <p:spPr>
            <a:xfrm rot="-5400000" flipH="1">
              <a:off x="1901948"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6" name="Google Shape;13776;p77"/>
            <p:cNvCxnSpPr>
              <a:stCxn id="13777" idx="0"/>
              <a:endCxn id="13767" idx="2"/>
            </p:cNvCxnSpPr>
            <p:nvPr/>
          </p:nvCxnSpPr>
          <p:spPr>
            <a:xfrm rot="-5400000">
              <a:off x="1725631"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sp>
          <p:nvSpPr>
            <p:cNvPr id="13773" name="Google Shape;13773;p77"/>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71" name="Google Shape;13771;p77"/>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77" name="Google Shape;13777;p77"/>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75" name="Google Shape;13775;p77"/>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67" name="Google Shape;13767;p77"/>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69" name="Google Shape;13769;p77"/>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66" name="Google Shape;13766;p77"/>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solidFill>
                  <a:srgbClr val="FFFFFF"/>
                </a:solidFill>
              </a:endParaRPr>
            </a:p>
          </p:txBody>
        </p:sp>
      </p:grpSp>
      <p:grpSp>
        <p:nvGrpSpPr>
          <p:cNvPr id="13778" name="Google Shape;13778;p77"/>
          <p:cNvGrpSpPr/>
          <p:nvPr/>
        </p:nvGrpSpPr>
        <p:grpSpPr>
          <a:xfrm>
            <a:off x="976609" y="1571358"/>
            <a:ext cx="3358055" cy="279079"/>
            <a:chOff x="803163" y="1111966"/>
            <a:chExt cx="2447800" cy="203430"/>
          </a:xfrm>
        </p:grpSpPr>
        <p:grpSp>
          <p:nvGrpSpPr>
            <p:cNvPr id="13779" name="Google Shape;13779;p77"/>
            <p:cNvGrpSpPr/>
            <p:nvPr/>
          </p:nvGrpSpPr>
          <p:grpSpPr>
            <a:xfrm>
              <a:off x="1958180" y="1111966"/>
              <a:ext cx="588019" cy="121396"/>
              <a:chOff x="4808316" y="2800065"/>
              <a:chExt cx="1999386" cy="412910"/>
            </a:xfrm>
          </p:grpSpPr>
          <p:sp>
            <p:nvSpPr>
              <p:cNvPr id="13780" name="Google Shape;13780;p77"/>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781" name="Google Shape;13781;p77"/>
              <p:cNvGrpSpPr/>
              <p:nvPr/>
            </p:nvGrpSpPr>
            <p:grpSpPr>
              <a:xfrm>
                <a:off x="4808316" y="2800065"/>
                <a:ext cx="92400" cy="411825"/>
                <a:chOff x="845575" y="2563700"/>
                <a:chExt cx="92400" cy="411825"/>
              </a:xfrm>
            </p:grpSpPr>
            <p:cxnSp>
              <p:nvCxnSpPr>
                <p:cNvPr id="13782" name="Google Shape;13782;p7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83" name="Google Shape;13783;p77"/>
                <p:cNvSpPr/>
                <p:nvPr/>
              </p:nvSpPr>
              <p:spPr>
                <a:xfrm>
                  <a:off x="845575"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grpSp>
        <p:cxnSp>
          <p:nvCxnSpPr>
            <p:cNvPr id="13784" name="Google Shape;13784;p77"/>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13785" name="Google Shape;13785;p77"/>
            <p:cNvSpPr/>
            <p:nvPr/>
          </p:nvSpPr>
          <p:spPr>
            <a:xfrm>
              <a:off x="3223663" y="1111974"/>
              <a:ext cx="27300" cy="273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nvGrpSpPr>
            <p:cNvPr id="13786" name="Google Shape;13786;p77"/>
            <p:cNvGrpSpPr/>
            <p:nvPr/>
          </p:nvGrpSpPr>
          <p:grpSpPr>
            <a:xfrm>
              <a:off x="803163" y="1111974"/>
              <a:ext cx="591158" cy="121545"/>
              <a:chOff x="803163" y="1111974"/>
              <a:chExt cx="591158" cy="121545"/>
            </a:xfrm>
          </p:grpSpPr>
          <p:grpSp>
            <p:nvGrpSpPr>
              <p:cNvPr id="13787" name="Google Shape;13787;p77"/>
              <p:cNvGrpSpPr/>
              <p:nvPr/>
            </p:nvGrpSpPr>
            <p:grpSpPr>
              <a:xfrm>
                <a:off x="803163" y="1111974"/>
                <a:ext cx="27175" cy="121077"/>
                <a:chOff x="845575" y="2563700"/>
                <a:chExt cx="92400" cy="411825"/>
              </a:xfrm>
            </p:grpSpPr>
            <p:cxnSp>
              <p:nvCxnSpPr>
                <p:cNvPr id="13788" name="Google Shape;13788;p7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89" name="Google Shape;13789;p77"/>
                <p:cNvSpPr/>
                <p:nvPr/>
              </p:nvSpPr>
              <p:spPr>
                <a:xfrm>
                  <a:off x="845575"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sp>
            <p:nvSpPr>
              <p:cNvPr id="13790" name="Google Shape;13790;p77"/>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91" name="Google Shape;13791;p77"/>
            <p:cNvGrpSpPr/>
            <p:nvPr/>
          </p:nvGrpSpPr>
          <p:grpSpPr>
            <a:xfrm>
              <a:off x="1381910" y="1194219"/>
              <a:ext cx="588341" cy="121177"/>
              <a:chOff x="1381910" y="1194219"/>
              <a:chExt cx="588341" cy="121177"/>
            </a:xfrm>
          </p:grpSpPr>
          <p:grpSp>
            <p:nvGrpSpPr>
              <p:cNvPr id="13792" name="Google Shape;13792;p77"/>
              <p:cNvGrpSpPr/>
              <p:nvPr/>
            </p:nvGrpSpPr>
            <p:grpSpPr>
              <a:xfrm rot="10800000">
                <a:off x="1381910" y="1194319"/>
                <a:ext cx="27175" cy="121077"/>
                <a:chOff x="2070100" y="2563700"/>
                <a:chExt cx="92400" cy="411825"/>
              </a:xfrm>
            </p:grpSpPr>
            <p:cxnSp>
              <p:nvCxnSpPr>
                <p:cNvPr id="13793" name="Google Shape;13793;p7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94" name="Google Shape;13794;p77"/>
                <p:cNvSpPr/>
                <p:nvPr/>
              </p:nvSpPr>
              <p:spPr>
                <a:xfrm>
                  <a:off x="2070100"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sp>
            <p:nvSpPr>
              <p:cNvPr id="13795" name="Google Shape;13795;p77"/>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96" name="Google Shape;13796;p77"/>
            <p:cNvGrpSpPr/>
            <p:nvPr/>
          </p:nvGrpSpPr>
          <p:grpSpPr>
            <a:xfrm>
              <a:off x="2532079" y="1194219"/>
              <a:ext cx="704927" cy="121177"/>
              <a:chOff x="2532079" y="1194219"/>
              <a:chExt cx="704927" cy="121177"/>
            </a:xfrm>
          </p:grpSpPr>
          <p:grpSp>
            <p:nvGrpSpPr>
              <p:cNvPr id="13797" name="Google Shape;13797;p77"/>
              <p:cNvGrpSpPr/>
              <p:nvPr/>
            </p:nvGrpSpPr>
            <p:grpSpPr>
              <a:xfrm rot="10800000">
                <a:off x="2532079" y="1194319"/>
                <a:ext cx="27175" cy="121077"/>
                <a:chOff x="2070100" y="2563700"/>
                <a:chExt cx="92400" cy="411825"/>
              </a:xfrm>
            </p:grpSpPr>
            <p:cxnSp>
              <p:nvCxnSpPr>
                <p:cNvPr id="13798" name="Google Shape;13798;p7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99" name="Google Shape;13799;p77"/>
                <p:cNvSpPr/>
                <p:nvPr/>
              </p:nvSpPr>
              <p:spPr>
                <a:xfrm>
                  <a:off x="2070100"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sp>
            <p:nvSpPr>
              <p:cNvPr id="13800" name="Google Shape;13800;p77"/>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801" name="Google Shape;13801;p77"/>
          <p:cNvGrpSpPr/>
          <p:nvPr/>
        </p:nvGrpSpPr>
        <p:grpSpPr>
          <a:xfrm>
            <a:off x="4700623" y="5166868"/>
            <a:ext cx="2090371" cy="655569"/>
            <a:chOff x="5194708" y="3484366"/>
            <a:chExt cx="3148148" cy="987304"/>
          </a:xfrm>
        </p:grpSpPr>
        <p:grpSp>
          <p:nvGrpSpPr>
            <p:cNvPr id="13802" name="Google Shape;13802;p77"/>
            <p:cNvGrpSpPr/>
            <p:nvPr/>
          </p:nvGrpSpPr>
          <p:grpSpPr>
            <a:xfrm>
              <a:off x="7531521" y="3484366"/>
              <a:ext cx="811335" cy="987304"/>
              <a:chOff x="3379425" y="1617275"/>
              <a:chExt cx="1090650" cy="1327200"/>
            </a:xfrm>
          </p:grpSpPr>
          <p:sp>
            <p:nvSpPr>
              <p:cNvPr id="13803" name="Google Shape;13803;p77"/>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04" name="Google Shape;13804;p77"/>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121900" tIns="121900" rIns="121900" bIns="121900" anchor="ctr" anchorCtr="0">
                <a:noAutofit/>
              </a:bodyPr>
              <a:lstStyle/>
              <a:p>
                <a:endParaRPr sz="2400"/>
              </a:p>
            </p:txBody>
          </p:sp>
          <p:sp>
            <p:nvSpPr>
              <p:cNvPr id="13805" name="Google Shape;13805;p77"/>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121900" tIns="121900" rIns="121900" bIns="121900" anchor="ctr" anchorCtr="0">
                <a:noAutofit/>
              </a:bodyPr>
              <a:lstStyle/>
              <a:p>
                <a:endParaRPr sz="2400"/>
              </a:p>
            </p:txBody>
          </p:sp>
        </p:grpSp>
        <p:grpSp>
          <p:nvGrpSpPr>
            <p:cNvPr id="13806" name="Google Shape;13806;p77"/>
            <p:cNvGrpSpPr/>
            <p:nvPr/>
          </p:nvGrpSpPr>
          <p:grpSpPr>
            <a:xfrm>
              <a:off x="6752546" y="3484366"/>
              <a:ext cx="811428" cy="987304"/>
              <a:chOff x="2332275" y="1617275"/>
              <a:chExt cx="1090775" cy="1327200"/>
            </a:xfrm>
          </p:grpSpPr>
          <p:sp>
            <p:nvSpPr>
              <p:cNvPr id="13807" name="Google Shape;13807;p77"/>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08" name="Google Shape;13808;p77"/>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3809" name="Google Shape;13809;p77"/>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3810" name="Google Shape;13810;p77"/>
            <p:cNvGrpSpPr/>
            <p:nvPr/>
          </p:nvGrpSpPr>
          <p:grpSpPr>
            <a:xfrm>
              <a:off x="5973664" y="3484366"/>
              <a:ext cx="811335" cy="987304"/>
              <a:chOff x="1285250" y="1617275"/>
              <a:chExt cx="1090650" cy="1327200"/>
            </a:xfrm>
          </p:grpSpPr>
          <p:sp>
            <p:nvSpPr>
              <p:cNvPr id="13811" name="Google Shape;13811;p77"/>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12" name="Google Shape;13812;p77"/>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3813" name="Google Shape;13813;p77"/>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grpSp>
        <p:grpSp>
          <p:nvGrpSpPr>
            <p:cNvPr id="13814" name="Google Shape;13814;p77"/>
            <p:cNvGrpSpPr/>
            <p:nvPr/>
          </p:nvGrpSpPr>
          <p:grpSpPr>
            <a:xfrm>
              <a:off x="5194708" y="3484366"/>
              <a:ext cx="811409" cy="987304"/>
              <a:chOff x="238125" y="1617275"/>
              <a:chExt cx="1090750" cy="1327200"/>
            </a:xfrm>
          </p:grpSpPr>
          <p:sp>
            <p:nvSpPr>
              <p:cNvPr id="13815" name="Google Shape;13815;p77"/>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16" name="Google Shape;13816;p77"/>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17" name="Google Shape;13817;p77"/>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3818" name="Google Shape;13818;p77"/>
          <p:cNvGrpSpPr/>
          <p:nvPr/>
        </p:nvGrpSpPr>
        <p:grpSpPr>
          <a:xfrm>
            <a:off x="4648101" y="4474081"/>
            <a:ext cx="2155952" cy="461675"/>
            <a:chOff x="1808063" y="4294338"/>
            <a:chExt cx="3370782" cy="721817"/>
          </a:xfrm>
        </p:grpSpPr>
        <p:sp>
          <p:nvSpPr>
            <p:cNvPr id="13819" name="Google Shape;13819;p77"/>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0" name="Google Shape;13820;p77"/>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1" name="Google Shape;13821;p77"/>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2" name="Google Shape;13822;p77"/>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3" name="Google Shape;13823;p77"/>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4" name="Google Shape;13824;p77"/>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5" name="Google Shape;13825;p77"/>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6" name="Google Shape;13826;p77"/>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7" name="Google Shape;13827;p77"/>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8" name="Google Shape;13828;p77"/>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829" name="Google Shape;13829;p77"/>
          <p:cNvGrpSpPr/>
          <p:nvPr/>
        </p:nvGrpSpPr>
        <p:grpSpPr>
          <a:xfrm>
            <a:off x="1019051" y="4855454"/>
            <a:ext cx="1727843" cy="862116"/>
            <a:chOff x="834100" y="3642869"/>
            <a:chExt cx="1259483" cy="628426"/>
          </a:xfrm>
        </p:grpSpPr>
        <p:sp>
          <p:nvSpPr>
            <p:cNvPr id="13830" name="Google Shape;13830;p77"/>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1" name="Google Shape;13831;p77"/>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2" name="Google Shape;13832;p77"/>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33" name="Google Shape;13833;p77"/>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4" name="Google Shape;13834;p77"/>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5" name="Google Shape;13835;p77"/>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6" name="Google Shape;13836;p77"/>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7" name="Google Shape;13837;p77"/>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38" name="Google Shape;13838;p77"/>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39" name="Google Shape;13839;p77"/>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0" name="Google Shape;13840;p77"/>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1" name="Google Shape;13841;p77"/>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2" name="Google Shape;13842;p77"/>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3" name="Google Shape;13843;p77"/>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4" name="Google Shape;13844;p77"/>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5" name="Google Shape;13845;p77"/>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6" name="Google Shape;13846;p77"/>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7" name="Google Shape;13847;p77"/>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8" name="Google Shape;13848;p77"/>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9" name="Google Shape;13849;p77"/>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0" name="Google Shape;13850;p77"/>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1" name="Google Shape;13851;p77"/>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52" name="Google Shape;13852;p77"/>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3" name="Google Shape;13853;p77"/>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4" name="Google Shape;13854;p77"/>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grpSp>
          <p:nvGrpSpPr>
            <p:cNvPr id="13855" name="Google Shape;13855;p77"/>
            <p:cNvGrpSpPr/>
            <p:nvPr/>
          </p:nvGrpSpPr>
          <p:grpSpPr>
            <a:xfrm>
              <a:off x="1360364" y="3847835"/>
              <a:ext cx="208119" cy="224359"/>
              <a:chOff x="1360769" y="3847100"/>
              <a:chExt cx="208119" cy="224359"/>
            </a:xfrm>
          </p:grpSpPr>
          <p:sp>
            <p:nvSpPr>
              <p:cNvPr id="13856" name="Google Shape;13856;p77"/>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57" name="Google Shape;13857;p77"/>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8" name="Google Shape;13858;p77"/>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9" name="Google Shape;13859;p77"/>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0" name="Google Shape;13860;p77"/>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1" name="Google Shape;13861;p77"/>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2" name="Google Shape;13862;p77"/>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3" name="Google Shape;13863;p77"/>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4" name="Google Shape;13864;p77"/>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5" name="Google Shape;13865;p77"/>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6" name="Google Shape;13866;p77"/>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67" name="Google Shape;13867;p77"/>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68" name="Google Shape;13868;p77"/>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69" name="Google Shape;13869;p77"/>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0" name="Google Shape;13870;p77"/>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1" name="Google Shape;13871;p77"/>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2" name="Google Shape;13872;p77"/>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3" name="Google Shape;13873;p77"/>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4" name="Google Shape;13874;p77"/>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5" name="Google Shape;13875;p77"/>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grpSp>
        <p:sp>
          <p:nvSpPr>
            <p:cNvPr id="13876" name="Google Shape;13876;p77"/>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121900" tIns="121900" rIns="121900" bIns="121900" anchor="ctr" anchorCtr="0">
              <a:noAutofit/>
            </a:bodyPr>
            <a:lstStyle/>
            <a:p>
              <a:endParaRPr sz="2400"/>
            </a:p>
          </p:txBody>
        </p:sp>
        <p:sp>
          <p:nvSpPr>
            <p:cNvPr id="13877" name="Google Shape;13877;p77"/>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78" name="Google Shape;13878;p77"/>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79" name="Google Shape;13879;p77"/>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3880" name="Google Shape;13880;p77"/>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121900" tIns="121900" rIns="121900" bIns="121900" anchor="ctr" anchorCtr="0">
              <a:noAutofit/>
            </a:bodyPr>
            <a:lstStyle/>
            <a:p>
              <a:endParaRPr sz="2400"/>
            </a:p>
          </p:txBody>
        </p:sp>
        <p:sp>
          <p:nvSpPr>
            <p:cNvPr id="13881" name="Google Shape;13881;p77"/>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2" name="Google Shape;13882;p77"/>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3883" name="Google Shape;13883;p77"/>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4" name="Google Shape;13884;p77"/>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5" name="Google Shape;13885;p77"/>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121900" tIns="121900" rIns="121900" bIns="121900" anchor="ctr" anchorCtr="0">
              <a:noAutofit/>
            </a:bodyPr>
            <a:lstStyle/>
            <a:p>
              <a:endParaRPr sz="2400"/>
            </a:p>
          </p:txBody>
        </p:sp>
        <p:sp>
          <p:nvSpPr>
            <p:cNvPr id="13886" name="Google Shape;13886;p77"/>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121900" tIns="121900" rIns="121900" bIns="121900" anchor="ctr" anchorCtr="0">
              <a:noAutofit/>
            </a:bodyPr>
            <a:lstStyle/>
            <a:p>
              <a:endParaRPr sz="2400"/>
            </a:p>
          </p:txBody>
        </p:sp>
        <p:sp>
          <p:nvSpPr>
            <p:cNvPr id="13887" name="Google Shape;13887;p77"/>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8" name="Google Shape;13888;p77"/>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3889" name="Google Shape;13889;p77"/>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890" name="Google Shape;13890;p77"/>
          <p:cNvGrpSpPr/>
          <p:nvPr/>
        </p:nvGrpSpPr>
        <p:grpSpPr>
          <a:xfrm rot="5400000">
            <a:off x="7969868" y="4584116"/>
            <a:ext cx="218752" cy="1886555"/>
            <a:chOff x="4428249" y="1369375"/>
            <a:chExt cx="36905" cy="429569"/>
          </a:xfrm>
        </p:grpSpPr>
        <p:sp>
          <p:nvSpPr>
            <p:cNvPr id="13891" name="Google Shape;13891;p77"/>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2" name="Google Shape;13892;p77"/>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3" name="Google Shape;13893;p77"/>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4" name="Google Shape;13894;p77"/>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5" name="Google Shape;13895;p77"/>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6" name="Google Shape;13896;p77"/>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7" name="Google Shape;13897;p77"/>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8" name="Google Shape;13898;p77"/>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9" name="Google Shape;13899;p77"/>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0" name="Google Shape;13900;p77"/>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1" name="Google Shape;13901;p77"/>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2" name="Google Shape;13902;p77"/>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3" name="Google Shape;13903;p77"/>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4" name="Google Shape;13904;p77"/>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5" name="Google Shape;13905;p77"/>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6" name="Google Shape;13906;p77"/>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7" name="Google Shape;13907;p77"/>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8" name="Google Shape;13908;p77"/>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9" name="Google Shape;13909;p77"/>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0" name="Google Shape;13910;p77"/>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1" name="Google Shape;13911;p77"/>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2" name="Google Shape;13912;p77"/>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3" name="Google Shape;13913;p77"/>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4" name="Google Shape;13914;p77"/>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5" name="Google Shape;13915;p77"/>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6" name="Google Shape;13916;p77"/>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7" name="Google Shape;13917;p77"/>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8" name="Google Shape;13918;p77"/>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9" name="Google Shape;13919;p77"/>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20" name="Google Shape;13920;p77"/>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21" name="Google Shape;13921;p77"/>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22" name="Google Shape;13922;p77"/>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923" name="Google Shape;13923;p77"/>
          <p:cNvGrpSpPr/>
          <p:nvPr/>
        </p:nvGrpSpPr>
        <p:grpSpPr>
          <a:xfrm rot="10800000" flipH="1">
            <a:off x="7133107" y="4035507"/>
            <a:ext cx="1892276" cy="33077"/>
            <a:chOff x="219558" y="4738465"/>
            <a:chExt cx="5852400" cy="102300"/>
          </a:xfrm>
        </p:grpSpPr>
        <p:cxnSp>
          <p:nvCxnSpPr>
            <p:cNvPr id="13924" name="Google Shape;13924;p77"/>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13925" name="Google Shape;13925;p77"/>
            <p:cNvSpPr/>
            <p:nvPr/>
          </p:nvSpPr>
          <p:spPr>
            <a:xfrm>
              <a:off x="1200298"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6" name="Google Shape;13926;p77"/>
            <p:cNvSpPr/>
            <p:nvPr/>
          </p:nvSpPr>
          <p:spPr>
            <a:xfrm>
              <a:off x="2175146"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7" name="Google Shape;13927;p77"/>
            <p:cNvSpPr/>
            <p:nvPr/>
          </p:nvSpPr>
          <p:spPr>
            <a:xfrm>
              <a:off x="3040751"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8" name="Google Shape;13928;p77"/>
            <p:cNvSpPr/>
            <p:nvPr/>
          </p:nvSpPr>
          <p:spPr>
            <a:xfrm>
              <a:off x="4028157"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9" name="Google Shape;13929;p77"/>
            <p:cNvSpPr/>
            <p:nvPr/>
          </p:nvSpPr>
          <p:spPr>
            <a:xfrm>
              <a:off x="5040827"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3930" name="Google Shape;13930;p77"/>
          <p:cNvGrpSpPr/>
          <p:nvPr/>
        </p:nvGrpSpPr>
        <p:grpSpPr>
          <a:xfrm>
            <a:off x="7148198" y="4532925"/>
            <a:ext cx="1862093" cy="513355"/>
            <a:chOff x="5286284" y="2966544"/>
            <a:chExt cx="1396570" cy="385016"/>
          </a:xfrm>
        </p:grpSpPr>
        <p:cxnSp>
          <p:nvCxnSpPr>
            <p:cNvPr id="13931" name="Google Shape;13931;p77"/>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13932" name="Google Shape;13932;p77"/>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13933" name="Google Shape;13933;p77"/>
            <p:cNvGrpSpPr/>
            <p:nvPr/>
          </p:nvGrpSpPr>
          <p:grpSpPr>
            <a:xfrm>
              <a:off x="5287688" y="3173364"/>
              <a:ext cx="1395166" cy="74100"/>
              <a:chOff x="5287688" y="3173364"/>
              <a:chExt cx="1395166" cy="74100"/>
            </a:xfrm>
          </p:grpSpPr>
          <p:cxnSp>
            <p:nvCxnSpPr>
              <p:cNvPr id="13934" name="Google Shape;13934;p77"/>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13935" name="Google Shape;13935;p77"/>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13936" name="Google Shape;13936;p77"/>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37" name="Google Shape;13937;p77"/>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38" name="Google Shape;13938;p77"/>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39" name="Google Shape;13939;p77"/>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40" name="Google Shape;13940;p77"/>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41" name="Google Shape;13941;p77"/>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13942" name="Google Shape;13942;p77"/>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13943" name="Google Shape;13943;p77"/>
          <p:cNvGrpSpPr/>
          <p:nvPr/>
        </p:nvGrpSpPr>
        <p:grpSpPr>
          <a:xfrm>
            <a:off x="2729619" y="2424627"/>
            <a:ext cx="1576368" cy="882703"/>
            <a:chOff x="2029517" y="1732295"/>
            <a:chExt cx="1149068" cy="643432"/>
          </a:xfrm>
        </p:grpSpPr>
        <p:grpSp>
          <p:nvGrpSpPr>
            <p:cNvPr id="13944" name="Google Shape;13944;p77"/>
            <p:cNvGrpSpPr/>
            <p:nvPr/>
          </p:nvGrpSpPr>
          <p:grpSpPr>
            <a:xfrm>
              <a:off x="2708660" y="1746937"/>
              <a:ext cx="455427" cy="244429"/>
              <a:chOff x="2700693" y="1746937"/>
              <a:chExt cx="455427" cy="244429"/>
            </a:xfrm>
          </p:grpSpPr>
          <p:grpSp>
            <p:nvGrpSpPr>
              <p:cNvPr id="13945" name="Google Shape;13945;p77"/>
              <p:cNvGrpSpPr/>
              <p:nvPr/>
            </p:nvGrpSpPr>
            <p:grpSpPr>
              <a:xfrm>
                <a:off x="2905682" y="1782817"/>
                <a:ext cx="250438" cy="208549"/>
                <a:chOff x="2905682" y="1782817"/>
                <a:chExt cx="250438" cy="208549"/>
              </a:xfrm>
            </p:grpSpPr>
            <p:cxnSp>
              <p:nvCxnSpPr>
                <p:cNvPr id="13946" name="Google Shape;13946;p77"/>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47" name="Google Shape;13947;p77"/>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948" name="Google Shape;13948;p77"/>
              <p:cNvGrpSpPr/>
              <p:nvPr/>
            </p:nvGrpSpPr>
            <p:grpSpPr>
              <a:xfrm>
                <a:off x="2700693" y="1746937"/>
                <a:ext cx="449967" cy="72374"/>
                <a:chOff x="2700693" y="1746937"/>
                <a:chExt cx="449967" cy="72374"/>
              </a:xfrm>
            </p:grpSpPr>
            <p:cxnSp>
              <p:nvCxnSpPr>
                <p:cNvPr id="13949" name="Google Shape;13949;p77"/>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50" name="Google Shape;13950;p77"/>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951" name="Google Shape;13951;p77"/>
            <p:cNvGrpSpPr/>
            <p:nvPr/>
          </p:nvGrpSpPr>
          <p:grpSpPr>
            <a:xfrm>
              <a:off x="2029517" y="1732295"/>
              <a:ext cx="1149068" cy="643432"/>
              <a:chOff x="2029517" y="1732295"/>
              <a:chExt cx="1149068" cy="643432"/>
            </a:xfrm>
          </p:grpSpPr>
          <p:grpSp>
            <p:nvGrpSpPr>
              <p:cNvPr id="13952" name="Google Shape;13952;p77"/>
              <p:cNvGrpSpPr/>
              <p:nvPr/>
            </p:nvGrpSpPr>
            <p:grpSpPr>
              <a:xfrm>
                <a:off x="2703618" y="2103152"/>
                <a:ext cx="474966" cy="260017"/>
                <a:chOff x="2703618" y="2103152"/>
                <a:chExt cx="474966" cy="260017"/>
              </a:xfrm>
            </p:grpSpPr>
            <p:grpSp>
              <p:nvGrpSpPr>
                <p:cNvPr id="13953" name="Google Shape;13953;p77"/>
                <p:cNvGrpSpPr/>
                <p:nvPr/>
              </p:nvGrpSpPr>
              <p:grpSpPr>
                <a:xfrm>
                  <a:off x="2703618" y="2290640"/>
                  <a:ext cx="450291" cy="72529"/>
                  <a:chOff x="2703618" y="2290640"/>
                  <a:chExt cx="450291" cy="72529"/>
                </a:xfrm>
              </p:grpSpPr>
              <p:cxnSp>
                <p:nvCxnSpPr>
                  <p:cNvPr id="13954" name="Google Shape;13954;p77"/>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55" name="Google Shape;13955;p77"/>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956" name="Google Shape;13956;p77"/>
                <p:cNvGrpSpPr/>
                <p:nvPr/>
              </p:nvGrpSpPr>
              <p:grpSpPr>
                <a:xfrm>
                  <a:off x="2908607" y="2103152"/>
                  <a:ext cx="269977" cy="223538"/>
                  <a:chOff x="2908607" y="2103152"/>
                  <a:chExt cx="269977" cy="223538"/>
                </a:xfrm>
              </p:grpSpPr>
              <p:cxnSp>
                <p:nvCxnSpPr>
                  <p:cNvPr id="13957" name="Google Shape;13957;p77"/>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58" name="Google Shape;13958;p77"/>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959" name="Google Shape;13959;p77"/>
              <p:cNvGrpSpPr/>
              <p:nvPr/>
            </p:nvGrpSpPr>
            <p:grpSpPr>
              <a:xfrm>
                <a:off x="2029517" y="1732295"/>
                <a:ext cx="685827" cy="643432"/>
                <a:chOff x="2029517" y="1732295"/>
                <a:chExt cx="685827" cy="643432"/>
              </a:xfrm>
            </p:grpSpPr>
            <p:sp>
              <p:nvSpPr>
                <p:cNvPr id="13960" name="Google Shape;13960;p77"/>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961" name="Google Shape;13961;p77"/>
                <p:cNvGrpSpPr/>
                <p:nvPr/>
              </p:nvGrpSpPr>
              <p:grpSpPr>
                <a:xfrm>
                  <a:off x="2158948" y="1732295"/>
                  <a:ext cx="556396" cy="333108"/>
                  <a:chOff x="2158948" y="1732295"/>
                  <a:chExt cx="556396" cy="333108"/>
                </a:xfrm>
              </p:grpSpPr>
              <p:cxnSp>
                <p:nvCxnSpPr>
                  <p:cNvPr id="13962" name="Google Shape;13962;p77"/>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13963" name="Google Shape;13963;p77"/>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964" name="Google Shape;13964;p77"/>
                <p:cNvGrpSpPr/>
                <p:nvPr/>
              </p:nvGrpSpPr>
              <p:grpSpPr>
                <a:xfrm>
                  <a:off x="2159908" y="2065057"/>
                  <a:ext cx="550884" cy="310670"/>
                  <a:chOff x="2159908" y="2065057"/>
                  <a:chExt cx="550884" cy="310670"/>
                </a:xfrm>
              </p:grpSpPr>
              <p:cxnSp>
                <p:nvCxnSpPr>
                  <p:cNvPr id="13965" name="Google Shape;13965;p77"/>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13966" name="Google Shape;13966;p77"/>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grpSp>
      <p:grpSp>
        <p:nvGrpSpPr>
          <p:cNvPr id="13967" name="Google Shape;13967;p77"/>
          <p:cNvGrpSpPr/>
          <p:nvPr/>
        </p:nvGrpSpPr>
        <p:grpSpPr>
          <a:xfrm>
            <a:off x="976617" y="2354778"/>
            <a:ext cx="1283535" cy="1080077"/>
            <a:chOff x="732462" y="1766083"/>
            <a:chExt cx="962651" cy="810058"/>
          </a:xfrm>
        </p:grpSpPr>
        <p:grpSp>
          <p:nvGrpSpPr>
            <p:cNvPr id="13968" name="Google Shape;13968;p77"/>
            <p:cNvGrpSpPr/>
            <p:nvPr/>
          </p:nvGrpSpPr>
          <p:grpSpPr>
            <a:xfrm>
              <a:off x="732462" y="1908333"/>
              <a:ext cx="339369" cy="524756"/>
              <a:chOff x="844912" y="1819635"/>
              <a:chExt cx="329836" cy="510016"/>
            </a:xfrm>
          </p:grpSpPr>
          <p:sp>
            <p:nvSpPr>
              <p:cNvPr id="13969" name="Google Shape;13969;p77"/>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970" name="Google Shape;13970;p77"/>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71" name="Google Shape;13971;p77"/>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72" name="Google Shape;13972;p77"/>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73" name="Google Shape;13973;p77"/>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74" name="Google Shape;13974;p77"/>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grpSp>
          <p:nvGrpSpPr>
            <p:cNvPr id="13975" name="Google Shape;13975;p77"/>
            <p:cNvGrpSpPr/>
            <p:nvPr/>
          </p:nvGrpSpPr>
          <p:grpSpPr>
            <a:xfrm>
              <a:off x="1184858" y="2256650"/>
              <a:ext cx="510255" cy="319491"/>
              <a:chOff x="1284601" y="2158168"/>
              <a:chExt cx="495923" cy="310517"/>
            </a:xfrm>
          </p:grpSpPr>
          <p:sp>
            <p:nvSpPr>
              <p:cNvPr id="13976" name="Google Shape;13976;p77"/>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977" name="Google Shape;13977;p77"/>
              <p:cNvGrpSpPr/>
              <p:nvPr/>
            </p:nvGrpSpPr>
            <p:grpSpPr>
              <a:xfrm>
                <a:off x="1507666" y="2158168"/>
                <a:ext cx="272858" cy="310517"/>
                <a:chOff x="1507666" y="2158168"/>
                <a:chExt cx="272858" cy="310517"/>
              </a:xfrm>
            </p:grpSpPr>
            <p:grpSp>
              <p:nvGrpSpPr>
                <p:cNvPr id="13978" name="Google Shape;13978;p77"/>
                <p:cNvGrpSpPr/>
                <p:nvPr/>
              </p:nvGrpSpPr>
              <p:grpSpPr>
                <a:xfrm>
                  <a:off x="1507666" y="2176104"/>
                  <a:ext cx="166395" cy="273149"/>
                  <a:chOff x="1507666" y="2176104"/>
                  <a:chExt cx="166395" cy="273149"/>
                </a:xfrm>
              </p:grpSpPr>
              <p:sp>
                <p:nvSpPr>
                  <p:cNvPr id="13979" name="Google Shape;13979;p77"/>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0" name="Google Shape;13980;p77"/>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1" name="Google Shape;13981;p77"/>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2" name="Google Shape;13982;p77"/>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3" name="Google Shape;13983;p77"/>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84" name="Google Shape;13984;p77"/>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85" name="Google Shape;13985;p77"/>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sp>
              <p:nvSpPr>
                <p:cNvPr id="13986" name="Google Shape;13986;p77"/>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987" name="Google Shape;13987;p77"/>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988" name="Google Shape;13988;p77"/>
            <p:cNvGrpSpPr/>
            <p:nvPr/>
          </p:nvGrpSpPr>
          <p:grpSpPr>
            <a:xfrm>
              <a:off x="1184858" y="1766083"/>
              <a:ext cx="510255" cy="319491"/>
              <a:chOff x="1284601" y="1681380"/>
              <a:chExt cx="495923" cy="310517"/>
            </a:xfrm>
          </p:grpSpPr>
          <p:sp>
            <p:nvSpPr>
              <p:cNvPr id="13989" name="Google Shape;13989;p77"/>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990" name="Google Shape;13990;p77"/>
              <p:cNvGrpSpPr/>
              <p:nvPr/>
            </p:nvGrpSpPr>
            <p:grpSpPr>
              <a:xfrm>
                <a:off x="1507666" y="1681380"/>
                <a:ext cx="272858" cy="310517"/>
                <a:chOff x="1507666" y="1681380"/>
                <a:chExt cx="272858" cy="310517"/>
              </a:xfrm>
            </p:grpSpPr>
            <p:grpSp>
              <p:nvGrpSpPr>
                <p:cNvPr id="13991" name="Google Shape;13991;p77"/>
                <p:cNvGrpSpPr/>
                <p:nvPr/>
              </p:nvGrpSpPr>
              <p:grpSpPr>
                <a:xfrm>
                  <a:off x="1507666" y="1700120"/>
                  <a:ext cx="166395" cy="272984"/>
                  <a:chOff x="1507666" y="1700120"/>
                  <a:chExt cx="166395" cy="272984"/>
                </a:xfrm>
              </p:grpSpPr>
              <p:sp>
                <p:nvSpPr>
                  <p:cNvPr id="13992" name="Google Shape;13992;p77"/>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3" name="Google Shape;13993;p77"/>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4" name="Google Shape;13994;p77"/>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5" name="Google Shape;13995;p77"/>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6" name="Google Shape;13996;p77"/>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97" name="Google Shape;13997;p77"/>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98" name="Google Shape;13998;p77"/>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sp>
              <p:nvSpPr>
                <p:cNvPr id="13999" name="Google Shape;13999;p77"/>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0" name="Google Shape;14000;p77"/>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grpSp>
        <p:nvGrpSpPr>
          <p:cNvPr id="14001" name="Google Shape;14001;p77"/>
          <p:cNvGrpSpPr/>
          <p:nvPr/>
        </p:nvGrpSpPr>
        <p:grpSpPr>
          <a:xfrm>
            <a:off x="9121872" y="3378017"/>
            <a:ext cx="2163025" cy="736591"/>
            <a:chOff x="6894650" y="2574740"/>
            <a:chExt cx="1445100" cy="492111"/>
          </a:xfrm>
        </p:grpSpPr>
        <p:sp>
          <p:nvSpPr>
            <p:cNvPr id="14002" name="Google Shape;14002;p77"/>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3" name="Google Shape;14003;p77"/>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4" name="Google Shape;14004;p77"/>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5" name="Google Shape;14005;p77"/>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6" name="Google Shape;14006;p77"/>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007" name="Google Shape;14007;p77"/>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14008" name="Google Shape;14008;p77"/>
          <p:cNvGrpSpPr/>
          <p:nvPr/>
        </p:nvGrpSpPr>
        <p:grpSpPr>
          <a:xfrm>
            <a:off x="9147928" y="5210358"/>
            <a:ext cx="2110941" cy="634273"/>
            <a:chOff x="6953919" y="3907920"/>
            <a:chExt cx="1377300" cy="475705"/>
          </a:xfrm>
        </p:grpSpPr>
        <p:cxnSp>
          <p:nvCxnSpPr>
            <p:cNvPr id="14009" name="Google Shape;14009;p77"/>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14010" name="Google Shape;14010;p77"/>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14011" name="Google Shape;14011;p77"/>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14012" name="Google Shape;14012;p77"/>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14013" name="Google Shape;14013;p77"/>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grpSp>
        <p:nvGrpSpPr>
          <p:cNvPr id="14014" name="Google Shape;14014;p77"/>
          <p:cNvGrpSpPr/>
          <p:nvPr/>
        </p:nvGrpSpPr>
        <p:grpSpPr>
          <a:xfrm>
            <a:off x="3152712" y="3558551"/>
            <a:ext cx="1115048" cy="1099372"/>
            <a:chOff x="2389399" y="2595741"/>
            <a:chExt cx="812796" cy="801369"/>
          </a:xfrm>
        </p:grpSpPr>
        <p:grpSp>
          <p:nvGrpSpPr>
            <p:cNvPr id="14015" name="Google Shape;14015;p77"/>
            <p:cNvGrpSpPr/>
            <p:nvPr/>
          </p:nvGrpSpPr>
          <p:grpSpPr>
            <a:xfrm>
              <a:off x="2492145" y="2881565"/>
              <a:ext cx="607300" cy="229751"/>
              <a:chOff x="2492145" y="2881565"/>
              <a:chExt cx="607300" cy="229751"/>
            </a:xfrm>
          </p:grpSpPr>
          <p:sp>
            <p:nvSpPr>
              <p:cNvPr id="14016" name="Google Shape;14016;p77"/>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17" name="Google Shape;14017;p77"/>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121900" tIns="121900" rIns="121900" bIns="121900" anchor="ctr" anchorCtr="0">
                <a:noAutofit/>
              </a:bodyPr>
              <a:lstStyle/>
              <a:p>
                <a:endParaRPr sz="2400"/>
              </a:p>
            </p:txBody>
          </p:sp>
          <p:sp>
            <p:nvSpPr>
              <p:cNvPr id="14018" name="Google Shape;14018;p77"/>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121900" tIns="121900" rIns="121900" bIns="121900" anchor="ctr" anchorCtr="0">
                <a:noAutofit/>
              </a:bodyPr>
              <a:lstStyle/>
              <a:p>
                <a:endParaRPr sz="2400"/>
              </a:p>
            </p:txBody>
          </p:sp>
        </p:grpSp>
        <p:grpSp>
          <p:nvGrpSpPr>
            <p:cNvPr id="14019" name="Google Shape;14019;p77"/>
            <p:cNvGrpSpPr/>
            <p:nvPr/>
          </p:nvGrpSpPr>
          <p:grpSpPr>
            <a:xfrm>
              <a:off x="2389399" y="2595741"/>
              <a:ext cx="812796" cy="296825"/>
              <a:chOff x="2389399" y="2595741"/>
              <a:chExt cx="812796" cy="296825"/>
            </a:xfrm>
          </p:grpSpPr>
          <p:grpSp>
            <p:nvGrpSpPr>
              <p:cNvPr id="14020" name="Google Shape;14020;p77"/>
              <p:cNvGrpSpPr/>
              <p:nvPr/>
            </p:nvGrpSpPr>
            <p:grpSpPr>
              <a:xfrm>
                <a:off x="2389399" y="2595741"/>
                <a:ext cx="363638" cy="296825"/>
                <a:chOff x="2389399" y="2595741"/>
                <a:chExt cx="363638" cy="296825"/>
              </a:xfrm>
            </p:grpSpPr>
            <p:grpSp>
              <p:nvGrpSpPr>
                <p:cNvPr id="14021" name="Google Shape;14021;p77"/>
                <p:cNvGrpSpPr/>
                <p:nvPr/>
              </p:nvGrpSpPr>
              <p:grpSpPr>
                <a:xfrm>
                  <a:off x="2493852" y="2794333"/>
                  <a:ext cx="259185" cy="98232"/>
                  <a:chOff x="2493852" y="2794333"/>
                  <a:chExt cx="259185" cy="98232"/>
                </a:xfrm>
              </p:grpSpPr>
              <p:sp>
                <p:nvSpPr>
                  <p:cNvPr id="14022" name="Google Shape;14022;p77"/>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23" name="Google Shape;14023;p77"/>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24" name="Google Shape;14024;p77"/>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25" name="Google Shape;14025;p77"/>
                <p:cNvGrpSpPr/>
                <p:nvPr/>
              </p:nvGrpSpPr>
              <p:grpSpPr>
                <a:xfrm>
                  <a:off x="2389399" y="2595741"/>
                  <a:ext cx="224343" cy="182054"/>
                  <a:chOff x="2389399" y="2595741"/>
                  <a:chExt cx="224343" cy="182054"/>
                </a:xfrm>
              </p:grpSpPr>
              <p:sp>
                <p:nvSpPr>
                  <p:cNvPr id="14026" name="Google Shape;14026;p77"/>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27" name="Google Shape;14027;p77"/>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28" name="Google Shape;14028;p77"/>
              <p:cNvGrpSpPr/>
              <p:nvPr/>
            </p:nvGrpSpPr>
            <p:grpSpPr>
              <a:xfrm>
                <a:off x="2683630" y="2595741"/>
                <a:ext cx="224334" cy="296825"/>
                <a:chOff x="2683630" y="2595741"/>
                <a:chExt cx="224334" cy="296825"/>
              </a:xfrm>
            </p:grpSpPr>
            <p:grpSp>
              <p:nvGrpSpPr>
                <p:cNvPr id="14029" name="Google Shape;14029;p77"/>
                <p:cNvGrpSpPr/>
                <p:nvPr/>
              </p:nvGrpSpPr>
              <p:grpSpPr>
                <a:xfrm>
                  <a:off x="2788083" y="2794333"/>
                  <a:ext cx="15356" cy="98232"/>
                  <a:chOff x="2788083" y="2794333"/>
                  <a:chExt cx="15356" cy="98232"/>
                </a:xfrm>
              </p:grpSpPr>
              <p:sp>
                <p:nvSpPr>
                  <p:cNvPr id="14030" name="Google Shape;14030;p77"/>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31" name="Google Shape;14031;p77"/>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32" name="Google Shape;14032;p77"/>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33" name="Google Shape;14033;p77"/>
                <p:cNvGrpSpPr/>
                <p:nvPr/>
              </p:nvGrpSpPr>
              <p:grpSpPr>
                <a:xfrm>
                  <a:off x="2683630" y="2595741"/>
                  <a:ext cx="224334" cy="182054"/>
                  <a:chOff x="2683630" y="2595741"/>
                  <a:chExt cx="224334" cy="182054"/>
                </a:xfrm>
              </p:grpSpPr>
              <p:sp>
                <p:nvSpPr>
                  <p:cNvPr id="14034" name="Google Shape;14034;p77"/>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35" name="Google Shape;14035;p77"/>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36" name="Google Shape;14036;p77"/>
              <p:cNvGrpSpPr/>
              <p:nvPr/>
            </p:nvGrpSpPr>
            <p:grpSpPr>
              <a:xfrm>
                <a:off x="2838475" y="2595741"/>
                <a:ext cx="363719" cy="296825"/>
                <a:chOff x="2838475" y="2595741"/>
                <a:chExt cx="363719" cy="296825"/>
              </a:xfrm>
            </p:grpSpPr>
            <p:grpSp>
              <p:nvGrpSpPr>
                <p:cNvPr id="14037" name="Google Shape;14037;p77"/>
                <p:cNvGrpSpPr/>
                <p:nvPr/>
              </p:nvGrpSpPr>
              <p:grpSpPr>
                <a:xfrm>
                  <a:off x="2838475" y="2794333"/>
                  <a:ext cx="259185" cy="98232"/>
                  <a:chOff x="2838475" y="2794333"/>
                  <a:chExt cx="259185" cy="98232"/>
                </a:xfrm>
              </p:grpSpPr>
              <p:sp>
                <p:nvSpPr>
                  <p:cNvPr id="14038" name="Google Shape;14038;p77"/>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39" name="Google Shape;14039;p77"/>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40" name="Google Shape;14040;p77"/>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41" name="Google Shape;14041;p77"/>
                <p:cNvGrpSpPr/>
                <p:nvPr/>
              </p:nvGrpSpPr>
              <p:grpSpPr>
                <a:xfrm>
                  <a:off x="2977852" y="2595741"/>
                  <a:ext cx="224343" cy="182054"/>
                  <a:chOff x="2977852" y="2595741"/>
                  <a:chExt cx="224343" cy="182054"/>
                </a:xfrm>
              </p:grpSpPr>
              <p:sp>
                <p:nvSpPr>
                  <p:cNvPr id="14042" name="Google Shape;14042;p77"/>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43" name="Google Shape;14043;p77"/>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grpSp>
          <p:nvGrpSpPr>
            <p:cNvPr id="14044" name="Google Shape;14044;p77"/>
            <p:cNvGrpSpPr/>
            <p:nvPr/>
          </p:nvGrpSpPr>
          <p:grpSpPr>
            <a:xfrm>
              <a:off x="2389399" y="3100241"/>
              <a:ext cx="812796" cy="296869"/>
              <a:chOff x="2389399" y="3100241"/>
              <a:chExt cx="812796" cy="296869"/>
            </a:xfrm>
          </p:grpSpPr>
          <p:grpSp>
            <p:nvGrpSpPr>
              <p:cNvPr id="14045" name="Google Shape;14045;p77"/>
              <p:cNvGrpSpPr/>
              <p:nvPr/>
            </p:nvGrpSpPr>
            <p:grpSpPr>
              <a:xfrm>
                <a:off x="2683630" y="3100241"/>
                <a:ext cx="224334" cy="296869"/>
                <a:chOff x="2683630" y="3100241"/>
                <a:chExt cx="224334" cy="296869"/>
              </a:xfrm>
            </p:grpSpPr>
            <p:grpSp>
              <p:nvGrpSpPr>
                <p:cNvPr id="14046" name="Google Shape;14046;p77"/>
                <p:cNvGrpSpPr/>
                <p:nvPr/>
              </p:nvGrpSpPr>
              <p:grpSpPr>
                <a:xfrm>
                  <a:off x="2788083" y="3100241"/>
                  <a:ext cx="15356" cy="98237"/>
                  <a:chOff x="2788083" y="3100241"/>
                  <a:chExt cx="15356" cy="98237"/>
                </a:xfrm>
              </p:grpSpPr>
              <p:sp>
                <p:nvSpPr>
                  <p:cNvPr id="14047" name="Google Shape;14047;p77"/>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48" name="Google Shape;14048;p77"/>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49" name="Google Shape;14049;p77"/>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50" name="Google Shape;14050;p77"/>
                <p:cNvGrpSpPr/>
                <p:nvPr/>
              </p:nvGrpSpPr>
              <p:grpSpPr>
                <a:xfrm>
                  <a:off x="2683630" y="3215065"/>
                  <a:ext cx="224334" cy="182045"/>
                  <a:chOff x="2683630" y="3215065"/>
                  <a:chExt cx="224334" cy="182045"/>
                </a:xfrm>
              </p:grpSpPr>
              <p:sp>
                <p:nvSpPr>
                  <p:cNvPr id="14051" name="Google Shape;14051;p77"/>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52" name="Google Shape;14052;p77"/>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53" name="Google Shape;14053;p77"/>
              <p:cNvGrpSpPr/>
              <p:nvPr/>
            </p:nvGrpSpPr>
            <p:grpSpPr>
              <a:xfrm>
                <a:off x="2389399" y="3100241"/>
                <a:ext cx="363638" cy="296869"/>
                <a:chOff x="2389399" y="3100241"/>
                <a:chExt cx="363638" cy="296869"/>
              </a:xfrm>
            </p:grpSpPr>
            <p:grpSp>
              <p:nvGrpSpPr>
                <p:cNvPr id="14054" name="Google Shape;14054;p77"/>
                <p:cNvGrpSpPr/>
                <p:nvPr/>
              </p:nvGrpSpPr>
              <p:grpSpPr>
                <a:xfrm>
                  <a:off x="2493852" y="3100241"/>
                  <a:ext cx="259185" cy="98237"/>
                  <a:chOff x="2493852" y="3100241"/>
                  <a:chExt cx="259185" cy="98237"/>
                </a:xfrm>
              </p:grpSpPr>
              <p:sp>
                <p:nvSpPr>
                  <p:cNvPr id="14055" name="Google Shape;14055;p77"/>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56" name="Google Shape;14056;p77"/>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57" name="Google Shape;14057;p77"/>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58" name="Google Shape;14058;p77"/>
                <p:cNvGrpSpPr/>
                <p:nvPr/>
              </p:nvGrpSpPr>
              <p:grpSpPr>
                <a:xfrm>
                  <a:off x="2389399" y="3215065"/>
                  <a:ext cx="224343" cy="182045"/>
                  <a:chOff x="2389399" y="3215065"/>
                  <a:chExt cx="224343" cy="182045"/>
                </a:xfrm>
              </p:grpSpPr>
              <p:sp>
                <p:nvSpPr>
                  <p:cNvPr id="14059" name="Google Shape;14059;p77"/>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60" name="Google Shape;14060;p77"/>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61" name="Google Shape;14061;p77"/>
              <p:cNvGrpSpPr/>
              <p:nvPr/>
            </p:nvGrpSpPr>
            <p:grpSpPr>
              <a:xfrm>
                <a:off x="2838475" y="3100241"/>
                <a:ext cx="363719" cy="296869"/>
                <a:chOff x="2838475" y="3100241"/>
                <a:chExt cx="363719" cy="296869"/>
              </a:xfrm>
            </p:grpSpPr>
            <p:grpSp>
              <p:nvGrpSpPr>
                <p:cNvPr id="14062" name="Google Shape;14062;p77"/>
                <p:cNvGrpSpPr/>
                <p:nvPr/>
              </p:nvGrpSpPr>
              <p:grpSpPr>
                <a:xfrm>
                  <a:off x="2838475" y="3100241"/>
                  <a:ext cx="259185" cy="98237"/>
                  <a:chOff x="2838475" y="3100241"/>
                  <a:chExt cx="259185" cy="98237"/>
                </a:xfrm>
              </p:grpSpPr>
              <p:sp>
                <p:nvSpPr>
                  <p:cNvPr id="14063" name="Google Shape;14063;p77"/>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64" name="Google Shape;14064;p77"/>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65" name="Google Shape;14065;p77"/>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66" name="Google Shape;14066;p77"/>
                <p:cNvGrpSpPr/>
                <p:nvPr/>
              </p:nvGrpSpPr>
              <p:grpSpPr>
                <a:xfrm>
                  <a:off x="2977852" y="3215065"/>
                  <a:ext cx="224343" cy="182045"/>
                  <a:chOff x="2977852" y="3215065"/>
                  <a:chExt cx="224343" cy="182045"/>
                </a:xfrm>
              </p:grpSpPr>
              <p:sp>
                <p:nvSpPr>
                  <p:cNvPr id="14067" name="Google Shape;14067;p77"/>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68" name="Google Shape;14068;p77"/>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4072"/>
        <p:cNvGrpSpPr/>
        <p:nvPr/>
      </p:nvGrpSpPr>
      <p:grpSpPr>
        <a:xfrm>
          <a:off x="0" y="0"/>
          <a:ext cx="0" cy="0"/>
          <a:chOff x="0" y="0"/>
          <a:chExt cx="0" cy="0"/>
        </a:xfrm>
      </p:grpSpPr>
      <p:grpSp>
        <p:nvGrpSpPr>
          <p:cNvPr id="14073" name="Google Shape;14073;p78"/>
          <p:cNvGrpSpPr/>
          <p:nvPr/>
        </p:nvGrpSpPr>
        <p:grpSpPr>
          <a:xfrm>
            <a:off x="958500" y="4484384"/>
            <a:ext cx="3187219" cy="1366400"/>
            <a:chOff x="728925" y="3296613"/>
            <a:chExt cx="2390414" cy="1024800"/>
          </a:xfrm>
        </p:grpSpPr>
        <p:grpSp>
          <p:nvGrpSpPr>
            <p:cNvPr id="14074" name="Google Shape;14074;p78"/>
            <p:cNvGrpSpPr/>
            <p:nvPr/>
          </p:nvGrpSpPr>
          <p:grpSpPr>
            <a:xfrm>
              <a:off x="728925" y="3619800"/>
              <a:ext cx="2390414" cy="500893"/>
              <a:chOff x="728925" y="3619800"/>
              <a:chExt cx="2390414" cy="500893"/>
            </a:xfrm>
          </p:grpSpPr>
          <p:sp>
            <p:nvSpPr>
              <p:cNvPr id="14075" name="Google Shape;14075;p78"/>
              <p:cNvSpPr/>
              <p:nvPr/>
            </p:nvSpPr>
            <p:spPr>
              <a:xfrm>
                <a:off x="728925" y="3619800"/>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76" name="Google Shape;14076;p78"/>
              <p:cNvSpPr/>
              <p:nvPr/>
            </p:nvSpPr>
            <p:spPr>
              <a:xfrm>
                <a:off x="728939" y="3953593"/>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grpSp>
        <p:grpSp>
          <p:nvGrpSpPr>
            <p:cNvPr id="14077" name="Google Shape;14077;p78"/>
            <p:cNvGrpSpPr/>
            <p:nvPr/>
          </p:nvGrpSpPr>
          <p:grpSpPr>
            <a:xfrm>
              <a:off x="1348050" y="3296613"/>
              <a:ext cx="1706152" cy="1024800"/>
              <a:chOff x="1348050" y="3296613"/>
              <a:chExt cx="1706152" cy="1024800"/>
            </a:xfrm>
          </p:grpSpPr>
          <p:sp>
            <p:nvSpPr>
              <p:cNvPr id="14078" name="Google Shape;14078;p78"/>
              <p:cNvSpPr/>
              <p:nvPr/>
            </p:nvSpPr>
            <p:spPr>
              <a:xfrm>
                <a:off x="1348050"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79" name="Google Shape;14079;p78"/>
              <p:cNvSpPr/>
              <p:nvPr/>
            </p:nvSpPr>
            <p:spPr>
              <a:xfrm>
                <a:off x="168708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80" name="Google Shape;14080;p78"/>
              <p:cNvSpPr/>
              <p:nvPr/>
            </p:nvSpPr>
            <p:spPr>
              <a:xfrm>
                <a:off x="2040389"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81" name="Google Shape;14081;p78"/>
              <p:cNvSpPr/>
              <p:nvPr/>
            </p:nvSpPr>
            <p:spPr>
              <a:xfrm>
                <a:off x="2393695"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82" name="Google Shape;14082;p78"/>
              <p:cNvSpPr/>
              <p:nvPr/>
            </p:nvSpPr>
            <p:spPr>
              <a:xfrm>
                <a:off x="274700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grpSp>
        <p:grpSp>
          <p:nvGrpSpPr>
            <p:cNvPr id="14083" name="Google Shape;14083;p78"/>
            <p:cNvGrpSpPr/>
            <p:nvPr/>
          </p:nvGrpSpPr>
          <p:grpSpPr>
            <a:xfrm>
              <a:off x="1455707" y="3654858"/>
              <a:ext cx="1491150" cy="417657"/>
              <a:chOff x="1455707" y="3654858"/>
              <a:chExt cx="1491150" cy="417657"/>
            </a:xfrm>
          </p:grpSpPr>
          <p:sp>
            <p:nvSpPr>
              <p:cNvPr id="14084" name="Google Shape;14084;p78"/>
              <p:cNvSpPr/>
              <p:nvPr/>
            </p:nvSpPr>
            <p:spPr>
              <a:xfrm>
                <a:off x="1472938"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5" name="Google Shape;14085;p78"/>
              <p:cNvSpPr/>
              <p:nvPr/>
            </p:nvSpPr>
            <p:spPr>
              <a:xfrm>
                <a:off x="1490853"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6" name="Google Shape;14086;p78"/>
              <p:cNvSpPr/>
              <p:nvPr/>
            </p:nvSpPr>
            <p:spPr>
              <a:xfrm>
                <a:off x="181918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7" name="Google Shape;14087;p78"/>
              <p:cNvSpPr/>
              <p:nvPr/>
            </p:nvSpPr>
            <p:spPr>
              <a:xfrm>
                <a:off x="183709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8" name="Google Shape;14088;p78"/>
              <p:cNvSpPr/>
              <p:nvPr/>
            </p:nvSpPr>
            <p:spPr>
              <a:xfrm>
                <a:off x="1478676" y="40082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9" name="Google Shape;14089;p78"/>
              <p:cNvSpPr/>
              <p:nvPr/>
            </p:nvSpPr>
            <p:spPr>
              <a:xfrm>
                <a:off x="1455707" y="40079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0" name="Google Shape;14090;p78"/>
              <p:cNvSpPr/>
              <p:nvPr/>
            </p:nvSpPr>
            <p:spPr>
              <a:xfrm>
                <a:off x="184157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1" name="Google Shape;14091;p78"/>
              <p:cNvSpPr/>
              <p:nvPr/>
            </p:nvSpPr>
            <p:spPr>
              <a:xfrm>
                <a:off x="181861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2" name="Google Shape;14092;p78"/>
              <p:cNvSpPr/>
              <p:nvPr/>
            </p:nvSpPr>
            <p:spPr>
              <a:xfrm>
                <a:off x="217249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3" name="Google Shape;14093;p78"/>
              <p:cNvSpPr/>
              <p:nvPr/>
            </p:nvSpPr>
            <p:spPr>
              <a:xfrm>
                <a:off x="219040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4" name="Google Shape;14094;p78"/>
              <p:cNvSpPr/>
              <p:nvPr/>
            </p:nvSpPr>
            <p:spPr>
              <a:xfrm>
                <a:off x="219488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5" name="Google Shape;14095;p78"/>
              <p:cNvSpPr/>
              <p:nvPr/>
            </p:nvSpPr>
            <p:spPr>
              <a:xfrm>
                <a:off x="217192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6" name="Google Shape;14096;p78"/>
              <p:cNvSpPr/>
              <p:nvPr/>
            </p:nvSpPr>
            <p:spPr>
              <a:xfrm>
                <a:off x="2874730"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7" name="Google Shape;14097;p78"/>
              <p:cNvSpPr/>
              <p:nvPr/>
            </p:nvSpPr>
            <p:spPr>
              <a:xfrm>
                <a:off x="2892645"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8" name="Google Shape;14098;p78"/>
              <p:cNvSpPr/>
              <p:nvPr/>
            </p:nvSpPr>
            <p:spPr>
              <a:xfrm>
                <a:off x="2901559" y="40055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9" name="Google Shape;14099;p78"/>
              <p:cNvSpPr/>
              <p:nvPr/>
            </p:nvSpPr>
            <p:spPr>
              <a:xfrm>
                <a:off x="2878589" y="40052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0" name="Google Shape;14100;p78"/>
              <p:cNvSpPr/>
              <p:nvPr/>
            </p:nvSpPr>
            <p:spPr>
              <a:xfrm>
                <a:off x="2525796"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1" name="Google Shape;14101;p78"/>
              <p:cNvSpPr/>
              <p:nvPr/>
            </p:nvSpPr>
            <p:spPr>
              <a:xfrm>
                <a:off x="2543711"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2" name="Google Shape;14102;p78"/>
              <p:cNvSpPr/>
              <p:nvPr/>
            </p:nvSpPr>
            <p:spPr>
              <a:xfrm>
                <a:off x="2548194"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3" name="Google Shape;14103;p78"/>
              <p:cNvSpPr/>
              <p:nvPr/>
            </p:nvSpPr>
            <p:spPr>
              <a:xfrm>
                <a:off x="2525225"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aphicFrame>
        <p:nvGraphicFramePr>
          <p:cNvPr id="14104" name="Google Shape;14104;p78"/>
          <p:cNvGraphicFramePr/>
          <p:nvPr/>
        </p:nvGraphicFramePr>
        <p:xfrm>
          <a:off x="7939433" y="3148267"/>
          <a:ext cx="3338800" cy="1158132"/>
        </p:xfrm>
        <a:graphic>
          <a:graphicData uri="http://schemas.openxmlformats.org/drawingml/2006/table">
            <a:tbl>
              <a:tblPr>
                <a:noFill/>
              </a:tblPr>
              <a:tblGrid>
                <a:gridCol w="834700">
                  <a:extLst>
                    <a:ext uri="{9D8B030D-6E8A-4147-A177-3AD203B41FA5}">
                      <a16:colId xmlns:a16="http://schemas.microsoft.com/office/drawing/2014/main" val="20000"/>
                    </a:ext>
                  </a:extLst>
                </a:gridCol>
                <a:gridCol w="834700">
                  <a:extLst>
                    <a:ext uri="{9D8B030D-6E8A-4147-A177-3AD203B41FA5}">
                      <a16:colId xmlns:a16="http://schemas.microsoft.com/office/drawing/2014/main" val="20001"/>
                    </a:ext>
                  </a:extLst>
                </a:gridCol>
                <a:gridCol w="834700">
                  <a:extLst>
                    <a:ext uri="{9D8B030D-6E8A-4147-A177-3AD203B41FA5}">
                      <a16:colId xmlns:a16="http://schemas.microsoft.com/office/drawing/2014/main" val="20002"/>
                    </a:ext>
                  </a:extLst>
                </a:gridCol>
                <a:gridCol w="834700">
                  <a:extLst>
                    <a:ext uri="{9D8B030D-6E8A-4147-A177-3AD203B41FA5}">
                      <a16:colId xmlns:a16="http://schemas.microsoft.com/office/drawing/2014/main" val="20003"/>
                    </a:ext>
                  </a:extLst>
                </a:gridCol>
              </a:tblGrid>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300" b="1" dirty="0">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dirty="0">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14105" name="Google Shape;14105;p78"/>
          <p:cNvGrpSpPr/>
          <p:nvPr/>
        </p:nvGrpSpPr>
        <p:grpSpPr>
          <a:xfrm>
            <a:off x="969669" y="1585285"/>
            <a:ext cx="3195340" cy="1302003"/>
            <a:chOff x="749309" y="1112739"/>
            <a:chExt cx="2371603" cy="976502"/>
          </a:xfrm>
        </p:grpSpPr>
        <p:grpSp>
          <p:nvGrpSpPr>
            <p:cNvPr id="14106" name="Google Shape;14106;p78"/>
            <p:cNvGrpSpPr/>
            <p:nvPr/>
          </p:nvGrpSpPr>
          <p:grpSpPr>
            <a:xfrm>
              <a:off x="1092126" y="1112739"/>
              <a:ext cx="2028786" cy="975464"/>
              <a:chOff x="1092126" y="1112739"/>
              <a:chExt cx="2028786" cy="975464"/>
            </a:xfrm>
          </p:grpSpPr>
          <p:sp>
            <p:nvSpPr>
              <p:cNvPr id="14107" name="Google Shape;14107;p78"/>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08" name="Google Shape;14108;p78"/>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09" name="Google Shape;14109;p78"/>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0" name="Google Shape;14110;p78"/>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1" name="Google Shape;14111;p78"/>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2" name="Google Shape;14112;p78"/>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3" name="Google Shape;14113;p78"/>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4" name="Google Shape;14114;p78"/>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5" name="Google Shape;14115;p78"/>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6" name="Google Shape;14116;p78"/>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7" name="Google Shape;14117;p78"/>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8" name="Google Shape;14118;p78"/>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9" name="Google Shape;14119;p78"/>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0" name="Google Shape;14120;p78"/>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1" name="Google Shape;14121;p78"/>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2" name="Google Shape;14122;p78"/>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3" name="Google Shape;14123;p78"/>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4" name="Google Shape;14124;p78"/>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5" name="Google Shape;14125;p78"/>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6" name="Google Shape;14126;p78"/>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7" name="Google Shape;14127;p78"/>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8" name="Google Shape;14128;p78"/>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9" name="Google Shape;14129;p78"/>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0" name="Google Shape;14130;p78"/>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31" name="Google Shape;14131;p78"/>
            <p:cNvGrpSpPr/>
            <p:nvPr/>
          </p:nvGrpSpPr>
          <p:grpSpPr>
            <a:xfrm>
              <a:off x="749309" y="1112739"/>
              <a:ext cx="314700" cy="975464"/>
              <a:chOff x="749309" y="1112739"/>
              <a:chExt cx="314700" cy="975464"/>
            </a:xfrm>
          </p:grpSpPr>
          <p:sp>
            <p:nvSpPr>
              <p:cNvPr id="14132" name="Google Shape;14132;p78"/>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3" name="Google Shape;14133;p78"/>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4" name="Google Shape;14134;p78"/>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5" name="Google Shape;14135;p78"/>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136" name="Google Shape;14136;p78"/>
            <p:cNvSpPr/>
            <p:nvPr/>
          </p:nvSpPr>
          <p:spPr>
            <a:xfrm>
              <a:off x="1434877" y="1258345"/>
              <a:ext cx="16857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sp>
          <p:nvSpPr>
            <p:cNvPr id="14137" name="Google Shape;14137;p78"/>
            <p:cNvSpPr/>
            <p:nvPr/>
          </p:nvSpPr>
          <p:spPr>
            <a:xfrm>
              <a:off x="1777683" y="2010641"/>
              <a:ext cx="10002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sp>
          <p:nvSpPr>
            <p:cNvPr id="14138" name="Google Shape;14138;p78"/>
            <p:cNvSpPr/>
            <p:nvPr/>
          </p:nvSpPr>
          <p:spPr>
            <a:xfrm>
              <a:off x="1092070" y="1759876"/>
              <a:ext cx="6576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sp>
          <p:nvSpPr>
            <p:cNvPr id="14139" name="Google Shape;14139;p78"/>
            <p:cNvSpPr/>
            <p:nvPr/>
          </p:nvSpPr>
          <p:spPr>
            <a:xfrm>
              <a:off x="2463277" y="1759876"/>
              <a:ext cx="6576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grpSp>
      <p:graphicFrame>
        <p:nvGraphicFramePr>
          <p:cNvPr id="14140" name="Google Shape;14140;p78"/>
          <p:cNvGraphicFramePr/>
          <p:nvPr/>
        </p:nvGraphicFramePr>
        <p:xfrm>
          <a:off x="7939467" y="1585267"/>
          <a:ext cx="3338800" cy="1302000"/>
        </p:xfrm>
        <a:graphic>
          <a:graphicData uri="http://schemas.openxmlformats.org/drawingml/2006/table">
            <a:tbl>
              <a:tblPr>
                <a:noFill/>
              </a:tblPr>
              <a:tblGrid>
                <a:gridCol w="834700">
                  <a:extLst>
                    <a:ext uri="{9D8B030D-6E8A-4147-A177-3AD203B41FA5}">
                      <a16:colId xmlns:a16="http://schemas.microsoft.com/office/drawing/2014/main" val="20000"/>
                    </a:ext>
                  </a:extLst>
                </a:gridCol>
                <a:gridCol w="834700">
                  <a:extLst>
                    <a:ext uri="{9D8B030D-6E8A-4147-A177-3AD203B41FA5}">
                      <a16:colId xmlns:a16="http://schemas.microsoft.com/office/drawing/2014/main" val="20001"/>
                    </a:ext>
                  </a:extLst>
                </a:gridCol>
                <a:gridCol w="834700">
                  <a:extLst>
                    <a:ext uri="{9D8B030D-6E8A-4147-A177-3AD203B41FA5}">
                      <a16:colId xmlns:a16="http://schemas.microsoft.com/office/drawing/2014/main" val="20002"/>
                    </a:ext>
                  </a:extLst>
                </a:gridCol>
                <a:gridCol w="834700">
                  <a:extLst>
                    <a:ext uri="{9D8B030D-6E8A-4147-A177-3AD203B41FA5}">
                      <a16:colId xmlns:a16="http://schemas.microsoft.com/office/drawing/2014/main" val="20003"/>
                    </a:ext>
                  </a:extLst>
                </a:gridCol>
              </a:tblGrid>
              <a:tr h="434000">
                <a:tc>
                  <a:txBody>
                    <a:bodyPr/>
                    <a:lstStyle/>
                    <a:p>
                      <a:pPr marL="0" lvl="0" indent="0" algn="l" rtl="0">
                        <a:spcBef>
                          <a:spcPts val="0"/>
                        </a:spcBef>
                        <a:spcAft>
                          <a:spcPts val="0"/>
                        </a:spcAft>
                        <a:buNone/>
                      </a:pPr>
                      <a:endParaRPr sz="300"/>
                    </a:p>
                  </a:txBody>
                  <a:tcPr marL="121900" marR="121900" marT="121900" marB="121900">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434000">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434000">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14141" name="Google Shape;14141;p78"/>
          <p:cNvGraphicFramePr/>
          <p:nvPr/>
        </p:nvGraphicFramePr>
        <p:xfrm>
          <a:off x="4500617" y="3148267"/>
          <a:ext cx="3151200" cy="1158099"/>
        </p:xfrm>
        <a:graphic>
          <a:graphicData uri="http://schemas.openxmlformats.org/drawingml/2006/table">
            <a:tbl>
              <a:tblPr>
                <a:noFill/>
              </a:tblPr>
              <a:tblGrid>
                <a:gridCol w="787800">
                  <a:extLst>
                    <a:ext uri="{9D8B030D-6E8A-4147-A177-3AD203B41FA5}">
                      <a16:colId xmlns:a16="http://schemas.microsoft.com/office/drawing/2014/main" val="20000"/>
                    </a:ext>
                  </a:extLst>
                </a:gridCol>
                <a:gridCol w="787800">
                  <a:extLst>
                    <a:ext uri="{9D8B030D-6E8A-4147-A177-3AD203B41FA5}">
                      <a16:colId xmlns:a16="http://schemas.microsoft.com/office/drawing/2014/main" val="20001"/>
                    </a:ext>
                  </a:extLst>
                </a:gridCol>
                <a:gridCol w="787800">
                  <a:extLst>
                    <a:ext uri="{9D8B030D-6E8A-4147-A177-3AD203B41FA5}">
                      <a16:colId xmlns:a16="http://schemas.microsoft.com/office/drawing/2014/main" val="20002"/>
                    </a:ext>
                  </a:extLst>
                </a:gridCol>
                <a:gridCol w="787800">
                  <a:extLst>
                    <a:ext uri="{9D8B030D-6E8A-4147-A177-3AD203B41FA5}">
                      <a16:colId xmlns:a16="http://schemas.microsoft.com/office/drawing/2014/main" val="20003"/>
                    </a:ext>
                  </a:extLst>
                </a:gridCol>
              </a:tblGrid>
              <a:tr h="386033">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86033">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86033">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14142" name="Google Shape;14142;p78"/>
          <p:cNvGrpSpPr/>
          <p:nvPr/>
        </p:nvGrpSpPr>
        <p:grpSpPr>
          <a:xfrm>
            <a:off x="4503266" y="4469547"/>
            <a:ext cx="3151169" cy="1396083"/>
            <a:chOff x="3358399" y="3285485"/>
            <a:chExt cx="2363377" cy="1047062"/>
          </a:xfrm>
        </p:grpSpPr>
        <p:grpSp>
          <p:nvGrpSpPr>
            <p:cNvPr id="14143" name="Google Shape;14143;p78"/>
            <p:cNvGrpSpPr/>
            <p:nvPr/>
          </p:nvGrpSpPr>
          <p:grpSpPr>
            <a:xfrm>
              <a:off x="3358412" y="3285485"/>
              <a:ext cx="2363244" cy="139500"/>
              <a:chOff x="3358412" y="3285485"/>
              <a:chExt cx="2363244" cy="139500"/>
            </a:xfrm>
          </p:grpSpPr>
          <p:sp>
            <p:nvSpPr>
              <p:cNvPr id="14144" name="Google Shape;14144;p78"/>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5" name="Google Shape;14145;p78"/>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6" name="Google Shape;14146;p78"/>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7" name="Google Shape;14147;p78"/>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8" name="Google Shape;14148;p78"/>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49" name="Google Shape;14149;p78"/>
            <p:cNvGrpSpPr/>
            <p:nvPr/>
          </p:nvGrpSpPr>
          <p:grpSpPr>
            <a:xfrm>
              <a:off x="3358412" y="3466996"/>
              <a:ext cx="2363244" cy="139500"/>
              <a:chOff x="3358412" y="3466996"/>
              <a:chExt cx="2363244" cy="139500"/>
            </a:xfrm>
          </p:grpSpPr>
          <p:sp>
            <p:nvSpPr>
              <p:cNvPr id="14150" name="Google Shape;14150;p78"/>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1" name="Google Shape;14151;p78"/>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2" name="Google Shape;14152;p78"/>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3" name="Google Shape;14153;p78"/>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4" name="Google Shape;14154;p78"/>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55" name="Google Shape;14155;p78"/>
            <p:cNvGrpSpPr/>
            <p:nvPr/>
          </p:nvGrpSpPr>
          <p:grpSpPr>
            <a:xfrm>
              <a:off x="3358412" y="3648507"/>
              <a:ext cx="2363244" cy="139500"/>
              <a:chOff x="3358412" y="3648507"/>
              <a:chExt cx="2363244" cy="139500"/>
            </a:xfrm>
          </p:grpSpPr>
          <p:sp>
            <p:nvSpPr>
              <p:cNvPr id="14156" name="Google Shape;14156;p78"/>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7" name="Google Shape;14157;p78"/>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8" name="Google Shape;14158;p78"/>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9" name="Google Shape;14159;p78"/>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0" name="Google Shape;14160;p78"/>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61" name="Google Shape;14161;p78"/>
            <p:cNvGrpSpPr/>
            <p:nvPr/>
          </p:nvGrpSpPr>
          <p:grpSpPr>
            <a:xfrm>
              <a:off x="3358412" y="3830018"/>
              <a:ext cx="2363244" cy="139500"/>
              <a:chOff x="3358412" y="3830018"/>
              <a:chExt cx="2363244" cy="139500"/>
            </a:xfrm>
          </p:grpSpPr>
          <p:sp>
            <p:nvSpPr>
              <p:cNvPr id="14162" name="Google Shape;14162;p78"/>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3" name="Google Shape;14163;p78"/>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4" name="Google Shape;14164;p78"/>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5" name="Google Shape;14165;p78"/>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6" name="Google Shape;14166;p78"/>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67" name="Google Shape;14167;p78"/>
            <p:cNvGrpSpPr/>
            <p:nvPr/>
          </p:nvGrpSpPr>
          <p:grpSpPr>
            <a:xfrm>
              <a:off x="3358399" y="4011514"/>
              <a:ext cx="2363377" cy="139537"/>
              <a:chOff x="3294800" y="4134603"/>
              <a:chExt cx="2638876" cy="152400"/>
            </a:xfrm>
          </p:grpSpPr>
          <p:sp>
            <p:nvSpPr>
              <p:cNvPr id="14168" name="Google Shape;14168;p78"/>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9" name="Google Shape;14169;p78"/>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0" name="Google Shape;14170;p78"/>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1" name="Google Shape;14171;p78"/>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2" name="Google Shape;14172;p78"/>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73" name="Google Shape;14173;p78"/>
            <p:cNvGrpSpPr/>
            <p:nvPr/>
          </p:nvGrpSpPr>
          <p:grpSpPr>
            <a:xfrm>
              <a:off x="3358399" y="4193010"/>
              <a:ext cx="2363377" cy="139537"/>
              <a:chOff x="3294800" y="4134603"/>
              <a:chExt cx="2638876" cy="152400"/>
            </a:xfrm>
          </p:grpSpPr>
          <p:sp>
            <p:nvSpPr>
              <p:cNvPr id="14174" name="Google Shape;14174;p78"/>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5" name="Google Shape;14175;p78"/>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6" name="Google Shape;14176;p78"/>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7" name="Google Shape;14177;p78"/>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8" name="Google Shape;14178;p78"/>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aphicFrame>
        <p:nvGraphicFramePr>
          <p:cNvPr id="14179" name="Google Shape;14179;p78"/>
          <p:cNvGraphicFramePr/>
          <p:nvPr/>
        </p:nvGraphicFramePr>
        <p:xfrm>
          <a:off x="971000" y="3148267"/>
          <a:ext cx="3159732" cy="1185801"/>
        </p:xfrm>
        <a:graphic>
          <a:graphicData uri="http://schemas.openxmlformats.org/drawingml/2006/table">
            <a:tbl>
              <a:tblPr>
                <a:noFill/>
              </a:tblPr>
              <a:tblGrid>
                <a:gridCol w="789933">
                  <a:extLst>
                    <a:ext uri="{9D8B030D-6E8A-4147-A177-3AD203B41FA5}">
                      <a16:colId xmlns:a16="http://schemas.microsoft.com/office/drawing/2014/main" val="20000"/>
                    </a:ext>
                  </a:extLst>
                </a:gridCol>
                <a:gridCol w="789933">
                  <a:extLst>
                    <a:ext uri="{9D8B030D-6E8A-4147-A177-3AD203B41FA5}">
                      <a16:colId xmlns:a16="http://schemas.microsoft.com/office/drawing/2014/main" val="20001"/>
                    </a:ext>
                  </a:extLst>
                </a:gridCol>
                <a:gridCol w="789933">
                  <a:extLst>
                    <a:ext uri="{9D8B030D-6E8A-4147-A177-3AD203B41FA5}">
                      <a16:colId xmlns:a16="http://schemas.microsoft.com/office/drawing/2014/main" val="20002"/>
                    </a:ext>
                  </a:extLst>
                </a:gridCol>
                <a:gridCol w="789933">
                  <a:extLst>
                    <a:ext uri="{9D8B030D-6E8A-4147-A177-3AD203B41FA5}">
                      <a16:colId xmlns:a16="http://schemas.microsoft.com/office/drawing/2014/main" val="20003"/>
                    </a:ext>
                  </a:extLst>
                </a:gridCol>
              </a:tblGrid>
              <a:tr h="395267">
                <a:tc>
                  <a:txBody>
                    <a:bodyPr/>
                    <a:lstStyle/>
                    <a:p>
                      <a:pPr marL="0" lvl="0" indent="0" algn="l" rtl="0">
                        <a:spcBef>
                          <a:spcPts val="0"/>
                        </a:spcBef>
                        <a:spcAft>
                          <a:spcPts val="0"/>
                        </a:spcAft>
                        <a:buNone/>
                      </a:pPr>
                      <a:endParaRPr sz="300"/>
                    </a:p>
                  </a:txBody>
                  <a:tcPr marL="121900" marR="121900" marT="121900" marB="121900">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395267">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95267">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14180" name="Google Shape;14180;p78"/>
          <p:cNvGrpSpPr/>
          <p:nvPr/>
        </p:nvGrpSpPr>
        <p:grpSpPr>
          <a:xfrm>
            <a:off x="5570559" y="3686686"/>
            <a:ext cx="1736127" cy="81279"/>
            <a:chOff x="3558802" y="4011427"/>
            <a:chExt cx="1866000" cy="111300"/>
          </a:xfrm>
        </p:grpSpPr>
        <p:sp>
          <p:nvSpPr>
            <p:cNvPr id="14181" name="Google Shape;14181;p78"/>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82" name="Google Shape;14182;p78"/>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183" name="Google Shape;14183;p78"/>
          <p:cNvGrpSpPr/>
          <p:nvPr/>
        </p:nvGrpSpPr>
        <p:grpSpPr>
          <a:xfrm>
            <a:off x="6297876" y="4062899"/>
            <a:ext cx="1219120" cy="81279"/>
            <a:chOff x="3558802" y="4011427"/>
            <a:chExt cx="1866000" cy="111300"/>
          </a:xfrm>
        </p:grpSpPr>
        <p:sp>
          <p:nvSpPr>
            <p:cNvPr id="14184" name="Google Shape;14184;p78"/>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85" name="Google Shape;14185;p78"/>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186" name="Google Shape;14186;p78"/>
          <p:cNvGrpSpPr/>
          <p:nvPr/>
        </p:nvGrpSpPr>
        <p:grpSpPr>
          <a:xfrm>
            <a:off x="7902566" y="4508929"/>
            <a:ext cx="3359767" cy="1335272"/>
            <a:chOff x="1906114" y="789980"/>
            <a:chExt cx="1487676" cy="606868"/>
          </a:xfrm>
        </p:grpSpPr>
        <p:cxnSp>
          <p:nvCxnSpPr>
            <p:cNvPr id="14187" name="Google Shape;14187;p78"/>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14188" name="Google Shape;14188;p78"/>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14189" name="Google Shape;14189;p78"/>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14190" name="Google Shape;14190;p78"/>
            <p:cNvSpPr txBox="1"/>
            <p:nvPr/>
          </p:nvSpPr>
          <p:spPr>
            <a:xfrm flipH="1">
              <a:off x="2109710" y="789981"/>
              <a:ext cx="2811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JANUARY</a:t>
              </a:r>
              <a:endParaRPr sz="400">
                <a:solidFill>
                  <a:srgbClr val="E3E9ED"/>
                </a:solidFill>
              </a:endParaRPr>
            </a:p>
          </p:txBody>
        </p:sp>
        <p:sp>
          <p:nvSpPr>
            <p:cNvPr id="14191" name="Google Shape;14191;p78"/>
            <p:cNvSpPr txBox="1"/>
            <p:nvPr/>
          </p:nvSpPr>
          <p:spPr>
            <a:xfrm flipH="1">
              <a:off x="2434275" y="789980"/>
              <a:ext cx="2892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FEBRUARY</a:t>
              </a:r>
              <a:endParaRPr sz="400">
                <a:solidFill>
                  <a:srgbClr val="E3E9ED"/>
                </a:solidFill>
              </a:endParaRPr>
            </a:p>
          </p:txBody>
        </p:sp>
        <p:sp>
          <p:nvSpPr>
            <p:cNvPr id="14192" name="Google Shape;14192;p78"/>
            <p:cNvSpPr txBox="1"/>
            <p:nvPr/>
          </p:nvSpPr>
          <p:spPr>
            <a:xfrm flipH="1">
              <a:off x="2781049" y="789981"/>
              <a:ext cx="2811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MARCH</a:t>
              </a:r>
              <a:endParaRPr sz="400">
                <a:solidFill>
                  <a:srgbClr val="E3E9ED"/>
                </a:solidFill>
              </a:endParaRPr>
            </a:p>
          </p:txBody>
        </p:sp>
        <p:sp>
          <p:nvSpPr>
            <p:cNvPr id="14193" name="Google Shape;14193;p78"/>
            <p:cNvSpPr txBox="1"/>
            <p:nvPr/>
          </p:nvSpPr>
          <p:spPr>
            <a:xfrm flipH="1">
              <a:off x="3112690" y="789981"/>
              <a:ext cx="2811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APRIL</a:t>
              </a:r>
              <a:endParaRPr sz="400">
                <a:solidFill>
                  <a:srgbClr val="E3E9ED"/>
                </a:solidFill>
              </a:endParaRPr>
            </a:p>
          </p:txBody>
        </p:sp>
        <p:sp>
          <p:nvSpPr>
            <p:cNvPr id="14194" name="Google Shape;14194;p78"/>
            <p:cNvSpPr/>
            <p:nvPr/>
          </p:nvSpPr>
          <p:spPr>
            <a:xfrm>
              <a:off x="2105681" y="964326"/>
              <a:ext cx="289200" cy="42600"/>
            </a:xfrm>
            <a:prstGeom prst="rect">
              <a:avLst/>
            </a:prstGeom>
            <a:solidFill>
              <a:srgbClr val="869FB2"/>
            </a:solidFill>
            <a:ln>
              <a:noFill/>
            </a:ln>
          </p:spPr>
          <p:txBody>
            <a:bodyPr spcFirstLastPara="1" wrap="square" lIns="121900" tIns="121900" rIns="121900" bIns="121900" anchor="ctr" anchorCtr="0">
              <a:noAutofit/>
            </a:bodyPr>
            <a:lstStyle/>
            <a:p>
              <a:endParaRPr sz="2400"/>
            </a:p>
          </p:txBody>
        </p:sp>
        <p:sp>
          <p:nvSpPr>
            <p:cNvPr id="14195" name="Google Shape;14195;p78"/>
            <p:cNvSpPr/>
            <p:nvPr/>
          </p:nvSpPr>
          <p:spPr>
            <a:xfrm>
              <a:off x="2109515" y="1159286"/>
              <a:ext cx="280200" cy="42600"/>
            </a:xfrm>
            <a:prstGeom prst="rect">
              <a:avLst/>
            </a:prstGeom>
            <a:solidFill>
              <a:srgbClr val="EEEEEE"/>
            </a:solidFill>
            <a:ln>
              <a:noFill/>
            </a:ln>
          </p:spPr>
          <p:txBody>
            <a:bodyPr spcFirstLastPara="1" wrap="square" lIns="121900" tIns="121900" rIns="121900" bIns="121900" anchor="ctr" anchorCtr="0">
              <a:noAutofit/>
            </a:bodyPr>
            <a:lstStyle/>
            <a:p>
              <a:endParaRPr sz="2400"/>
            </a:p>
          </p:txBody>
        </p:sp>
        <p:sp>
          <p:nvSpPr>
            <p:cNvPr id="14196" name="Google Shape;14196;p78"/>
            <p:cNvSpPr/>
            <p:nvPr/>
          </p:nvSpPr>
          <p:spPr>
            <a:xfrm>
              <a:off x="2753389" y="1353677"/>
              <a:ext cx="325500" cy="42600"/>
            </a:xfrm>
            <a:prstGeom prst="rect">
              <a:avLst/>
            </a:prstGeom>
            <a:solidFill>
              <a:srgbClr val="E3E9ED"/>
            </a:solidFill>
            <a:ln>
              <a:noFill/>
            </a:ln>
          </p:spPr>
          <p:txBody>
            <a:bodyPr spcFirstLastPara="1" wrap="square" lIns="121900" tIns="121900" rIns="121900" bIns="121900" anchor="ctr" anchorCtr="0">
              <a:noAutofit/>
            </a:bodyPr>
            <a:lstStyle/>
            <a:p>
              <a:endParaRPr sz="2400"/>
            </a:p>
          </p:txBody>
        </p:sp>
        <p:sp>
          <p:nvSpPr>
            <p:cNvPr id="14197" name="Google Shape;14197;p78"/>
            <p:cNvSpPr/>
            <p:nvPr/>
          </p:nvSpPr>
          <p:spPr>
            <a:xfrm>
              <a:off x="2105681" y="1159287"/>
              <a:ext cx="289200" cy="42600"/>
            </a:xfrm>
            <a:prstGeom prst="rect">
              <a:avLst/>
            </a:prstGeom>
            <a:solidFill>
              <a:srgbClr val="E3E9ED"/>
            </a:solidFill>
            <a:ln>
              <a:noFill/>
            </a:ln>
          </p:spPr>
          <p:txBody>
            <a:bodyPr spcFirstLastPara="1" wrap="square" lIns="121900" tIns="121900" rIns="121900" bIns="121900" anchor="ctr" anchorCtr="0">
              <a:noAutofit/>
            </a:bodyPr>
            <a:lstStyle/>
            <a:p>
              <a:endParaRPr sz="2400"/>
            </a:p>
          </p:txBody>
        </p:sp>
        <p:sp>
          <p:nvSpPr>
            <p:cNvPr id="14198" name="Google Shape;14198;p78"/>
            <p:cNvSpPr/>
            <p:nvPr/>
          </p:nvSpPr>
          <p:spPr>
            <a:xfrm>
              <a:off x="2412005" y="1354248"/>
              <a:ext cx="325500" cy="42600"/>
            </a:xfrm>
            <a:prstGeom prst="rect">
              <a:avLst/>
            </a:prstGeom>
            <a:solidFill>
              <a:srgbClr val="E3E9ED"/>
            </a:solidFill>
            <a:ln>
              <a:noFill/>
            </a:ln>
          </p:spPr>
          <p:txBody>
            <a:bodyPr spcFirstLastPara="1" wrap="square" lIns="121900" tIns="121900" rIns="121900" bIns="121900" anchor="ctr" anchorCtr="0">
              <a:noAutofit/>
            </a:bodyPr>
            <a:lstStyle/>
            <a:p>
              <a:endParaRPr sz="2400"/>
            </a:p>
          </p:txBody>
        </p:sp>
        <p:sp>
          <p:nvSpPr>
            <p:cNvPr id="14199" name="Google Shape;14199;p78"/>
            <p:cNvSpPr/>
            <p:nvPr/>
          </p:nvSpPr>
          <p:spPr>
            <a:xfrm>
              <a:off x="2410087" y="964961"/>
              <a:ext cx="325500" cy="42600"/>
            </a:xfrm>
            <a:prstGeom prst="rect">
              <a:avLst/>
            </a:prstGeom>
            <a:solidFill>
              <a:srgbClr val="869FB2"/>
            </a:solidFill>
            <a:ln>
              <a:noFill/>
            </a:ln>
          </p:spPr>
          <p:txBody>
            <a:bodyPr spcFirstLastPara="1" wrap="square" lIns="121900" tIns="121900" rIns="121900" bIns="121900" anchor="ctr" anchorCtr="0">
              <a:noAutofit/>
            </a:bodyPr>
            <a:lstStyle/>
            <a:p>
              <a:endParaRPr sz="2400"/>
            </a:p>
          </p:txBody>
        </p:sp>
        <p:sp>
          <p:nvSpPr>
            <p:cNvPr id="14200" name="Google Shape;14200;p78"/>
            <p:cNvSpPr txBox="1"/>
            <p:nvPr/>
          </p:nvSpPr>
          <p:spPr>
            <a:xfrm flipH="1">
              <a:off x="1906114" y="918164"/>
              <a:ext cx="203400" cy="106500"/>
            </a:xfrm>
            <a:prstGeom prst="rect">
              <a:avLst/>
            </a:prstGeom>
            <a:noFill/>
            <a:ln>
              <a:noFill/>
            </a:ln>
          </p:spPr>
          <p:txBody>
            <a:bodyPr spcFirstLastPara="1" wrap="square" lIns="121900" tIns="121900" rIns="121900" bIns="121900" anchor="t" anchorCtr="0">
              <a:noAutofit/>
            </a:bodyPr>
            <a:lstStyle/>
            <a:p>
              <a:pPr algn="r">
                <a:spcAft>
                  <a:spcPts val="2133"/>
                </a:spcAft>
              </a:pPr>
              <a:r>
                <a:rPr lang="en" sz="400">
                  <a:solidFill>
                    <a:srgbClr val="E3E9ED"/>
                  </a:solidFill>
                </a:rPr>
                <a:t>PHASE 1</a:t>
              </a:r>
              <a:endParaRPr sz="400">
                <a:solidFill>
                  <a:srgbClr val="E3E9ED"/>
                </a:solidFill>
              </a:endParaRPr>
            </a:p>
          </p:txBody>
        </p:sp>
        <p:sp>
          <p:nvSpPr>
            <p:cNvPr id="14201" name="Google Shape;14201;p78"/>
            <p:cNvSpPr txBox="1"/>
            <p:nvPr/>
          </p:nvSpPr>
          <p:spPr>
            <a:xfrm flipH="1">
              <a:off x="1919618" y="1113390"/>
              <a:ext cx="189900" cy="91200"/>
            </a:xfrm>
            <a:prstGeom prst="rect">
              <a:avLst/>
            </a:prstGeom>
            <a:noFill/>
            <a:ln>
              <a:noFill/>
            </a:ln>
          </p:spPr>
          <p:txBody>
            <a:bodyPr spcFirstLastPara="1" wrap="square" lIns="121900" tIns="121900" rIns="121900" bIns="121900" anchor="t" anchorCtr="0">
              <a:noAutofit/>
            </a:bodyPr>
            <a:lstStyle/>
            <a:p>
              <a:pPr algn="r">
                <a:lnSpc>
                  <a:spcPct val="115000"/>
                </a:lnSpc>
                <a:spcAft>
                  <a:spcPts val="2133"/>
                </a:spcAft>
              </a:pPr>
              <a:r>
                <a:rPr lang="en" sz="400">
                  <a:solidFill>
                    <a:srgbClr val="E3E9ED"/>
                  </a:solidFill>
                </a:rPr>
                <a:t>Task 1</a:t>
              </a:r>
              <a:endParaRPr sz="400">
                <a:solidFill>
                  <a:srgbClr val="E3E9ED"/>
                </a:solidFill>
              </a:endParaRPr>
            </a:p>
          </p:txBody>
        </p:sp>
        <p:sp>
          <p:nvSpPr>
            <p:cNvPr id="14202" name="Google Shape;14202;p78"/>
            <p:cNvSpPr txBox="1"/>
            <p:nvPr/>
          </p:nvSpPr>
          <p:spPr>
            <a:xfrm flipH="1">
              <a:off x="1906118" y="1304527"/>
              <a:ext cx="203400" cy="91200"/>
            </a:xfrm>
            <a:prstGeom prst="rect">
              <a:avLst/>
            </a:prstGeom>
            <a:noFill/>
            <a:ln>
              <a:noFill/>
            </a:ln>
          </p:spPr>
          <p:txBody>
            <a:bodyPr spcFirstLastPara="1" wrap="square" lIns="121900" tIns="121900" rIns="121900" bIns="121900" anchor="t" anchorCtr="0">
              <a:noAutofit/>
            </a:bodyPr>
            <a:lstStyle/>
            <a:p>
              <a:pPr algn="r">
                <a:lnSpc>
                  <a:spcPct val="115000"/>
                </a:lnSpc>
                <a:spcAft>
                  <a:spcPts val="2133"/>
                </a:spcAft>
              </a:pPr>
              <a:r>
                <a:rPr lang="en" sz="400">
                  <a:solidFill>
                    <a:srgbClr val="E3E9ED"/>
                  </a:solidFill>
                </a:rPr>
                <a:t>Task 2</a:t>
              </a:r>
              <a:endParaRPr sz="400">
                <a:solidFill>
                  <a:srgbClr val="E3E9ED"/>
                </a:solidFill>
              </a:endParaRPr>
            </a:p>
          </p:txBody>
        </p:sp>
        <p:sp>
          <p:nvSpPr>
            <p:cNvPr id="14203" name="Google Shape;14203;p78"/>
            <p:cNvSpPr/>
            <p:nvPr/>
          </p:nvSpPr>
          <p:spPr>
            <a:xfrm>
              <a:off x="2750975" y="964961"/>
              <a:ext cx="325500" cy="42600"/>
            </a:xfrm>
            <a:prstGeom prst="rect">
              <a:avLst/>
            </a:pr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14204" name="Google Shape;14204;p78"/>
          <p:cNvGrpSpPr/>
          <p:nvPr/>
        </p:nvGrpSpPr>
        <p:grpSpPr>
          <a:xfrm>
            <a:off x="4496817" y="1545345"/>
            <a:ext cx="3151191" cy="1341153"/>
            <a:chOff x="3292400" y="1193188"/>
            <a:chExt cx="2615240" cy="1131075"/>
          </a:xfrm>
        </p:grpSpPr>
        <p:sp>
          <p:nvSpPr>
            <p:cNvPr id="14205" name="Google Shape;14205;p78"/>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121900" tIns="121900" rIns="121900" bIns="121900" anchor="ctr" anchorCtr="0">
              <a:noAutofit/>
            </a:bodyPr>
            <a:lstStyle/>
            <a:p>
              <a:endParaRPr sz="267">
                <a:solidFill>
                  <a:srgbClr val="FFFFFF"/>
                </a:solidFill>
              </a:endParaRPr>
            </a:p>
          </p:txBody>
        </p:sp>
        <p:sp>
          <p:nvSpPr>
            <p:cNvPr id="14206" name="Google Shape;14206;p78"/>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67">
                <a:solidFill>
                  <a:srgbClr val="FFFFFF"/>
                </a:solidFill>
              </a:endParaRPr>
            </a:p>
          </p:txBody>
        </p:sp>
        <p:sp>
          <p:nvSpPr>
            <p:cNvPr id="14207" name="Google Shape;14207;p78"/>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JANUARY</a:t>
              </a:r>
              <a:endParaRPr sz="267">
                <a:solidFill>
                  <a:srgbClr val="FFFFFF"/>
                </a:solidFill>
              </a:endParaRPr>
            </a:p>
          </p:txBody>
        </p:sp>
        <p:sp>
          <p:nvSpPr>
            <p:cNvPr id="14208" name="Google Shape;14208;p78"/>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FEBRUARY</a:t>
              </a:r>
              <a:endParaRPr sz="267">
                <a:solidFill>
                  <a:srgbClr val="FFFFFF"/>
                </a:solidFill>
              </a:endParaRPr>
            </a:p>
          </p:txBody>
        </p:sp>
        <p:sp>
          <p:nvSpPr>
            <p:cNvPr id="14209" name="Google Shape;14209;p78"/>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MARCH</a:t>
              </a:r>
              <a:endParaRPr sz="267">
                <a:solidFill>
                  <a:srgbClr val="FFFFFF"/>
                </a:solidFill>
              </a:endParaRPr>
            </a:p>
          </p:txBody>
        </p:sp>
        <p:sp>
          <p:nvSpPr>
            <p:cNvPr id="14210" name="Google Shape;14210;p78"/>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APRIL</a:t>
              </a:r>
              <a:endParaRPr sz="267">
                <a:solidFill>
                  <a:srgbClr val="FFFFFF"/>
                </a:solidFill>
              </a:endParaRPr>
            </a:p>
          </p:txBody>
        </p:sp>
        <p:sp>
          <p:nvSpPr>
            <p:cNvPr id="14211" name="Google Shape;14211;p78"/>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MAY</a:t>
              </a:r>
              <a:endParaRPr sz="267">
                <a:solidFill>
                  <a:srgbClr val="FFFFFF"/>
                </a:solidFill>
              </a:endParaRPr>
            </a:p>
          </p:txBody>
        </p:sp>
        <p:sp>
          <p:nvSpPr>
            <p:cNvPr id="14212" name="Google Shape;14212;p78"/>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JUNE</a:t>
              </a:r>
              <a:endParaRPr sz="267">
                <a:solidFill>
                  <a:srgbClr val="FFFFFF"/>
                </a:solidFill>
              </a:endParaRPr>
            </a:p>
          </p:txBody>
        </p:sp>
        <p:sp>
          <p:nvSpPr>
            <p:cNvPr id="14213" name="Google Shape;14213;p78"/>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algn="r">
                <a:spcAft>
                  <a:spcPts val="2133"/>
                </a:spcAft>
              </a:pPr>
              <a:r>
                <a:rPr lang="en" sz="267">
                  <a:solidFill>
                    <a:srgbClr val="FFFFFF"/>
                  </a:solidFill>
                </a:rPr>
                <a:t>PHASE 1</a:t>
              </a:r>
              <a:endParaRPr sz="267">
                <a:solidFill>
                  <a:srgbClr val="FFFFFF"/>
                </a:solidFill>
              </a:endParaRPr>
            </a:p>
          </p:txBody>
        </p:sp>
        <p:sp>
          <p:nvSpPr>
            <p:cNvPr id="14214" name="Google Shape;14214;p78"/>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algn="r">
                <a:spcAft>
                  <a:spcPts val="2133"/>
                </a:spcAft>
              </a:pPr>
              <a:r>
                <a:rPr lang="en" sz="267">
                  <a:solidFill>
                    <a:srgbClr val="FFFFFF"/>
                  </a:solidFill>
                </a:rPr>
                <a:t>PHASE 2</a:t>
              </a:r>
              <a:endParaRPr sz="267">
                <a:solidFill>
                  <a:srgbClr val="FFFFFF"/>
                </a:solidFill>
              </a:endParaRPr>
            </a:p>
          </p:txBody>
        </p:sp>
        <p:sp>
          <p:nvSpPr>
            <p:cNvPr id="14215" name="Google Shape;14215;p78"/>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1</a:t>
              </a:r>
              <a:endParaRPr sz="267">
                <a:solidFill>
                  <a:srgbClr val="FFFFFF"/>
                </a:solidFill>
              </a:endParaRPr>
            </a:p>
          </p:txBody>
        </p:sp>
        <p:sp>
          <p:nvSpPr>
            <p:cNvPr id="14216" name="Google Shape;14216;p78"/>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2</a:t>
              </a:r>
              <a:endParaRPr sz="267">
                <a:solidFill>
                  <a:srgbClr val="FFFFFF"/>
                </a:solidFill>
              </a:endParaRPr>
            </a:p>
          </p:txBody>
        </p:sp>
        <p:sp>
          <p:nvSpPr>
            <p:cNvPr id="14217" name="Google Shape;14217;p78"/>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1</a:t>
              </a:r>
              <a:endParaRPr sz="267">
                <a:solidFill>
                  <a:srgbClr val="FFFFFF"/>
                </a:solidFill>
              </a:endParaRPr>
            </a:p>
          </p:txBody>
        </p:sp>
        <p:sp>
          <p:nvSpPr>
            <p:cNvPr id="14218" name="Google Shape;14218;p78"/>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2</a:t>
              </a:r>
              <a:endParaRPr sz="267">
                <a:solidFill>
                  <a:srgbClr val="FFFFFF"/>
                </a:solidFill>
              </a:endParaRPr>
            </a:p>
          </p:txBody>
        </p:sp>
        <p:grpSp>
          <p:nvGrpSpPr>
            <p:cNvPr id="14219" name="Google Shape;14219;p78"/>
            <p:cNvGrpSpPr/>
            <p:nvPr/>
          </p:nvGrpSpPr>
          <p:grpSpPr>
            <a:xfrm>
              <a:off x="3748438" y="1378608"/>
              <a:ext cx="2159202" cy="903971"/>
              <a:chOff x="1683525" y="2179850"/>
              <a:chExt cx="4519050" cy="2134525"/>
            </a:xfrm>
          </p:grpSpPr>
          <p:sp>
            <p:nvSpPr>
              <p:cNvPr id="14220" name="Google Shape;14220;p78"/>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1" name="Google Shape;14221;p78"/>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2" name="Google Shape;14222;p78"/>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3" name="Google Shape;14223;p78"/>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4" name="Google Shape;14224;p78"/>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5" name="Google Shape;14225;p78"/>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6" name="Google Shape;14226;p78"/>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7" name="Google Shape;14227;p78"/>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8" name="Google Shape;14228;p78"/>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9" name="Google Shape;14229;p78"/>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30" name="Google Shape;14230;p78"/>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31" name="Google Shape;14231;p78"/>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121900" tIns="121900" rIns="121900" bIns="121900" anchor="ctr" anchorCtr="0">
                <a:noAutofit/>
              </a:bodyPr>
              <a:lstStyle/>
              <a:p>
                <a:endParaRPr sz="267">
                  <a:solidFill>
                    <a:srgbClr val="FFFFFF"/>
                  </a:solidFill>
                </a:endParaRPr>
              </a:p>
            </p:txBody>
          </p:sp>
        </p:gr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4235"/>
        <p:cNvGrpSpPr/>
        <p:nvPr/>
      </p:nvGrpSpPr>
      <p:grpSpPr>
        <a:xfrm>
          <a:off x="0" y="0"/>
          <a:ext cx="0" cy="0"/>
          <a:chOff x="0" y="0"/>
          <a:chExt cx="0" cy="0"/>
        </a:xfrm>
      </p:grpSpPr>
      <p:grpSp>
        <p:nvGrpSpPr>
          <p:cNvPr id="14236" name="Google Shape;14236;p79"/>
          <p:cNvGrpSpPr/>
          <p:nvPr/>
        </p:nvGrpSpPr>
        <p:grpSpPr>
          <a:xfrm>
            <a:off x="6419579" y="1588589"/>
            <a:ext cx="993908" cy="958484"/>
            <a:chOff x="4249973" y="1201875"/>
            <a:chExt cx="1958568" cy="1888762"/>
          </a:xfrm>
        </p:grpSpPr>
        <p:sp>
          <p:nvSpPr>
            <p:cNvPr id="14237" name="Google Shape;14237;p79"/>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238" name="Google Shape;14238;p79"/>
            <p:cNvGrpSpPr/>
            <p:nvPr/>
          </p:nvGrpSpPr>
          <p:grpSpPr>
            <a:xfrm>
              <a:off x="5853086" y="1789142"/>
              <a:ext cx="355454" cy="1048099"/>
              <a:chOff x="5576108" y="2016725"/>
              <a:chExt cx="565200" cy="1666560"/>
            </a:xfrm>
          </p:grpSpPr>
          <p:sp>
            <p:nvSpPr>
              <p:cNvPr id="14239" name="Google Shape;14239;p79"/>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0" name="Google Shape;14240;p79"/>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241" name="Google Shape;14241;p79"/>
            <p:cNvGrpSpPr/>
            <p:nvPr/>
          </p:nvGrpSpPr>
          <p:grpSpPr>
            <a:xfrm>
              <a:off x="4869455" y="2691676"/>
              <a:ext cx="1013897" cy="398961"/>
              <a:chOff x="4012057" y="3451825"/>
              <a:chExt cx="1612175" cy="634379"/>
            </a:xfrm>
          </p:grpSpPr>
          <p:sp>
            <p:nvSpPr>
              <p:cNvPr id="14242" name="Google Shape;14242;p79"/>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3" name="Google Shape;14243;p79"/>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244" name="Google Shape;14244;p79"/>
            <p:cNvGrpSpPr/>
            <p:nvPr/>
          </p:nvGrpSpPr>
          <p:grpSpPr>
            <a:xfrm>
              <a:off x="4276937" y="2155961"/>
              <a:ext cx="651965" cy="891358"/>
              <a:chOff x="3069908" y="2599997"/>
              <a:chExt cx="1036675" cy="1417328"/>
            </a:xfrm>
          </p:grpSpPr>
          <p:sp>
            <p:nvSpPr>
              <p:cNvPr id="14245" name="Google Shape;14245;p79"/>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6" name="Google Shape;14246;p79"/>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247" name="Google Shape;14247;p79"/>
            <p:cNvGrpSpPr/>
            <p:nvPr/>
          </p:nvGrpSpPr>
          <p:grpSpPr>
            <a:xfrm>
              <a:off x="5054918" y="1201875"/>
              <a:ext cx="999548" cy="602711"/>
              <a:chOff x="4306958" y="1082925"/>
              <a:chExt cx="1589359" cy="958358"/>
            </a:xfrm>
          </p:grpSpPr>
          <p:sp>
            <p:nvSpPr>
              <p:cNvPr id="14248" name="Google Shape;14248;p79"/>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9" name="Google Shape;14249;p79"/>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250" name="Google Shape;14250;p79"/>
            <p:cNvGrpSpPr/>
            <p:nvPr/>
          </p:nvGrpSpPr>
          <p:grpSpPr>
            <a:xfrm>
              <a:off x="4249973" y="1303451"/>
              <a:ext cx="799317" cy="841334"/>
              <a:chOff x="3027033" y="1244439"/>
              <a:chExt cx="1270977" cy="1337786"/>
            </a:xfrm>
          </p:grpSpPr>
          <p:sp>
            <p:nvSpPr>
              <p:cNvPr id="14251" name="Google Shape;14251;p79"/>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52" name="Google Shape;14252;p79"/>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grpSp>
        <p:nvGrpSpPr>
          <p:cNvPr id="14253" name="Google Shape;14253;p79"/>
          <p:cNvGrpSpPr/>
          <p:nvPr/>
        </p:nvGrpSpPr>
        <p:grpSpPr>
          <a:xfrm>
            <a:off x="974744" y="2759853"/>
            <a:ext cx="1015689" cy="973195"/>
            <a:chOff x="2657744" y="2337745"/>
            <a:chExt cx="832987" cy="798137"/>
          </a:xfrm>
        </p:grpSpPr>
        <p:sp>
          <p:nvSpPr>
            <p:cNvPr id="14254" name="Google Shape;14254;p79"/>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5" name="Google Shape;14255;p79"/>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6" name="Google Shape;14256;p79"/>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7" name="Google Shape;14257;p79"/>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8" name="Google Shape;14258;p79"/>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9" name="Google Shape;14259;p79"/>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60" name="Google Shape;14260;p79"/>
          <p:cNvGrpSpPr/>
          <p:nvPr/>
        </p:nvGrpSpPr>
        <p:grpSpPr>
          <a:xfrm>
            <a:off x="4322697" y="2764130"/>
            <a:ext cx="914092" cy="964781"/>
            <a:chOff x="3398134" y="2057755"/>
            <a:chExt cx="704087" cy="743130"/>
          </a:xfrm>
        </p:grpSpPr>
        <p:grpSp>
          <p:nvGrpSpPr>
            <p:cNvPr id="14261" name="Google Shape;14261;p79"/>
            <p:cNvGrpSpPr/>
            <p:nvPr/>
          </p:nvGrpSpPr>
          <p:grpSpPr>
            <a:xfrm>
              <a:off x="3398134" y="2290183"/>
              <a:ext cx="315300" cy="219900"/>
              <a:chOff x="3398134" y="2290183"/>
              <a:chExt cx="315300" cy="219900"/>
            </a:xfrm>
          </p:grpSpPr>
          <p:sp>
            <p:nvSpPr>
              <p:cNvPr id="14262" name="Google Shape;14262;p79"/>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63" name="Google Shape;14263;p79"/>
              <p:cNvCxnSpPr>
                <a:stCxn id="14262"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14264" name="Google Shape;14264;p79"/>
            <p:cNvGrpSpPr/>
            <p:nvPr/>
          </p:nvGrpSpPr>
          <p:grpSpPr>
            <a:xfrm>
              <a:off x="3547823" y="2467358"/>
              <a:ext cx="219900" cy="333527"/>
              <a:chOff x="3547823" y="2467358"/>
              <a:chExt cx="219900" cy="333527"/>
            </a:xfrm>
          </p:grpSpPr>
          <p:sp>
            <p:nvSpPr>
              <p:cNvPr id="14265" name="Google Shape;14265;p79"/>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66" name="Google Shape;14266;p79"/>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14267" name="Google Shape;14267;p79"/>
            <p:cNvGrpSpPr/>
            <p:nvPr/>
          </p:nvGrpSpPr>
          <p:grpSpPr>
            <a:xfrm>
              <a:off x="3734138" y="2467358"/>
              <a:ext cx="219900" cy="333527"/>
              <a:chOff x="3734138" y="2467358"/>
              <a:chExt cx="219900" cy="333527"/>
            </a:xfrm>
          </p:grpSpPr>
          <p:sp>
            <p:nvSpPr>
              <p:cNvPr id="14268" name="Google Shape;14268;p79"/>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69" name="Google Shape;14269;p79"/>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14270" name="Google Shape;14270;p79"/>
            <p:cNvGrpSpPr/>
            <p:nvPr/>
          </p:nvGrpSpPr>
          <p:grpSpPr>
            <a:xfrm>
              <a:off x="3787560" y="2288011"/>
              <a:ext cx="314661" cy="219900"/>
              <a:chOff x="3787560" y="2288011"/>
              <a:chExt cx="314661" cy="219900"/>
            </a:xfrm>
          </p:grpSpPr>
          <p:sp>
            <p:nvSpPr>
              <p:cNvPr id="14271" name="Google Shape;14271;p79"/>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72" name="Google Shape;14272;p79"/>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14273" name="Google Shape;14273;p79"/>
            <p:cNvGrpSpPr/>
            <p:nvPr/>
          </p:nvGrpSpPr>
          <p:grpSpPr>
            <a:xfrm>
              <a:off x="3637290" y="2057755"/>
              <a:ext cx="219900" cy="335499"/>
              <a:chOff x="3637290" y="2057755"/>
              <a:chExt cx="219900" cy="335499"/>
            </a:xfrm>
          </p:grpSpPr>
          <p:sp>
            <p:nvSpPr>
              <p:cNvPr id="14274" name="Google Shape;14274;p79"/>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FFFFFF"/>
                  </a:solidFill>
                  <a:latin typeface="Calibri"/>
                  <a:ea typeface="Calibri"/>
                  <a:cs typeface="Calibri"/>
                  <a:sym typeface="Calibri"/>
                </a:endParaRPr>
              </a:p>
            </p:txBody>
          </p:sp>
          <p:cxnSp>
            <p:nvCxnSpPr>
              <p:cNvPr id="14275" name="Google Shape;14275;p79"/>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14276" name="Google Shape;14276;p79"/>
          <p:cNvGrpSpPr/>
          <p:nvPr/>
        </p:nvGrpSpPr>
        <p:grpSpPr>
          <a:xfrm>
            <a:off x="6556326" y="2773057"/>
            <a:ext cx="946871" cy="946871"/>
            <a:chOff x="5007123" y="2079403"/>
            <a:chExt cx="687600" cy="687600"/>
          </a:xfrm>
        </p:grpSpPr>
        <p:sp>
          <p:nvSpPr>
            <p:cNvPr id="14277" name="Google Shape;14277;p79"/>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78" name="Google Shape;14278;p79"/>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79" name="Google Shape;14279;p79"/>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0" name="Google Shape;14280;p79"/>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81" name="Google Shape;14281;p79"/>
          <p:cNvGrpSpPr/>
          <p:nvPr/>
        </p:nvGrpSpPr>
        <p:grpSpPr>
          <a:xfrm>
            <a:off x="7635575" y="2765733"/>
            <a:ext cx="961331" cy="961577"/>
            <a:chOff x="5797446" y="2063053"/>
            <a:chExt cx="698100" cy="698280"/>
          </a:xfrm>
        </p:grpSpPr>
        <p:sp>
          <p:nvSpPr>
            <p:cNvPr id="14282" name="Google Shape;14282;p79"/>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3" name="Google Shape;14283;p79"/>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4" name="Google Shape;14284;p79"/>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5" name="Google Shape;14285;p79"/>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86" name="Google Shape;14286;p79"/>
          <p:cNvGrpSpPr/>
          <p:nvPr/>
        </p:nvGrpSpPr>
        <p:grpSpPr>
          <a:xfrm>
            <a:off x="10895772" y="4959872"/>
            <a:ext cx="374113" cy="897552"/>
            <a:chOff x="8075075" y="3754290"/>
            <a:chExt cx="255612" cy="613194"/>
          </a:xfrm>
        </p:grpSpPr>
        <p:grpSp>
          <p:nvGrpSpPr>
            <p:cNvPr id="14287" name="Google Shape;14287;p79"/>
            <p:cNvGrpSpPr/>
            <p:nvPr/>
          </p:nvGrpSpPr>
          <p:grpSpPr>
            <a:xfrm>
              <a:off x="8075075" y="3754290"/>
              <a:ext cx="255612" cy="613194"/>
              <a:chOff x="8075075" y="3754290"/>
              <a:chExt cx="255612" cy="613194"/>
            </a:xfrm>
          </p:grpSpPr>
          <p:sp>
            <p:nvSpPr>
              <p:cNvPr id="14288" name="Google Shape;14288;p79"/>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9" name="Google Shape;14289;p79"/>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290" name="Google Shape;14290;p79"/>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91" name="Google Shape;14291;p79"/>
          <p:cNvGrpSpPr/>
          <p:nvPr/>
        </p:nvGrpSpPr>
        <p:grpSpPr>
          <a:xfrm>
            <a:off x="7051849" y="4944934"/>
            <a:ext cx="627136" cy="911660"/>
            <a:chOff x="1697726" y="3244179"/>
            <a:chExt cx="788124" cy="1146069"/>
          </a:xfrm>
        </p:grpSpPr>
        <p:sp>
          <p:nvSpPr>
            <p:cNvPr id="14292" name="Google Shape;14292;p79"/>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93" name="Google Shape;14293;p79"/>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294" name="Google Shape;14294;p79"/>
          <p:cNvSpPr/>
          <p:nvPr/>
        </p:nvSpPr>
        <p:spPr>
          <a:xfrm>
            <a:off x="10861801" y="4830271"/>
            <a:ext cx="272" cy="5"/>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nvGrpSpPr>
          <p:cNvPr id="14295" name="Google Shape;14295;p79"/>
          <p:cNvGrpSpPr/>
          <p:nvPr/>
        </p:nvGrpSpPr>
        <p:grpSpPr>
          <a:xfrm>
            <a:off x="7880050" y="4959870"/>
            <a:ext cx="391855" cy="391793"/>
            <a:chOff x="6134814" y="3754290"/>
            <a:chExt cx="293891" cy="293845"/>
          </a:xfrm>
        </p:grpSpPr>
        <p:sp>
          <p:nvSpPr>
            <p:cNvPr id="14296" name="Google Shape;14296;p79"/>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97" name="Google Shape;14297;p79"/>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98" name="Google Shape;14298;p79"/>
          <p:cNvGrpSpPr/>
          <p:nvPr/>
        </p:nvGrpSpPr>
        <p:grpSpPr>
          <a:xfrm>
            <a:off x="7880050" y="5464766"/>
            <a:ext cx="391855" cy="391855"/>
            <a:chOff x="6134814" y="4086186"/>
            <a:chExt cx="293891" cy="293891"/>
          </a:xfrm>
        </p:grpSpPr>
        <p:sp>
          <p:nvSpPr>
            <p:cNvPr id="14299" name="Google Shape;14299;p79"/>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0" name="Google Shape;14300;p79"/>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301" name="Google Shape;14301;p79"/>
          <p:cNvSpPr/>
          <p:nvPr/>
        </p:nvSpPr>
        <p:spPr>
          <a:xfrm>
            <a:off x="9264619" y="4958800"/>
            <a:ext cx="812924" cy="897533"/>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2" name="Google Shape;14302;p79"/>
          <p:cNvSpPr/>
          <p:nvPr/>
        </p:nvSpPr>
        <p:spPr>
          <a:xfrm rot="10800000">
            <a:off x="8472970" y="4955783"/>
            <a:ext cx="590585" cy="900851"/>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303" name="Google Shape;14303;p79"/>
          <p:cNvGrpSpPr/>
          <p:nvPr/>
        </p:nvGrpSpPr>
        <p:grpSpPr>
          <a:xfrm>
            <a:off x="10446685" y="3903021"/>
            <a:ext cx="830511" cy="829259"/>
            <a:chOff x="1187048" y="238125"/>
            <a:chExt cx="5256397" cy="5248476"/>
          </a:xfrm>
        </p:grpSpPr>
        <p:sp>
          <p:nvSpPr>
            <p:cNvPr id="14304" name="Google Shape;14304;p79"/>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5" name="Google Shape;14305;p79"/>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6" name="Google Shape;14306;p79"/>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7" name="Google Shape;14307;p79"/>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308" name="Google Shape;14308;p79"/>
          <p:cNvGrpSpPr/>
          <p:nvPr/>
        </p:nvGrpSpPr>
        <p:grpSpPr>
          <a:xfrm>
            <a:off x="3056158" y="3915834"/>
            <a:ext cx="1747983" cy="816543"/>
            <a:chOff x="238125" y="1188750"/>
            <a:chExt cx="7140450" cy="3335550"/>
          </a:xfrm>
        </p:grpSpPr>
        <p:sp>
          <p:nvSpPr>
            <p:cNvPr id="14309" name="Google Shape;14309;p79"/>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0" name="Google Shape;14310;p79"/>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1" name="Google Shape;14311;p79"/>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2" name="Google Shape;14312;p79"/>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3" name="Google Shape;14313;p79"/>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314" name="Google Shape;14314;p79"/>
          <p:cNvGrpSpPr/>
          <p:nvPr/>
        </p:nvGrpSpPr>
        <p:grpSpPr>
          <a:xfrm>
            <a:off x="8823987" y="3903240"/>
            <a:ext cx="1480399" cy="828936"/>
            <a:chOff x="238125" y="1335475"/>
            <a:chExt cx="5418735" cy="3034175"/>
          </a:xfrm>
        </p:grpSpPr>
        <p:sp>
          <p:nvSpPr>
            <p:cNvPr id="14315" name="Google Shape;14315;p79"/>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6" name="Google Shape;14316;p79"/>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7" name="Google Shape;14317;p79"/>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318" name="Google Shape;14318;p79"/>
          <p:cNvGrpSpPr/>
          <p:nvPr/>
        </p:nvGrpSpPr>
        <p:grpSpPr>
          <a:xfrm>
            <a:off x="7247533" y="3899104"/>
            <a:ext cx="1432601" cy="836241"/>
            <a:chOff x="5359127" y="2910889"/>
            <a:chExt cx="1097723" cy="640831"/>
          </a:xfrm>
        </p:grpSpPr>
        <p:grpSp>
          <p:nvGrpSpPr>
            <p:cNvPr id="14319" name="Google Shape;14319;p79"/>
            <p:cNvGrpSpPr/>
            <p:nvPr/>
          </p:nvGrpSpPr>
          <p:grpSpPr>
            <a:xfrm>
              <a:off x="5929791" y="3263088"/>
              <a:ext cx="527060" cy="287097"/>
              <a:chOff x="5929791" y="3263088"/>
              <a:chExt cx="527060" cy="287097"/>
            </a:xfrm>
          </p:grpSpPr>
          <p:sp>
            <p:nvSpPr>
              <p:cNvPr id="14320" name="Google Shape;14320;p79"/>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21" name="Google Shape;14321;p79"/>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endParaRPr sz="1200"/>
              </a:p>
            </p:txBody>
          </p:sp>
        </p:grpSp>
        <p:grpSp>
          <p:nvGrpSpPr>
            <p:cNvPr id="14322" name="Google Shape;14322;p79"/>
            <p:cNvGrpSpPr/>
            <p:nvPr/>
          </p:nvGrpSpPr>
          <p:grpSpPr>
            <a:xfrm>
              <a:off x="5359127" y="3263089"/>
              <a:ext cx="526428" cy="288631"/>
              <a:chOff x="5359127" y="3263089"/>
              <a:chExt cx="526428" cy="288631"/>
            </a:xfrm>
          </p:grpSpPr>
          <p:sp>
            <p:nvSpPr>
              <p:cNvPr id="14323" name="Google Shape;14323;p79"/>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24" name="Google Shape;14324;p79"/>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endParaRPr sz="1200"/>
              </a:p>
            </p:txBody>
          </p:sp>
        </p:grpSp>
        <p:grpSp>
          <p:nvGrpSpPr>
            <p:cNvPr id="14325" name="Google Shape;14325;p79"/>
            <p:cNvGrpSpPr/>
            <p:nvPr/>
          </p:nvGrpSpPr>
          <p:grpSpPr>
            <a:xfrm>
              <a:off x="5551525" y="2910889"/>
              <a:ext cx="520901" cy="610283"/>
              <a:chOff x="5551525" y="2910889"/>
              <a:chExt cx="520901" cy="610283"/>
            </a:xfrm>
          </p:grpSpPr>
          <p:sp>
            <p:nvSpPr>
              <p:cNvPr id="14326" name="Google Shape;14326;p79"/>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27" name="Google Shape;14327;p79"/>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endParaRPr sz="1200"/>
              </a:p>
            </p:txBody>
          </p:sp>
        </p:grpSp>
        <p:grpSp>
          <p:nvGrpSpPr>
            <p:cNvPr id="14328" name="Google Shape;14328;p79"/>
            <p:cNvGrpSpPr/>
            <p:nvPr/>
          </p:nvGrpSpPr>
          <p:grpSpPr>
            <a:xfrm>
              <a:off x="5743962" y="2919100"/>
              <a:ext cx="623674" cy="284502"/>
              <a:chOff x="5743962" y="2919100"/>
              <a:chExt cx="623674" cy="284502"/>
            </a:xfrm>
          </p:grpSpPr>
          <p:sp>
            <p:nvSpPr>
              <p:cNvPr id="14329" name="Google Shape;14329;p79"/>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30" name="Google Shape;14330;p79"/>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endParaRPr sz="1200"/>
              </a:p>
            </p:txBody>
          </p:sp>
        </p:grpSp>
      </p:grpSp>
      <p:grpSp>
        <p:nvGrpSpPr>
          <p:cNvPr id="14331" name="Google Shape;14331;p79"/>
          <p:cNvGrpSpPr/>
          <p:nvPr/>
        </p:nvGrpSpPr>
        <p:grpSpPr>
          <a:xfrm>
            <a:off x="10115817" y="2766717"/>
            <a:ext cx="1166635" cy="959467"/>
            <a:chOff x="7608988" y="2093194"/>
            <a:chExt cx="817276" cy="672147"/>
          </a:xfrm>
        </p:grpSpPr>
        <p:cxnSp>
          <p:nvCxnSpPr>
            <p:cNvPr id="14332" name="Google Shape;14332;p79"/>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3" name="Google Shape;14333;p79"/>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4" name="Google Shape;14334;p79"/>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5" name="Google Shape;14335;p79"/>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6" name="Google Shape;14336;p79"/>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14337" name="Google Shape;14337;p79"/>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14338" name="Google Shape;14338;p79"/>
            <p:cNvGrpSpPr/>
            <p:nvPr/>
          </p:nvGrpSpPr>
          <p:grpSpPr>
            <a:xfrm>
              <a:off x="7721175" y="2093194"/>
              <a:ext cx="599587" cy="623846"/>
              <a:chOff x="7721175" y="2093194"/>
              <a:chExt cx="599587" cy="623846"/>
            </a:xfrm>
          </p:grpSpPr>
          <p:grpSp>
            <p:nvGrpSpPr>
              <p:cNvPr id="14339" name="Google Shape;14339;p79"/>
              <p:cNvGrpSpPr/>
              <p:nvPr/>
            </p:nvGrpSpPr>
            <p:grpSpPr>
              <a:xfrm>
                <a:off x="7721175" y="2093194"/>
                <a:ext cx="291605" cy="623846"/>
                <a:chOff x="9405575" y="2061418"/>
                <a:chExt cx="291605" cy="623846"/>
              </a:xfrm>
            </p:grpSpPr>
            <p:sp>
              <p:nvSpPr>
                <p:cNvPr id="14340" name="Google Shape;14340;p79"/>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1" name="Google Shape;14341;p79"/>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2" name="Google Shape;14342;p79"/>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3" name="Google Shape;14343;p79"/>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4" name="Google Shape;14344;p79"/>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5" name="Google Shape;14345;p79"/>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6" name="Google Shape;14346;p79"/>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grpSp>
          <p:grpSp>
            <p:nvGrpSpPr>
              <p:cNvPr id="14347" name="Google Shape;14347;p79"/>
              <p:cNvGrpSpPr/>
              <p:nvPr/>
            </p:nvGrpSpPr>
            <p:grpSpPr>
              <a:xfrm flipH="1">
                <a:off x="8029157" y="2093194"/>
                <a:ext cx="291605" cy="623846"/>
                <a:chOff x="9405575" y="2061418"/>
                <a:chExt cx="291605" cy="623846"/>
              </a:xfrm>
            </p:grpSpPr>
            <p:sp>
              <p:nvSpPr>
                <p:cNvPr id="14348" name="Google Shape;14348;p79"/>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9" name="Google Shape;14349;p79"/>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0" name="Google Shape;14350;p79"/>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1" name="Google Shape;14351;p79"/>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2" name="Google Shape;14352;p79"/>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3" name="Google Shape;14353;p79"/>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4" name="Google Shape;14354;p79"/>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grpSp>
        </p:grpSp>
      </p:grpSp>
      <p:grpSp>
        <p:nvGrpSpPr>
          <p:cNvPr id="14355" name="Google Shape;14355;p79"/>
          <p:cNvGrpSpPr/>
          <p:nvPr/>
        </p:nvGrpSpPr>
        <p:grpSpPr>
          <a:xfrm>
            <a:off x="5375066" y="1588589"/>
            <a:ext cx="950076" cy="1047868"/>
            <a:chOff x="4206459" y="1191441"/>
            <a:chExt cx="712557" cy="785901"/>
          </a:xfrm>
        </p:grpSpPr>
        <p:sp>
          <p:nvSpPr>
            <p:cNvPr id="14356" name="Google Shape;14356;p79"/>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57" name="Google Shape;14357;p79"/>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58" name="Google Shape;14358;p79"/>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59" name="Google Shape;14359;p79"/>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360" name="Google Shape;14360;p79"/>
            <p:cNvGrpSpPr/>
            <p:nvPr/>
          </p:nvGrpSpPr>
          <p:grpSpPr>
            <a:xfrm>
              <a:off x="4644280" y="1290523"/>
              <a:ext cx="143716" cy="29463"/>
              <a:chOff x="4644280" y="1290523"/>
              <a:chExt cx="143716" cy="29463"/>
            </a:xfrm>
          </p:grpSpPr>
          <p:sp>
            <p:nvSpPr>
              <p:cNvPr id="14361" name="Google Shape;14361;p79"/>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2" name="Google Shape;14362;p79"/>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3" name="Google Shape;14363;p79"/>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4" name="Google Shape;14364;p79"/>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65" name="Google Shape;14365;p79"/>
            <p:cNvGrpSpPr/>
            <p:nvPr/>
          </p:nvGrpSpPr>
          <p:grpSpPr>
            <a:xfrm>
              <a:off x="4356567" y="1191441"/>
              <a:ext cx="143690" cy="29488"/>
              <a:chOff x="4356567" y="1191441"/>
              <a:chExt cx="143690" cy="29488"/>
            </a:xfrm>
          </p:grpSpPr>
          <p:sp>
            <p:nvSpPr>
              <p:cNvPr id="14366" name="Google Shape;14366;p79"/>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7" name="Google Shape;14367;p79"/>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8" name="Google Shape;14368;p79"/>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9" name="Google Shape;14369;p79"/>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70" name="Google Shape;14370;p79"/>
            <p:cNvGrpSpPr/>
            <p:nvPr/>
          </p:nvGrpSpPr>
          <p:grpSpPr>
            <a:xfrm>
              <a:off x="4339009" y="1863727"/>
              <a:ext cx="143703" cy="29476"/>
              <a:chOff x="4339009" y="1863727"/>
              <a:chExt cx="143703" cy="29476"/>
            </a:xfrm>
          </p:grpSpPr>
          <p:sp>
            <p:nvSpPr>
              <p:cNvPr id="14371" name="Google Shape;14371;p79"/>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2" name="Google Shape;14372;p79"/>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3" name="Google Shape;14373;p79"/>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4" name="Google Shape;14374;p79"/>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75" name="Google Shape;14375;p79"/>
            <p:cNvGrpSpPr/>
            <p:nvPr/>
          </p:nvGrpSpPr>
          <p:grpSpPr>
            <a:xfrm>
              <a:off x="4206459" y="1607315"/>
              <a:ext cx="29539" cy="142899"/>
              <a:chOff x="4206459" y="1607315"/>
              <a:chExt cx="29539" cy="142899"/>
            </a:xfrm>
          </p:grpSpPr>
          <p:sp>
            <p:nvSpPr>
              <p:cNvPr id="14376" name="Google Shape;14376;p79"/>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7" name="Google Shape;14377;p79"/>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8" name="Google Shape;14378;p79"/>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9" name="Google Shape;14379;p79"/>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sp>
          <p:nvSpPr>
            <p:cNvPr id="14380" name="Google Shape;14380;p79"/>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1" name="Google Shape;14381;p79"/>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2" name="Google Shape;14382;p79"/>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3" name="Google Shape;14383;p79"/>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nvGrpSpPr>
            <p:cNvPr id="14384" name="Google Shape;14384;p79"/>
            <p:cNvGrpSpPr/>
            <p:nvPr/>
          </p:nvGrpSpPr>
          <p:grpSpPr>
            <a:xfrm>
              <a:off x="4889463" y="1423737"/>
              <a:ext cx="29552" cy="142899"/>
              <a:chOff x="4889463" y="1423737"/>
              <a:chExt cx="29552" cy="142899"/>
            </a:xfrm>
          </p:grpSpPr>
          <p:sp>
            <p:nvSpPr>
              <p:cNvPr id="14385" name="Google Shape;14385;p79"/>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6" name="Google Shape;14386;p79"/>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7" name="Google Shape;14387;p79"/>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8" name="Google Shape;14388;p79"/>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89" name="Google Shape;14389;p79"/>
            <p:cNvGrpSpPr/>
            <p:nvPr/>
          </p:nvGrpSpPr>
          <p:grpSpPr>
            <a:xfrm>
              <a:off x="4771663" y="1876896"/>
              <a:ext cx="108651" cy="100447"/>
              <a:chOff x="4771663" y="1876896"/>
              <a:chExt cx="108651" cy="100447"/>
            </a:xfrm>
          </p:grpSpPr>
          <p:sp>
            <p:nvSpPr>
              <p:cNvPr id="14390" name="Google Shape;14390;p79"/>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91" name="Google Shape;14391;p79"/>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92" name="Google Shape;14392;p79"/>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93" name="Google Shape;14393;p79"/>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grpSp>
        <p:nvGrpSpPr>
          <p:cNvPr id="14394" name="Google Shape;14394;p79"/>
          <p:cNvGrpSpPr/>
          <p:nvPr/>
        </p:nvGrpSpPr>
        <p:grpSpPr>
          <a:xfrm>
            <a:off x="5369033" y="2766219"/>
            <a:ext cx="1055049" cy="960467"/>
            <a:chOff x="267375" y="1071875"/>
            <a:chExt cx="470500" cy="428550"/>
          </a:xfrm>
        </p:grpSpPr>
        <p:sp>
          <p:nvSpPr>
            <p:cNvPr id="14395" name="Google Shape;14395;p79"/>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6" name="Google Shape;14396;p79"/>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7" name="Google Shape;14397;p79"/>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8" name="Google Shape;14398;p79"/>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9" name="Google Shape;14399;p79"/>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0" name="Google Shape;14400;p79"/>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1" name="Google Shape;14401;p79"/>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2" name="Google Shape;14402;p79"/>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03" name="Google Shape;14403;p79"/>
          <p:cNvGrpSpPr/>
          <p:nvPr/>
        </p:nvGrpSpPr>
        <p:grpSpPr>
          <a:xfrm>
            <a:off x="969692" y="4959059"/>
            <a:ext cx="1877925" cy="897555"/>
            <a:chOff x="712664" y="3693287"/>
            <a:chExt cx="1460738" cy="698160"/>
          </a:xfrm>
        </p:grpSpPr>
        <p:grpSp>
          <p:nvGrpSpPr>
            <p:cNvPr id="14404" name="Google Shape;14404;p79"/>
            <p:cNvGrpSpPr/>
            <p:nvPr/>
          </p:nvGrpSpPr>
          <p:grpSpPr>
            <a:xfrm>
              <a:off x="1380079" y="4133090"/>
              <a:ext cx="234048" cy="258099"/>
              <a:chOff x="1380079" y="4133090"/>
              <a:chExt cx="234048" cy="258099"/>
            </a:xfrm>
          </p:grpSpPr>
          <p:sp>
            <p:nvSpPr>
              <p:cNvPr id="14405" name="Google Shape;14405;p79"/>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6" name="Google Shape;14406;p79"/>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407" name="Google Shape;14407;p79"/>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nvGrpSpPr>
            <p:cNvPr id="14408" name="Google Shape;14408;p79"/>
            <p:cNvGrpSpPr/>
            <p:nvPr/>
          </p:nvGrpSpPr>
          <p:grpSpPr>
            <a:xfrm>
              <a:off x="884610" y="3864082"/>
              <a:ext cx="1118566" cy="527275"/>
              <a:chOff x="890961" y="3865463"/>
              <a:chExt cx="1115221" cy="525698"/>
            </a:xfrm>
          </p:grpSpPr>
          <p:sp>
            <p:nvSpPr>
              <p:cNvPr id="14409" name="Google Shape;14409;p79"/>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0" name="Google Shape;14410;p79"/>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1" name="Google Shape;14411;p79"/>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12" name="Google Shape;14412;p79"/>
            <p:cNvGrpSpPr/>
            <p:nvPr/>
          </p:nvGrpSpPr>
          <p:grpSpPr>
            <a:xfrm>
              <a:off x="712664" y="3693287"/>
              <a:ext cx="1460738" cy="698160"/>
              <a:chOff x="712664" y="3693025"/>
              <a:chExt cx="1460738" cy="698160"/>
            </a:xfrm>
          </p:grpSpPr>
          <p:sp>
            <p:nvSpPr>
              <p:cNvPr id="14413" name="Google Shape;14413;p79"/>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4" name="Google Shape;14414;p79"/>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5" name="Google Shape;14415;p79"/>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6" name="Google Shape;14416;p79"/>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7" name="Google Shape;14417;p79"/>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8" name="Google Shape;14418;p79"/>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19" name="Google Shape;14419;p79"/>
          <p:cNvGrpSpPr/>
          <p:nvPr/>
        </p:nvGrpSpPr>
        <p:grpSpPr>
          <a:xfrm>
            <a:off x="4219981" y="1588589"/>
            <a:ext cx="1060647" cy="985108"/>
            <a:chOff x="3348603" y="1236445"/>
            <a:chExt cx="749256" cy="695894"/>
          </a:xfrm>
        </p:grpSpPr>
        <p:grpSp>
          <p:nvGrpSpPr>
            <p:cNvPr id="14420" name="Google Shape;14420;p79"/>
            <p:cNvGrpSpPr/>
            <p:nvPr/>
          </p:nvGrpSpPr>
          <p:grpSpPr>
            <a:xfrm>
              <a:off x="3583779" y="1236445"/>
              <a:ext cx="293795" cy="285811"/>
              <a:chOff x="3750225" y="1774000"/>
              <a:chExt cx="149575" cy="145525"/>
            </a:xfrm>
          </p:grpSpPr>
          <p:sp>
            <p:nvSpPr>
              <p:cNvPr id="14421" name="Google Shape;14421;p79"/>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22" name="Google Shape;14422;p79"/>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23" name="Google Shape;14423;p79"/>
            <p:cNvGrpSpPr/>
            <p:nvPr/>
          </p:nvGrpSpPr>
          <p:grpSpPr>
            <a:xfrm>
              <a:off x="3775534" y="1462599"/>
              <a:ext cx="322325" cy="285958"/>
              <a:chOff x="3847850" y="1889150"/>
              <a:chExt cx="164100" cy="145600"/>
            </a:xfrm>
          </p:grpSpPr>
          <p:sp>
            <p:nvSpPr>
              <p:cNvPr id="14424" name="Google Shape;14424;p79"/>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25" name="Google Shape;14425;p79"/>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26" name="Google Shape;14426;p79"/>
            <p:cNvGrpSpPr/>
            <p:nvPr/>
          </p:nvGrpSpPr>
          <p:grpSpPr>
            <a:xfrm>
              <a:off x="3545329" y="1646528"/>
              <a:ext cx="293746" cy="285811"/>
              <a:chOff x="3730650" y="1982800"/>
              <a:chExt cx="149550" cy="145525"/>
            </a:xfrm>
          </p:grpSpPr>
          <p:sp>
            <p:nvSpPr>
              <p:cNvPr id="14427" name="Google Shape;14427;p79"/>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28" name="Google Shape;14428;p79"/>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29" name="Google Shape;14429;p79"/>
            <p:cNvGrpSpPr/>
            <p:nvPr/>
          </p:nvGrpSpPr>
          <p:grpSpPr>
            <a:xfrm>
              <a:off x="3348603" y="1415046"/>
              <a:ext cx="294384" cy="284387"/>
              <a:chOff x="3630494" y="1864938"/>
              <a:chExt cx="149875" cy="144800"/>
            </a:xfrm>
          </p:grpSpPr>
          <p:sp>
            <p:nvSpPr>
              <p:cNvPr id="14430" name="Google Shape;14430;p79"/>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31" name="Google Shape;14431;p79"/>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32" name="Google Shape;14432;p79"/>
          <p:cNvGrpSpPr/>
          <p:nvPr/>
        </p:nvGrpSpPr>
        <p:grpSpPr>
          <a:xfrm>
            <a:off x="3048683" y="4952450"/>
            <a:ext cx="1766565" cy="904111"/>
            <a:chOff x="2413923" y="3711366"/>
            <a:chExt cx="1374117" cy="703260"/>
          </a:xfrm>
        </p:grpSpPr>
        <p:grpSp>
          <p:nvGrpSpPr>
            <p:cNvPr id="14433" name="Google Shape;14433;p79"/>
            <p:cNvGrpSpPr/>
            <p:nvPr/>
          </p:nvGrpSpPr>
          <p:grpSpPr>
            <a:xfrm>
              <a:off x="2413923" y="3711366"/>
              <a:ext cx="1374117" cy="703260"/>
              <a:chOff x="2413923" y="3711366"/>
              <a:chExt cx="1374117" cy="703260"/>
            </a:xfrm>
          </p:grpSpPr>
          <p:sp>
            <p:nvSpPr>
              <p:cNvPr id="14434" name="Google Shape;14434;p79"/>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4435" name="Google Shape;14435;p79"/>
              <p:cNvGrpSpPr/>
              <p:nvPr/>
            </p:nvGrpSpPr>
            <p:grpSpPr>
              <a:xfrm>
                <a:off x="2600284" y="3808654"/>
                <a:ext cx="234506" cy="138009"/>
                <a:chOff x="2600284" y="3808654"/>
                <a:chExt cx="234506" cy="138009"/>
              </a:xfrm>
            </p:grpSpPr>
            <p:sp>
              <p:nvSpPr>
                <p:cNvPr id="14436" name="Google Shape;14436;p79"/>
                <p:cNvSpPr/>
                <p:nvPr/>
              </p:nvSpPr>
              <p:spPr>
                <a:xfrm>
                  <a:off x="2767890" y="3879764"/>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37" name="Google Shape;14437;p79"/>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38" name="Google Shape;14438;p79"/>
              <p:cNvGrpSpPr/>
              <p:nvPr/>
            </p:nvGrpSpPr>
            <p:grpSpPr>
              <a:xfrm>
                <a:off x="3359659" y="3805664"/>
                <a:ext cx="232294" cy="141000"/>
                <a:chOff x="3359659" y="3805664"/>
                <a:chExt cx="232294" cy="141000"/>
              </a:xfrm>
            </p:grpSpPr>
            <p:sp>
              <p:nvSpPr>
                <p:cNvPr id="14439" name="Google Shape;14439;p79"/>
                <p:cNvSpPr/>
                <p:nvPr/>
              </p:nvSpPr>
              <p:spPr>
                <a:xfrm>
                  <a:off x="3359659" y="3879764"/>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0" name="Google Shape;14440;p79"/>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41" name="Google Shape;14441;p79"/>
              <p:cNvGrpSpPr/>
              <p:nvPr/>
            </p:nvGrpSpPr>
            <p:grpSpPr>
              <a:xfrm>
                <a:off x="3067316" y="3711366"/>
                <a:ext cx="66900" cy="166809"/>
                <a:chOff x="3067316" y="3711366"/>
                <a:chExt cx="66900" cy="166809"/>
              </a:xfrm>
            </p:grpSpPr>
            <p:sp>
              <p:nvSpPr>
                <p:cNvPr id="14442" name="Google Shape;14442;p79"/>
                <p:cNvSpPr/>
                <p:nvPr/>
              </p:nvSpPr>
              <p:spPr>
                <a:xfrm>
                  <a:off x="3067316" y="3811276"/>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3" name="Google Shape;14443;p79"/>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44" name="Google Shape;14444;p79"/>
              <p:cNvGrpSpPr/>
              <p:nvPr/>
            </p:nvGrpSpPr>
            <p:grpSpPr>
              <a:xfrm>
                <a:off x="2413923" y="4058666"/>
                <a:ext cx="224119" cy="66900"/>
                <a:chOff x="2413923" y="4058666"/>
                <a:chExt cx="224119" cy="66900"/>
              </a:xfrm>
            </p:grpSpPr>
            <p:sp>
              <p:nvSpPr>
                <p:cNvPr id="14445" name="Google Shape;14445;p79"/>
                <p:cNvSpPr/>
                <p:nvPr/>
              </p:nvSpPr>
              <p:spPr>
                <a:xfrm>
                  <a:off x="2571142" y="4058666"/>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6" name="Google Shape;14446;p79"/>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47" name="Google Shape;14447;p79"/>
              <p:cNvGrpSpPr/>
              <p:nvPr/>
            </p:nvGrpSpPr>
            <p:grpSpPr>
              <a:xfrm>
                <a:off x="3564643" y="4058666"/>
                <a:ext cx="223397" cy="66900"/>
                <a:chOff x="3564643" y="4058666"/>
                <a:chExt cx="223397" cy="66900"/>
              </a:xfrm>
            </p:grpSpPr>
            <p:sp>
              <p:nvSpPr>
                <p:cNvPr id="14448" name="Google Shape;14448;p79"/>
                <p:cNvSpPr/>
                <p:nvPr/>
              </p:nvSpPr>
              <p:spPr>
                <a:xfrm>
                  <a:off x="3564643" y="4058666"/>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9" name="Google Shape;14449;p79"/>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14450" name="Google Shape;14450;p79"/>
            <p:cNvGrpSpPr/>
            <p:nvPr/>
          </p:nvGrpSpPr>
          <p:grpSpPr>
            <a:xfrm>
              <a:off x="2633353" y="3965763"/>
              <a:ext cx="933975" cy="445687"/>
              <a:chOff x="2633353" y="3965763"/>
              <a:chExt cx="933975" cy="445687"/>
            </a:xfrm>
          </p:grpSpPr>
          <p:sp>
            <p:nvSpPr>
              <p:cNvPr id="14451" name="Google Shape;14451;p79"/>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4452" name="Google Shape;14452;p79"/>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4453" name="Google Shape;14453;p79"/>
          <p:cNvGrpSpPr/>
          <p:nvPr/>
        </p:nvGrpSpPr>
        <p:grpSpPr>
          <a:xfrm>
            <a:off x="8547713" y="1686513"/>
            <a:ext cx="1508116" cy="783177"/>
            <a:chOff x="238125" y="999450"/>
            <a:chExt cx="7140700" cy="3708225"/>
          </a:xfrm>
        </p:grpSpPr>
        <p:sp>
          <p:nvSpPr>
            <p:cNvPr id="14454" name="Google Shape;14454;p79"/>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5" name="Google Shape;14455;p79"/>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6" name="Google Shape;14456;p79"/>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7" name="Google Shape;14457;p79"/>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8" name="Google Shape;14458;p79"/>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9" name="Google Shape;14459;p79"/>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0" name="Google Shape;14460;p79"/>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1" name="Google Shape;14461;p79"/>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2" name="Google Shape;14462;p79"/>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63" name="Google Shape;14463;p79"/>
          <p:cNvGrpSpPr/>
          <p:nvPr/>
        </p:nvGrpSpPr>
        <p:grpSpPr>
          <a:xfrm>
            <a:off x="5016312" y="4952506"/>
            <a:ext cx="1834472" cy="904175"/>
            <a:chOff x="3913765" y="3641905"/>
            <a:chExt cx="1522805" cy="750560"/>
          </a:xfrm>
        </p:grpSpPr>
        <p:grpSp>
          <p:nvGrpSpPr>
            <p:cNvPr id="14464" name="Google Shape;14464;p79"/>
            <p:cNvGrpSpPr/>
            <p:nvPr/>
          </p:nvGrpSpPr>
          <p:grpSpPr>
            <a:xfrm>
              <a:off x="3913765" y="3997002"/>
              <a:ext cx="1522805" cy="395463"/>
              <a:chOff x="3913765" y="3997002"/>
              <a:chExt cx="1522805" cy="395463"/>
            </a:xfrm>
          </p:grpSpPr>
          <p:grpSp>
            <p:nvGrpSpPr>
              <p:cNvPr id="14465" name="Google Shape;14465;p79"/>
              <p:cNvGrpSpPr/>
              <p:nvPr/>
            </p:nvGrpSpPr>
            <p:grpSpPr>
              <a:xfrm>
                <a:off x="3913765" y="4138659"/>
                <a:ext cx="507602" cy="253806"/>
                <a:chOff x="3913765" y="4138659"/>
                <a:chExt cx="507602" cy="253806"/>
              </a:xfrm>
            </p:grpSpPr>
            <p:sp>
              <p:nvSpPr>
                <p:cNvPr id="14466" name="Google Shape;14466;p79"/>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7" name="Google Shape;14467;p79"/>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121900" tIns="121900" rIns="121900" bIns="121900" anchor="ctr" anchorCtr="0">
                  <a:noAutofit/>
                </a:bodyPr>
                <a:lstStyle/>
                <a:p>
                  <a:r>
                    <a:rPr lang="en" sz="2400"/>
                    <a:t>     </a:t>
                  </a:r>
                  <a:endParaRPr sz="2400"/>
                </a:p>
              </p:txBody>
            </p:sp>
          </p:grpSp>
          <p:grpSp>
            <p:nvGrpSpPr>
              <p:cNvPr id="14468" name="Google Shape;14468;p79"/>
              <p:cNvGrpSpPr/>
              <p:nvPr/>
            </p:nvGrpSpPr>
            <p:grpSpPr>
              <a:xfrm>
                <a:off x="4421361" y="3997002"/>
                <a:ext cx="507618" cy="395463"/>
                <a:chOff x="4421361" y="3997002"/>
                <a:chExt cx="507618" cy="395463"/>
              </a:xfrm>
            </p:grpSpPr>
            <p:sp>
              <p:nvSpPr>
                <p:cNvPr id="14469" name="Google Shape;14469;p79"/>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70" name="Google Shape;14470;p79"/>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71" name="Google Shape;14471;p79"/>
              <p:cNvGrpSpPr/>
              <p:nvPr/>
            </p:nvGrpSpPr>
            <p:grpSpPr>
              <a:xfrm>
                <a:off x="4928973" y="4189418"/>
                <a:ext cx="507596" cy="203047"/>
                <a:chOff x="4928973" y="4189418"/>
                <a:chExt cx="507596" cy="203047"/>
              </a:xfrm>
            </p:grpSpPr>
            <p:sp>
              <p:nvSpPr>
                <p:cNvPr id="14472" name="Google Shape;14472;p79"/>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73" name="Google Shape;14473;p79"/>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74" name="Google Shape;14474;p79"/>
            <p:cNvGrpSpPr/>
            <p:nvPr/>
          </p:nvGrpSpPr>
          <p:grpSpPr>
            <a:xfrm>
              <a:off x="4482186" y="3641905"/>
              <a:ext cx="397605" cy="349784"/>
              <a:chOff x="2906375" y="1159725"/>
              <a:chExt cx="1860575" cy="1636800"/>
            </a:xfrm>
          </p:grpSpPr>
          <p:sp>
            <p:nvSpPr>
              <p:cNvPr id="14475" name="Google Shape;14475;p79"/>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76" name="Google Shape;14476;p79"/>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sp>
            <p:nvSpPr>
              <p:cNvPr id="14477" name="Google Shape;14477;p79"/>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sp>
            <p:nvSpPr>
              <p:cNvPr id="14478" name="Google Shape;14478;p79"/>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79" name="Google Shape;14479;p79"/>
          <p:cNvGrpSpPr/>
          <p:nvPr/>
        </p:nvGrpSpPr>
        <p:grpSpPr>
          <a:xfrm>
            <a:off x="8729258" y="2765741"/>
            <a:ext cx="1254316" cy="961423"/>
            <a:chOff x="6599718" y="2068734"/>
            <a:chExt cx="940737" cy="721067"/>
          </a:xfrm>
        </p:grpSpPr>
        <p:sp>
          <p:nvSpPr>
            <p:cNvPr id="14480" name="Google Shape;14480;p79"/>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1" name="Google Shape;14481;p79"/>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2" name="Google Shape;14482;p79"/>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3" name="Google Shape;14483;p79"/>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4" name="Google Shape;14484;p79"/>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5" name="Google Shape;14485;p79"/>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grpSp>
          <p:nvGrpSpPr>
            <p:cNvPr id="14486" name="Google Shape;14486;p79"/>
            <p:cNvGrpSpPr/>
            <p:nvPr/>
          </p:nvGrpSpPr>
          <p:grpSpPr>
            <a:xfrm>
              <a:off x="6836957" y="2068734"/>
              <a:ext cx="461892" cy="721067"/>
              <a:chOff x="6836957" y="2068734"/>
              <a:chExt cx="461892" cy="721067"/>
            </a:xfrm>
          </p:grpSpPr>
          <p:sp>
            <p:nvSpPr>
              <p:cNvPr id="14487" name="Google Shape;14487;p79"/>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8" name="Google Shape;14488;p79"/>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9" name="Google Shape;14489;p79"/>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0" name="Google Shape;14490;p79"/>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1" name="Google Shape;14491;p79"/>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2" name="Google Shape;14492;p79"/>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grpSp>
            <p:nvGrpSpPr>
              <p:cNvPr id="14493" name="Google Shape;14493;p79"/>
              <p:cNvGrpSpPr/>
              <p:nvPr/>
            </p:nvGrpSpPr>
            <p:grpSpPr>
              <a:xfrm>
                <a:off x="6836957" y="2068734"/>
                <a:ext cx="461892" cy="721067"/>
                <a:chOff x="6836957" y="2068734"/>
                <a:chExt cx="461892" cy="721067"/>
              </a:xfrm>
            </p:grpSpPr>
            <p:sp>
              <p:nvSpPr>
                <p:cNvPr id="14494" name="Google Shape;14494;p79"/>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5" name="Google Shape;14495;p79"/>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6" name="Google Shape;14496;p79"/>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7" name="Google Shape;14497;p79"/>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8" name="Google Shape;14498;p79"/>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9" name="Google Shape;14499;p79"/>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500" name="Google Shape;14500;p79"/>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grpSp>
        </p:grpSp>
      </p:grpSp>
      <p:grpSp>
        <p:nvGrpSpPr>
          <p:cNvPr id="14501" name="Google Shape;14501;p79"/>
          <p:cNvGrpSpPr/>
          <p:nvPr/>
        </p:nvGrpSpPr>
        <p:grpSpPr>
          <a:xfrm>
            <a:off x="3240350" y="2771536"/>
            <a:ext cx="950103" cy="949832"/>
            <a:chOff x="2559249" y="2069323"/>
            <a:chExt cx="685566" cy="685634"/>
          </a:xfrm>
        </p:grpSpPr>
        <p:sp>
          <p:nvSpPr>
            <p:cNvPr id="14502" name="Google Shape;14502;p79"/>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3" name="Google Shape;14503;p79"/>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4" name="Google Shape;14504;p79"/>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5" name="Google Shape;14505;p79"/>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6" name="Google Shape;14506;p79"/>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7" name="Google Shape;14507;p79"/>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8" name="Google Shape;14508;p79"/>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9" name="Google Shape;14509;p79"/>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0" name="Google Shape;14510;p79"/>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1" name="Google Shape;14511;p79"/>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2" name="Google Shape;14512;p79"/>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3" name="Google Shape;14513;p79"/>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4" name="Google Shape;14514;p79"/>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15" name="Google Shape;14515;p79"/>
          <p:cNvGrpSpPr/>
          <p:nvPr/>
        </p:nvGrpSpPr>
        <p:grpSpPr>
          <a:xfrm>
            <a:off x="10150266" y="1588589"/>
            <a:ext cx="1127527" cy="949215"/>
            <a:chOff x="951975" y="315800"/>
            <a:chExt cx="5860325" cy="4933550"/>
          </a:xfrm>
        </p:grpSpPr>
        <p:sp>
          <p:nvSpPr>
            <p:cNvPr id="14516" name="Google Shape;14516;p79"/>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7" name="Google Shape;14517;p79"/>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8" name="Google Shape;14518;p79"/>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9" name="Google Shape;14519;p79"/>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0" name="Google Shape;14520;p79"/>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1" name="Google Shape;14521;p79"/>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2" name="Google Shape;14522;p79"/>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3" name="Google Shape;14523;p79"/>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24" name="Google Shape;14524;p79"/>
          <p:cNvGrpSpPr/>
          <p:nvPr/>
        </p:nvGrpSpPr>
        <p:grpSpPr>
          <a:xfrm>
            <a:off x="4946437" y="3903400"/>
            <a:ext cx="2157243" cy="828965"/>
            <a:chOff x="3862800" y="3038525"/>
            <a:chExt cx="1329006" cy="510698"/>
          </a:xfrm>
        </p:grpSpPr>
        <p:sp>
          <p:nvSpPr>
            <p:cNvPr id="14525" name="Google Shape;14525;p79"/>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26" name="Google Shape;14526;p79"/>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527" name="Google Shape;14527;p79"/>
            <p:cNvGrpSpPr/>
            <p:nvPr/>
          </p:nvGrpSpPr>
          <p:grpSpPr>
            <a:xfrm>
              <a:off x="3967075" y="3040337"/>
              <a:ext cx="1019927" cy="402126"/>
              <a:chOff x="3967075" y="3040337"/>
              <a:chExt cx="1019927" cy="402126"/>
            </a:xfrm>
          </p:grpSpPr>
          <p:sp>
            <p:nvSpPr>
              <p:cNvPr id="14528" name="Google Shape;14528;p79"/>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29" name="Google Shape;14529;p79"/>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30" name="Google Shape;14530;p79"/>
            <p:cNvGrpSpPr/>
            <p:nvPr/>
          </p:nvGrpSpPr>
          <p:grpSpPr>
            <a:xfrm>
              <a:off x="4186700" y="3040337"/>
              <a:ext cx="390475" cy="183289"/>
              <a:chOff x="4186700" y="3040337"/>
              <a:chExt cx="390475" cy="183289"/>
            </a:xfrm>
          </p:grpSpPr>
          <p:sp>
            <p:nvSpPr>
              <p:cNvPr id="14531" name="Google Shape;14531;p79"/>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32" name="Google Shape;14532;p79"/>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33" name="Google Shape;14533;p79"/>
            <p:cNvGrpSpPr/>
            <p:nvPr/>
          </p:nvGrpSpPr>
          <p:grpSpPr>
            <a:xfrm>
              <a:off x="4073727" y="3040337"/>
              <a:ext cx="697794" cy="296263"/>
              <a:chOff x="4073727" y="3040337"/>
              <a:chExt cx="697794" cy="296263"/>
            </a:xfrm>
          </p:grpSpPr>
          <p:sp>
            <p:nvSpPr>
              <p:cNvPr id="14534" name="Google Shape;14534;p79"/>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35" name="Google Shape;14535;p79"/>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36" name="Google Shape;14536;p79"/>
            <p:cNvGrpSpPr/>
            <p:nvPr/>
          </p:nvGrpSpPr>
          <p:grpSpPr>
            <a:xfrm>
              <a:off x="3862800" y="3038525"/>
              <a:ext cx="1329006" cy="510698"/>
              <a:chOff x="3862800" y="3038525"/>
              <a:chExt cx="1329006" cy="510698"/>
            </a:xfrm>
          </p:grpSpPr>
          <p:sp>
            <p:nvSpPr>
              <p:cNvPr id="14537" name="Google Shape;14537;p79"/>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38" name="Google Shape;14538;p79"/>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539" name="Google Shape;14539;p79"/>
          <p:cNvGrpSpPr/>
          <p:nvPr/>
        </p:nvGrpSpPr>
        <p:grpSpPr>
          <a:xfrm>
            <a:off x="957534" y="1588588"/>
            <a:ext cx="1177607" cy="1033568"/>
            <a:chOff x="649648" y="271400"/>
            <a:chExt cx="6215377" cy="5455143"/>
          </a:xfrm>
        </p:grpSpPr>
        <p:sp>
          <p:nvSpPr>
            <p:cNvPr id="14540" name="Google Shape;14540;p79"/>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1" name="Google Shape;14541;p79"/>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2" name="Google Shape;14542;p79"/>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3" name="Google Shape;14543;p79"/>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4" name="Google Shape;14544;p79"/>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5" name="Google Shape;14545;p79"/>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6" name="Google Shape;14546;p79"/>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7" name="Google Shape;14547;p79"/>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8" name="Google Shape;14548;p79"/>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9" name="Google Shape;14549;p79"/>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50" name="Google Shape;14550;p79"/>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51" name="Google Shape;14551;p79"/>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52" name="Google Shape;14552;p79"/>
          <p:cNvGrpSpPr/>
          <p:nvPr/>
        </p:nvGrpSpPr>
        <p:grpSpPr>
          <a:xfrm>
            <a:off x="3101936" y="1588589"/>
            <a:ext cx="1023605" cy="1087319"/>
            <a:chOff x="2499700" y="1135950"/>
            <a:chExt cx="732402" cy="777990"/>
          </a:xfrm>
        </p:grpSpPr>
        <p:grpSp>
          <p:nvGrpSpPr>
            <p:cNvPr id="14553" name="Google Shape;14553;p79"/>
            <p:cNvGrpSpPr/>
            <p:nvPr/>
          </p:nvGrpSpPr>
          <p:grpSpPr>
            <a:xfrm>
              <a:off x="2499700" y="1135950"/>
              <a:ext cx="732402" cy="694705"/>
              <a:chOff x="2499700" y="1135950"/>
              <a:chExt cx="732402" cy="694705"/>
            </a:xfrm>
          </p:grpSpPr>
          <p:sp>
            <p:nvSpPr>
              <p:cNvPr id="14554" name="Google Shape;14554;p79"/>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5" name="Google Shape;14555;p79"/>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6" name="Google Shape;14556;p79"/>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7" name="Google Shape;14557;p79"/>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8" name="Google Shape;14558;p79"/>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9" name="Google Shape;14559;p79"/>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0" name="Google Shape;14560;p79"/>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1" name="Google Shape;14561;p79"/>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2" name="Google Shape;14562;p79"/>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3" name="Google Shape;14563;p79"/>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4" name="Google Shape;14564;p79"/>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5" name="Google Shape;14565;p79"/>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6" name="Google Shape;14566;p79"/>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7" name="Google Shape;14567;p79"/>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8" name="Google Shape;14568;p79"/>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9" name="Google Shape;14569;p79"/>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0" name="Google Shape;14570;p79"/>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1" name="Google Shape;14571;p79"/>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2" name="Google Shape;14572;p79"/>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3" name="Google Shape;14573;p79"/>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4" name="Google Shape;14574;p79"/>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5" name="Google Shape;14575;p79"/>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6" name="Google Shape;14576;p79"/>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7" name="Google Shape;14577;p79"/>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8" name="Google Shape;14578;p79"/>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9" name="Google Shape;14579;p79"/>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80" name="Google Shape;14580;p79"/>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81" name="Google Shape;14581;p79"/>
            <p:cNvGrpSpPr/>
            <p:nvPr/>
          </p:nvGrpSpPr>
          <p:grpSpPr>
            <a:xfrm>
              <a:off x="2517909" y="1188726"/>
              <a:ext cx="702702" cy="725214"/>
              <a:chOff x="2517909" y="1188726"/>
              <a:chExt cx="702702" cy="725214"/>
            </a:xfrm>
          </p:grpSpPr>
          <p:sp>
            <p:nvSpPr>
              <p:cNvPr id="14582" name="Google Shape;14582;p79"/>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3" name="Google Shape;14583;p79"/>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4" name="Google Shape;14584;p79"/>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5" name="Google Shape;14585;p79"/>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6" name="Google Shape;14586;p79"/>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587" name="Google Shape;14587;p79"/>
          <p:cNvGrpSpPr/>
          <p:nvPr/>
        </p:nvGrpSpPr>
        <p:grpSpPr>
          <a:xfrm>
            <a:off x="2229579" y="1588589"/>
            <a:ext cx="777919" cy="1160305"/>
            <a:chOff x="1716825" y="1121550"/>
            <a:chExt cx="622800" cy="928938"/>
          </a:xfrm>
        </p:grpSpPr>
        <p:grpSp>
          <p:nvGrpSpPr>
            <p:cNvPr id="14588" name="Google Shape;14588;p79"/>
            <p:cNvGrpSpPr/>
            <p:nvPr/>
          </p:nvGrpSpPr>
          <p:grpSpPr>
            <a:xfrm>
              <a:off x="1716825" y="1121550"/>
              <a:ext cx="622800" cy="928938"/>
              <a:chOff x="1716825" y="1121550"/>
              <a:chExt cx="622800" cy="928938"/>
            </a:xfrm>
          </p:grpSpPr>
          <p:cxnSp>
            <p:nvCxnSpPr>
              <p:cNvPr id="14589" name="Google Shape;14589;p79"/>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14590" name="Google Shape;14590;p79"/>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91" name="Google Shape;14591;p79"/>
            <p:cNvGrpSpPr/>
            <p:nvPr/>
          </p:nvGrpSpPr>
          <p:grpSpPr>
            <a:xfrm>
              <a:off x="1768050" y="1172775"/>
              <a:ext cx="520200" cy="832000"/>
              <a:chOff x="1768050" y="1172775"/>
              <a:chExt cx="520200" cy="832000"/>
            </a:xfrm>
          </p:grpSpPr>
          <p:cxnSp>
            <p:nvCxnSpPr>
              <p:cNvPr id="14592" name="Google Shape;14592;p79"/>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14593" name="Google Shape;14593;p79"/>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94" name="Google Shape;14594;p79"/>
            <p:cNvGrpSpPr/>
            <p:nvPr/>
          </p:nvGrpSpPr>
          <p:grpSpPr>
            <a:xfrm>
              <a:off x="1820100" y="1225475"/>
              <a:ext cx="416400" cy="729575"/>
              <a:chOff x="1820100" y="1225475"/>
              <a:chExt cx="416400" cy="729575"/>
            </a:xfrm>
          </p:grpSpPr>
          <p:cxnSp>
            <p:nvCxnSpPr>
              <p:cNvPr id="14595" name="Google Shape;14595;p79"/>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14596" name="Google Shape;14596;p79"/>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97" name="Google Shape;14597;p79"/>
            <p:cNvGrpSpPr/>
            <p:nvPr/>
          </p:nvGrpSpPr>
          <p:grpSpPr>
            <a:xfrm>
              <a:off x="1874250" y="1278825"/>
              <a:ext cx="308100" cy="605275"/>
              <a:chOff x="1874250" y="1278825"/>
              <a:chExt cx="308100" cy="605275"/>
            </a:xfrm>
          </p:grpSpPr>
          <p:cxnSp>
            <p:nvCxnSpPr>
              <p:cNvPr id="14598" name="Google Shape;14598;p79"/>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14599" name="Google Shape;14599;p79"/>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600" name="Google Shape;14600;p79"/>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01" name="Google Shape;14601;p79"/>
          <p:cNvGrpSpPr/>
          <p:nvPr/>
        </p:nvGrpSpPr>
        <p:grpSpPr>
          <a:xfrm>
            <a:off x="2122676" y="2770351"/>
            <a:ext cx="985429" cy="952203"/>
            <a:chOff x="4334725" y="1355875"/>
            <a:chExt cx="3106650" cy="3001900"/>
          </a:xfrm>
        </p:grpSpPr>
        <p:grpSp>
          <p:nvGrpSpPr>
            <p:cNvPr id="14602" name="Google Shape;14602;p79"/>
            <p:cNvGrpSpPr/>
            <p:nvPr/>
          </p:nvGrpSpPr>
          <p:grpSpPr>
            <a:xfrm>
              <a:off x="4516050" y="1724875"/>
              <a:ext cx="2693725" cy="2632900"/>
              <a:chOff x="4516050" y="1724875"/>
              <a:chExt cx="2693725" cy="2632900"/>
            </a:xfrm>
          </p:grpSpPr>
          <p:sp>
            <p:nvSpPr>
              <p:cNvPr id="14603" name="Google Shape;14603;p79"/>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04" name="Google Shape;14604;p79"/>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05" name="Google Shape;14605;p79"/>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06" name="Google Shape;14606;p79"/>
            <p:cNvGrpSpPr/>
            <p:nvPr/>
          </p:nvGrpSpPr>
          <p:grpSpPr>
            <a:xfrm>
              <a:off x="4334725" y="1355875"/>
              <a:ext cx="3106650" cy="2709650"/>
              <a:chOff x="4334725" y="1355875"/>
              <a:chExt cx="3106650" cy="2709650"/>
            </a:xfrm>
          </p:grpSpPr>
          <p:sp>
            <p:nvSpPr>
              <p:cNvPr id="14607" name="Google Shape;14607;p79"/>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121900" tIns="121900" rIns="121900" bIns="121900" anchor="ctr" anchorCtr="0">
                <a:noAutofit/>
              </a:bodyPr>
              <a:lstStyle/>
              <a:p>
                <a:endParaRPr sz="2400"/>
              </a:p>
            </p:txBody>
          </p:sp>
          <p:sp>
            <p:nvSpPr>
              <p:cNvPr id="14608" name="Google Shape;14608;p79"/>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121900" tIns="121900" rIns="121900" bIns="121900" anchor="ctr" anchorCtr="0">
                <a:noAutofit/>
              </a:bodyPr>
              <a:lstStyle/>
              <a:p>
                <a:endParaRPr sz="2400"/>
              </a:p>
            </p:txBody>
          </p:sp>
          <p:sp>
            <p:nvSpPr>
              <p:cNvPr id="14609" name="Google Shape;14609;p79"/>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610" name="Google Shape;14610;p79"/>
          <p:cNvGrpSpPr/>
          <p:nvPr/>
        </p:nvGrpSpPr>
        <p:grpSpPr>
          <a:xfrm>
            <a:off x="10278608" y="4944713"/>
            <a:ext cx="416099" cy="912231"/>
            <a:chOff x="7645573" y="3754300"/>
            <a:chExt cx="293855" cy="644170"/>
          </a:xfrm>
        </p:grpSpPr>
        <p:sp>
          <p:nvSpPr>
            <p:cNvPr id="14611" name="Google Shape;14611;p79"/>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12" name="Google Shape;14612;p79"/>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13" name="Google Shape;14613;p79"/>
          <p:cNvGrpSpPr/>
          <p:nvPr/>
        </p:nvGrpSpPr>
        <p:grpSpPr>
          <a:xfrm>
            <a:off x="7507926" y="1588589"/>
            <a:ext cx="945348" cy="985812"/>
            <a:chOff x="5830645" y="1256617"/>
            <a:chExt cx="530340" cy="553040"/>
          </a:xfrm>
        </p:grpSpPr>
        <p:grpSp>
          <p:nvGrpSpPr>
            <p:cNvPr id="14614" name="Google Shape;14614;p79"/>
            <p:cNvGrpSpPr/>
            <p:nvPr/>
          </p:nvGrpSpPr>
          <p:grpSpPr>
            <a:xfrm>
              <a:off x="5830645" y="1256617"/>
              <a:ext cx="259743" cy="269909"/>
              <a:chOff x="5830645" y="1256617"/>
              <a:chExt cx="259743" cy="269909"/>
            </a:xfrm>
          </p:grpSpPr>
          <p:sp>
            <p:nvSpPr>
              <p:cNvPr id="14615" name="Google Shape;14615;p79"/>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16" name="Google Shape;14616;p79"/>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17" name="Google Shape;14617;p79"/>
            <p:cNvGrpSpPr/>
            <p:nvPr/>
          </p:nvGrpSpPr>
          <p:grpSpPr>
            <a:xfrm>
              <a:off x="6101293" y="1256617"/>
              <a:ext cx="259692" cy="269909"/>
              <a:chOff x="6101293" y="1256617"/>
              <a:chExt cx="259692" cy="269909"/>
            </a:xfrm>
          </p:grpSpPr>
          <p:sp>
            <p:nvSpPr>
              <p:cNvPr id="14618" name="Google Shape;14618;p79"/>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19" name="Google Shape;14619;p79"/>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20" name="Google Shape;14620;p79"/>
            <p:cNvGrpSpPr/>
            <p:nvPr/>
          </p:nvGrpSpPr>
          <p:grpSpPr>
            <a:xfrm>
              <a:off x="5830645" y="1539749"/>
              <a:ext cx="259692" cy="269909"/>
              <a:chOff x="5830645" y="1539749"/>
              <a:chExt cx="259692" cy="269909"/>
            </a:xfrm>
          </p:grpSpPr>
          <p:sp>
            <p:nvSpPr>
              <p:cNvPr id="14621" name="Google Shape;14621;p79"/>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22" name="Google Shape;14622;p79"/>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23" name="Google Shape;14623;p79"/>
            <p:cNvGrpSpPr/>
            <p:nvPr/>
          </p:nvGrpSpPr>
          <p:grpSpPr>
            <a:xfrm>
              <a:off x="6101293" y="1539749"/>
              <a:ext cx="259692" cy="269909"/>
              <a:chOff x="6101293" y="1539749"/>
              <a:chExt cx="259692" cy="269909"/>
            </a:xfrm>
          </p:grpSpPr>
          <p:sp>
            <p:nvSpPr>
              <p:cNvPr id="14624" name="Google Shape;14624;p79"/>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25" name="Google Shape;14625;p79"/>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626" name="Google Shape;14626;p79"/>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27" name="Google Shape;14627;p79"/>
          <p:cNvGrpSpPr/>
          <p:nvPr/>
        </p:nvGrpSpPr>
        <p:grpSpPr>
          <a:xfrm>
            <a:off x="976585" y="3903409"/>
            <a:ext cx="1937273" cy="828480"/>
            <a:chOff x="732422" y="2990152"/>
            <a:chExt cx="1337773" cy="572102"/>
          </a:xfrm>
        </p:grpSpPr>
        <p:sp>
          <p:nvSpPr>
            <p:cNvPr id="14628" name="Google Shape;14628;p79"/>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29" name="Google Shape;14629;p79"/>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0" name="Google Shape;14630;p79"/>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1" name="Google Shape;14631;p79"/>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2" name="Google Shape;14632;p79"/>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3" name="Google Shape;14633;p79"/>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4637"/>
        <p:cNvGrpSpPr/>
        <p:nvPr/>
      </p:nvGrpSpPr>
      <p:grpSpPr>
        <a:xfrm>
          <a:off x="0" y="0"/>
          <a:ext cx="0" cy="0"/>
          <a:chOff x="0" y="0"/>
          <a:chExt cx="0" cy="0"/>
        </a:xfrm>
      </p:grpSpPr>
      <p:grpSp>
        <p:nvGrpSpPr>
          <p:cNvPr id="14638" name="Google Shape;14638;p80"/>
          <p:cNvGrpSpPr/>
          <p:nvPr/>
        </p:nvGrpSpPr>
        <p:grpSpPr>
          <a:xfrm>
            <a:off x="972318" y="1572887"/>
            <a:ext cx="2181489" cy="2034859"/>
            <a:chOff x="729238" y="1179665"/>
            <a:chExt cx="1636117" cy="1526144"/>
          </a:xfrm>
        </p:grpSpPr>
        <p:grpSp>
          <p:nvGrpSpPr>
            <p:cNvPr id="14639" name="Google Shape;14639;p80"/>
            <p:cNvGrpSpPr/>
            <p:nvPr/>
          </p:nvGrpSpPr>
          <p:grpSpPr>
            <a:xfrm>
              <a:off x="729238" y="1179665"/>
              <a:ext cx="80700" cy="1526144"/>
              <a:chOff x="729238" y="1179665"/>
              <a:chExt cx="80700" cy="1526144"/>
            </a:xfrm>
          </p:grpSpPr>
          <p:sp>
            <p:nvSpPr>
              <p:cNvPr id="14640" name="Google Shape;14640;p80"/>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1" name="Google Shape;14641;p80"/>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2" name="Google Shape;14642;p80"/>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3" name="Google Shape;14643;p80"/>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4" name="Google Shape;14644;p80"/>
              <p:cNvSpPr/>
              <p:nvPr/>
            </p:nvSpPr>
            <p:spPr>
              <a:xfrm>
                <a:off x="729238" y="1821630"/>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5" name="Google Shape;14645;p80"/>
              <p:cNvSpPr/>
              <p:nvPr/>
            </p:nvSpPr>
            <p:spPr>
              <a:xfrm>
                <a:off x="729238"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6" name="Google Shape;14646;p80"/>
              <p:cNvSpPr/>
              <p:nvPr/>
            </p:nvSpPr>
            <p:spPr>
              <a:xfrm>
                <a:off x="729238"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7" name="Google Shape;14647;p80"/>
              <p:cNvSpPr/>
              <p:nvPr/>
            </p:nvSpPr>
            <p:spPr>
              <a:xfrm>
                <a:off x="729238"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8" name="Google Shape;14648;p80"/>
              <p:cNvSpPr/>
              <p:nvPr/>
            </p:nvSpPr>
            <p:spPr>
              <a:xfrm>
                <a:off x="729238"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9" name="Google Shape;14649;p80"/>
              <p:cNvSpPr/>
              <p:nvPr/>
            </p:nvSpPr>
            <p:spPr>
              <a:xfrm>
                <a:off x="729238"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50" name="Google Shape;14650;p80"/>
            <p:cNvGrpSpPr/>
            <p:nvPr/>
          </p:nvGrpSpPr>
          <p:grpSpPr>
            <a:xfrm>
              <a:off x="903098" y="1179665"/>
              <a:ext cx="80700" cy="1526144"/>
              <a:chOff x="903098" y="1179665"/>
              <a:chExt cx="80700" cy="1526144"/>
            </a:xfrm>
          </p:grpSpPr>
          <p:sp>
            <p:nvSpPr>
              <p:cNvPr id="14651" name="Google Shape;14651;p80"/>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2" name="Google Shape;14652;p80"/>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3" name="Google Shape;14653;p80"/>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4" name="Google Shape;14654;p80"/>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5" name="Google Shape;14655;p80"/>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6" name="Google Shape;14656;p80"/>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7" name="Google Shape;14657;p80"/>
              <p:cNvSpPr/>
              <p:nvPr/>
            </p:nvSpPr>
            <p:spPr>
              <a:xfrm>
                <a:off x="903098"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58" name="Google Shape;14658;p80"/>
              <p:cNvSpPr/>
              <p:nvPr/>
            </p:nvSpPr>
            <p:spPr>
              <a:xfrm>
                <a:off x="903098"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59" name="Google Shape;14659;p80"/>
              <p:cNvSpPr/>
              <p:nvPr/>
            </p:nvSpPr>
            <p:spPr>
              <a:xfrm>
                <a:off x="903098"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60" name="Google Shape;14660;p80"/>
              <p:cNvSpPr/>
              <p:nvPr/>
            </p:nvSpPr>
            <p:spPr>
              <a:xfrm>
                <a:off x="903098"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61" name="Google Shape;14661;p80"/>
            <p:cNvGrpSpPr/>
            <p:nvPr/>
          </p:nvGrpSpPr>
          <p:grpSpPr>
            <a:xfrm>
              <a:off x="1076958" y="1179665"/>
              <a:ext cx="80700" cy="1526144"/>
              <a:chOff x="1076958" y="1179665"/>
              <a:chExt cx="80700" cy="1526144"/>
            </a:xfrm>
          </p:grpSpPr>
          <p:sp>
            <p:nvSpPr>
              <p:cNvPr id="14662" name="Google Shape;14662;p80"/>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3" name="Google Shape;14663;p80"/>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4" name="Google Shape;14664;p80"/>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5" name="Google Shape;14665;p80"/>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6" name="Google Shape;14666;p80"/>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7" name="Google Shape;14667;p80"/>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8" name="Google Shape;14668;p80"/>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9" name="Google Shape;14669;p80"/>
              <p:cNvSpPr/>
              <p:nvPr/>
            </p:nvSpPr>
            <p:spPr>
              <a:xfrm>
                <a:off x="1076958"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0" name="Google Shape;14670;p80"/>
              <p:cNvSpPr/>
              <p:nvPr/>
            </p:nvSpPr>
            <p:spPr>
              <a:xfrm>
                <a:off x="1076958"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1" name="Google Shape;14671;p80"/>
              <p:cNvSpPr/>
              <p:nvPr/>
            </p:nvSpPr>
            <p:spPr>
              <a:xfrm>
                <a:off x="1076958"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72" name="Google Shape;14672;p80"/>
            <p:cNvGrpSpPr/>
            <p:nvPr/>
          </p:nvGrpSpPr>
          <p:grpSpPr>
            <a:xfrm>
              <a:off x="1247707" y="1179665"/>
              <a:ext cx="80700" cy="1526144"/>
              <a:chOff x="1247707" y="1179665"/>
              <a:chExt cx="80700" cy="1526144"/>
            </a:xfrm>
          </p:grpSpPr>
          <p:sp>
            <p:nvSpPr>
              <p:cNvPr id="14673" name="Google Shape;14673;p80"/>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74" name="Google Shape;14674;p80"/>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75" name="Google Shape;14675;p80"/>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76" name="Google Shape;14676;p80"/>
              <p:cNvSpPr/>
              <p:nvPr/>
            </p:nvSpPr>
            <p:spPr>
              <a:xfrm>
                <a:off x="1247707" y="166175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7" name="Google Shape;14677;p80"/>
              <p:cNvSpPr/>
              <p:nvPr/>
            </p:nvSpPr>
            <p:spPr>
              <a:xfrm>
                <a:off x="1247707" y="1821630"/>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8" name="Google Shape;14678;p80"/>
              <p:cNvSpPr/>
              <p:nvPr/>
            </p:nvSpPr>
            <p:spPr>
              <a:xfrm>
                <a:off x="1247707"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9" name="Google Shape;14679;p80"/>
              <p:cNvSpPr/>
              <p:nvPr/>
            </p:nvSpPr>
            <p:spPr>
              <a:xfrm>
                <a:off x="1247707"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80" name="Google Shape;14680;p80"/>
              <p:cNvSpPr/>
              <p:nvPr/>
            </p:nvSpPr>
            <p:spPr>
              <a:xfrm>
                <a:off x="1247707"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81" name="Google Shape;14681;p80"/>
              <p:cNvSpPr/>
              <p:nvPr/>
            </p:nvSpPr>
            <p:spPr>
              <a:xfrm>
                <a:off x="1247707"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82" name="Google Shape;14682;p80"/>
              <p:cNvSpPr/>
              <p:nvPr/>
            </p:nvSpPr>
            <p:spPr>
              <a:xfrm>
                <a:off x="124770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83" name="Google Shape;14683;p80"/>
            <p:cNvGrpSpPr/>
            <p:nvPr/>
          </p:nvGrpSpPr>
          <p:grpSpPr>
            <a:xfrm>
              <a:off x="1421567" y="1179665"/>
              <a:ext cx="80700" cy="1526144"/>
              <a:chOff x="1421567" y="1179665"/>
              <a:chExt cx="80700" cy="1526144"/>
            </a:xfrm>
          </p:grpSpPr>
          <p:sp>
            <p:nvSpPr>
              <p:cNvPr id="14684" name="Google Shape;14684;p80"/>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5" name="Google Shape;14685;p80"/>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6" name="Google Shape;14686;p80"/>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7" name="Google Shape;14687;p80"/>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8" name="Google Shape;14688;p80"/>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9" name="Google Shape;14689;p80"/>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0" name="Google Shape;14690;p80"/>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1" name="Google Shape;14691;p80"/>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2" name="Google Shape;14692;p80"/>
              <p:cNvSpPr/>
              <p:nvPr/>
            </p:nvSpPr>
            <p:spPr>
              <a:xfrm>
                <a:off x="1421567"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93" name="Google Shape;14693;p80"/>
              <p:cNvSpPr/>
              <p:nvPr/>
            </p:nvSpPr>
            <p:spPr>
              <a:xfrm>
                <a:off x="142156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94" name="Google Shape;14694;p80"/>
            <p:cNvGrpSpPr/>
            <p:nvPr/>
          </p:nvGrpSpPr>
          <p:grpSpPr>
            <a:xfrm>
              <a:off x="1592327" y="1179665"/>
              <a:ext cx="80700" cy="1526144"/>
              <a:chOff x="1592327" y="1179665"/>
              <a:chExt cx="80700" cy="1526144"/>
            </a:xfrm>
          </p:grpSpPr>
          <p:sp>
            <p:nvSpPr>
              <p:cNvPr id="14695" name="Google Shape;14695;p80"/>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6" name="Google Shape;14696;p80"/>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7" name="Google Shape;14697;p80"/>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8" name="Google Shape;14698;p80"/>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9" name="Google Shape;14699;p80"/>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0" name="Google Shape;14700;p80"/>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1" name="Google Shape;14701;p80"/>
              <p:cNvSpPr/>
              <p:nvPr/>
            </p:nvSpPr>
            <p:spPr>
              <a:xfrm>
                <a:off x="1592327"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02" name="Google Shape;14702;p80"/>
              <p:cNvSpPr/>
              <p:nvPr/>
            </p:nvSpPr>
            <p:spPr>
              <a:xfrm>
                <a:off x="1592327"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03" name="Google Shape;14703;p80"/>
              <p:cNvSpPr/>
              <p:nvPr/>
            </p:nvSpPr>
            <p:spPr>
              <a:xfrm>
                <a:off x="1592327"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04" name="Google Shape;14704;p80"/>
              <p:cNvSpPr/>
              <p:nvPr/>
            </p:nvSpPr>
            <p:spPr>
              <a:xfrm>
                <a:off x="159232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05" name="Google Shape;14705;p80"/>
            <p:cNvGrpSpPr/>
            <p:nvPr/>
          </p:nvGrpSpPr>
          <p:grpSpPr>
            <a:xfrm>
              <a:off x="1766187" y="1179665"/>
              <a:ext cx="80700" cy="1526144"/>
              <a:chOff x="1766187" y="1179665"/>
              <a:chExt cx="80700" cy="1526144"/>
            </a:xfrm>
          </p:grpSpPr>
          <p:sp>
            <p:nvSpPr>
              <p:cNvPr id="14706" name="Google Shape;14706;p80"/>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7" name="Google Shape;14707;p80"/>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8" name="Google Shape;14708;p80"/>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9" name="Google Shape;14709;p80"/>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0" name="Google Shape;14710;p80"/>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1" name="Google Shape;14711;p80"/>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2" name="Google Shape;14712;p80"/>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3" name="Google Shape;14713;p80"/>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4" name="Google Shape;14714;p80"/>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5" name="Google Shape;14715;p80"/>
              <p:cNvSpPr/>
              <p:nvPr/>
            </p:nvSpPr>
            <p:spPr>
              <a:xfrm>
                <a:off x="176618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16" name="Google Shape;14716;p80"/>
            <p:cNvGrpSpPr/>
            <p:nvPr/>
          </p:nvGrpSpPr>
          <p:grpSpPr>
            <a:xfrm>
              <a:off x="1936935" y="1179665"/>
              <a:ext cx="80700" cy="1526144"/>
              <a:chOff x="1936935" y="1179665"/>
              <a:chExt cx="80700" cy="1526144"/>
            </a:xfrm>
          </p:grpSpPr>
          <p:sp>
            <p:nvSpPr>
              <p:cNvPr id="14717" name="Google Shape;14717;p80"/>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8" name="Google Shape;14718;p80"/>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9" name="Google Shape;14719;p80"/>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0" name="Google Shape;14720;p80"/>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1" name="Google Shape;14721;p80"/>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2" name="Google Shape;14722;p80"/>
              <p:cNvSpPr/>
              <p:nvPr/>
            </p:nvSpPr>
            <p:spPr>
              <a:xfrm>
                <a:off x="1936935"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3" name="Google Shape;14723;p80"/>
              <p:cNvSpPr/>
              <p:nvPr/>
            </p:nvSpPr>
            <p:spPr>
              <a:xfrm>
                <a:off x="1936935"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4" name="Google Shape;14724;p80"/>
              <p:cNvSpPr/>
              <p:nvPr/>
            </p:nvSpPr>
            <p:spPr>
              <a:xfrm>
                <a:off x="1936935"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5" name="Google Shape;14725;p80"/>
              <p:cNvSpPr/>
              <p:nvPr/>
            </p:nvSpPr>
            <p:spPr>
              <a:xfrm>
                <a:off x="1936935"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6" name="Google Shape;14726;p80"/>
              <p:cNvSpPr/>
              <p:nvPr/>
            </p:nvSpPr>
            <p:spPr>
              <a:xfrm>
                <a:off x="1936935"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27" name="Google Shape;14727;p80"/>
            <p:cNvGrpSpPr/>
            <p:nvPr/>
          </p:nvGrpSpPr>
          <p:grpSpPr>
            <a:xfrm>
              <a:off x="2110795" y="1179665"/>
              <a:ext cx="80700" cy="1526144"/>
              <a:chOff x="2110795" y="1179665"/>
              <a:chExt cx="80700" cy="1526144"/>
            </a:xfrm>
          </p:grpSpPr>
          <p:sp>
            <p:nvSpPr>
              <p:cNvPr id="14728" name="Google Shape;14728;p80"/>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9" name="Google Shape;14729;p80"/>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30" name="Google Shape;14730;p80"/>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31" name="Google Shape;14731;p80"/>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32" name="Google Shape;14732;p80"/>
              <p:cNvSpPr/>
              <p:nvPr/>
            </p:nvSpPr>
            <p:spPr>
              <a:xfrm>
                <a:off x="2110795" y="1821630"/>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3" name="Google Shape;14733;p80"/>
              <p:cNvSpPr/>
              <p:nvPr/>
            </p:nvSpPr>
            <p:spPr>
              <a:xfrm>
                <a:off x="2110795"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4" name="Google Shape;14734;p80"/>
              <p:cNvSpPr/>
              <p:nvPr/>
            </p:nvSpPr>
            <p:spPr>
              <a:xfrm>
                <a:off x="2110795"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5" name="Google Shape;14735;p80"/>
              <p:cNvSpPr/>
              <p:nvPr/>
            </p:nvSpPr>
            <p:spPr>
              <a:xfrm>
                <a:off x="2110795"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6" name="Google Shape;14736;p80"/>
              <p:cNvSpPr/>
              <p:nvPr/>
            </p:nvSpPr>
            <p:spPr>
              <a:xfrm>
                <a:off x="2110795"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7" name="Google Shape;14737;p80"/>
              <p:cNvSpPr/>
              <p:nvPr/>
            </p:nvSpPr>
            <p:spPr>
              <a:xfrm>
                <a:off x="2110795"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38" name="Google Shape;14738;p80"/>
            <p:cNvGrpSpPr/>
            <p:nvPr/>
          </p:nvGrpSpPr>
          <p:grpSpPr>
            <a:xfrm>
              <a:off x="2284655" y="1179665"/>
              <a:ext cx="80700" cy="1526144"/>
              <a:chOff x="2284655" y="1179665"/>
              <a:chExt cx="80700" cy="1526144"/>
            </a:xfrm>
          </p:grpSpPr>
          <p:sp>
            <p:nvSpPr>
              <p:cNvPr id="14739" name="Google Shape;14739;p80"/>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0" name="Google Shape;14740;p80"/>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1" name="Google Shape;14741;p80"/>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2" name="Google Shape;14742;p80"/>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3" name="Google Shape;14743;p80"/>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4" name="Google Shape;14744;p80"/>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5" name="Google Shape;14745;p80"/>
              <p:cNvSpPr/>
              <p:nvPr/>
            </p:nvSpPr>
            <p:spPr>
              <a:xfrm>
                <a:off x="2284655"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46" name="Google Shape;14746;p80"/>
              <p:cNvSpPr/>
              <p:nvPr/>
            </p:nvSpPr>
            <p:spPr>
              <a:xfrm>
                <a:off x="2284655"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47" name="Google Shape;14747;p80"/>
              <p:cNvSpPr/>
              <p:nvPr/>
            </p:nvSpPr>
            <p:spPr>
              <a:xfrm>
                <a:off x="2284655"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48" name="Google Shape;14748;p80"/>
              <p:cNvSpPr/>
              <p:nvPr/>
            </p:nvSpPr>
            <p:spPr>
              <a:xfrm>
                <a:off x="2284655"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grpSp>
        <p:nvGrpSpPr>
          <p:cNvPr id="14749" name="Google Shape;14749;p80"/>
          <p:cNvGrpSpPr/>
          <p:nvPr/>
        </p:nvGrpSpPr>
        <p:grpSpPr>
          <a:xfrm>
            <a:off x="3498539" y="1598405"/>
            <a:ext cx="1818997" cy="1469511"/>
            <a:chOff x="2623904" y="1198803"/>
            <a:chExt cx="1364248" cy="1102133"/>
          </a:xfrm>
        </p:grpSpPr>
        <p:grpSp>
          <p:nvGrpSpPr>
            <p:cNvPr id="14750" name="Google Shape;14750;p80"/>
            <p:cNvGrpSpPr/>
            <p:nvPr/>
          </p:nvGrpSpPr>
          <p:grpSpPr>
            <a:xfrm>
              <a:off x="2623907" y="1198803"/>
              <a:ext cx="1364245" cy="273000"/>
              <a:chOff x="2623907" y="1198803"/>
              <a:chExt cx="1364245" cy="273000"/>
            </a:xfrm>
          </p:grpSpPr>
          <p:sp>
            <p:nvSpPr>
              <p:cNvPr id="14751" name="Google Shape;14751;p80"/>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52" name="Google Shape;14752;p80"/>
              <p:cNvSpPr/>
              <p:nvPr/>
            </p:nvSpPr>
            <p:spPr>
              <a:xfrm>
                <a:off x="2623907"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53" name="Google Shape;14753;p80"/>
              <p:cNvSpPr/>
              <p:nvPr/>
            </p:nvSpPr>
            <p:spPr>
              <a:xfrm>
                <a:off x="2896718"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54" name="Google Shape;14754;p80"/>
              <p:cNvSpPr/>
              <p:nvPr/>
            </p:nvSpPr>
            <p:spPr>
              <a:xfrm>
                <a:off x="3169529"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55" name="Google Shape;14755;p80"/>
              <p:cNvSpPr/>
              <p:nvPr/>
            </p:nvSpPr>
            <p:spPr>
              <a:xfrm>
                <a:off x="3442341"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56" name="Google Shape;14756;p80"/>
            <p:cNvGrpSpPr/>
            <p:nvPr/>
          </p:nvGrpSpPr>
          <p:grpSpPr>
            <a:xfrm>
              <a:off x="2623904" y="1476964"/>
              <a:ext cx="1364245" cy="273000"/>
              <a:chOff x="2623904" y="1476964"/>
              <a:chExt cx="1364245" cy="273000"/>
            </a:xfrm>
          </p:grpSpPr>
          <p:sp>
            <p:nvSpPr>
              <p:cNvPr id="14757" name="Google Shape;14757;p80"/>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58" name="Google Shape;14758;p80"/>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59" name="Google Shape;14759;p80"/>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60" name="Google Shape;14760;p80"/>
              <p:cNvSpPr/>
              <p:nvPr/>
            </p:nvSpPr>
            <p:spPr>
              <a:xfrm>
                <a:off x="2623904" y="1476964"/>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61" name="Google Shape;14761;p80"/>
              <p:cNvSpPr/>
              <p:nvPr/>
            </p:nvSpPr>
            <p:spPr>
              <a:xfrm>
                <a:off x="2896716" y="1476964"/>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62" name="Google Shape;14762;p80"/>
            <p:cNvGrpSpPr/>
            <p:nvPr/>
          </p:nvGrpSpPr>
          <p:grpSpPr>
            <a:xfrm>
              <a:off x="2623907" y="1749775"/>
              <a:ext cx="1364245" cy="273000"/>
              <a:chOff x="2623907" y="1749775"/>
              <a:chExt cx="1364245" cy="273000"/>
            </a:xfrm>
          </p:grpSpPr>
          <p:sp>
            <p:nvSpPr>
              <p:cNvPr id="14763" name="Google Shape;14763;p80"/>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64" name="Google Shape;14764;p80"/>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65" name="Google Shape;14765;p80"/>
              <p:cNvSpPr/>
              <p:nvPr/>
            </p:nvSpPr>
            <p:spPr>
              <a:xfrm>
                <a:off x="2623907" y="1749775"/>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66" name="Google Shape;14766;p80"/>
              <p:cNvSpPr/>
              <p:nvPr/>
            </p:nvSpPr>
            <p:spPr>
              <a:xfrm>
                <a:off x="2896718" y="1749775"/>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67" name="Google Shape;14767;p80"/>
              <p:cNvSpPr/>
              <p:nvPr/>
            </p:nvSpPr>
            <p:spPr>
              <a:xfrm>
                <a:off x="3169529" y="1749775"/>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68" name="Google Shape;14768;p80"/>
            <p:cNvGrpSpPr/>
            <p:nvPr/>
          </p:nvGrpSpPr>
          <p:grpSpPr>
            <a:xfrm>
              <a:off x="2623904" y="2027936"/>
              <a:ext cx="1364245" cy="273000"/>
              <a:chOff x="2623904" y="2027936"/>
              <a:chExt cx="1364245" cy="273000"/>
            </a:xfrm>
          </p:grpSpPr>
          <p:sp>
            <p:nvSpPr>
              <p:cNvPr id="14769" name="Google Shape;14769;p80"/>
              <p:cNvSpPr/>
              <p:nvPr/>
            </p:nvSpPr>
            <p:spPr>
              <a:xfrm>
                <a:off x="2623904"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0" name="Google Shape;14770;p80"/>
              <p:cNvSpPr/>
              <p:nvPr/>
            </p:nvSpPr>
            <p:spPr>
              <a:xfrm>
                <a:off x="2896716"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1" name="Google Shape;14771;p80"/>
              <p:cNvSpPr/>
              <p:nvPr/>
            </p:nvSpPr>
            <p:spPr>
              <a:xfrm>
                <a:off x="3169527"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2" name="Google Shape;14772;p80"/>
              <p:cNvSpPr/>
              <p:nvPr/>
            </p:nvSpPr>
            <p:spPr>
              <a:xfrm>
                <a:off x="3442338"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3" name="Google Shape;14773;p80"/>
              <p:cNvSpPr/>
              <p:nvPr/>
            </p:nvSpPr>
            <p:spPr>
              <a:xfrm>
                <a:off x="3715149"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4774" name="Google Shape;14774;p80"/>
          <p:cNvGrpSpPr/>
          <p:nvPr/>
        </p:nvGrpSpPr>
        <p:grpSpPr>
          <a:xfrm>
            <a:off x="3484487" y="3543982"/>
            <a:ext cx="1850055" cy="212165"/>
            <a:chOff x="3200660" y="2180272"/>
            <a:chExt cx="2563824" cy="378237"/>
          </a:xfrm>
        </p:grpSpPr>
        <p:sp>
          <p:nvSpPr>
            <p:cNvPr id="14775" name="Google Shape;14775;p80"/>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6" name="Google Shape;14776;p80"/>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7" name="Google Shape;14777;p80"/>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8" name="Google Shape;14778;p80"/>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9" name="Google Shape;14779;p80"/>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0" name="Google Shape;14780;p80"/>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1" name="Google Shape;14781;p80"/>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2" name="Google Shape;14782;p80"/>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3" name="Google Shape;14783;p80"/>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4" name="Google Shape;14784;p80"/>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5" name="Google Shape;14785;p80"/>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6" name="Google Shape;14786;p80"/>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7" name="Google Shape;14787;p80"/>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8" name="Google Shape;14788;p80"/>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9" name="Google Shape;14789;p80"/>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0" name="Google Shape;14790;p80"/>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1" name="Google Shape;14791;p80"/>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2" name="Google Shape;14792;p80"/>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793" name="Google Shape;14793;p80"/>
          <p:cNvGrpSpPr/>
          <p:nvPr/>
        </p:nvGrpSpPr>
        <p:grpSpPr>
          <a:xfrm>
            <a:off x="3479853" y="3914416"/>
            <a:ext cx="1854003" cy="212833"/>
            <a:chOff x="3530150" y="2790075"/>
            <a:chExt cx="1962600" cy="225300"/>
          </a:xfrm>
        </p:grpSpPr>
        <p:sp>
          <p:nvSpPr>
            <p:cNvPr id="14794" name="Google Shape;14794;p80"/>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5" name="Google Shape;14795;p80"/>
            <p:cNvSpPr/>
            <p:nvPr/>
          </p:nvSpPr>
          <p:spPr>
            <a:xfrm>
              <a:off x="3535069" y="2794464"/>
              <a:ext cx="1104900" cy="216900"/>
            </a:xfrm>
            <a:prstGeom prst="rect">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96" name="Google Shape;14796;p80"/>
          <p:cNvGrpSpPr/>
          <p:nvPr/>
        </p:nvGrpSpPr>
        <p:grpSpPr>
          <a:xfrm>
            <a:off x="3480725" y="4285517"/>
            <a:ext cx="1882172" cy="205015"/>
            <a:chOff x="3558802" y="4011427"/>
            <a:chExt cx="1866000" cy="111300"/>
          </a:xfrm>
        </p:grpSpPr>
        <p:sp>
          <p:nvSpPr>
            <p:cNvPr id="14797" name="Google Shape;14797;p80"/>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8" name="Google Shape;14798;p80"/>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99" name="Google Shape;14799;p80"/>
          <p:cNvGrpSpPr/>
          <p:nvPr/>
        </p:nvGrpSpPr>
        <p:grpSpPr>
          <a:xfrm>
            <a:off x="3480314" y="3226049"/>
            <a:ext cx="1844671" cy="159665"/>
            <a:chOff x="3465975" y="2270276"/>
            <a:chExt cx="1986364" cy="171929"/>
          </a:xfrm>
        </p:grpSpPr>
        <p:sp>
          <p:nvSpPr>
            <p:cNvPr id="14800" name="Google Shape;14800;p80"/>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1" name="Google Shape;14801;p80"/>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2" name="Google Shape;14802;p80"/>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3" name="Google Shape;14803;p80"/>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4" name="Google Shape;14804;p80"/>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5" name="Google Shape;14805;p80"/>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6" name="Google Shape;14806;p80"/>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7" name="Google Shape;14807;p80"/>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08" name="Google Shape;14808;p80"/>
          <p:cNvGrpSpPr/>
          <p:nvPr/>
        </p:nvGrpSpPr>
        <p:grpSpPr>
          <a:xfrm>
            <a:off x="3494992" y="5044250"/>
            <a:ext cx="1826041" cy="260613"/>
            <a:chOff x="723300" y="4253549"/>
            <a:chExt cx="2276482" cy="324900"/>
          </a:xfrm>
        </p:grpSpPr>
        <p:sp>
          <p:nvSpPr>
            <p:cNvPr id="14809" name="Google Shape;14809;p80"/>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0" name="Google Shape;14810;p80"/>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1" name="Google Shape;14811;p80"/>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2" name="Google Shape;14812;p80"/>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3" name="Google Shape;14813;p80"/>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14" name="Google Shape;14814;p80"/>
          <p:cNvGrpSpPr/>
          <p:nvPr/>
        </p:nvGrpSpPr>
        <p:grpSpPr>
          <a:xfrm>
            <a:off x="3481071" y="4645823"/>
            <a:ext cx="1852088" cy="240159"/>
            <a:chOff x="705948" y="3788465"/>
            <a:chExt cx="2308953" cy="299400"/>
          </a:xfrm>
        </p:grpSpPr>
        <p:sp>
          <p:nvSpPr>
            <p:cNvPr id="14815" name="Google Shape;14815;p80"/>
            <p:cNvSpPr/>
            <p:nvPr/>
          </p:nvSpPr>
          <p:spPr>
            <a:xfrm>
              <a:off x="705948" y="3788465"/>
              <a:ext cx="335400" cy="299400"/>
            </a:xfrm>
            <a:prstGeom prst="heart">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6" name="Google Shape;14816;p80"/>
            <p:cNvSpPr/>
            <p:nvPr/>
          </p:nvSpPr>
          <p:spPr>
            <a:xfrm>
              <a:off x="1209923" y="3788465"/>
              <a:ext cx="335400" cy="299400"/>
            </a:xfrm>
            <a:prstGeom prst="heart">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7" name="Google Shape;14817;p80"/>
            <p:cNvSpPr/>
            <p:nvPr/>
          </p:nvSpPr>
          <p:spPr>
            <a:xfrm>
              <a:off x="1713905" y="3788465"/>
              <a:ext cx="335400" cy="299400"/>
            </a:xfrm>
            <a:prstGeom prst="heart">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8" name="Google Shape;14818;p80"/>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19" name="Google Shape;14819;p80"/>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20" name="Google Shape;14820;p80"/>
          <p:cNvGrpSpPr/>
          <p:nvPr/>
        </p:nvGrpSpPr>
        <p:grpSpPr>
          <a:xfrm>
            <a:off x="3544989" y="5463129"/>
            <a:ext cx="1739479" cy="392099"/>
            <a:chOff x="2658741" y="4097347"/>
            <a:chExt cx="1304609" cy="294074"/>
          </a:xfrm>
        </p:grpSpPr>
        <p:grpSp>
          <p:nvGrpSpPr>
            <p:cNvPr id="14821" name="Google Shape;14821;p80"/>
            <p:cNvGrpSpPr/>
            <p:nvPr/>
          </p:nvGrpSpPr>
          <p:grpSpPr>
            <a:xfrm>
              <a:off x="2658741" y="4097347"/>
              <a:ext cx="118572" cy="294074"/>
              <a:chOff x="3343310" y="4475555"/>
              <a:chExt cx="127717" cy="316753"/>
            </a:xfrm>
          </p:grpSpPr>
          <p:sp>
            <p:nvSpPr>
              <p:cNvPr id="14822" name="Google Shape;14822;p8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14823" name="Google Shape;14823;p8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nvGrpSpPr>
            <p:cNvPr id="14824" name="Google Shape;14824;p80"/>
            <p:cNvGrpSpPr/>
            <p:nvPr/>
          </p:nvGrpSpPr>
          <p:grpSpPr>
            <a:xfrm>
              <a:off x="3815519" y="4098388"/>
              <a:ext cx="147831" cy="291991"/>
              <a:chOff x="3527539" y="4476677"/>
              <a:chExt cx="159232" cy="314510"/>
            </a:xfrm>
          </p:grpSpPr>
          <p:sp>
            <p:nvSpPr>
              <p:cNvPr id="14825" name="Google Shape;14825;p8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26" name="Google Shape;14826;p8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27" name="Google Shape;14827;p80"/>
            <p:cNvGrpSpPr/>
            <p:nvPr/>
          </p:nvGrpSpPr>
          <p:grpSpPr>
            <a:xfrm>
              <a:off x="3511696" y="4098388"/>
              <a:ext cx="147831" cy="291991"/>
              <a:chOff x="3527539" y="4476677"/>
              <a:chExt cx="159232" cy="314510"/>
            </a:xfrm>
          </p:grpSpPr>
          <p:sp>
            <p:nvSpPr>
              <p:cNvPr id="14828" name="Google Shape;14828;p8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29" name="Google Shape;14829;p8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30" name="Google Shape;14830;p80"/>
            <p:cNvGrpSpPr/>
            <p:nvPr/>
          </p:nvGrpSpPr>
          <p:grpSpPr>
            <a:xfrm>
              <a:off x="3207874" y="4098388"/>
              <a:ext cx="147831" cy="291991"/>
              <a:chOff x="3527539" y="4476677"/>
              <a:chExt cx="159232" cy="314510"/>
            </a:xfrm>
          </p:grpSpPr>
          <p:sp>
            <p:nvSpPr>
              <p:cNvPr id="14831" name="Google Shape;14831;p8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14832" name="Google Shape;14832;p8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nvGrpSpPr>
            <p:cNvPr id="14833" name="Google Shape;14833;p80"/>
            <p:cNvGrpSpPr/>
            <p:nvPr/>
          </p:nvGrpSpPr>
          <p:grpSpPr>
            <a:xfrm>
              <a:off x="2933305" y="4097347"/>
              <a:ext cx="118572" cy="294074"/>
              <a:chOff x="3343310" y="4475555"/>
              <a:chExt cx="127717" cy="316753"/>
            </a:xfrm>
          </p:grpSpPr>
          <p:sp>
            <p:nvSpPr>
              <p:cNvPr id="14834" name="Google Shape;14834;p8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14835" name="Google Shape;14835;p8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grpSp>
        <p:nvGrpSpPr>
          <p:cNvPr id="14836" name="Google Shape;14836;p80"/>
          <p:cNvGrpSpPr/>
          <p:nvPr/>
        </p:nvGrpSpPr>
        <p:grpSpPr>
          <a:xfrm>
            <a:off x="5703429" y="2773959"/>
            <a:ext cx="1911761" cy="255335"/>
            <a:chOff x="4273350" y="2080469"/>
            <a:chExt cx="1433821" cy="191501"/>
          </a:xfrm>
        </p:grpSpPr>
        <p:grpSp>
          <p:nvGrpSpPr>
            <p:cNvPr id="14837" name="Google Shape;14837;p80"/>
            <p:cNvGrpSpPr/>
            <p:nvPr/>
          </p:nvGrpSpPr>
          <p:grpSpPr>
            <a:xfrm>
              <a:off x="4273350" y="2080469"/>
              <a:ext cx="1433821" cy="0"/>
              <a:chOff x="5224975" y="2962250"/>
              <a:chExt cx="1544400" cy="0"/>
            </a:xfrm>
          </p:grpSpPr>
          <p:cxnSp>
            <p:nvCxnSpPr>
              <p:cNvPr id="14838" name="Google Shape;14838;p80"/>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4839" name="Google Shape;14839;p80"/>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14840" name="Google Shape;14840;p80"/>
            <p:cNvGrpSpPr/>
            <p:nvPr/>
          </p:nvGrpSpPr>
          <p:grpSpPr>
            <a:xfrm>
              <a:off x="4273350" y="2271969"/>
              <a:ext cx="1433821" cy="0"/>
              <a:chOff x="5224975" y="2962250"/>
              <a:chExt cx="1544400" cy="0"/>
            </a:xfrm>
          </p:grpSpPr>
          <p:cxnSp>
            <p:nvCxnSpPr>
              <p:cNvPr id="14841" name="Google Shape;14841;p80"/>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4842" name="Google Shape;14842;p80"/>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14843" name="Google Shape;14843;p80"/>
          <p:cNvGrpSpPr/>
          <p:nvPr/>
        </p:nvGrpSpPr>
        <p:grpSpPr>
          <a:xfrm>
            <a:off x="5705502" y="1577382"/>
            <a:ext cx="1907615" cy="991185"/>
            <a:chOff x="5159450" y="1919950"/>
            <a:chExt cx="1541050" cy="862500"/>
          </a:xfrm>
        </p:grpSpPr>
        <p:sp>
          <p:nvSpPr>
            <p:cNvPr id="14844" name="Google Shape;14844;p80"/>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14845" name="Google Shape;14845;p80"/>
            <p:cNvGrpSpPr/>
            <p:nvPr/>
          </p:nvGrpSpPr>
          <p:grpSpPr>
            <a:xfrm>
              <a:off x="5159450" y="1919950"/>
              <a:ext cx="1541050" cy="862500"/>
              <a:chOff x="5159450" y="1919950"/>
              <a:chExt cx="1541050" cy="862500"/>
            </a:xfrm>
          </p:grpSpPr>
          <p:cxnSp>
            <p:nvCxnSpPr>
              <p:cNvPr id="14846" name="Google Shape;14846;p80"/>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14847" name="Google Shape;14847;p80"/>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14848" name="Google Shape;14848;p80"/>
          <p:cNvGrpSpPr/>
          <p:nvPr/>
        </p:nvGrpSpPr>
        <p:grpSpPr>
          <a:xfrm>
            <a:off x="5692319" y="3208486"/>
            <a:ext cx="1933979" cy="1402783"/>
            <a:chOff x="5230575" y="1554475"/>
            <a:chExt cx="2137150" cy="1550150"/>
          </a:xfrm>
        </p:grpSpPr>
        <p:sp>
          <p:nvSpPr>
            <p:cNvPr id="14849" name="Google Shape;14849;p80"/>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0" name="Google Shape;14850;p80"/>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1" name="Google Shape;14851;p80"/>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2" name="Google Shape;14852;p80"/>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3" name="Google Shape;14853;p80"/>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4" name="Google Shape;14854;p80"/>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5" name="Google Shape;14855;p80"/>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6" name="Google Shape;14856;p80"/>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7" name="Google Shape;14857;p80"/>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8" name="Google Shape;14858;p80"/>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9" name="Google Shape;14859;p80"/>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60" name="Google Shape;14860;p80"/>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61" name="Google Shape;14861;p80"/>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62" name="Google Shape;14862;p80"/>
          <p:cNvGrpSpPr/>
          <p:nvPr/>
        </p:nvGrpSpPr>
        <p:grpSpPr>
          <a:xfrm rot="10800000">
            <a:off x="5714387" y="4664737"/>
            <a:ext cx="1889844" cy="1183928"/>
            <a:chOff x="5645403" y="2920021"/>
            <a:chExt cx="2650800" cy="2180614"/>
          </a:xfrm>
        </p:grpSpPr>
        <p:sp>
          <p:nvSpPr>
            <p:cNvPr id="14863" name="Google Shape;14863;p80"/>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64" name="Google Shape;14864;p80"/>
            <p:cNvCxnSpPr>
              <a:stCxn id="14863"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14865" name="Google Shape;14865;p80"/>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66" name="Google Shape;14866;p80"/>
            <p:cNvCxnSpPr>
              <a:endCxn id="14865" idx="3"/>
            </p:cNvCxnSpPr>
            <p:nvPr/>
          </p:nvCxnSpPr>
          <p:spPr>
            <a:xfrm rot="10800000">
              <a:off x="8059040" y="3735533"/>
              <a:ext cx="135300" cy="0"/>
            </a:xfrm>
            <a:prstGeom prst="straightConnector1">
              <a:avLst/>
            </a:prstGeom>
            <a:noFill/>
            <a:ln w="9525" cap="flat" cmpd="sng">
              <a:solidFill>
                <a:srgbClr val="5F7D95"/>
              </a:solidFill>
              <a:prstDash val="solid"/>
              <a:round/>
              <a:headEnd type="none" w="med" len="med"/>
              <a:tailEnd type="none" w="med" len="med"/>
            </a:ln>
          </p:spPr>
        </p:cxnSp>
        <p:sp>
          <p:nvSpPr>
            <p:cNvPr id="14867" name="Google Shape;14867;p80"/>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68" name="Google Shape;14868;p80"/>
            <p:cNvCxnSpPr>
              <a:stCxn id="14867" idx="1"/>
            </p:cNvCxnSpPr>
            <p:nvPr/>
          </p:nvCxnSpPr>
          <p:spPr>
            <a:xfrm rot="10800000">
              <a:off x="6175222"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14869" name="Google Shape;14869;p80"/>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70" name="Google Shape;14870;p80"/>
            <p:cNvCxnSpPr>
              <a:endCxn id="14869"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14871" name="Google Shape;14871;p80"/>
          <p:cNvGrpSpPr/>
          <p:nvPr/>
        </p:nvGrpSpPr>
        <p:grpSpPr>
          <a:xfrm>
            <a:off x="9848201" y="3202545"/>
            <a:ext cx="1428991" cy="1362105"/>
            <a:chOff x="7189833" y="2022667"/>
            <a:chExt cx="1251159" cy="1192597"/>
          </a:xfrm>
        </p:grpSpPr>
        <p:sp>
          <p:nvSpPr>
            <p:cNvPr id="14872" name="Google Shape;14872;p80"/>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3" name="Google Shape;14873;p80"/>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4" name="Google Shape;14874;p80"/>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5" name="Google Shape;14875;p80"/>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76" name="Google Shape;14876;p80"/>
          <p:cNvGrpSpPr/>
          <p:nvPr/>
        </p:nvGrpSpPr>
        <p:grpSpPr>
          <a:xfrm>
            <a:off x="969895" y="3771087"/>
            <a:ext cx="2260499" cy="2081116"/>
            <a:chOff x="727421" y="2828315"/>
            <a:chExt cx="1695374" cy="1560837"/>
          </a:xfrm>
        </p:grpSpPr>
        <p:grpSp>
          <p:nvGrpSpPr>
            <p:cNvPr id="14877" name="Google Shape;14877;p80"/>
            <p:cNvGrpSpPr/>
            <p:nvPr/>
          </p:nvGrpSpPr>
          <p:grpSpPr>
            <a:xfrm>
              <a:off x="819108" y="2882501"/>
              <a:ext cx="103104" cy="1426186"/>
              <a:chOff x="4674013" y="3100904"/>
              <a:chExt cx="122758" cy="1698043"/>
            </a:xfrm>
          </p:grpSpPr>
          <p:sp>
            <p:nvSpPr>
              <p:cNvPr id="14878" name="Google Shape;14878;p80"/>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9" name="Google Shape;14879;p80"/>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0" name="Google Shape;14880;p80"/>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1" name="Google Shape;14881;p80"/>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2" name="Google Shape;14882;p80"/>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3" name="Google Shape;14883;p80"/>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4" name="Google Shape;14884;p80"/>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85" name="Google Shape;14885;p80"/>
            <p:cNvGrpSpPr/>
            <p:nvPr/>
          </p:nvGrpSpPr>
          <p:grpSpPr>
            <a:xfrm>
              <a:off x="1062475" y="2882501"/>
              <a:ext cx="103104" cy="1426186"/>
              <a:chOff x="4940438" y="3100904"/>
              <a:chExt cx="122758" cy="1698043"/>
            </a:xfrm>
          </p:grpSpPr>
          <p:sp>
            <p:nvSpPr>
              <p:cNvPr id="14886" name="Google Shape;14886;p80"/>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7" name="Google Shape;14887;p80"/>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8" name="Google Shape;14888;p80"/>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9" name="Google Shape;14889;p80"/>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0" name="Google Shape;14890;p80"/>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1" name="Google Shape;14891;p80"/>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2" name="Google Shape;14892;p80"/>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93" name="Google Shape;14893;p80"/>
            <p:cNvGrpSpPr/>
            <p:nvPr/>
          </p:nvGrpSpPr>
          <p:grpSpPr>
            <a:xfrm>
              <a:off x="1299324" y="2882501"/>
              <a:ext cx="103104" cy="1426186"/>
              <a:chOff x="5206863" y="3100904"/>
              <a:chExt cx="122758" cy="1698043"/>
            </a:xfrm>
          </p:grpSpPr>
          <p:sp>
            <p:nvSpPr>
              <p:cNvPr id="14894" name="Google Shape;14894;p8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5" name="Google Shape;14895;p8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6" name="Google Shape;14896;p8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7" name="Google Shape;14897;p8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8" name="Google Shape;14898;p8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9" name="Google Shape;14899;p8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0" name="Google Shape;14900;p8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01" name="Google Shape;14901;p80"/>
            <p:cNvGrpSpPr/>
            <p:nvPr/>
          </p:nvGrpSpPr>
          <p:grpSpPr>
            <a:xfrm>
              <a:off x="1786057" y="2882501"/>
              <a:ext cx="103104" cy="1426186"/>
              <a:chOff x="6006138" y="3143629"/>
              <a:chExt cx="122758" cy="1698043"/>
            </a:xfrm>
          </p:grpSpPr>
          <p:sp>
            <p:nvSpPr>
              <p:cNvPr id="14902" name="Google Shape;14902;p8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3" name="Google Shape;14903;p8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4" name="Google Shape;14904;p8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5" name="Google Shape;14905;p8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6" name="Google Shape;14906;p8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7" name="Google Shape;14907;p8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8" name="Google Shape;14908;p8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09" name="Google Shape;14909;p80"/>
            <p:cNvGrpSpPr/>
            <p:nvPr/>
          </p:nvGrpSpPr>
          <p:grpSpPr>
            <a:xfrm>
              <a:off x="2029422" y="2882501"/>
              <a:ext cx="103104" cy="1426186"/>
              <a:chOff x="6805413" y="3100904"/>
              <a:chExt cx="122758" cy="1698043"/>
            </a:xfrm>
          </p:grpSpPr>
          <p:sp>
            <p:nvSpPr>
              <p:cNvPr id="14910" name="Google Shape;14910;p80"/>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1" name="Google Shape;14911;p80"/>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2" name="Google Shape;14912;p80"/>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3" name="Google Shape;14913;p80"/>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4" name="Google Shape;14914;p80"/>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5" name="Google Shape;14915;p80"/>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6" name="Google Shape;14916;p80"/>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17" name="Google Shape;14917;p80"/>
            <p:cNvGrpSpPr/>
            <p:nvPr/>
          </p:nvGrpSpPr>
          <p:grpSpPr>
            <a:xfrm>
              <a:off x="727421" y="2828315"/>
              <a:ext cx="1695374" cy="1560837"/>
              <a:chOff x="734799" y="2782450"/>
              <a:chExt cx="1571100" cy="1577400"/>
            </a:xfrm>
          </p:grpSpPr>
          <p:cxnSp>
            <p:nvCxnSpPr>
              <p:cNvPr id="14918" name="Google Shape;14918;p80"/>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14919" name="Google Shape;14919;p80"/>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14920" name="Google Shape;14920;p80"/>
            <p:cNvGrpSpPr/>
            <p:nvPr/>
          </p:nvGrpSpPr>
          <p:grpSpPr>
            <a:xfrm>
              <a:off x="2272795" y="2882501"/>
              <a:ext cx="103104" cy="1426186"/>
              <a:chOff x="5206863" y="3100904"/>
              <a:chExt cx="122758" cy="1698043"/>
            </a:xfrm>
          </p:grpSpPr>
          <p:sp>
            <p:nvSpPr>
              <p:cNvPr id="14921" name="Google Shape;14921;p8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2" name="Google Shape;14922;p8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3" name="Google Shape;14923;p8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4" name="Google Shape;14924;p8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5" name="Google Shape;14925;p8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6" name="Google Shape;14926;p8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7" name="Google Shape;14927;p8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28" name="Google Shape;14928;p80"/>
            <p:cNvGrpSpPr/>
            <p:nvPr/>
          </p:nvGrpSpPr>
          <p:grpSpPr>
            <a:xfrm>
              <a:off x="1542694" y="2882501"/>
              <a:ext cx="103104" cy="1426186"/>
              <a:chOff x="6006138" y="3143629"/>
              <a:chExt cx="122758" cy="1698043"/>
            </a:xfrm>
          </p:grpSpPr>
          <p:sp>
            <p:nvSpPr>
              <p:cNvPr id="14929" name="Google Shape;14929;p8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0" name="Google Shape;14930;p8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1" name="Google Shape;14931;p8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2" name="Google Shape;14932;p8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3" name="Google Shape;14933;p8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4" name="Google Shape;14934;p8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5" name="Google Shape;14935;p8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grpSp>
        <p:nvGrpSpPr>
          <p:cNvPr id="14936" name="Google Shape;14936;p80"/>
          <p:cNvGrpSpPr/>
          <p:nvPr/>
        </p:nvGrpSpPr>
        <p:grpSpPr>
          <a:xfrm>
            <a:off x="7914667" y="3207850"/>
            <a:ext cx="1664724" cy="1367092"/>
            <a:chOff x="5183758" y="1210600"/>
            <a:chExt cx="3605380" cy="2960783"/>
          </a:xfrm>
        </p:grpSpPr>
        <p:sp>
          <p:nvSpPr>
            <p:cNvPr id="14937" name="Google Shape;14937;p80"/>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8" name="Google Shape;14938;p80"/>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9" name="Google Shape;14939;p80"/>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40" name="Google Shape;14940;p80"/>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41" name="Google Shape;14941;p80"/>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14942" name="Google Shape;14942;p80"/>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14943" name="Google Shape;14943;p80"/>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14944" name="Google Shape;14944;p80"/>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14945" name="Google Shape;14945;p80"/>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46" name="Google Shape;14946;p80"/>
          <p:cNvGrpSpPr/>
          <p:nvPr/>
        </p:nvGrpSpPr>
        <p:grpSpPr>
          <a:xfrm>
            <a:off x="7724083" y="4725605"/>
            <a:ext cx="3553108" cy="1124587"/>
            <a:chOff x="5916567" y="1099697"/>
            <a:chExt cx="2556683" cy="809211"/>
          </a:xfrm>
        </p:grpSpPr>
        <p:sp>
          <p:nvSpPr>
            <p:cNvPr id="14947" name="Google Shape;14947;p80"/>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48" name="Google Shape;14948;p80"/>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49" name="Google Shape;14949;p80"/>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0" name="Google Shape;14950;p80"/>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1" name="Google Shape;14951;p80"/>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2" name="Google Shape;14952;p80"/>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3" name="Google Shape;14953;p80"/>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4" name="Google Shape;14954;p80"/>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55" name="Google Shape;14955;p80"/>
          <p:cNvGrpSpPr/>
          <p:nvPr/>
        </p:nvGrpSpPr>
        <p:grpSpPr>
          <a:xfrm>
            <a:off x="7867470" y="1590751"/>
            <a:ext cx="1733135" cy="1364451"/>
            <a:chOff x="5900602" y="1193063"/>
            <a:chExt cx="1299851" cy="1023338"/>
          </a:xfrm>
        </p:grpSpPr>
        <p:grpSp>
          <p:nvGrpSpPr>
            <p:cNvPr id="14956" name="Google Shape;14956;p80"/>
            <p:cNvGrpSpPr/>
            <p:nvPr/>
          </p:nvGrpSpPr>
          <p:grpSpPr>
            <a:xfrm>
              <a:off x="6743564" y="1193063"/>
              <a:ext cx="456889" cy="700379"/>
              <a:chOff x="6743564" y="1193063"/>
              <a:chExt cx="456889" cy="700379"/>
            </a:xfrm>
          </p:grpSpPr>
          <p:grpSp>
            <p:nvGrpSpPr>
              <p:cNvPr id="14957" name="Google Shape;14957;p80"/>
              <p:cNvGrpSpPr/>
              <p:nvPr/>
            </p:nvGrpSpPr>
            <p:grpSpPr>
              <a:xfrm>
                <a:off x="6743564" y="1690731"/>
                <a:ext cx="214402" cy="202710"/>
                <a:chOff x="6743564" y="1690731"/>
                <a:chExt cx="214402" cy="202710"/>
              </a:xfrm>
            </p:grpSpPr>
            <p:sp>
              <p:nvSpPr>
                <p:cNvPr id="14958" name="Google Shape;14958;p80"/>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9" name="Google Shape;14959;p80"/>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60" name="Google Shape;14960;p80"/>
              <p:cNvGrpSpPr/>
              <p:nvPr/>
            </p:nvGrpSpPr>
            <p:grpSpPr>
              <a:xfrm>
                <a:off x="6915505" y="1193063"/>
                <a:ext cx="284947" cy="589637"/>
                <a:chOff x="6915505" y="1193063"/>
                <a:chExt cx="284947" cy="589637"/>
              </a:xfrm>
            </p:grpSpPr>
            <p:sp>
              <p:nvSpPr>
                <p:cNvPr id="14961" name="Google Shape;14961;p80"/>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62" name="Google Shape;14962;p80"/>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14963" name="Google Shape;14963;p80"/>
            <p:cNvGrpSpPr/>
            <p:nvPr/>
          </p:nvGrpSpPr>
          <p:grpSpPr>
            <a:xfrm>
              <a:off x="6520337" y="1193063"/>
              <a:ext cx="341815" cy="801589"/>
              <a:chOff x="6520337" y="1193063"/>
              <a:chExt cx="341815" cy="801589"/>
            </a:xfrm>
          </p:grpSpPr>
          <p:grpSp>
            <p:nvGrpSpPr>
              <p:cNvPr id="14964" name="Google Shape;14964;p80"/>
              <p:cNvGrpSpPr/>
              <p:nvPr/>
            </p:nvGrpSpPr>
            <p:grpSpPr>
              <a:xfrm>
                <a:off x="6520337" y="1589527"/>
                <a:ext cx="213950" cy="405125"/>
                <a:chOff x="6520337" y="1589527"/>
                <a:chExt cx="213950" cy="405125"/>
              </a:xfrm>
            </p:grpSpPr>
            <p:sp>
              <p:nvSpPr>
                <p:cNvPr id="14965" name="Google Shape;14965;p80"/>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66" name="Google Shape;14966;p80"/>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67" name="Google Shape;14967;p80"/>
              <p:cNvGrpSpPr/>
              <p:nvPr/>
            </p:nvGrpSpPr>
            <p:grpSpPr>
              <a:xfrm>
                <a:off x="6577204" y="1193063"/>
                <a:ext cx="284947" cy="453562"/>
                <a:chOff x="6577204" y="1193063"/>
                <a:chExt cx="284947" cy="453562"/>
              </a:xfrm>
            </p:grpSpPr>
            <p:sp>
              <p:nvSpPr>
                <p:cNvPr id="14968" name="Google Shape;14968;p80"/>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69" name="Google Shape;14969;p80"/>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14970" name="Google Shape;14970;p80"/>
            <p:cNvGrpSpPr/>
            <p:nvPr/>
          </p:nvGrpSpPr>
          <p:grpSpPr>
            <a:xfrm>
              <a:off x="6238903" y="1193063"/>
              <a:ext cx="300475" cy="901782"/>
              <a:chOff x="6238903" y="1193063"/>
              <a:chExt cx="300475" cy="901782"/>
            </a:xfrm>
          </p:grpSpPr>
          <p:grpSp>
            <p:nvGrpSpPr>
              <p:cNvPr id="14971" name="Google Shape;14971;p80"/>
              <p:cNvGrpSpPr/>
              <p:nvPr/>
            </p:nvGrpSpPr>
            <p:grpSpPr>
              <a:xfrm>
                <a:off x="6290865" y="1489315"/>
                <a:ext cx="248514" cy="605530"/>
                <a:chOff x="6290865" y="1489315"/>
                <a:chExt cx="248514" cy="605530"/>
              </a:xfrm>
            </p:grpSpPr>
            <p:sp>
              <p:nvSpPr>
                <p:cNvPr id="14972" name="Google Shape;14972;p80"/>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73" name="Google Shape;14973;p80"/>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74" name="Google Shape;14974;p80"/>
              <p:cNvGrpSpPr/>
              <p:nvPr/>
            </p:nvGrpSpPr>
            <p:grpSpPr>
              <a:xfrm>
                <a:off x="6238903" y="1193063"/>
                <a:ext cx="284947" cy="327512"/>
                <a:chOff x="6238903" y="1193063"/>
                <a:chExt cx="284947" cy="327512"/>
              </a:xfrm>
            </p:grpSpPr>
            <p:sp>
              <p:nvSpPr>
                <p:cNvPr id="14975" name="Google Shape;14975;p80"/>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76" name="Google Shape;14976;p80"/>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14977" name="Google Shape;14977;p80"/>
            <p:cNvGrpSpPr/>
            <p:nvPr/>
          </p:nvGrpSpPr>
          <p:grpSpPr>
            <a:xfrm>
              <a:off x="5900602" y="1193063"/>
              <a:ext cx="444345" cy="1023338"/>
              <a:chOff x="5900602" y="1193063"/>
              <a:chExt cx="444345" cy="1023338"/>
            </a:xfrm>
          </p:grpSpPr>
          <p:grpSp>
            <p:nvGrpSpPr>
              <p:cNvPr id="14978" name="Google Shape;14978;p80"/>
              <p:cNvGrpSpPr/>
              <p:nvPr/>
            </p:nvGrpSpPr>
            <p:grpSpPr>
              <a:xfrm>
                <a:off x="6046501" y="1367785"/>
                <a:ext cx="298446" cy="848616"/>
                <a:chOff x="6046501" y="1367785"/>
                <a:chExt cx="298446" cy="848616"/>
              </a:xfrm>
            </p:grpSpPr>
            <p:sp>
              <p:nvSpPr>
                <p:cNvPr id="14979" name="Google Shape;14979;p80"/>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80" name="Google Shape;14980;p80"/>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81" name="Google Shape;14981;p80"/>
              <p:cNvGrpSpPr/>
              <p:nvPr/>
            </p:nvGrpSpPr>
            <p:grpSpPr>
              <a:xfrm>
                <a:off x="5900602" y="1193063"/>
                <a:ext cx="284947" cy="182312"/>
                <a:chOff x="5900602" y="1193063"/>
                <a:chExt cx="284947" cy="182312"/>
              </a:xfrm>
            </p:grpSpPr>
            <p:sp>
              <p:nvSpPr>
                <p:cNvPr id="14982" name="Google Shape;14982;p80"/>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83" name="Google Shape;14983;p80"/>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14984" name="Google Shape;14984;p80"/>
          <p:cNvGrpSpPr/>
          <p:nvPr/>
        </p:nvGrpSpPr>
        <p:grpSpPr>
          <a:xfrm>
            <a:off x="9651313" y="1590945"/>
            <a:ext cx="1625884" cy="1401820"/>
            <a:chOff x="7287122" y="1165658"/>
            <a:chExt cx="1219413" cy="1051365"/>
          </a:xfrm>
        </p:grpSpPr>
        <p:grpSp>
          <p:nvGrpSpPr>
            <p:cNvPr id="14985" name="Google Shape;14985;p80"/>
            <p:cNvGrpSpPr/>
            <p:nvPr/>
          </p:nvGrpSpPr>
          <p:grpSpPr>
            <a:xfrm>
              <a:off x="7287122" y="1969723"/>
              <a:ext cx="1219413" cy="247300"/>
              <a:chOff x="7287122" y="1969723"/>
              <a:chExt cx="1219413" cy="247300"/>
            </a:xfrm>
          </p:grpSpPr>
          <p:sp>
            <p:nvSpPr>
              <p:cNvPr id="14986" name="Google Shape;14986;p80"/>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987" name="Google Shape;14987;p80"/>
              <p:cNvGrpSpPr/>
              <p:nvPr/>
            </p:nvGrpSpPr>
            <p:grpSpPr>
              <a:xfrm>
                <a:off x="7287122" y="2063892"/>
                <a:ext cx="1151753" cy="73428"/>
                <a:chOff x="7287122" y="2063892"/>
                <a:chExt cx="1151753" cy="73428"/>
              </a:xfrm>
            </p:grpSpPr>
            <p:sp>
              <p:nvSpPr>
                <p:cNvPr id="14988" name="Google Shape;14988;p80"/>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89" name="Google Shape;14989;p80"/>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14990" name="Google Shape;14990;p80"/>
            <p:cNvGrpSpPr/>
            <p:nvPr/>
          </p:nvGrpSpPr>
          <p:grpSpPr>
            <a:xfrm>
              <a:off x="7287122" y="1712201"/>
              <a:ext cx="1219403" cy="246767"/>
              <a:chOff x="7287122" y="1712201"/>
              <a:chExt cx="1219403" cy="246767"/>
            </a:xfrm>
          </p:grpSpPr>
          <p:sp>
            <p:nvSpPr>
              <p:cNvPr id="14991" name="Google Shape;14991;p80"/>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992" name="Google Shape;14992;p80"/>
              <p:cNvGrpSpPr/>
              <p:nvPr/>
            </p:nvGrpSpPr>
            <p:grpSpPr>
              <a:xfrm>
                <a:off x="7287122" y="1842861"/>
                <a:ext cx="1005303" cy="73419"/>
                <a:chOff x="7287122" y="1842861"/>
                <a:chExt cx="1005303" cy="73419"/>
              </a:xfrm>
            </p:grpSpPr>
            <p:sp>
              <p:nvSpPr>
                <p:cNvPr id="14993" name="Google Shape;14993;p80"/>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94" name="Google Shape;14994;p80"/>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14995" name="Google Shape;14995;p80"/>
            <p:cNvGrpSpPr/>
            <p:nvPr/>
          </p:nvGrpSpPr>
          <p:grpSpPr>
            <a:xfrm>
              <a:off x="7287122" y="1447520"/>
              <a:ext cx="1219403" cy="286667"/>
              <a:chOff x="7287122" y="1447520"/>
              <a:chExt cx="1219403" cy="286667"/>
            </a:xfrm>
          </p:grpSpPr>
          <p:sp>
            <p:nvSpPr>
              <p:cNvPr id="14996" name="Google Shape;14996;p80"/>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997" name="Google Shape;14997;p80"/>
              <p:cNvGrpSpPr/>
              <p:nvPr/>
            </p:nvGrpSpPr>
            <p:grpSpPr>
              <a:xfrm>
                <a:off x="7287122" y="1581977"/>
                <a:ext cx="852803" cy="73428"/>
                <a:chOff x="7287122" y="1581977"/>
                <a:chExt cx="852803" cy="73428"/>
              </a:xfrm>
            </p:grpSpPr>
            <p:sp>
              <p:nvSpPr>
                <p:cNvPr id="14998" name="Google Shape;14998;p80"/>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99" name="Google Shape;14999;p80"/>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15000" name="Google Shape;15000;p80"/>
            <p:cNvGrpSpPr/>
            <p:nvPr/>
          </p:nvGrpSpPr>
          <p:grpSpPr>
            <a:xfrm>
              <a:off x="7287122" y="1165658"/>
              <a:ext cx="1219403" cy="344253"/>
              <a:chOff x="7287122" y="1165658"/>
              <a:chExt cx="1219403" cy="344253"/>
            </a:xfrm>
          </p:grpSpPr>
          <p:sp>
            <p:nvSpPr>
              <p:cNvPr id="15001" name="Google Shape;15001;p80"/>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5002" name="Google Shape;15002;p80"/>
              <p:cNvGrpSpPr/>
              <p:nvPr/>
            </p:nvGrpSpPr>
            <p:grpSpPr>
              <a:xfrm>
                <a:off x="7287122" y="1341025"/>
                <a:ext cx="695703" cy="73419"/>
                <a:chOff x="7287122" y="1341025"/>
                <a:chExt cx="695703" cy="73419"/>
              </a:xfrm>
            </p:grpSpPr>
            <p:sp>
              <p:nvSpPr>
                <p:cNvPr id="15003" name="Google Shape;15003;p80"/>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5004" name="Google Shape;15004;p80"/>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5008"/>
        <p:cNvGrpSpPr/>
        <p:nvPr/>
      </p:nvGrpSpPr>
      <p:grpSpPr>
        <a:xfrm>
          <a:off x="0" y="0"/>
          <a:ext cx="0" cy="0"/>
          <a:chOff x="0" y="0"/>
          <a:chExt cx="0" cy="0"/>
        </a:xfrm>
      </p:grpSpPr>
      <p:sp>
        <p:nvSpPr>
          <p:cNvPr id="15009" name="Google Shape;15009;p81"/>
          <p:cNvSpPr txBox="1">
            <a:spLocks noGrp="1"/>
          </p:cNvSpPr>
          <p:nvPr>
            <p:ph type="title" idx="4294967295"/>
          </p:nvPr>
        </p:nvSpPr>
        <p:spPr>
          <a:xfrm>
            <a:off x="1424133" y="1244600"/>
            <a:ext cx="93964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15010" name="Google Shape;15010;p81"/>
          <p:cNvSpPr txBox="1">
            <a:spLocks noGrp="1"/>
          </p:cNvSpPr>
          <p:nvPr>
            <p:ph type="body" idx="4294967295"/>
          </p:nvPr>
        </p:nvSpPr>
        <p:spPr>
          <a:xfrm>
            <a:off x="1105167" y="2147033"/>
            <a:ext cx="10034400" cy="643200"/>
          </a:xfrm>
          <a:prstGeom prst="rect">
            <a:avLst/>
          </a:prstGeom>
        </p:spPr>
        <p:txBody>
          <a:bodyPr spcFirstLastPara="1" vert="horz" wrap="square" lIns="121900" tIns="121900" rIns="121900" bIns="121900" rtlCol="0" anchor="ctr" anchorCtr="0">
            <a:noAutofit/>
          </a:bodyPr>
          <a:lstStyle/>
          <a:p>
            <a:pPr marL="0" indent="0" algn="ctr">
              <a:spcBef>
                <a:spcPts val="0"/>
              </a:spcBef>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indent="0" algn="ctr">
              <a:spcBef>
                <a:spcPts val="0"/>
              </a:spcBef>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indent="0" algn="ctr">
              <a:spcBef>
                <a:spcPts val="0"/>
              </a:spcBef>
              <a:buNone/>
            </a:pPr>
            <a:r>
              <a:rPr lang="en">
                <a:solidFill>
                  <a:srgbClr val="FFFFFF"/>
                </a:solidFill>
                <a:latin typeface="Arial"/>
                <a:ea typeface="Arial"/>
                <a:cs typeface="Arial"/>
                <a:sym typeface="Arial"/>
              </a:rPr>
              <a:t>In Google Slides, you can also use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15011" name="Google Shape;15011;p81"/>
          <p:cNvGrpSpPr/>
          <p:nvPr/>
        </p:nvGrpSpPr>
        <p:grpSpPr>
          <a:xfrm>
            <a:off x="1127807" y="3076978"/>
            <a:ext cx="453557" cy="398637"/>
            <a:chOff x="892750" y="267400"/>
            <a:chExt cx="483125" cy="424625"/>
          </a:xfrm>
        </p:grpSpPr>
        <p:sp>
          <p:nvSpPr>
            <p:cNvPr id="15012" name="Google Shape;15012;p81"/>
            <p:cNvSpPr/>
            <p:nvPr/>
          </p:nvSpPr>
          <p:spPr>
            <a:xfrm>
              <a:off x="892750" y="267400"/>
              <a:ext cx="483125" cy="424625"/>
            </a:xfrm>
            <a:custGeom>
              <a:avLst/>
              <a:gdLst/>
              <a:ahLst/>
              <a:cxnLst/>
              <a:rect l="l" t="t" r="r" b="b"/>
              <a:pathLst>
                <a:path w="19325" h="16985" extrusionOk="0">
                  <a:moveTo>
                    <a:pt x="2832" y="1133"/>
                  </a:moveTo>
                  <a:cubicBezTo>
                    <a:pt x="3143" y="1133"/>
                    <a:pt x="3397" y="1383"/>
                    <a:pt x="3397" y="1697"/>
                  </a:cubicBezTo>
                  <a:lnTo>
                    <a:pt x="3397" y="2265"/>
                  </a:lnTo>
                  <a:lnTo>
                    <a:pt x="2265" y="2265"/>
                  </a:lnTo>
                  <a:lnTo>
                    <a:pt x="2265" y="1697"/>
                  </a:lnTo>
                  <a:cubicBezTo>
                    <a:pt x="2265" y="1383"/>
                    <a:pt x="2518" y="1133"/>
                    <a:pt x="2832" y="1133"/>
                  </a:cubicBezTo>
                  <a:close/>
                  <a:moveTo>
                    <a:pt x="11927" y="1133"/>
                  </a:moveTo>
                  <a:cubicBezTo>
                    <a:pt x="12241" y="1133"/>
                    <a:pt x="12494" y="1383"/>
                    <a:pt x="12494" y="1697"/>
                  </a:cubicBezTo>
                  <a:lnTo>
                    <a:pt x="12494" y="2265"/>
                  </a:lnTo>
                  <a:lnTo>
                    <a:pt x="6833" y="2265"/>
                  </a:lnTo>
                  <a:lnTo>
                    <a:pt x="6833" y="1697"/>
                  </a:lnTo>
                  <a:cubicBezTo>
                    <a:pt x="6833" y="1383"/>
                    <a:pt x="7084" y="1133"/>
                    <a:pt x="7398" y="1133"/>
                  </a:cubicBezTo>
                  <a:close/>
                  <a:moveTo>
                    <a:pt x="17628" y="3397"/>
                  </a:moveTo>
                  <a:cubicBezTo>
                    <a:pt x="17939" y="3397"/>
                    <a:pt x="18192" y="3648"/>
                    <a:pt x="18192" y="3962"/>
                  </a:cubicBezTo>
                  <a:lnTo>
                    <a:pt x="18192" y="4530"/>
                  </a:lnTo>
                  <a:lnTo>
                    <a:pt x="17628" y="4530"/>
                  </a:lnTo>
                  <a:cubicBezTo>
                    <a:pt x="16688" y="4530"/>
                    <a:pt x="15928" y="5288"/>
                    <a:pt x="15928" y="6227"/>
                  </a:cubicBezTo>
                  <a:lnTo>
                    <a:pt x="15928" y="9059"/>
                  </a:lnTo>
                  <a:lnTo>
                    <a:pt x="13584" y="9059"/>
                  </a:lnTo>
                  <a:cubicBezTo>
                    <a:pt x="13304" y="7108"/>
                    <a:pt x="11631" y="5662"/>
                    <a:pt x="9662" y="5662"/>
                  </a:cubicBezTo>
                  <a:cubicBezTo>
                    <a:pt x="7694" y="5662"/>
                    <a:pt x="6021" y="7108"/>
                    <a:pt x="5740" y="9059"/>
                  </a:cubicBezTo>
                  <a:lnTo>
                    <a:pt x="3397" y="9059"/>
                  </a:lnTo>
                  <a:lnTo>
                    <a:pt x="3397" y="6227"/>
                  </a:lnTo>
                  <a:cubicBezTo>
                    <a:pt x="3397" y="5288"/>
                    <a:pt x="2636" y="4530"/>
                    <a:pt x="1700" y="4530"/>
                  </a:cubicBezTo>
                  <a:lnTo>
                    <a:pt x="1132" y="4530"/>
                  </a:lnTo>
                  <a:lnTo>
                    <a:pt x="1132" y="3962"/>
                  </a:lnTo>
                  <a:cubicBezTo>
                    <a:pt x="1132" y="3648"/>
                    <a:pt x="1386" y="3397"/>
                    <a:pt x="1700" y="3397"/>
                  </a:cubicBezTo>
                  <a:close/>
                  <a:moveTo>
                    <a:pt x="9663" y="6793"/>
                  </a:moveTo>
                  <a:cubicBezTo>
                    <a:pt x="10399" y="6793"/>
                    <a:pt x="11123" y="7080"/>
                    <a:pt x="11664" y="7622"/>
                  </a:cubicBezTo>
                  <a:cubicBezTo>
                    <a:pt x="12473" y="8431"/>
                    <a:pt x="12715" y="9648"/>
                    <a:pt x="12277" y="10708"/>
                  </a:cubicBezTo>
                  <a:cubicBezTo>
                    <a:pt x="11839" y="11764"/>
                    <a:pt x="10807" y="12456"/>
                    <a:pt x="9662" y="12456"/>
                  </a:cubicBezTo>
                  <a:cubicBezTo>
                    <a:pt x="8098" y="12453"/>
                    <a:pt x="6833" y="11188"/>
                    <a:pt x="6833" y="9624"/>
                  </a:cubicBezTo>
                  <a:cubicBezTo>
                    <a:pt x="6833" y="8479"/>
                    <a:pt x="7521" y="7447"/>
                    <a:pt x="8578" y="7009"/>
                  </a:cubicBezTo>
                  <a:cubicBezTo>
                    <a:pt x="8929" y="6864"/>
                    <a:pt x="9298" y="6793"/>
                    <a:pt x="9663" y="6793"/>
                  </a:cubicBezTo>
                  <a:close/>
                  <a:moveTo>
                    <a:pt x="1700" y="5662"/>
                  </a:moveTo>
                  <a:cubicBezTo>
                    <a:pt x="2011" y="5662"/>
                    <a:pt x="2265" y="5913"/>
                    <a:pt x="2265" y="6227"/>
                  </a:cubicBezTo>
                  <a:lnTo>
                    <a:pt x="2265" y="13020"/>
                  </a:lnTo>
                  <a:cubicBezTo>
                    <a:pt x="2265" y="13334"/>
                    <a:pt x="2011" y="13588"/>
                    <a:pt x="1700" y="13588"/>
                  </a:cubicBezTo>
                  <a:lnTo>
                    <a:pt x="1132" y="13588"/>
                  </a:lnTo>
                  <a:lnTo>
                    <a:pt x="1132" y="5662"/>
                  </a:lnTo>
                  <a:close/>
                  <a:moveTo>
                    <a:pt x="18192" y="5662"/>
                  </a:moveTo>
                  <a:lnTo>
                    <a:pt x="18192" y="13588"/>
                  </a:lnTo>
                  <a:lnTo>
                    <a:pt x="17628" y="13588"/>
                  </a:lnTo>
                  <a:cubicBezTo>
                    <a:pt x="17314" y="13588"/>
                    <a:pt x="17060" y="13334"/>
                    <a:pt x="17060" y="13020"/>
                  </a:cubicBezTo>
                  <a:lnTo>
                    <a:pt x="17060" y="6227"/>
                  </a:lnTo>
                  <a:cubicBezTo>
                    <a:pt x="17060" y="5913"/>
                    <a:pt x="17314" y="5662"/>
                    <a:pt x="17628" y="5662"/>
                  </a:cubicBezTo>
                  <a:close/>
                  <a:moveTo>
                    <a:pt x="15928" y="10191"/>
                  </a:moveTo>
                  <a:lnTo>
                    <a:pt x="15928" y="13020"/>
                  </a:lnTo>
                  <a:cubicBezTo>
                    <a:pt x="15928" y="13959"/>
                    <a:pt x="16688" y="14717"/>
                    <a:pt x="17628" y="14720"/>
                  </a:cubicBezTo>
                  <a:lnTo>
                    <a:pt x="18192" y="14720"/>
                  </a:lnTo>
                  <a:lnTo>
                    <a:pt x="18192" y="15285"/>
                  </a:lnTo>
                  <a:cubicBezTo>
                    <a:pt x="18192" y="15599"/>
                    <a:pt x="17939" y="15853"/>
                    <a:pt x="17628" y="15853"/>
                  </a:cubicBezTo>
                  <a:lnTo>
                    <a:pt x="1700" y="15853"/>
                  </a:lnTo>
                  <a:cubicBezTo>
                    <a:pt x="1386" y="15853"/>
                    <a:pt x="1132" y="15599"/>
                    <a:pt x="1132" y="15285"/>
                  </a:cubicBezTo>
                  <a:lnTo>
                    <a:pt x="1132" y="14720"/>
                  </a:lnTo>
                  <a:lnTo>
                    <a:pt x="1700" y="14720"/>
                  </a:lnTo>
                  <a:cubicBezTo>
                    <a:pt x="2636" y="14717"/>
                    <a:pt x="3397" y="13959"/>
                    <a:pt x="3397" y="13020"/>
                  </a:cubicBezTo>
                  <a:lnTo>
                    <a:pt x="3397" y="10191"/>
                  </a:lnTo>
                  <a:lnTo>
                    <a:pt x="5740" y="10191"/>
                  </a:lnTo>
                  <a:cubicBezTo>
                    <a:pt x="6021" y="12139"/>
                    <a:pt x="7694" y="13585"/>
                    <a:pt x="9662" y="13585"/>
                  </a:cubicBezTo>
                  <a:cubicBezTo>
                    <a:pt x="11631" y="13585"/>
                    <a:pt x="13304" y="12139"/>
                    <a:pt x="13584" y="10191"/>
                  </a:cubicBezTo>
                  <a:close/>
                  <a:moveTo>
                    <a:pt x="2832" y="1"/>
                  </a:moveTo>
                  <a:cubicBezTo>
                    <a:pt x="1893" y="1"/>
                    <a:pt x="1132" y="758"/>
                    <a:pt x="1132" y="1697"/>
                  </a:cubicBezTo>
                  <a:lnTo>
                    <a:pt x="1132" y="2362"/>
                  </a:lnTo>
                  <a:cubicBezTo>
                    <a:pt x="453" y="2600"/>
                    <a:pt x="0" y="3243"/>
                    <a:pt x="0" y="3962"/>
                  </a:cubicBezTo>
                  <a:lnTo>
                    <a:pt x="0" y="15285"/>
                  </a:lnTo>
                  <a:cubicBezTo>
                    <a:pt x="0" y="16224"/>
                    <a:pt x="761" y="16982"/>
                    <a:pt x="1700" y="16985"/>
                  </a:cubicBezTo>
                  <a:lnTo>
                    <a:pt x="17628" y="16985"/>
                  </a:lnTo>
                  <a:cubicBezTo>
                    <a:pt x="18564" y="16982"/>
                    <a:pt x="19324" y="16224"/>
                    <a:pt x="19324" y="15285"/>
                  </a:cubicBezTo>
                  <a:lnTo>
                    <a:pt x="19324" y="3962"/>
                  </a:lnTo>
                  <a:cubicBezTo>
                    <a:pt x="19324" y="3023"/>
                    <a:pt x="18564" y="2265"/>
                    <a:pt x="17628" y="2265"/>
                  </a:cubicBezTo>
                  <a:lnTo>
                    <a:pt x="13627" y="2265"/>
                  </a:lnTo>
                  <a:lnTo>
                    <a:pt x="13627" y="1697"/>
                  </a:lnTo>
                  <a:cubicBezTo>
                    <a:pt x="13624" y="758"/>
                    <a:pt x="12866" y="1"/>
                    <a:pt x="11927" y="1"/>
                  </a:cubicBezTo>
                  <a:lnTo>
                    <a:pt x="7398" y="1"/>
                  </a:lnTo>
                  <a:cubicBezTo>
                    <a:pt x="6459" y="1"/>
                    <a:pt x="5701" y="758"/>
                    <a:pt x="5701" y="1697"/>
                  </a:cubicBezTo>
                  <a:lnTo>
                    <a:pt x="5701" y="2265"/>
                  </a:lnTo>
                  <a:lnTo>
                    <a:pt x="4529" y="2265"/>
                  </a:lnTo>
                  <a:lnTo>
                    <a:pt x="4529" y="1697"/>
                  </a:lnTo>
                  <a:cubicBezTo>
                    <a:pt x="4529" y="758"/>
                    <a:pt x="3768" y="1"/>
                    <a:pt x="283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13" name="Google Shape;15013;p81"/>
            <p:cNvSpPr/>
            <p:nvPr/>
          </p:nvSpPr>
          <p:spPr>
            <a:xfrm>
              <a:off x="1091875" y="465500"/>
              <a:ext cx="88275" cy="85000"/>
            </a:xfrm>
            <a:custGeom>
              <a:avLst/>
              <a:gdLst/>
              <a:ahLst/>
              <a:cxnLst/>
              <a:rect l="l" t="t" r="r" b="b"/>
              <a:pathLst>
                <a:path w="3531"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2"/>
                    <a:pt x="1048" y="129"/>
                  </a:cubicBezTo>
                  <a:cubicBezTo>
                    <a:pt x="414" y="392"/>
                    <a:pt x="0" y="1011"/>
                    <a:pt x="0" y="1700"/>
                  </a:cubicBezTo>
                  <a:cubicBezTo>
                    <a:pt x="0" y="2639"/>
                    <a:pt x="758" y="3396"/>
                    <a:pt x="1697" y="3399"/>
                  </a:cubicBezTo>
                  <a:cubicBezTo>
                    <a:pt x="2386" y="3399"/>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14" name="Google Shape;15014;p81"/>
            <p:cNvSpPr/>
            <p:nvPr/>
          </p:nvSpPr>
          <p:spPr>
            <a:xfrm>
              <a:off x="1005975" y="380625"/>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2" y="879"/>
                    <a:pt x="1132" y="565"/>
                  </a:cubicBezTo>
                  <a:cubicBezTo>
                    <a:pt x="1132" y="251"/>
                    <a:pt x="879" y="1"/>
                    <a:pt x="5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15" name="Google Shape;15015;p81"/>
          <p:cNvGrpSpPr/>
          <p:nvPr/>
        </p:nvGrpSpPr>
        <p:grpSpPr>
          <a:xfrm>
            <a:off x="1712386" y="3049495"/>
            <a:ext cx="398661" cy="453605"/>
            <a:chOff x="1516475" y="238075"/>
            <a:chExt cx="424650" cy="483175"/>
          </a:xfrm>
        </p:grpSpPr>
        <p:sp>
          <p:nvSpPr>
            <p:cNvPr id="15016" name="Google Shape;15016;p81"/>
            <p:cNvSpPr/>
            <p:nvPr/>
          </p:nvSpPr>
          <p:spPr>
            <a:xfrm>
              <a:off x="1516475" y="238075"/>
              <a:ext cx="424650" cy="483175"/>
            </a:xfrm>
            <a:custGeom>
              <a:avLst/>
              <a:gdLst/>
              <a:ahLst/>
              <a:cxnLst/>
              <a:rect l="l" t="t" r="r" b="b"/>
              <a:pathLst>
                <a:path w="16986" h="19327" extrusionOk="0">
                  <a:moveTo>
                    <a:pt x="8491" y="1134"/>
                  </a:moveTo>
                  <a:cubicBezTo>
                    <a:pt x="11302" y="1134"/>
                    <a:pt x="13588" y="3438"/>
                    <a:pt x="13588" y="6267"/>
                  </a:cubicBezTo>
                  <a:cubicBezTo>
                    <a:pt x="13588" y="7318"/>
                    <a:pt x="13262" y="8342"/>
                    <a:pt x="12655" y="9199"/>
                  </a:cubicBezTo>
                  <a:cubicBezTo>
                    <a:pt x="12625" y="9242"/>
                    <a:pt x="12604" y="9272"/>
                    <a:pt x="12595" y="9284"/>
                  </a:cubicBezTo>
                  <a:lnTo>
                    <a:pt x="8491" y="15724"/>
                  </a:lnTo>
                  <a:lnTo>
                    <a:pt x="4388" y="9287"/>
                  </a:lnTo>
                  <a:cubicBezTo>
                    <a:pt x="4382" y="9275"/>
                    <a:pt x="4373" y="9266"/>
                    <a:pt x="4367" y="9257"/>
                  </a:cubicBezTo>
                  <a:cubicBezTo>
                    <a:pt x="4249" y="9091"/>
                    <a:pt x="4140" y="8921"/>
                    <a:pt x="4041" y="8743"/>
                  </a:cubicBezTo>
                  <a:cubicBezTo>
                    <a:pt x="3618" y="7985"/>
                    <a:pt x="3398" y="7134"/>
                    <a:pt x="3398" y="6267"/>
                  </a:cubicBezTo>
                  <a:cubicBezTo>
                    <a:pt x="3398" y="6174"/>
                    <a:pt x="3398" y="6080"/>
                    <a:pt x="3404" y="5990"/>
                  </a:cubicBezTo>
                  <a:cubicBezTo>
                    <a:pt x="3552" y="3266"/>
                    <a:pt x="5786" y="1134"/>
                    <a:pt x="8491" y="1134"/>
                  </a:cubicBezTo>
                  <a:close/>
                  <a:moveTo>
                    <a:pt x="11049" y="13819"/>
                  </a:moveTo>
                  <a:cubicBezTo>
                    <a:pt x="14358" y="14233"/>
                    <a:pt x="15853" y="15289"/>
                    <a:pt x="15853" y="15930"/>
                  </a:cubicBezTo>
                  <a:cubicBezTo>
                    <a:pt x="15853" y="16304"/>
                    <a:pt x="15339" y="16887"/>
                    <a:pt x="13905" y="17397"/>
                  </a:cubicBezTo>
                  <a:cubicBezTo>
                    <a:pt x="12471" y="17910"/>
                    <a:pt x="10545" y="18194"/>
                    <a:pt x="8491" y="18194"/>
                  </a:cubicBezTo>
                  <a:cubicBezTo>
                    <a:pt x="6438" y="18194"/>
                    <a:pt x="4515" y="17910"/>
                    <a:pt x="3077" y="17397"/>
                  </a:cubicBezTo>
                  <a:cubicBezTo>
                    <a:pt x="1640" y="16884"/>
                    <a:pt x="1133" y="16304"/>
                    <a:pt x="1133" y="15930"/>
                  </a:cubicBezTo>
                  <a:cubicBezTo>
                    <a:pt x="1133" y="15289"/>
                    <a:pt x="2625" y="14233"/>
                    <a:pt x="5934" y="13819"/>
                  </a:cubicBezTo>
                  <a:lnTo>
                    <a:pt x="8014" y="17083"/>
                  </a:lnTo>
                  <a:cubicBezTo>
                    <a:pt x="8126" y="17258"/>
                    <a:pt x="8309" y="17346"/>
                    <a:pt x="8491" y="17346"/>
                  </a:cubicBezTo>
                  <a:cubicBezTo>
                    <a:pt x="8674" y="17346"/>
                    <a:pt x="8857" y="17258"/>
                    <a:pt x="8968" y="17083"/>
                  </a:cubicBezTo>
                  <a:lnTo>
                    <a:pt x="11049" y="13819"/>
                  </a:lnTo>
                  <a:close/>
                  <a:moveTo>
                    <a:pt x="8494" y="1"/>
                  </a:moveTo>
                  <a:cubicBezTo>
                    <a:pt x="6947" y="1"/>
                    <a:pt x="5399" y="578"/>
                    <a:pt x="4201" y="1738"/>
                  </a:cubicBezTo>
                  <a:cubicBezTo>
                    <a:pt x="3050" y="2837"/>
                    <a:pt x="2359" y="4338"/>
                    <a:pt x="2274" y="5929"/>
                  </a:cubicBezTo>
                  <a:cubicBezTo>
                    <a:pt x="2268" y="6041"/>
                    <a:pt x="2265" y="6156"/>
                    <a:pt x="2265" y="6267"/>
                  </a:cubicBezTo>
                  <a:cubicBezTo>
                    <a:pt x="2265" y="7327"/>
                    <a:pt x="2534" y="8372"/>
                    <a:pt x="3050" y="9296"/>
                  </a:cubicBezTo>
                  <a:cubicBezTo>
                    <a:pt x="3168" y="9507"/>
                    <a:pt x="3301" y="9713"/>
                    <a:pt x="3440" y="9909"/>
                  </a:cubicBezTo>
                  <a:lnTo>
                    <a:pt x="5267" y="12771"/>
                  </a:lnTo>
                  <a:cubicBezTo>
                    <a:pt x="3953" y="12971"/>
                    <a:pt x="2809" y="13294"/>
                    <a:pt x="1921" y="13713"/>
                  </a:cubicBezTo>
                  <a:cubicBezTo>
                    <a:pt x="333" y="14465"/>
                    <a:pt x="1" y="15332"/>
                    <a:pt x="1" y="15930"/>
                  </a:cubicBezTo>
                  <a:cubicBezTo>
                    <a:pt x="1" y="16648"/>
                    <a:pt x="469" y="17669"/>
                    <a:pt x="2697" y="18466"/>
                  </a:cubicBezTo>
                  <a:cubicBezTo>
                    <a:pt x="4252" y="19022"/>
                    <a:pt x="6311" y="19326"/>
                    <a:pt x="8491" y="19326"/>
                  </a:cubicBezTo>
                  <a:cubicBezTo>
                    <a:pt x="10671" y="19326"/>
                    <a:pt x="12731" y="19022"/>
                    <a:pt x="14286" y="18466"/>
                  </a:cubicBezTo>
                  <a:cubicBezTo>
                    <a:pt x="16514" y="17669"/>
                    <a:pt x="16985" y="16648"/>
                    <a:pt x="16985" y="15930"/>
                  </a:cubicBezTo>
                  <a:cubicBezTo>
                    <a:pt x="16985" y="15332"/>
                    <a:pt x="16650" y="14465"/>
                    <a:pt x="15062" y="13713"/>
                  </a:cubicBezTo>
                  <a:cubicBezTo>
                    <a:pt x="14174" y="13294"/>
                    <a:pt x="13030" y="12971"/>
                    <a:pt x="11716" y="12768"/>
                  </a:cubicBezTo>
                  <a:lnTo>
                    <a:pt x="13549" y="9897"/>
                  </a:lnTo>
                  <a:lnTo>
                    <a:pt x="13561" y="9879"/>
                  </a:lnTo>
                  <a:cubicBezTo>
                    <a:pt x="13567" y="9873"/>
                    <a:pt x="13570" y="9867"/>
                    <a:pt x="13576" y="9861"/>
                  </a:cubicBezTo>
                  <a:cubicBezTo>
                    <a:pt x="15327" y="7382"/>
                    <a:pt x="15041" y="3997"/>
                    <a:pt x="12897" y="1847"/>
                  </a:cubicBezTo>
                  <a:cubicBezTo>
                    <a:pt x="11689" y="618"/>
                    <a:pt x="10092" y="1"/>
                    <a:pt x="849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17" name="Google Shape;15017;p81"/>
            <p:cNvSpPr/>
            <p:nvPr/>
          </p:nvSpPr>
          <p:spPr>
            <a:xfrm>
              <a:off x="1652425" y="324000"/>
              <a:ext cx="147150" cy="141575"/>
            </a:xfrm>
            <a:custGeom>
              <a:avLst/>
              <a:gdLst/>
              <a:ahLst/>
              <a:cxnLst/>
              <a:rect l="l" t="t" r="r" b="b"/>
              <a:pathLst>
                <a:path w="5886" h="5663" extrusionOk="0">
                  <a:moveTo>
                    <a:pt x="3054" y="1131"/>
                  </a:moveTo>
                  <a:cubicBezTo>
                    <a:pt x="3495" y="1131"/>
                    <a:pt x="3930" y="1303"/>
                    <a:pt x="4255" y="1629"/>
                  </a:cubicBezTo>
                  <a:cubicBezTo>
                    <a:pt x="4741" y="2115"/>
                    <a:pt x="4886" y="2845"/>
                    <a:pt x="4623" y="3480"/>
                  </a:cubicBezTo>
                  <a:cubicBezTo>
                    <a:pt x="4361" y="4114"/>
                    <a:pt x="3742" y="4530"/>
                    <a:pt x="3053" y="4530"/>
                  </a:cubicBezTo>
                  <a:cubicBezTo>
                    <a:pt x="2114" y="4527"/>
                    <a:pt x="1356" y="3769"/>
                    <a:pt x="1356" y="2830"/>
                  </a:cubicBezTo>
                  <a:cubicBezTo>
                    <a:pt x="1356" y="2142"/>
                    <a:pt x="1770" y="1523"/>
                    <a:pt x="2404" y="1260"/>
                  </a:cubicBezTo>
                  <a:cubicBezTo>
                    <a:pt x="2614" y="1173"/>
                    <a:pt x="2835" y="1131"/>
                    <a:pt x="3054" y="1131"/>
                  </a:cubicBezTo>
                  <a:close/>
                  <a:moveTo>
                    <a:pt x="3053" y="0"/>
                  </a:moveTo>
                  <a:cubicBezTo>
                    <a:pt x="2316" y="0"/>
                    <a:pt x="1593" y="287"/>
                    <a:pt x="1051" y="828"/>
                  </a:cubicBezTo>
                  <a:cubicBezTo>
                    <a:pt x="242" y="1638"/>
                    <a:pt x="1" y="2855"/>
                    <a:pt x="439" y="3914"/>
                  </a:cubicBezTo>
                  <a:cubicBezTo>
                    <a:pt x="876" y="4971"/>
                    <a:pt x="1909" y="5663"/>
                    <a:pt x="3053" y="5663"/>
                  </a:cubicBezTo>
                  <a:cubicBezTo>
                    <a:pt x="4617" y="5660"/>
                    <a:pt x="5883" y="4394"/>
                    <a:pt x="5886" y="2830"/>
                  </a:cubicBezTo>
                  <a:cubicBezTo>
                    <a:pt x="5886" y="1686"/>
                    <a:pt x="5194" y="653"/>
                    <a:pt x="4137" y="216"/>
                  </a:cubicBezTo>
                  <a:cubicBezTo>
                    <a:pt x="3786" y="70"/>
                    <a:pt x="3418" y="0"/>
                    <a:pt x="305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18" name="Google Shape;15018;p81"/>
          <p:cNvGrpSpPr/>
          <p:nvPr/>
        </p:nvGrpSpPr>
        <p:grpSpPr>
          <a:xfrm>
            <a:off x="2236507" y="3156694"/>
            <a:ext cx="455317" cy="239207"/>
            <a:chOff x="2080675" y="352325"/>
            <a:chExt cx="485000" cy="254800"/>
          </a:xfrm>
        </p:grpSpPr>
        <p:sp>
          <p:nvSpPr>
            <p:cNvPr id="15019" name="Google Shape;15019;p81"/>
            <p:cNvSpPr/>
            <p:nvPr/>
          </p:nvSpPr>
          <p:spPr>
            <a:xfrm>
              <a:off x="2080675" y="352325"/>
              <a:ext cx="485000" cy="254800"/>
            </a:xfrm>
            <a:custGeom>
              <a:avLst/>
              <a:gdLst/>
              <a:ahLst/>
              <a:cxnLst/>
              <a:rect l="l" t="t" r="r" b="b"/>
              <a:pathLst>
                <a:path w="19400" h="10192" extrusionOk="0">
                  <a:moveTo>
                    <a:pt x="5514" y="2183"/>
                  </a:moveTo>
                  <a:cubicBezTo>
                    <a:pt x="4291" y="3932"/>
                    <a:pt x="4291" y="6254"/>
                    <a:pt x="5514" y="8002"/>
                  </a:cubicBezTo>
                  <a:cubicBezTo>
                    <a:pt x="4858" y="7685"/>
                    <a:pt x="4230" y="7320"/>
                    <a:pt x="3632" y="6909"/>
                  </a:cubicBezTo>
                  <a:cubicBezTo>
                    <a:pt x="2841" y="6368"/>
                    <a:pt x="2099" y="5762"/>
                    <a:pt x="1410" y="5097"/>
                  </a:cubicBezTo>
                  <a:cubicBezTo>
                    <a:pt x="2071" y="4454"/>
                    <a:pt x="3572" y="3126"/>
                    <a:pt x="5514" y="2183"/>
                  </a:cubicBezTo>
                  <a:close/>
                  <a:moveTo>
                    <a:pt x="13865" y="2171"/>
                  </a:moveTo>
                  <a:cubicBezTo>
                    <a:pt x="14527" y="2491"/>
                    <a:pt x="15167" y="2866"/>
                    <a:pt x="15774" y="3283"/>
                  </a:cubicBezTo>
                  <a:cubicBezTo>
                    <a:pt x="16562" y="3823"/>
                    <a:pt x="17304" y="4430"/>
                    <a:pt x="17996" y="5094"/>
                  </a:cubicBezTo>
                  <a:cubicBezTo>
                    <a:pt x="17307" y="5759"/>
                    <a:pt x="16565" y="6365"/>
                    <a:pt x="15774" y="6909"/>
                  </a:cubicBezTo>
                  <a:cubicBezTo>
                    <a:pt x="15167" y="7326"/>
                    <a:pt x="14530" y="7697"/>
                    <a:pt x="13865" y="8017"/>
                  </a:cubicBezTo>
                  <a:cubicBezTo>
                    <a:pt x="15097" y="6263"/>
                    <a:pt x="15097" y="3926"/>
                    <a:pt x="13865" y="2171"/>
                  </a:cubicBezTo>
                  <a:close/>
                  <a:moveTo>
                    <a:pt x="9801" y="1133"/>
                  </a:moveTo>
                  <a:cubicBezTo>
                    <a:pt x="11948" y="1190"/>
                    <a:pt x="13657" y="2947"/>
                    <a:pt x="13657" y="5091"/>
                  </a:cubicBezTo>
                  <a:cubicBezTo>
                    <a:pt x="13657" y="7238"/>
                    <a:pt x="11948" y="8995"/>
                    <a:pt x="9801" y="9053"/>
                  </a:cubicBezTo>
                  <a:lnTo>
                    <a:pt x="9566" y="9053"/>
                  </a:lnTo>
                  <a:cubicBezTo>
                    <a:pt x="7431" y="8983"/>
                    <a:pt x="5734" y="7232"/>
                    <a:pt x="5728" y="5094"/>
                  </a:cubicBezTo>
                  <a:cubicBezTo>
                    <a:pt x="5731" y="2947"/>
                    <a:pt x="7440" y="1190"/>
                    <a:pt x="9587" y="1133"/>
                  </a:cubicBezTo>
                  <a:close/>
                  <a:moveTo>
                    <a:pt x="9557" y="0"/>
                  </a:moveTo>
                  <a:cubicBezTo>
                    <a:pt x="7440" y="37"/>
                    <a:pt x="5166" y="852"/>
                    <a:pt x="2965" y="2362"/>
                  </a:cubicBezTo>
                  <a:cubicBezTo>
                    <a:pt x="1283" y="3518"/>
                    <a:pt x="239" y="4665"/>
                    <a:pt x="196" y="4714"/>
                  </a:cubicBezTo>
                  <a:cubicBezTo>
                    <a:pt x="0" y="4928"/>
                    <a:pt x="0" y="5257"/>
                    <a:pt x="196" y="5472"/>
                  </a:cubicBezTo>
                  <a:cubicBezTo>
                    <a:pt x="239" y="5523"/>
                    <a:pt x="1283" y="6670"/>
                    <a:pt x="2965" y="7827"/>
                  </a:cubicBezTo>
                  <a:cubicBezTo>
                    <a:pt x="5166" y="9337"/>
                    <a:pt x="7440" y="10149"/>
                    <a:pt x="9557" y="10188"/>
                  </a:cubicBezTo>
                  <a:cubicBezTo>
                    <a:pt x="9602" y="10188"/>
                    <a:pt x="9647" y="10191"/>
                    <a:pt x="9692" y="10191"/>
                  </a:cubicBezTo>
                  <a:lnTo>
                    <a:pt x="9717" y="10191"/>
                  </a:lnTo>
                  <a:cubicBezTo>
                    <a:pt x="11869" y="10185"/>
                    <a:pt x="14194" y="9367"/>
                    <a:pt x="16435" y="7827"/>
                  </a:cubicBezTo>
                  <a:cubicBezTo>
                    <a:pt x="18120" y="6670"/>
                    <a:pt x="19161" y="5523"/>
                    <a:pt x="19207" y="5475"/>
                  </a:cubicBezTo>
                  <a:cubicBezTo>
                    <a:pt x="19400" y="5257"/>
                    <a:pt x="19400" y="4931"/>
                    <a:pt x="19207" y="4714"/>
                  </a:cubicBezTo>
                  <a:cubicBezTo>
                    <a:pt x="19161" y="4665"/>
                    <a:pt x="18120" y="3521"/>
                    <a:pt x="16435" y="2365"/>
                  </a:cubicBezTo>
                  <a:cubicBezTo>
                    <a:pt x="14191" y="822"/>
                    <a:pt x="11869" y="6"/>
                    <a:pt x="971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0" name="Google Shape;15020;p81"/>
            <p:cNvSpPr/>
            <p:nvPr/>
          </p:nvSpPr>
          <p:spPr>
            <a:xfrm>
              <a:off x="2246650" y="408900"/>
              <a:ext cx="147075" cy="141600"/>
            </a:xfrm>
            <a:custGeom>
              <a:avLst/>
              <a:gdLst/>
              <a:ahLst/>
              <a:cxnLst/>
              <a:rect l="l" t="t" r="r" b="b"/>
              <a:pathLst>
                <a:path w="5883" h="5664" extrusionOk="0">
                  <a:moveTo>
                    <a:pt x="3054" y="1132"/>
                  </a:moveTo>
                  <a:cubicBezTo>
                    <a:pt x="3495" y="1132"/>
                    <a:pt x="3930" y="1304"/>
                    <a:pt x="4255" y="1630"/>
                  </a:cubicBezTo>
                  <a:cubicBezTo>
                    <a:pt x="4738" y="2116"/>
                    <a:pt x="4886" y="2846"/>
                    <a:pt x="4624" y="3480"/>
                  </a:cubicBezTo>
                  <a:cubicBezTo>
                    <a:pt x="4358" y="4115"/>
                    <a:pt x="3739" y="4531"/>
                    <a:pt x="3053" y="4531"/>
                  </a:cubicBezTo>
                  <a:cubicBezTo>
                    <a:pt x="2114" y="4528"/>
                    <a:pt x="1357" y="3770"/>
                    <a:pt x="1353" y="2831"/>
                  </a:cubicBezTo>
                  <a:cubicBezTo>
                    <a:pt x="1353" y="2143"/>
                    <a:pt x="1767" y="1524"/>
                    <a:pt x="2404" y="1261"/>
                  </a:cubicBezTo>
                  <a:cubicBezTo>
                    <a:pt x="2614" y="1174"/>
                    <a:pt x="2835" y="1132"/>
                    <a:pt x="3054" y="1132"/>
                  </a:cubicBezTo>
                  <a:close/>
                  <a:moveTo>
                    <a:pt x="3053" y="1"/>
                  </a:moveTo>
                  <a:cubicBezTo>
                    <a:pt x="2316" y="1"/>
                    <a:pt x="1593" y="288"/>
                    <a:pt x="1052" y="829"/>
                  </a:cubicBezTo>
                  <a:cubicBezTo>
                    <a:pt x="242" y="1639"/>
                    <a:pt x="1" y="2855"/>
                    <a:pt x="439" y="3915"/>
                  </a:cubicBezTo>
                  <a:cubicBezTo>
                    <a:pt x="876" y="4972"/>
                    <a:pt x="1909" y="5663"/>
                    <a:pt x="3053" y="5663"/>
                  </a:cubicBezTo>
                  <a:cubicBezTo>
                    <a:pt x="4614" y="5660"/>
                    <a:pt x="5883" y="4395"/>
                    <a:pt x="5883" y="2831"/>
                  </a:cubicBezTo>
                  <a:cubicBezTo>
                    <a:pt x="5883" y="1687"/>
                    <a:pt x="5194" y="654"/>
                    <a:pt x="4137" y="216"/>
                  </a:cubicBezTo>
                  <a:cubicBezTo>
                    <a:pt x="3786" y="71"/>
                    <a:pt x="3418" y="1"/>
                    <a:pt x="305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21" name="Google Shape;15021;p81"/>
          <p:cNvGrpSpPr/>
          <p:nvPr/>
        </p:nvGrpSpPr>
        <p:grpSpPr>
          <a:xfrm>
            <a:off x="2835412" y="3049518"/>
            <a:ext cx="398661" cy="453557"/>
            <a:chOff x="2705375" y="238125"/>
            <a:chExt cx="424650" cy="483125"/>
          </a:xfrm>
        </p:grpSpPr>
        <p:sp>
          <p:nvSpPr>
            <p:cNvPr id="15022" name="Google Shape;15022;p81"/>
            <p:cNvSpPr/>
            <p:nvPr/>
          </p:nvSpPr>
          <p:spPr>
            <a:xfrm>
              <a:off x="2705375" y="238125"/>
              <a:ext cx="424650" cy="483125"/>
            </a:xfrm>
            <a:custGeom>
              <a:avLst/>
              <a:gdLst/>
              <a:ahLst/>
              <a:cxnLst/>
              <a:rect l="l" t="t" r="r" b="b"/>
              <a:pathLst>
                <a:path w="16986" h="19325" extrusionOk="0">
                  <a:moveTo>
                    <a:pt x="10192" y="1132"/>
                  </a:moveTo>
                  <a:cubicBezTo>
                    <a:pt x="10503" y="1132"/>
                    <a:pt x="10756" y="1386"/>
                    <a:pt x="10756" y="1700"/>
                  </a:cubicBezTo>
                  <a:lnTo>
                    <a:pt x="10756" y="2265"/>
                  </a:lnTo>
                  <a:lnTo>
                    <a:pt x="6227" y="2265"/>
                  </a:lnTo>
                  <a:lnTo>
                    <a:pt x="6227" y="1700"/>
                  </a:lnTo>
                  <a:cubicBezTo>
                    <a:pt x="6227" y="1386"/>
                    <a:pt x="6481" y="1132"/>
                    <a:pt x="6795" y="1132"/>
                  </a:cubicBezTo>
                  <a:close/>
                  <a:moveTo>
                    <a:pt x="15285" y="3397"/>
                  </a:moveTo>
                  <a:cubicBezTo>
                    <a:pt x="15599" y="3397"/>
                    <a:pt x="15853" y="3651"/>
                    <a:pt x="15853" y="3965"/>
                  </a:cubicBezTo>
                  <a:lnTo>
                    <a:pt x="15853" y="4529"/>
                  </a:lnTo>
                  <a:lnTo>
                    <a:pt x="1133" y="4529"/>
                  </a:lnTo>
                  <a:lnTo>
                    <a:pt x="1133" y="3965"/>
                  </a:lnTo>
                  <a:cubicBezTo>
                    <a:pt x="1133" y="3651"/>
                    <a:pt x="1384" y="3397"/>
                    <a:pt x="1698" y="3397"/>
                  </a:cubicBezTo>
                  <a:close/>
                  <a:moveTo>
                    <a:pt x="14669" y="5661"/>
                  </a:moveTo>
                  <a:lnTo>
                    <a:pt x="13682" y="17679"/>
                  </a:lnTo>
                  <a:cubicBezTo>
                    <a:pt x="13658" y="17972"/>
                    <a:pt x="13410" y="18192"/>
                    <a:pt x="13120" y="18192"/>
                  </a:cubicBezTo>
                  <a:lnTo>
                    <a:pt x="3866" y="18192"/>
                  </a:lnTo>
                  <a:cubicBezTo>
                    <a:pt x="3573" y="18192"/>
                    <a:pt x="3325" y="17972"/>
                    <a:pt x="3301" y="17679"/>
                  </a:cubicBezTo>
                  <a:lnTo>
                    <a:pt x="2314" y="5661"/>
                  </a:lnTo>
                  <a:close/>
                  <a:moveTo>
                    <a:pt x="6795" y="0"/>
                  </a:moveTo>
                  <a:cubicBezTo>
                    <a:pt x="5856" y="0"/>
                    <a:pt x="5095" y="761"/>
                    <a:pt x="5095" y="1700"/>
                  </a:cubicBezTo>
                  <a:lnTo>
                    <a:pt x="5095" y="2265"/>
                  </a:lnTo>
                  <a:lnTo>
                    <a:pt x="1698" y="2265"/>
                  </a:lnTo>
                  <a:cubicBezTo>
                    <a:pt x="759" y="2265"/>
                    <a:pt x="1" y="3025"/>
                    <a:pt x="1" y="3965"/>
                  </a:cubicBezTo>
                  <a:lnTo>
                    <a:pt x="1" y="5097"/>
                  </a:lnTo>
                  <a:cubicBezTo>
                    <a:pt x="1" y="5408"/>
                    <a:pt x="252" y="5661"/>
                    <a:pt x="566" y="5661"/>
                  </a:cubicBezTo>
                  <a:lnTo>
                    <a:pt x="1176" y="5661"/>
                  </a:lnTo>
                  <a:lnTo>
                    <a:pt x="2172" y="17779"/>
                  </a:lnTo>
                  <a:lnTo>
                    <a:pt x="2172" y="17782"/>
                  </a:lnTo>
                  <a:cubicBezTo>
                    <a:pt x="2247" y="18655"/>
                    <a:pt x="2981" y="19325"/>
                    <a:pt x="3860" y="19325"/>
                  </a:cubicBezTo>
                  <a:cubicBezTo>
                    <a:pt x="3862" y="19325"/>
                    <a:pt x="3864" y="19325"/>
                    <a:pt x="3866" y="19324"/>
                  </a:cubicBezTo>
                  <a:lnTo>
                    <a:pt x="13120" y="19324"/>
                  </a:lnTo>
                  <a:cubicBezTo>
                    <a:pt x="13122" y="19325"/>
                    <a:pt x="13124" y="19325"/>
                    <a:pt x="13126" y="19325"/>
                  </a:cubicBezTo>
                  <a:cubicBezTo>
                    <a:pt x="14002" y="19325"/>
                    <a:pt x="14736" y="18655"/>
                    <a:pt x="14811" y="17779"/>
                  </a:cubicBezTo>
                  <a:lnTo>
                    <a:pt x="14811" y="17776"/>
                  </a:lnTo>
                  <a:lnTo>
                    <a:pt x="15808" y="5661"/>
                  </a:lnTo>
                  <a:lnTo>
                    <a:pt x="16418" y="5661"/>
                  </a:lnTo>
                  <a:cubicBezTo>
                    <a:pt x="16732" y="5661"/>
                    <a:pt x="16985" y="5408"/>
                    <a:pt x="16985" y="5097"/>
                  </a:cubicBezTo>
                  <a:lnTo>
                    <a:pt x="16985" y="3965"/>
                  </a:lnTo>
                  <a:cubicBezTo>
                    <a:pt x="16982" y="3025"/>
                    <a:pt x="16224" y="2265"/>
                    <a:pt x="15285" y="2265"/>
                  </a:cubicBezTo>
                  <a:lnTo>
                    <a:pt x="11889" y="2265"/>
                  </a:lnTo>
                  <a:lnTo>
                    <a:pt x="11889" y="1700"/>
                  </a:lnTo>
                  <a:cubicBezTo>
                    <a:pt x="11889" y="761"/>
                    <a:pt x="11128" y="0"/>
                    <a:pt x="1019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3" name="Google Shape;15023;p81"/>
            <p:cNvSpPr/>
            <p:nvPr/>
          </p:nvSpPr>
          <p:spPr>
            <a:xfrm>
              <a:off x="2903525" y="407950"/>
              <a:ext cx="28350" cy="228375"/>
            </a:xfrm>
            <a:custGeom>
              <a:avLst/>
              <a:gdLst/>
              <a:ahLst/>
              <a:cxnLst/>
              <a:rect l="l" t="t" r="r" b="b"/>
              <a:pathLst>
                <a:path w="1134" h="9135" extrusionOk="0">
                  <a:moveTo>
                    <a:pt x="566" y="1"/>
                  </a:moveTo>
                  <a:cubicBezTo>
                    <a:pt x="252" y="1"/>
                    <a:pt x="1" y="254"/>
                    <a:pt x="1" y="568"/>
                  </a:cubicBezTo>
                  <a:lnTo>
                    <a:pt x="1" y="8570"/>
                  </a:lnTo>
                  <a:cubicBezTo>
                    <a:pt x="1" y="8881"/>
                    <a:pt x="252"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4" name="Google Shape;15024;p81"/>
            <p:cNvSpPr/>
            <p:nvPr/>
          </p:nvSpPr>
          <p:spPr>
            <a:xfrm>
              <a:off x="2988450" y="407950"/>
              <a:ext cx="28350" cy="228375"/>
            </a:xfrm>
            <a:custGeom>
              <a:avLst/>
              <a:gdLst/>
              <a:ahLst/>
              <a:cxnLst/>
              <a:rect l="l" t="t" r="r" b="b"/>
              <a:pathLst>
                <a:path w="1134" h="9135" extrusionOk="0">
                  <a:moveTo>
                    <a:pt x="566" y="1"/>
                  </a:moveTo>
                  <a:cubicBezTo>
                    <a:pt x="251" y="1"/>
                    <a:pt x="1" y="254"/>
                    <a:pt x="1" y="568"/>
                  </a:cubicBezTo>
                  <a:lnTo>
                    <a:pt x="1" y="8570"/>
                  </a:lnTo>
                  <a:cubicBezTo>
                    <a:pt x="1" y="8881"/>
                    <a:pt x="251"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5" name="Google Shape;15025;p81"/>
            <p:cNvSpPr/>
            <p:nvPr/>
          </p:nvSpPr>
          <p:spPr>
            <a:xfrm>
              <a:off x="2818625" y="407950"/>
              <a:ext cx="28325" cy="228375"/>
            </a:xfrm>
            <a:custGeom>
              <a:avLst/>
              <a:gdLst/>
              <a:ahLst/>
              <a:cxnLst/>
              <a:rect l="l" t="t" r="r" b="b"/>
              <a:pathLst>
                <a:path w="1133" h="9135" extrusionOk="0">
                  <a:moveTo>
                    <a:pt x="565" y="1"/>
                  </a:moveTo>
                  <a:cubicBezTo>
                    <a:pt x="251" y="1"/>
                    <a:pt x="0" y="254"/>
                    <a:pt x="0" y="568"/>
                  </a:cubicBezTo>
                  <a:lnTo>
                    <a:pt x="0" y="8570"/>
                  </a:lnTo>
                  <a:cubicBezTo>
                    <a:pt x="0" y="8881"/>
                    <a:pt x="251" y="9135"/>
                    <a:pt x="565" y="9135"/>
                  </a:cubicBezTo>
                  <a:cubicBezTo>
                    <a:pt x="879" y="9135"/>
                    <a:pt x="1132" y="8881"/>
                    <a:pt x="1132" y="8570"/>
                  </a:cubicBezTo>
                  <a:lnTo>
                    <a:pt x="1132" y="568"/>
                  </a:lnTo>
                  <a:cubicBezTo>
                    <a:pt x="1132"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26" name="Google Shape;15026;p81"/>
          <p:cNvGrpSpPr/>
          <p:nvPr/>
        </p:nvGrpSpPr>
        <p:grpSpPr>
          <a:xfrm>
            <a:off x="3390267" y="3049941"/>
            <a:ext cx="401548" cy="452713"/>
            <a:chOff x="3299850" y="238575"/>
            <a:chExt cx="427725" cy="482225"/>
          </a:xfrm>
        </p:grpSpPr>
        <p:sp>
          <p:nvSpPr>
            <p:cNvPr id="15027" name="Google Shape;15027;p81"/>
            <p:cNvSpPr/>
            <p:nvPr/>
          </p:nvSpPr>
          <p:spPr>
            <a:xfrm>
              <a:off x="3299850" y="323500"/>
              <a:ext cx="427725" cy="397300"/>
            </a:xfrm>
            <a:custGeom>
              <a:avLst/>
              <a:gdLst/>
              <a:ahLst/>
              <a:cxnLst/>
              <a:rect l="l" t="t" r="r" b="b"/>
              <a:pathLst>
                <a:path w="17109" h="15892" extrusionOk="0">
                  <a:moveTo>
                    <a:pt x="3397" y="6794"/>
                  </a:moveTo>
                  <a:lnTo>
                    <a:pt x="3397" y="14759"/>
                  </a:lnTo>
                  <a:lnTo>
                    <a:pt x="1132" y="14759"/>
                  </a:lnTo>
                  <a:lnTo>
                    <a:pt x="1132" y="6794"/>
                  </a:lnTo>
                  <a:close/>
                  <a:moveTo>
                    <a:pt x="9034" y="1132"/>
                  </a:moveTo>
                  <a:cubicBezTo>
                    <a:pt x="9683" y="1175"/>
                    <a:pt x="10191" y="1712"/>
                    <a:pt x="10191" y="2364"/>
                  </a:cubicBezTo>
                  <a:cubicBezTo>
                    <a:pt x="10191" y="3346"/>
                    <a:pt x="9774" y="5275"/>
                    <a:pt x="9221" y="5828"/>
                  </a:cubicBezTo>
                  <a:cubicBezTo>
                    <a:pt x="8865" y="6184"/>
                    <a:pt x="9119" y="6794"/>
                    <a:pt x="9623" y="6794"/>
                  </a:cubicBezTo>
                  <a:lnTo>
                    <a:pt x="15285" y="6794"/>
                  </a:lnTo>
                  <a:cubicBezTo>
                    <a:pt x="15599" y="6794"/>
                    <a:pt x="15849" y="7047"/>
                    <a:pt x="15849" y="7361"/>
                  </a:cubicBezTo>
                  <a:cubicBezTo>
                    <a:pt x="15849" y="7672"/>
                    <a:pt x="15599" y="7926"/>
                    <a:pt x="15285" y="7926"/>
                  </a:cubicBezTo>
                  <a:lnTo>
                    <a:pt x="11888" y="7926"/>
                  </a:lnTo>
                  <a:cubicBezTo>
                    <a:pt x="11574" y="7926"/>
                    <a:pt x="11323" y="8180"/>
                    <a:pt x="11323" y="8494"/>
                  </a:cubicBezTo>
                  <a:cubicBezTo>
                    <a:pt x="11323" y="8805"/>
                    <a:pt x="11574" y="9058"/>
                    <a:pt x="11888" y="9058"/>
                  </a:cubicBezTo>
                  <a:lnTo>
                    <a:pt x="15285" y="9058"/>
                  </a:lnTo>
                  <a:cubicBezTo>
                    <a:pt x="15586" y="9058"/>
                    <a:pt x="15852" y="9342"/>
                    <a:pt x="15852" y="9662"/>
                  </a:cubicBezTo>
                  <a:cubicBezTo>
                    <a:pt x="15852" y="9976"/>
                    <a:pt x="15599" y="10230"/>
                    <a:pt x="15285" y="10230"/>
                  </a:cubicBezTo>
                  <a:lnTo>
                    <a:pt x="11888" y="10230"/>
                  </a:lnTo>
                  <a:cubicBezTo>
                    <a:pt x="11574" y="10230"/>
                    <a:pt x="11323" y="10484"/>
                    <a:pt x="11323" y="10795"/>
                  </a:cubicBezTo>
                  <a:cubicBezTo>
                    <a:pt x="11323" y="11109"/>
                    <a:pt x="11574" y="11362"/>
                    <a:pt x="11888" y="11362"/>
                  </a:cubicBezTo>
                  <a:lnTo>
                    <a:pt x="14152" y="11362"/>
                  </a:lnTo>
                  <a:cubicBezTo>
                    <a:pt x="14466" y="11362"/>
                    <a:pt x="14717" y="11616"/>
                    <a:pt x="14717" y="11927"/>
                  </a:cubicBezTo>
                  <a:cubicBezTo>
                    <a:pt x="14717" y="12241"/>
                    <a:pt x="14466" y="12494"/>
                    <a:pt x="14152" y="12494"/>
                  </a:cubicBezTo>
                  <a:lnTo>
                    <a:pt x="11888" y="12494"/>
                  </a:lnTo>
                  <a:cubicBezTo>
                    <a:pt x="11574" y="12494"/>
                    <a:pt x="11323" y="12748"/>
                    <a:pt x="11323" y="13059"/>
                  </a:cubicBezTo>
                  <a:cubicBezTo>
                    <a:pt x="11323" y="13373"/>
                    <a:pt x="11574" y="13627"/>
                    <a:pt x="11888" y="13627"/>
                  </a:cubicBezTo>
                  <a:lnTo>
                    <a:pt x="13020" y="13627"/>
                  </a:lnTo>
                  <a:cubicBezTo>
                    <a:pt x="13334" y="13627"/>
                    <a:pt x="13585" y="13880"/>
                    <a:pt x="13585" y="14191"/>
                  </a:cubicBezTo>
                  <a:cubicBezTo>
                    <a:pt x="13585" y="14505"/>
                    <a:pt x="13334" y="14759"/>
                    <a:pt x="13020" y="14759"/>
                  </a:cubicBezTo>
                  <a:lnTo>
                    <a:pt x="9197" y="14759"/>
                  </a:lnTo>
                  <a:cubicBezTo>
                    <a:pt x="8041" y="14759"/>
                    <a:pt x="6890" y="14572"/>
                    <a:pt x="5794" y="14207"/>
                  </a:cubicBezTo>
                  <a:lnTo>
                    <a:pt x="4529" y="13784"/>
                  </a:lnTo>
                  <a:lnTo>
                    <a:pt x="4529" y="7712"/>
                  </a:lnTo>
                  <a:lnTo>
                    <a:pt x="5686" y="7132"/>
                  </a:lnTo>
                  <a:cubicBezTo>
                    <a:pt x="6265" y="6842"/>
                    <a:pt x="6797" y="6459"/>
                    <a:pt x="7253" y="6003"/>
                  </a:cubicBezTo>
                  <a:lnTo>
                    <a:pt x="7289" y="5963"/>
                  </a:lnTo>
                  <a:cubicBezTo>
                    <a:pt x="8352" y="4901"/>
                    <a:pt x="8917" y="2654"/>
                    <a:pt x="9034" y="1132"/>
                  </a:cubicBezTo>
                  <a:close/>
                  <a:moveTo>
                    <a:pt x="8491" y="0"/>
                  </a:moveTo>
                  <a:cubicBezTo>
                    <a:pt x="8177" y="0"/>
                    <a:pt x="7926" y="254"/>
                    <a:pt x="7926" y="568"/>
                  </a:cubicBezTo>
                  <a:cubicBezTo>
                    <a:pt x="7926" y="1887"/>
                    <a:pt x="7380" y="4276"/>
                    <a:pt x="6492" y="5166"/>
                  </a:cubicBezTo>
                  <a:lnTo>
                    <a:pt x="6456" y="5203"/>
                  </a:lnTo>
                  <a:cubicBezTo>
                    <a:pt x="6081" y="5574"/>
                    <a:pt x="5652" y="5885"/>
                    <a:pt x="5181" y="6120"/>
                  </a:cubicBezTo>
                  <a:lnTo>
                    <a:pt x="4529" y="6444"/>
                  </a:lnTo>
                  <a:lnTo>
                    <a:pt x="4529" y="6229"/>
                  </a:lnTo>
                  <a:cubicBezTo>
                    <a:pt x="4529" y="5915"/>
                    <a:pt x="4276" y="5661"/>
                    <a:pt x="3962" y="5661"/>
                  </a:cubicBezTo>
                  <a:lnTo>
                    <a:pt x="565" y="5661"/>
                  </a:lnTo>
                  <a:cubicBezTo>
                    <a:pt x="251" y="5661"/>
                    <a:pt x="0" y="5915"/>
                    <a:pt x="0" y="6229"/>
                  </a:cubicBezTo>
                  <a:lnTo>
                    <a:pt x="0" y="15324"/>
                  </a:lnTo>
                  <a:cubicBezTo>
                    <a:pt x="0" y="15638"/>
                    <a:pt x="251" y="15891"/>
                    <a:pt x="565" y="15891"/>
                  </a:cubicBezTo>
                  <a:lnTo>
                    <a:pt x="3962" y="15891"/>
                  </a:lnTo>
                  <a:cubicBezTo>
                    <a:pt x="4276" y="15891"/>
                    <a:pt x="4529" y="15638"/>
                    <a:pt x="4529" y="15324"/>
                  </a:cubicBezTo>
                  <a:lnTo>
                    <a:pt x="4529" y="14976"/>
                  </a:lnTo>
                  <a:lnTo>
                    <a:pt x="5435" y="15278"/>
                  </a:lnTo>
                  <a:cubicBezTo>
                    <a:pt x="6649" y="15683"/>
                    <a:pt x="7917" y="15888"/>
                    <a:pt x="9197" y="15888"/>
                  </a:cubicBezTo>
                  <a:lnTo>
                    <a:pt x="13020" y="15888"/>
                  </a:lnTo>
                  <a:cubicBezTo>
                    <a:pt x="14219" y="15888"/>
                    <a:pt x="15040" y="14681"/>
                    <a:pt x="14599" y="13566"/>
                  </a:cubicBezTo>
                  <a:cubicBezTo>
                    <a:pt x="15577" y="13298"/>
                    <a:pt x="16106" y="12241"/>
                    <a:pt x="15731" y="11302"/>
                  </a:cubicBezTo>
                  <a:cubicBezTo>
                    <a:pt x="16468" y="11100"/>
                    <a:pt x="16981" y="10429"/>
                    <a:pt x="16984" y="9662"/>
                  </a:cubicBezTo>
                  <a:cubicBezTo>
                    <a:pt x="16981" y="9233"/>
                    <a:pt x="16824" y="8823"/>
                    <a:pt x="16541" y="8503"/>
                  </a:cubicBezTo>
                  <a:cubicBezTo>
                    <a:pt x="16994" y="8005"/>
                    <a:pt x="17108" y="7289"/>
                    <a:pt x="16837" y="6673"/>
                  </a:cubicBezTo>
                  <a:cubicBezTo>
                    <a:pt x="16565" y="6060"/>
                    <a:pt x="15958" y="5661"/>
                    <a:pt x="15285" y="5661"/>
                  </a:cubicBezTo>
                  <a:lnTo>
                    <a:pt x="10635" y="5661"/>
                  </a:lnTo>
                  <a:cubicBezTo>
                    <a:pt x="11109" y="4577"/>
                    <a:pt x="11323" y="3104"/>
                    <a:pt x="11323" y="2364"/>
                  </a:cubicBezTo>
                  <a:cubicBezTo>
                    <a:pt x="11320" y="1060"/>
                    <a:pt x="10263" y="3"/>
                    <a:pt x="895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8" name="Google Shape;15028;p81"/>
            <p:cNvSpPr/>
            <p:nvPr/>
          </p:nvSpPr>
          <p:spPr>
            <a:xfrm>
              <a:off x="3467650" y="238575"/>
              <a:ext cx="46525" cy="56650"/>
            </a:xfrm>
            <a:custGeom>
              <a:avLst/>
              <a:gdLst/>
              <a:ahLst/>
              <a:cxnLst/>
              <a:rect l="l" t="t" r="r" b="b"/>
              <a:pathLst>
                <a:path w="1861" h="2266" extrusionOk="0">
                  <a:moveTo>
                    <a:pt x="646" y="1"/>
                  </a:moveTo>
                  <a:cubicBezTo>
                    <a:pt x="561" y="1"/>
                    <a:pt x="475" y="20"/>
                    <a:pt x="393" y="61"/>
                  </a:cubicBezTo>
                  <a:cubicBezTo>
                    <a:pt x="112" y="199"/>
                    <a:pt x="0" y="541"/>
                    <a:pt x="139" y="821"/>
                  </a:cubicBezTo>
                  <a:lnTo>
                    <a:pt x="707" y="1954"/>
                  </a:lnTo>
                  <a:cubicBezTo>
                    <a:pt x="805" y="2150"/>
                    <a:pt x="1005" y="2265"/>
                    <a:pt x="1212" y="2265"/>
                  </a:cubicBezTo>
                  <a:cubicBezTo>
                    <a:pt x="1297" y="2265"/>
                    <a:pt x="1384" y="2246"/>
                    <a:pt x="1465" y="2204"/>
                  </a:cubicBezTo>
                  <a:cubicBezTo>
                    <a:pt x="1746" y="2065"/>
                    <a:pt x="1860" y="1727"/>
                    <a:pt x="1718" y="1446"/>
                  </a:cubicBezTo>
                  <a:lnTo>
                    <a:pt x="1154" y="314"/>
                  </a:lnTo>
                  <a:cubicBezTo>
                    <a:pt x="1053" y="115"/>
                    <a:pt x="854" y="1"/>
                    <a:pt x="64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9" name="Google Shape;15029;p81"/>
            <p:cNvSpPr/>
            <p:nvPr/>
          </p:nvSpPr>
          <p:spPr>
            <a:xfrm>
              <a:off x="3566675" y="238575"/>
              <a:ext cx="46525" cy="56675"/>
            </a:xfrm>
            <a:custGeom>
              <a:avLst/>
              <a:gdLst/>
              <a:ahLst/>
              <a:cxnLst/>
              <a:rect l="l" t="t" r="r" b="b"/>
              <a:pathLst>
                <a:path w="1861" h="2267" extrusionOk="0">
                  <a:moveTo>
                    <a:pt x="1215" y="1"/>
                  </a:moveTo>
                  <a:cubicBezTo>
                    <a:pt x="1007" y="1"/>
                    <a:pt x="808" y="115"/>
                    <a:pt x="707" y="314"/>
                  </a:cubicBezTo>
                  <a:lnTo>
                    <a:pt x="143" y="1446"/>
                  </a:lnTo>
                  <a:cubicBezTo>
                    <a:pt x="1" y="1727"/>
                    <a:pt x="116" y="2065"/>
                    <a:pt x="396" y="2207"/>
                  </a:cubicBezTo>
                  <a:cubicBezTo>
                    <a:pt x="477" y="2247"/>
                    <a:pt x="562" y="2266"/>
                    <a:pt x="646" y="2266"/>
                  </a:cubicBezTo>
                  <a:cubicBezTo>
                    <a:pt x="854" y="2266"/>
                    <a:pt x="1055" y="2151"/>
                    <a:pt x="1154" y="1954"/>
                  </a:cubicBezTo>
                  <a:lnTo>
                    <a:pt x="1722" y="821"/>
                  </a:lnTo>
                  <a:cubicBezTo>
                    <a:pt x="1861" y="541"/>
                    <a:pt x="1749" y="199"/>
                    <a:pt x="1468" y="61"/>
                  </a:cubicBezTo>
                  <a:cubicBezTo>
                    <a:pt x="1387" y="20"/>
                    <a:pt x="1300" y="1"/>
                    <a:pt x="121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0" name="Google Shape;15030;p81"/>
            <p:cNvSpPr/>
            <p:nvPr/>
          </p:nvSpPr>
          <p:spPr>
            <a:xfrm>
              <a:off x="361122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1" name="Google Shape;15031;p81"/>
            <p:cNvSpPr/>
            <p:nvPr/>
          </p:nvSpPr>
          <p:spPr>
            <a:xfrm>
              <a:off x="341307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32" name="Google Shape;15032;p81"/>
          <p:cNvGrpSpPr/>
          <p:nvPr/>
        </p:nvGrpSpPr>
        <p:grpSpPr>
          <a:xfrm>
            <a:off x="3906163" y="3049518"/>
            <a:ext cx="469940" cy="453557"/>
            <a:chOff x="3857225" y="238125"/>
            <a:chExt cx="500575" cy="483125"/>
          </a:xfrm>
        </p:grpSpPr>
        <p:sp>
          <p:nvSpPr>
            <p:cNvPr id="15033" name="Google Shape;15033;p81"/>
            <p:cNvSpPr/>
            <p:nvPr/>
          </p:nvSpPr>
          <p:spPr>
            <a:xfrm>
              <a:off x="3857225" y="238125"/>
              <a:ext cx="500575" cy="483125"/>
            </a:xfrm>
            <a:custGeom>
              <a:avLst/>
              <a:gdLst/>
              <a:ahLst/>
              <a:cxnLst/>
              <a:rect l="l" t="t" r="r" b="b"/>
              <a:pathLst>
                <a:path w="20023" h="19325" extrusionOk="0">
                  <a:moveTo>
                    <a:pt x="15671" y="3398"/>
                  </a:moveTo>
                  <a:cubicBezTo>
                    <a:pt x="15707" y="3398"/>
                    <a:pt x="15744" y="3402"/>
                    <a:pt x="15780" y="3409"/>
                  </a:cubicBezTo>
                  <a:lnTo>
                    <a:pt x="15801" y="3415"/>
                  </a:lnTo>
                  <a:cubicBezTo>
                    <a:pt x="15814" y="3415"/>
                    <a:pt x="15823" y="3418"/>
                    <a:pt x="15835" y="3421"/>
                  </a:cubicBezTo>
                  <a:cubicBezTo>
                    <a:pt x="15844" y="3424"/>
                    <a:pt x="15856" y="3430"/>
                    <a:pt x="15868" y="3433"/>
                  </a:cubicBezTo>
                  <a:lnTo>
                    <a:pt x="15886" y="3439"/>
                  </a:lnTo>
                  <a:cubicBezTo>
                    <a:pt x="15892" y="3442"/>
                    <a:pt x="15898" y="3445"/>
                    <a:pt x="15904" y="3448"/>
                  </a:cubicBezTo>
                  <a:cubicBezTo>
                    <a:pt x="15922" y="3457"/>
                    <a:pt x="15943" y="3466"/>
                    <a:pt x="15964" y="3478"/>
                  </a:cubicBezTo>
                  <a:cubicBezTo>
                    <a:pt x="15986" y="3494"/>
                    <a:pt x="16010" y="3509"/>
                    <a:pt x="16031" y="3524"/>
                  </a:cubicBezTo>
                  <a:cubicBezTo>
                    <a:pt x="16046" y="3536"/>
                    <a:pt x="16058" y="3551"/>
                    <a:pt x="16073" y="3563"/>
                  </a:cubicBezTo>
                  <a:cubicBezTo>
                    <a:pt x="16085" y="3575"/>
                    <a:pt x="16100" y="3590"/>
                    <a:pt x="16112" y="3605"/>
                  </a:cubicBezTo>
                  <a:cubicBezTo>
                    <a:pt x="16294" y="3829"/>
                    <a:pt x="16279" y="4158"/>
                    <a:pt x="16073" y="4363"/>
                  </a:cubicBezTo>
                  <a:lnTo>
                    <a:pt x="13054" y="7383"/>
                  </a:lnTo>
                  <a:cubicBezTo>
                    <a:pt x="12939" y="7232"/>
                    <a:pt x="12815" y="7090"/>
                    <a:pt x="12682" y="6954"/>
                  </a:cubicBezTo>
                  <a:cubicBezTo>
                    <a:pt x="12546" y="6821"/>
                    <a:pt x="12405" y="6697"/>
                    <a:pt x="12254" y="6582"/>
                  </a:cubicBezTo>
                  <a:lnTo>
                    <a:pt x="15273" y="3563"/>
                  </a:lnTo>
                  <a:cubicBezTo>
                    <a:pt x="15380" y="3456"/>
                    <a:pt x="15523" y="3398"/>
                    <a:pt x="15671" y="3398"/>
                  </a:cubicBezTo>
                  <a:close/>
                  <a:moveTo>
                    <a:pt x="9887" y="9183"/>
                  </a:moveTo>
                  <a:cubicBezTo>
                    <a:pt x="10031" y="9183"/>
                    <a:pt x="10176" y="9238"/>
                    <a:pt x="10288" y="9348"/>
                  </a:cubicBezTo>
                  <a:cubicBezTo>
                    <a:pt x="10511" y="9575"/>
                    <a:pt x="10508" y="9937"/>
                    <a:pt x="10279" y="10157"/>
                  </a:cubicBezTo>
                  <a:cubicBezTo>
                    <a:pt x="10169" y="10268"/>
                    <a:pt x="10024" y="10323"/>
                    <a:pt x="9879" y="10323"/>
                  </a:cubicBezTo>
                  <a:cubicBezTo>
                    <a:pt x="9734" y="10323"/>
                    <a:pt x="9589" y="10268"/>
                    <a:pt x="9479" y="10157"/>
                  </a:cubicBezTo>
                  <a:cubicBezTo>
                    <a:pt x="9258" y="9937"/>
                    <a:pt x="9258" y="9578"/>
                    <a:pt x="9479" y="9357"/>
                  </a:cubicBezTo>
                  <a:cubicBezTo>
                    <a:pt x="9590" y="9241"/>
                    <a:pt x="9739" y="9183"/>
                    <a:pt x="9887" y="9183"/>
                  </a:cubicBezTo>
                  <a:close/>
                  <a:moveTo>
                    <a:pt x="15746" y="1062"/>
                  </a:moveTo>
                  <a:cubicBezTo>
                    <a:pt x="16469" y="1062"/>
                    <a:pt x="17193" y="1337"/>
                    <a:pt x="17746" y="1890"/>
                  </a:cubicBezTo>
                  <a:cubicBezTo>
                    <a:pt x="18878" y="3022"/>
                    <a:pt x="18845" y="4870"/>
                    <a:pt x="17673" y="5963"/>
                  </a:cubicBezTo>
                  <a:lnTo>
                    <a:pt x="11879" y="11758"/>
                  </a:lnTo>
                  <a:cubicBezTo>
                    <a:pt x="11337" y="12300"/>
                    <a:pt x="10612" y="12586"/>
                    <a:pt x="9878" y="12586"/>
                  </a:cubicBezTo>
                  <a:cubicBezTo>
                    <a:pt x="9472" y="12586"/>
                    <a:pt x="9062" y="12499"/>
                    <a:pt x="8679" y="12319"/>
                  </a:cubicBezTo>
                  <a:lnTo>
                    <a:pt x="8663" y="12313"/>
                  </a:lnTo>
                  <a:cubicBezTo>
                    <a:pt x="8198" y="12093"/>
                    <a:pt x="7803" y="11746"/>
                    <a:pt x="7516" y="11317"/>
                  </a:cubicBezTo>
                  <a:lnTo>
                    <a:pt x="8346" y="10487"/>
                  </a:lnTo>
                  <a:cubicBezTo>
                    <a:pt x="8645" y="11113"/>
                    <a:pt x="9259" y="11453"/>
                    <a:pt x="9883" y="11453"/>
                  </a:cubicBezTo>
                  <a:cubicBezTo>
                    <a:pt x="10311" y="11453"/>
                    <a:pt x="10744" y="11293"/>
                    <a:pt x="11082" y="10955"/>
                  </a:cubicBezTo>
                  <a:lnTo>
                    <a:pt x="16873" y="5160"/>
                  </a:lnTo>
                  <a:cubicBezTo>
                    <a:pt x="17541" y="4514"/>
                    <a:pt x="17562" y="3448"/>
                    <a:pt x="16922" y="2775"/>
                  </a:cubicBezTo>
                  <a:cubicBezTo>
                    <a:pt x="16588" y="2423"/>
                    <a:pt x="16140" y="2245"/>
                    <a:pt x="15690" y="2245"/>
                  </a:cubicBezTo>
                  <a:cubicBezTo>
                    <a:pt x="15275" y="2245"/>
                    <a:pt x="14860" y="2395"/>
                    <a:pt x="14533" y="2699"/>
                  </a:cubicBezTo>
                  <a:cubicBezTo>
                    <a:pt x="14512" y="2718"/>
                    <a:pt x="14491" y="2739"/>
                    <a:pt x="14470" y="2760"/>
                  </a:cubicBezTo>
                  <a:lnTo>
                    <a:pt x="11212" y="6021"/>
                  </a:lnTo>
                  <a:cubicBezTo>
                    <a:pt x="10783" y="5867"/>
                    <a:pt x="10333" y="5791"/>
                    <a:pt x="9877" y="5791"/>
                  </a:cubicBezTo>
                  <a:lnTo>
                    <a:pt x="9838" y="5791"/>
                  </a:lnTo>
                  <a:lnTo>
                    <a:pt x="13673" y="1963"/>
                  </a:lnTo>
                  <a:cubicBezTo>
                    <a:pt x="14232" y="1363"/>
                    <a:pt x="14988" y="1062"/>
                    <a:pt x="15746" y="1062"/>
                  </a:cubicBezTo>
                  <a:close/>
                  <a:moveTo>
                    <a:pt x="6707" y="12129"/>
                  </a:moveTo>
                  <a:cubicBezTo>
                    <a:pt x="6819" y="12283"/>
                    <a:pt x="6942" y="12425"/>
                    <a:pt x="7078" y="12558"/>
                  </a:cubicBezTo>
                  <a:cubicBezTo>
                    <a:pt x="7211" y="12694"/>
                    <a:pt x="7353" y="12818"/>
                    <a:pt x="7507" y="12932"/>
                  </a:cubicBezTo>
                  <a:lnTo>
                    <a:pt x="4675" y="15762"/>
                  </a:lnTo>
                  <a:cubicBezTo>
                    <a:pt x="4565" y="15872"/>
                    <a:pt x="4420" y="15927"/>
                    <a:pt x="4275" y="15927"/>
                  </a:cubicBezTo>
                  <a:cubicBezTo>
                    <a:pt x="4130" y="15927"/>
                    <a:pt x="3985" y="15872"/>
                    <a:pt x="3875" y="15762"/>
                  </a:cubicBezTo>
                  <a:cubicBezTo>
                    <a:pt x="3654" y="15541"/>
                    <a:pt x="3654" y="15182"/>
                    <a:pt x="3875" y="14961"/>
                  </a:cubicBezTo>
                  <a:lnTo>
                    <a:pt x="6707" y="12129"/>
                  </a:lnTo>
                  <a:close/>
                  <a:moveTo>
                    <a:pt x="9884" y="6926"/>
                  </a:moveTo>
                  <a:cubicBezTo>
                    <a:pt x="10290" y="6926"/>
                    <a:pt x="10698" y="7013"/>
                    <a:pt x="11082" y="7192"/>
                  </a:cubicBezTo>
                  <a:lnTo>
                    <a:pt x="11094" y="7198"/>
                  </a:lnTo>
                  <a:cubicBezTo>
                    <a:pt x="11562" y="7422"/>
                    <a:pt x="11958" y="7766"/>
                    <a:pt x="12242" y="8198"/>
                  </a:cubicBezTo>
                  <a:lnTo>
                    <a:pt x="11411" y="9028"/>
                  </a:lnTo>
                  <a:cubicBezTo>
                    <a:pt x="11112" y="8400"/>
                    <a:pt x="10499" y="8061"/>
                    <a:pt x="9877" y="8061"/>
                  </a:cubicBezTo>
                  <a:cubicBezTo>
                    <a:pt x="9448" y="8061"/>
                    <a:pt x="9016" y="8222"/>
                    <a:pt x="8679" y="8560"/>
                  </a:cubicBezTo>
                  <a:lnTo>
                    <a:pt x="3074" y="14161"/>
                  </a:lnTo>
                  <a:cubicBezTo>
                    <a:pt x="2410" y="14822"/>
                    <a:pt x="2410" y="15900"/>
                    <a:pt x="3074" y="16562"/>
                  </a:cubicBezTo>
                  <a:cubicBezTo>
                    <a:pt x="3405" y="16894"/>
                    <a:pt x="3840" y="17060"/>
                    <a:pt x="4275" y="17060"/>
                  </a:cubicBezTo>
                  <a:cubicBezTo>
                    <a:pt x="4710" y="17060"/>
                    <a:pt x="5144" y="16894"/>
                    <a:pt x="5475" y="16562"/>
                  </a:cubicBezTo>
                  <a:lnTo>
                    <a:pt x="8546" y="13491"/>
                  </a:lnTo>
                  <a:cubicBezTo>
                    <a:pt x="8974" y="13642"/>
                    <a:pt x="9424" y="13720"/>
                    <a:pt x="9880" y="13720"/>
                  </a:cubicBezTo>
                  <a:lnTo>
                    <a:pt x="9920" y="13720"/>
                  </a:lnTo>
                  <a:lnTo>
                    <a:pt x="6275" y="17362"/>
                  </a:lnTo>
                  <a:cubicBezTo>
                    <a:pt x="5716" y="17961"/>
                    <a:pt x="4960" y="18262"/>
                    <a:pt x="4202" y="18262"/>
                  </a:cubicBezTo>
                  <a:cubicBezTo>
                    <a:pt x="3479" y="18262"/>
                    <a:pt x="2755" y="17987"/>
                    <a:pt x="2202" y="17434"/>
                  </a:cubicBezTo>
                  <a:cubicBezTo>
                    <a:pt x="1070" y="16302"/>
                    <a:pt x="1103" y="14454"/>
                    <a:pt x="2274" y="13361"/>
                  </a:cubicBezTo>
                  <a:lnTo>
                    <a:pt x="7878" y="7757"/>
                  </a:lnTo>
                  <a:cubicBezTo>
                    <a:pt x="8422" y="7214"/>
                    <a:pt x="9147" y="6926"/>
                    <a:pt x="9884" y="6926"/>
                  </a:cubicBezTo>
                  <a:close/>
                  <a:moveTo>
                    <a:pt x="15673" y="1"/>
                  </a:moveTo>
                  <a:cubicBezTo>
                    <a:pt x="14659" y="1"/>
                    <a:pt x="13644" y="388"/>
                    <a:pt x="12870" y="1162"/>
                  </a:cubicBezTo>
                  <a:lnTo>
                    <a:pt x="7078" y="6957"/>
                  </a:lnTo>
                  <a:lnTo>
                    <a:pt x="1471" y="12561"/>
                  </a:lnTo>
                  <a:cubicBezTo>
                    <a:pt x="339" y="13693"/>
                    <a:pt x="1" y="15399"/>
                    <a:pt x="614" y="16879"/>
                  </a:cubicBezTo>
                  <a:cubicBezTo>
                    <a:pt x="1230" y="18358"/>
                    <a:pt x="2673" y="19324"/>
                    <a:pt x="4276" y="19324"/>
                  </a:cubicBezTo>
                  <a:cubicBezTo>
                    <a:pt x="4280" y="19325"/>
                    <a:pt x="4284" y="19325"/>
                    <a:pt x="4288" y="19325"/>
                  </a:cubicBezTo>
                  <a:cubicBezTo>
                    <a:pt x="5334" y="19325"/>
                    <a:pt x="6338" y="18908"/>
                    <a:pt x="7078" y="18165"/>
                  </a:cubicBezTo>
                  <a:lnTo>
                    <a:pt x="12682" y="12561"/>
                  </a:lnTo>
                  <a:lnTo>
                    <a:pt x="18477" y="6767"/>
                  </a:lnTo>
                  <a:cubicBezTo>
                    <a:pt x="20023" y="5221"/>
                    <a:pt x="20023" y="2711"/>
                    <a:pt x="18477" y="1162"/>
                  </a:cubicBezTo>
                  <a:cubicBezTo>
                    <a:pt x="17702" y="388"/>
                    <a:pt x="16688" y="1"/>
                    <a:pt x="1567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4" name="Google Shape;15034;p81"/>
            <p:cNvSpPr/>
            <p:nvPr/>
          </p:nvSpPr>
          <p:spPr>
            <a:xfrm>
              <a:off x="4208775" y="588000"/>
              <a:ext cx="71125" cy="68350"/>
            </a:xfrm>
            <a:custGeom>
              <a:avLst/>
              <a:gdLst/>
              <a:ahLst/>
              <a:cxnLst/>
              <a:rect l="l" t="t" r="r" b="b"/>
              <a:pathLst>
                <a:path w="2845" h="2734" extrusionOk="0">
                  <a:moveTo>
                    <a:pt x="621" y="1"/>
                  </a:moveTo>
                  <a:cubicBezTo>
                    <a:pt x="476" y="1"/>
                    <a:pt x="331" y="56"/>
                    <a:pt x="221" y="166"/>
                  </a:cubicBezTo>
                  <a:cubicBezTo>
                    <a:pt x="0" y="387"/>
                    <a:pt x="0" y="746"/>
                    <a:pt x="221" y="966"/>
                  </a:cubicBezTo>
                  <a:lnTo>
                    <a:pt x="1821" y="2567"/>
                  </a:lnTo>
                  <a:cubicBezTo>
                    <a:pt x="1933" y="2677"/>
                    <a:pt x="2079" y="2733"/>
                    <a:pt x="2224" y="2733"/>
                  </a:cubicBezTo>
                  <a:cubicBezTo>
                    <a:pt x="2368" y="2733"/>
                    <a:pt x="2513" y="2678"/>
                    <a:pt x="2624" y="2567"/>
                  </a:cubicBezTo>
                  <a:cubicBezTo>
                    <a:pt x="2845" y="2346"/>
                    <a:pt x="2845" y="1987"/>
                    <a:pt x="2624" y="1767"/>
                  </a:cubicBezTo>
                  <a:lnTo>
                    <a:pt x="1021" y="166"/>
                  </a:lnTo>
                  <a:cubicBezTo>
                    <a:pt x="911" y="56"/>
                    <a:pt x="766" y="1"/>
                    <a:pt x="62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5" name="Google Shape;15035;p81"/>
            <p:cNvSpPr/>
            <p:nvPr/>
          </p:nvSpPr>
          <p:spPr>
            <a:xfrm>
              <a:off x="4228400" y="527925"/>
              <a:ext cx="91050" cy="48400"/>
            </a:xfrm>
            <a:custGeom>
              <a:avLst/>
              <a:gdLst/>
              <a:ahLst/>
              <a:cxnLst/>
              <a:rect l="l" t="t" r="r" b="b"/>
              <a:pathLst>
                <a:path w="3642" h="1936" extrusionOk="0">
                  <a:moveTo>
                    <a:pt x="636" y="0"/>
                  </a:moveTo>
                  <a:cubicBezTo>
                    <a:pt x="400" y="0"/>
                    <a:pt x="180" y="150"/>
                    <a:pt x="100" y="389"/>
                  </a:cubicBezTo>
                  <a:cubicBezTo>
                    <a:pt x="0" y="685"/>
                    <a:pt x="160" y="1005"/>
                    <a:pt x="459" y="1105"/>
                  </a:cubicBezTo>
                  <a:lnTo>
                    <a:pt x="2860" y="1905"/>
                  </a:lnTo>
                  <a:cubicBezTo>
                    <a:pt x="2917" y="1923"/>
                    <a:pt x="2977" y="1935"/>
                    <a:pt x="3038" y="1935"/>
                  </a:cubicBezTo>
                  <a:cubicBezTo>
                    <a:pt x="3316" y="1932"/>
                    <a:pt x="3554" y="1733"/>
                    <a:pt x="3596" y="1458"/>
                  </a:cubicBezTo>
                  <a:cubicBezTo>
                    <a:pt x="3642" y="1183"/>
                    <a:pt x="3482" y="918"/>
                    <a:pt x="3219" y="830"/>
                  </a:cubicBezTo>
                  <a:lnTo>
                    <a:pt x="816" y="30"/>
                  </a:lnTo>
                  <a:cubicBezTo>
                    <a:pt x="756" y="10"/>
                    <a:pt x="695" y="0"/>
                    <a:pt x="63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6" name="Google Shape;15036;p81"/>
            <p:cNvSpPr/>
            <p:nvPr/>
          </p:nvSpPr>
          <p:spPr>
            <a:xfrm>
              <a:off x="4148300" y="608000"/>
              <a:ext cx="52050" cy="88600"/>
            </a:xfrm>
            <a:custGeom>
              <a:avLst/>
              <a:gdLst/>
              <a:ahLst/>
              <a:cxnLst/>
              <a:rect l="l" t="t" r="r" b="b"/>
              <a:pathLst>
                <a:path w="2082" h="3544" extrusionOk="0">
                  <a:moveTo>
                    <a:pt x="639" y="1"/>
                  </a:moveTo>
                  <a:cubicBezTo>
                    <a:pt x="580" y="1"/>
                    <a:pt x="519" y="10"/>
                    <a:pt x="460" y="31"/>
                  </a:cubicBezTo>
                  <a:cubicBezTo>
                    <a:pt x="161" y="127"/>
                    <a:pt x="1" y="450"/>
                    <a:pt x="100" y="746"/>
                  </a:cubicBezTo>
                  <a:lnTo>
                    <a:pt x="903" y="3150"/>
                  </a:lnTo>
                  <a:cubicBezTo>
                    <a:pt x="979" y="3390"/>
                    <a:pt x="1202" y="3544"/>
                    <a:pt x="1441" y="3544"/>
                  </a:cubicBezTo>
                  <a:cubicBezTo>
                    <a:pt x="1500" y="3544"/>
                    <a:pt x="1560" y="3535"/>
                    <a:pt x="1619" y="3515"/>
                  </a:cubicBezTo>
                  <a:cubicBezTo>
                    <a:pt x="1921" y="3415"/>
                    <a:pt x="2081" y="3089"/>
                    <a:pt x="1975" y="2790"/>
                  </a:cubicBezTo>
                  <a:lnTo>
                    <a:pt x="1175" y="390"/>
                  </a:lnTo>
                  <a:cubicBezTo>
                    <a:pt x="1096" y="151"/>
                    <a:pt x="875" y="1"/>
                    <a:pt x="63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7" name="Google Shape;15037;p81"/>
            <p:cNvSpPr/>
            <p:nvPr/>
          </p:nvSpPr>
          <p:spPr>
            <a:xfrm>
              <a:off x="3928725" y="307900"/>
              <a:ext cx="71200" cy="68375"/>
            </a:xfrm>
            <a:custGeom>
              <a:avLst/>
              <a:gdLst/>
              <a:ahLst/>
              <a:cxnLst/>
              <a:rect l="l" t="t" r="r" b="b"/>
              <a:pathLst>
                <a:path w="2848" h="2735" extrusionOk="0">
                  <a:moveTo>
                    <a:pt x="620" y="1"/>
                  </a:moveTo>
                  <a:cubicBezTo>
                    <a:pt x="475" y="1"/>
                    <a:pt x="330" y="57"/>
                    <a:pt x="221" y="168"/>
                  </a:cubicBezTo>
                  <a:cubicBezTo>
                    <a:pt x="3" y="385"/>
                    <a:pt x="0" y="739"/>
                    <a:pt x="214" y="962"/>
                  </a:cubicBezTo>
                  <a:lnTo>
                    <a:pt x="1815" y="2562"/>
                  </a:lnTo>
                  <a:cubicBezTo>
                    <a:pt x="1926" y="2677"/>
                    <a:pt x="2074" y="2734"/>
                    <a:pt x="2222" y="2734"/>
                  </a:cubicBezTo>
                  <a:cubicBezTo>
                    <a:pt x="2367" y="2734"/>
                    <a:pt x="2512" y="2679"/>
                    <a:pt x="2624" y="2569"/>
                  </a:cubicBezTo>
                  <a:cubicBezTo>
                    <a:pt x="2847" y="2345"/>
                    <a:pt x="2844" y="1983"/>
                    <a:pt x="2615" y="1762"/>
                  </a:cubicBezTo>
                  <a:lnTo>
                    <a:pt x="1015" y="162"/>
                  </a:lnTo>
                  <a:cubicBezTo>
                    <a:pt x="904" y="54"/>
                    <a:pt x="762" y="1"/>
                    <a:pt x="62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8" name="Google Shape;15038;p81"/>
            <p:cNvSpPr/>
            <p:nvPr/>
          </p:nvSpPr>
          <p:spPr>
            <a:xfrm>
              <a:off x="4008200" y="267675"/>
              <a:ext cx="51875" cy="88450"/>
            </a:xfrm>
            <a:custGeom>
              <a:avLst/>
              <a:gdLst/>
              <a:ahLst/>
              <a:cxnLst/>
              <a:rect l="l" t="t" r="r" b="b"/>
              <a:pathLst>
                <a:path w="2075" h="3538" extrusionOk="0">
                  <a:moveTo>
                    <a:pt x="636" y="1"/>
                  </a:moveTo>
                  <a:cubicBezTo>
                    <a:pt x="577" y="1"/>
                    <a:pt x="518" y="10"/>
                    <a:pt x="460" y="29"/>
                  </a:cubicBezTo>
                  <a:cubicBezTo>
                    <a:pt x="161" y="128"/>
                    <a:pt x="1" y="449"/>
                    <a:pt x="100" y="747"/>
                  </a:cubicBezTo>
                  <a:lnTo>
                    <a:pt x="900" y="3151"/>
                  </a:lnTo>
                  <a:cubicBezTo>
                    <a:pt x="979" y="3380"/>
                    <a:pt x="1193" y="3537"/>
                    <a:pt x="1438" y="3537"/>
                  </a:cubicBezTo>
                  <a:cubicBezTo>
                    <a:pt x="1498" y="3534"/>
                    <a:pt x="1559" y="3525"/>
                    <a:pt x="1619" y="3507"/>
                  </a:cubicBezTo>
                  <a:cubicBezTo>
                    <a:pt x="1915" y="3408"/>
                    <a:pt x="2075" y="3088"/>
                    <a:pt x="1975" y="2789"/>
                  </a:cubicBezTo>
                  <a:lnTo>
                    <a:pt x="1175" y="388"/>
                  </a:lnTo>
                  <a:cubicBezTo>
                    <a:pt x="1095" y="151"/>
                    <a:pt x="873" y="1"/>
                    <a:pt x="63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9" name="Google Shape;15039;p81"/>
            <p:cNvSpPr/>
            <p:nvPr/>
          </p:nvSpPr>
          <p:spPr>
            <a:xfrm>
              <a:off x="3888100" y="387825"/>
              <a:ext cx="91675" cy="48300"/>
            </a:xfrm>
            <a:custGeom>
              <a:avLst/>
              <a:gdLst/>
              <a:ahLst/>
              <a:cxnLst/>
              <a:rect l="l" t="t" r="r" b="b"/>
              <a:pathLst>
                <a:path w="3667" h="1932" extrusionOk="0">
                  <a:moveTo>
                    <a:pt x="636" y="0"/>
                  </a:moveTo>
                  <a:cubicBezTo>
                    <a:pt x="400" y="0"/>
                    <a:pt x="180" y="150"/>
                    <a:pt x="100" y="386"/>
                  </a:cubicBezTo>
                  <a:cubicBezTo>
                    <a:pt x="1" y="685"/>
                    <a:pt x="161" y="1005"/>
                    <a:pt x="460" y="1105"/>
                  </a:cubicBezTo>
                  <a:lnTo>
                    <a:pt x="2860" y="1905"/>
                  </a:lnTo>
                  <a:cubicBezTo>
                    <a:pt x="2917" y="1923"/>
                    <a:pt x="2975" y="1932"/>
                    <a:pt x="3032" y="1932"/>
                  </a:cubicBezTo>
                  <a:cubicBezTo>
                    <a:pt x="3270" y="1932"/>
                    <a:pt x="3492" y="1781"/>
                    <a:pt x="3570" y="1543"/>
                  </a:cubicBezTo>
                  <a:cubicBezTo>
                    <a:pt x="3666" y="1250"/>
                    <a:pt x="3512" y="933"/>
                    <a:pt x="3219" y="830"/>
                  </a:cubicBezTo>
                  <a:lnTo>
                    <a:pt x="816" y="30"/>
                  </a:lnTo>
                  <a:cubicBezTo>
                    <a:pt x="756" y="10"/>
                    <a:pt x="696" y="0"/>
                    <a:pt x="63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40" name="Google Shape;15040;p81"/>
          <p:cNvSpPr/>
          <p:nvPr/>
        </p:nvSpPr>
        <p:spPr>
          <a:xfrm>
            <a:off x="4462795" y="3049513"/>
            <a:ext cx="469940" cy="453488"/>
          </a:xfrm>
          <a:custGeom>
            <a:avLst/>
            <a:gdLst/>
            <a:ahLst/>
            <a:cxnLst/>
            <a:rect l="l" t="t" r="r" b="b"/>
            <a:pathLst>
              <a:path w="20023" h="19322" extrusionOk="0">
                <a:moveTo>
                  <a:pt x="15673" y="3395"/>
                </a:moveTo>
                <a:cubicBezTo>
                  <a:pt x="15818" y="3395"/>
                  <a:pt x="15963" y="3450"/>
                  <a:pt x="16073" y="3560"/>
                </a:cubicBezTo>
                <a:cubicBezTo>
                  <a:pt x="16294" y="3780"/>
                  <a:pt x="16294" y="4140"/>
                  <a:pt x="16073" y="4360"/>
                </a:cubicBezTo>
                <a:lnTo>
                  <a:pt x="13054" y="7380"/>
                </a:lnTo>
                <a:cubicBezTo>
                  <a:pt x="12939" y="7229"/>
                  <a:pt x="12815" y="7087"/>
                  <a:pt x="12682" y="6951"/>
                </a:cubicBezTo>
                <a:cubicBezTo>
                  <a:pt x="12547" y="6818"/>
                  <a:pt x="12405" y="6694"/>
                  <a:pt x="12254" y="6579"/>
                </a:cubicBezTo>
                <a:lnTo>
                  <a:pt x="15273" y="3560"/>
                </a:lnTo>
                <a:cubicBezTo>
                  <a:pt x="15383" y="3450"/>
                  <a:pt x="15528" y="3395"/>
                  <a:pt x="15673" y="3395"/>
                </a:cubicBezTo>
                <a:close/>
                <a:moveTo>
                  <a:pt x="9879" y="9187"/>
                </a:moveTo>
                <a:cubicBezTo>
                  <a:pt x="10024" y="9187"/>
                  <a:pt x="10169" y="9243"/>
                  <a:pt x="10279" y="9354"/>
                </a:cubicBezTo>
                <a:cubicBezTo>
                  <a:pt x="10635" y="9711"/>
                  <a:pt x="10385" y="10321"/>
                  <a:pt x="9880" y="10321"/>
                </a:cubicBezTo>
                <a:cubicBezTo>
                  <a:pt x="9376" y="10321"/>
                  <a:pt x="9123" y="9711"/>
                  <a:pt x="9479" y="9354"/>
                </a:cubicBezTo>
                <a:cubicBezTo>
                  <a:pt x="9589" y="9243"/>
                  <a:pt x="9734" y="9187"/>
                  <a:pt x="9879" y="9187"/>
                </a:cubicBezTo>
                <a:close/>
                <a:moveTo>
                  <a:pt x="15746" y="1059"/>
                </a:moveTo>
                <a:cubicBezTo>
                  <a:pt x="16469" y="1059"/>
                  <a:pt x="17193" y="1334"/>
                  <a:pt x="17746" y="1887"/>
                </a:cubicBezTo>
                <a:cubicBezTo>
                  <a:pt x="18878" y="3019"/>
                  <a:pt x="18845" y="4867"/>
                  <a:pt x="17674" y="5960"/>
                </a:cubicBezTo>
                <a:lnTo>
                  <a:pt x="11882" y="11755"/>
                </a:lnTo>
                <a:cubicBezTo>
                  <a:pt x="11323" y="12314"/>
                  <a:pt x="10601" y="12585"/>
                  <a:pt x="9883" y="12585"/>
                </a:cubicBezTo>
                <a:cubicBezTo>
                  <a:pt x="8973" y="12585"/>
                  <a:pt x="8071" y="12149"/>
                  <a:pt x="7519" y="11314"/>
                </a:cubicBezTo>
                <a:lnTo>
                  <a:pt x="8350" y="10487"/>
                </a:lnTo>
                <a:cubicBezTo>
                  <a:pt x="8649" y="11113"/>
                  <a:pt x="9263" y="11453"/>
                  <a:pt x="9886" y="11453"/>
                </a:cubicBezTo>
                <a:cubicBezTo>
                  <a:pt x="10313" y="11453"/>
                  <a:pt x="10745" y="11293"/>
                  <a:pt x="11082" y="10955"/>
                </a:cubicBezTo>
                <a:lnTo>
                  <a:pt x="16876" y="5160"/>
                </a:lnTo>
                <a:cubicBezTo>
                  <a:pt x="17538" y="4499"/>
                  <a:pt x="17538" y="3421"/>
                  <a:pt x="16876" y="2760"/>
                </a:cubicBezTo>
                <a:cubicBezTo>
                  <a:pt x="16544" y="2428"/>
                  <a:pt x="16110" y="2262"/>
                  <a:pt x="15675" y="2262"/>
                </a:cubicBezTo>
                <a:cubicBezTo>
                  <a:pt x="15240" y="2262"/>
                  <a:pt x="14805" y="2428"/>
                  <a:pt x="14473" y="2760"/>
                </a:cubicBezTo>
                <a:lnTo>
                  <a:pt x="11212" y="6021"/>
                </a:lnTo>
                <a:cubicBezTo>
                  <a:pt x="10787" y="5872"/>
                  <a:pt x="10339" y="5794"/>
                  <a:pt x="9888" y="5794"/>
                </a:cubicBezTo>
                <a:cubicBezTo>
                  <a:pt x="9872" y="5794"/>
                  <a:pt x="9855" y="5794"/>
                  <a:pt x="9838" y="5794"/>
                </a:cubicBezTo>
                <a:lnTo>
                  <a:pt x="13673" y="1960"/>
                </a:lnTo>
                <a:cubicBezTo>
                  <a:pt x="14232" y="1360"/>
                  <a:pt x="14988" y="1059"/>
                  <a:pt x="15746" y="1059"/>
                </a:cubicBezTo>
                <a:close/>
                <a:moveTo>
                  <a:pt x="6707" y="12126"/>
                </a:moveTo>
                <a:cubicBezTo>
                  <a:pt x="6819" y="12280"/>
                  <a:pt x="6943" y="12422"/>
                  <a:pt x="7078" y="12555"/>
                </a:cubicBezTo>
                <a:cubicBezTo>
                  <a:pt x="7211" y="12691"/>
                  <a:pt x="7356" y="12815"/>
                  <a:pt x="7507" y="12929"/>
                </a:cubicBezTo>
                <a:lnTo>
                  <a:pt x="4675" y="15759"/>
                </a:lnTo>
                <a:cubicBezTo>
                  <a:pt x="4565" y="15869"/>
                  <a:pt x="4420" y="15924"/>
                  <a:pt x="4275" y="15924"/>
                </a:cubicBezTo>
                <a:cubicBezTo>
                  <a:pt x="4130" y="15924"/>
                  <a:pt x="3985" y="15869"/>
                  <a:pt x="3875" y="15759"/>
                </a:cubicBezTo>
                <a:cubicBezTo>
                  <a:pt x="3654" y="15538"/>
                  <a:pt x="3654" y="15179"/>
                  <a:pt x="3875" y="14958"/>
                </a:cubicBezTo>
                <a:lnTo>
                  <a:pt x="6707" y="12126"/>
                </a:lnTo>
                <a:close/>
                <a:moveTo>
                  <a:pt x="9878" y="6924"/>
                </a:moveTo>
                <a:cubicBezTo>
                  <a:pt x="10788" y="6924"/>
                  <a:pt x="11690" y="7359"/>
                  <a:pt x="12242" y="8195"/>
                </a:cubicBezTo>
                <a:lnTo>
                  <a:pt x="11414" y="9022"/>
                </a:lnTo>
                <a:cubicBezTo>
                  <a:pt x="11114" y="8396"/>
                  <a:pt x="10500" y="8056"/>
                  <a:pt x="9877" y="8056"/>
                </a:cubicBezTo>
                <a:cubicBezTo>
                  <a:pt x="9449" y="8056"/>
                  <a:pt x="9017" y="8216"/>
                  <a:pt x="8679" y="8554"/>
                </a:cubicBezTo>
                <a:lnTo>
                  <a:pt x="3075" y="14158"/>
                </a:lnTo>
                <a:cubicBezTo>
                  <a:pt x="2410" y="14819"/>
                  <a:pt x="2410" y="15897"/>
                  <a:pt x="3075" y="16559"/>
                </a:cubicBezTo>
                <a:cubicBezTo>
                  <a:pt x="3407" y="16891"/>
                  <a:pt x="3842" y="17057"/>
                  <a:pt x="4276" y="17057"/>
                </a:cubicBezTo>
                <a:cubicBezTo>
                  <a:pt x="4710" y="17057"/>
                  <a:pt x="5144" y="16891"/>
                  <a:pt x="5475" y="16559"/>
                </a:cubicBezTo>
                <a:lnTo>
                  <a:pt x="8549" y="13488"/>
                </a:lnTo>
                <a:cubicBezTo>
                  <a:pt x="8978" y="13639"/>
                  <a:pt x="9428" y="13714"/>
                  <a:pt x="9880" y="13714"/>
                </a:cubicBezTo>
                <a:lnTo>
                  <a:pt x="9923" y="13714"/>
                </a:lnTo>
                <a:lnTo>
                  <a:pt x="6275" y="17359"/>
                </a:lnTo>
                <a:cubicBezTo>
                  <a:pt x="5716" y="17958"/>
                  <a:pt x="4960" y="18259"/>
                  <a:pt x="4202" y="18259"/>
                </a:cubicBezTo>
                <a:cubicBezTo>
                  <a:pt x="3479" y="18259"/>
                  <a:pt x="2755" y="17984"/>
                  <a:pt x="2202" y="17431"/>
                </a:cubicBezTo>
                <a:cubicBezTo>
                  <a:pt x="1070" y="16299"/>
                  <a:pt x="1103" y="14451"/>
                  <a:pt x="2274" y="13358"/>
                </a:cubicBezTo>
                <a:lnTo>
                  <a:pt x="7879" y="7754"/>
                </a:lnTo>
                <a:cubicBezTo>
                  <a:pt x="8438" y="7195"/>
                  <a:pt x="9160" y="6924"/>
                  <a:pt x="9878" y="6924"/>
                </a:cubicBezTo>
                <a:close/>
                <a:moveTo>
                  <a:pt x="15672" y="0"/>
                </a:moveTo>
                <a:cubicBezTo>
                  <a:pt x="14657" y="0"/>
                  <a:pt x="13643" y="387"/>
                  <a:pt x="12870" y="1159"/>
                </a:cubicBezTo>
                <a:lnTo>
                  <a:pt x="7075" y="6954"/>
                </a:lnTo>
                <a:lnTo>
                  <a:pt x="1474" y="12555"/>
                </a:lnTo>
                <a:cubicBezTo>
                  <a:pt x="339" y="13690"/>
                  <a:pt x="1" y="15393"/>
                  <a:pt x="614" y="16876"/>
                </a:cubicBezTo>
                <a:cubicBezTo>
                  <a:pt x="1227" y="18355"/>
                  <a:pt x="2673" y="19321"/>
                  <a:pt x="4276" y="19321"/>
                </a:cubicBezTo>
                <a:cubicBezTo>
                  <a:pt x="4280" y="19322"/>
                  <a:pt x="4284" y="19322"/>
                  <a:pt x="4288" y="19322"/>
                </a:cubicBezTo>
                <a:cubicBezTo>
                  <a:pt x="5334" y="19322"/>
                  <a:pt x="6338" y="18905"/>
                  <a:pt x="7078" y="18162"/>
                </a:cubicBezTo>
                <a:lnTo>
                  <a:pt x="12679" y="12558"/>
                </a:lnTo>
                <a:lnTo>
                  <a:pt x="18474" y="6767"/>
                </a:lnTo>
                <a:cubicBezTo>
                  <a:pt x="20023" y="5218"/>
                  <a:pt x="20023" y="2708"/>
                  <a:pt x="18474" y="1159"/>
                </a:cubicBezTo>
                <a:cubicBezTo>
                  <a:pt x="17701" y="387"/>
                  <a:pt x="16686" y="0"/>
                  <a:pt x="1567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41" name="Google Shape;15041;p81"/>
          <p:cNvGrpSpPr/>
          <p:nvPr/>
        </p:nvGrpSpPr>
        <p:grpSpPr>
          <a:xfrm>
            <a:off x="5035198" y="3049553"/>
            <a:ext cx="453581" cy="453488"/>
            <a:chOff x="5053900" y="238200"/>
            <a:chExt cx="483150" cy="483050"/>
          </a:xfrm>
        </p:grpSpPr>
        <p:sp>
          <p:nvSpPr>
            <p:cNvPr id="15042" name="Google Shape;15042;p81"/>
            <p:cNvSpPr/>
            <p:nvPr/>
          </p:nvSpPr>
          <p:spPr>
            <a:xfrm>
              <a:off x="5053900" y="238200"/>
              <a:ext cx="483150" cy="483050"/>
            </a:xfrm>
            <a:custGeom>
              <a:avLst/>
              <a:gdLst/>
              <a:ahLst/>
              <a:cxnLst/>
              <a:rect l="l" t="t" r="r" b="b"/>
              <a:pathLst>
                <a:path w="19326" h="19322" extrusionOk="0">
                  <a:moveTo>
                    <a:pt x="11363" y="1929"/>
                  </a:moveTo>
                  <a:lnTo>
                    <a:pt x="12825" y="3394"/>
                  </a:lnTo>
                  <a:lnTo>
                    <a:pt x="11363" y="3394"/>
                  </a:lnTo>
                  <a:lnTo>
                    <a:pt x="11363" y="1929"/>
                  </a:lnTo>
                  <a:close/>
                  <a:moveTo>
                    <a:pt x="4569" y="4526"/>
                  </a:moveTo>
                  <a:lnTo>
                    <a:pt x="4569" y="5698"/>
                  </a:lnTo>
                  <a:lnTo>
                    <a:pt x="3437" y="5698"/>
                  </a:lnTo>
                  <a:lnTo>
                    <a:pt x="3437" y="4958"/>
                  </a:lnTo>
                  <a:cubicBezTo>
                    <a:pt x="3437" y="4719"/>
                    <a:pt x="3627" y="4526"/>
                    <a:pt x="3866" y="4526"/>
                  </a:cubicBezTo>
                  <a:close/>
                  <a:moveTo>
                    <a:pt x="15461" y="4526"/>
                  </a:moveTo>
                  <a:cubicBezTo>
                    <a:pt x="15699" y="4526"/>
                    <a:pt x="15889" y="4719"/>
                    <a:pt x="15892" y="4958"/>
                  </a:cubicBezTo>
                  <a:lnTo>
                    <a:pt x="15892" y="5698"/>
                  </a:lnTo>
                  <a:lnTo>
                    <a:pt x="14760" y="5698"/>
                  </a:lnTo>
                  <a:lnTo>
                    <a:pt x="14760" y="4526"/>
                  </a:lnTo>
                  <a:close/>
                  <a:moveTo>
                    <a:pt x="10231" y="1129"/>
                  </a:moveTo>
                  <a:lnTo>
                    <a:pt x="10231" y="3962"/>
                  </a:lnTo>
                  <a:cubicBezTo>
                    <a:pt x="10231" y="4273"/>
                    <a:pt x="10481" y="4526"/>
                    <a:pt x="10795" y="4526"/>
                  </a:cubicBezTo>
                  <a:lnTo>
                    <a:pt x="13628" y="4526"/>
                  </a:lnTo>
                  <a:lnTo>
                    <a:pt x="13628" y="6830"/>
                  </a:lnTo>
                  <a:lnTo>
                    <a:pt x="5702" y="6830"/>
                  </a:lnTo>
                  <a:lnTo>
                    <a:pt x="5702" y="1129"/>
                  </a:lnTo>
                  <a:close/>
                  <a:moveTo>
                    <a:pt x="17628" y="6830"/>
                  </a:moveTo>
                  <a:cubicBezTo>
                    <a:pt x="17939" y="6830"/>
                    <a:pt x="18193" y="7081"/>
                    <a:pt x="18193" y="7395"/>
                  </a:cubicBezTo>
                  <a:lnTo>
                    <a:pt x="18193" y="14188"/>
                  </a:lnTo>
                  <a:cubicBezTo>
                    <a:pt x="18193" y="14502"/>
                    <a:pt x="17939" y="14756"/>
                    <a:pt x="17628" y="14756"/>
                  </a:cubicBezTo>
                  <a:lnTo>
                    <a:pt x="14760" y="14756"/>
                  </a:lnTo>
                  <a:lnTo>
                    <a:pt x="14760" y="12491"/>
                  </a:lnTo>
                  <a:lnTo>
                    <a:pt x="15325" y="12491"/>
                  </a:lnTo>
                  <a:cubicBezTo>
                    <a:pt x="15639" y="12491"/>
                    <a:pt x="15889" y="12238"/>
                    <a:pt x="15889" y="11924"/>
                  </a:cubicBezTo>
                  <a:cubicBezTo>
                    <a:pt x="15889" y="11610"/>
                    <a:pt x="15639" y="11359"/>
                    <a:pt x="15325" y="11359"/>
                  </a:cubicBezTo>
                  <a:lnTo>
                    <a:pt x="4002" y="11359"/>
                  </a:lnTo>
                  <a:cubicBezTo>
                    <a:pt x="3688" y="11359"/>
                    <a:pt x="3437" y="11610"/>
                    <a:pt x="3437" y="11924"/>
                  </a:cubicBezTo>
                  <a:cubicBezTo>
                    <a:pt x="3437" y="12238"/>
                    <a:pt x="3688" y="12491"/>
                    <a:pt x="4002" y="12491"/>
                  </a:cubicBezTo>
                  <a:lnTo>
                    <a:pt x="4569" y="12491"/>
                  </a:lnTo>
                  <a:lnTo>
                    <a:pt x="4569" y="14756"/>
                  </a:lnTo>
                  <a:lnTo>
                    <a:pt x="1701" y="14756"/>
                  </a:lnTo>
                  <a:cubicBezTo>
                    <a:pt x="1387" y="14756"/>
                    <a:pt x="1133" y="14502"/>
                    <a:pt x="1133" y="14188"/>
                  </a:cubicBezTo>
                  <a:lnTo>
                    <a:pt x="1133" y="7395"/>
                  </a:lnTo>
                  <a:cubicBezTo>
                    <a:pt x="1133" y="7081"/>
                    <a:pt x="1387" y="6830"/>
                    <a:pt x="1701" y="6830"/>
                  </a:cubicBezTo>
                  <a:lnTo>
                    <a:pt x="4569" y="6830"/>
                  </a:lnTo>
                  <a:lnTo>
                    <a:pt x="4569" y="7395"/>
                  </a:lnTo>
                  <a:cubicBezTo>
                    <a:pt x="4569" y="7709"/>
                    <a:pt x="4820" y="7962"/>
                    <a:pt x="5134" y="7962"/>
                  </a:cubicBezTo>
                  <a:lnTo>
                    <a:pt x="14192" y="7962"/>
                  </a:lnTo>
                  <a:cubicBezTo>
                    <a:pt x="14506" y="7962"/>
                    <a:pt x="14760" y="7709"/>
                    <a:pt x="14760" y="7395"/>
                  </a:cubicBezTo>
                  <a:lnTo>
                    <a:pt x="14760" y="6830"/>
                  </a:lnTo>
                  <a:close/>
                  <a:moveTo>
                    <a:pt x="13628" y="12491"/>
                  </a:moveTo>
                  <a:lnTo>
                    <a:pt x="13628" y="18189"/>
                  </a:lnTo>
                  <a:lnTo>
                    <a:pt x="5702" y="18189"/>
                  </a:lnTo>
                  <a:lnTo>
                    <a:pt x="5702" y="12491"/>
                  </a:lnTo>
                  <a:close/>
                  <a:moveTo>
                    <a:pt x="5134" y="0"/>
                  </a:moveTo>
                  <a:cubicBezTo>
                    <a:pt x="4820" y="0"/>
                    <a:pt x="4569" y="254"/>
                    <a:pt x="4569" y="568"/>
                  </a:cubicBezTo>
                  <a:lnTo>
                    <a:pt x="4569" y="3394"/>
                  </a:lnTo>
                  <a:lnTo>
                    <a:pt x="3866" y="3394"/>
                  </a:lnTo>
                  <a:cubicBezTo>
                    <a:pt x="3002" y="3394"/>
                    <a:pt x="2305" y="4094"/>
                    <a:pt x="2305" y="4958"/>
                  </a:cubicBezTo>
                  <a:lnTo>
                    <a:pt x="2305" y="5698"/>
                  </a:lnTo>
                  <a:lnTo>
                    <a:pt x="1701" y="5698"/>
                  </a:lnTo>
                  <a:cubicBezTo>
                    <a:pt x="762" y="5698"/>
                    <a:pt x="1" y="6456"/>
                    <a:pt x="1" y="7395"/>
                  </a:cubicBezTo>
                  <a:lnTo>
                    <a:pt x="1" y="14188"/>
                  </a:lnTo>
                  <a:cubicBezTo>
                    <a:pt x="1" y="15127"/>
                    <a:pt x="762" y="15885"/>
                    <a:pt x="1701" y="15888"/>
                  </a:cubicBezTo>
                  <a:lnTo>
                    <a:pt x="4569" y="15888"/>
                  </a:lnTo>
                  <a:lnTo>
                    <a:pt x="4569" y="18757"/>
                  </a:lnTo>
                  <a:cubicBezTo>
                    <a:pt x="4569" y="19068"/>
                    <a:pt x="4820" y="19321"/>
                    <a:pt x="5134" y="19321"/>
                  </a:cubicBezTo>
                  <a:lnTo>
                    <a:pt x="14192" y="19321"/>
                  </a:lnTo>
                  <a:cubicBezTo>
                    <a:pt x="14506" y="19321"/>
                    <a:pt x="14760" y="19068"/>
                    <a:pt x="14760" y="18757"/>
                  </a:cubicBezTo>
                  <a:lnTo>
                    <a:pt x="14760" y="15888"/>
                  </a:lnTo>
                  <a:lnTo>
                    <a:pt x="17628" y="15888"/>
                  </a:lnTo>
                  <a:cubicBezTo>
                    <a:pt x="18565" y="15885"/>
                    <a:pt x="19325" y="15127"/>
                    <a:pt x="19325" y="14188"/>
                  </a:cubicBezTo>
                  <a:lnTo>
                    <a:pt x="19325" y="7395"/>
                  </a:lnTo>
                  <a:cubicBezTo>
                    <a:pt x="19325" y="6456"/>
                    <a:pt x="18565" y="5698"/>
                    <a:pt x="17628" y="5698"/>
                  </a:cubicBezTo>
                  <a:lnTo>
                    <a:pt x="17025" y="5698"/>
                  </a:lnTo>
                  <a:lnTo>
                    <a:pt x="17025" y="4958"/>
                  </a:lnTo>
                  <a:cubicBezTo>
                    <a:pt x="17022" y="4094"/>
                    <a:pt x="16324" y="3394"/>
                    <a:pt x="15461" y="3394"/>
                  </a:cubicBezTo>
                  <a:lnTo>
                    <a:pt x="14428" y="3394"/>
                  </a:lnTo>
                  <a:lnTo>
                    <a:pt x="11197" y="163"/>
                  </a:lnTo>
                  <a:cubicBezTo>
                    <a:pt x="11185" y="151"/>
                    <a:pt x="11173" y="142"/>
                    <a:pt x="11158" y="130"/>
                  </a:cubicBezTo>
                  <a:lnTo>
                    <a:pt x="11146" y="121"/>
                  </a:lnTo>
                  <a:lnTo>
                    <a:pt x="11119" y="100"/>
                  </a:lnTo>
                  <a:lnTo>
                    <a:pt x="11103" y="91"/>
                  </a:lnTo>
                  <a:cubicBezTo>
                    <a:pt x="11094" y="85"/>
                    <a:pt x="11085" y="79"/>
                    <a:pt x="11073" y="72"/>
                  </a:cubicBezTo>
                  <a:lnTo>
                    <a:pt x="11061" y="63"/>
                  </a:lnTo>
                  <a:cubicBezTo>
                    <a:pt x="11049" y="57"/>
                    <a:pt x="11034" y="51"/>
                    <a:pt x="11019" y="45"/>
                  </a:cubicBezTo>
                  <a:lnTo>
                    <a:pt x="11001" y="36"/>
                  </a:lnTo>
                  <a:cubicBezTo>
                    <a:pt x="10992" y="33"/>
                    <a:pt x="10983" y="30"/>
                    <a:pt x="10974" y="27"/>
                  </a:cubicBezTo>
                  <a:lnTo>
                    <a:pt x="10952" y="21"/>
                  </a:lnTo>
                  <a:cubicBezTo>
                    <a:pt x="10943" y="18"/>
                    <a:pt x="10931" y="15"/>
                    <a:pt x="10919" y="12"/>
                  </a:cubicBezTo>
                  <a:lnTo>
                    <a:pt x="10907" y="9"/>
                  </a:lnTo>
                  <a:cubicBezTo>
                    <a:pt x="10889" y="6"/>
                    <a:pt x="10874" y="3"/>
                    <a:pt x="1085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3" name="Google Shape;15043;p81"/>
            <p:cNvSpPr/>
            <p:nvPr/>
          </p:nvSpPr>
          <p:spPr>
            <a:xfrm>
              <a:off x="5422900" y="465550"/>
              <a:ext cx="56550" cy="28325"/>
            </a:xfrm>
            <a:custGeom>
              <a:avLst/>
              <a:gdLst/>
              <a:ahLst/>
              <a:cxnLst/>
              <a:rect l="l" t="t" r="r" b="b"/>
              <a:pathLst>
                <a:path w="2262" h="1133" extrusionOk="0">
                  <a:moveTo>
                    <a:pt x="565" y="1"/>
                  </a:moveTo>
                  <a:cubicBezTo>
                    <a:pt x="251" y="1"/>
                    <a:pt x="0" y="251"/>
                    <a:pt x="0" y="565"/>
                  </a:cubicBezTo>
                  <a:cubicBezTo>
                    <a:pt x="0" y="879"/>
                    <a:pt x="251" y="1133"/>
                    <a:pt x="565" y="1133"/>
                  </a:cubicBezTo>
                  <a:lnTo>
                    <a:pt x="1697" y="1133"/>
                  </a:lnTo>
                  <a:cubicBezTo>
                    <a:pt x="2011" y="1133"/>
                    <a:pt x="2262" y="879"/>
                    <a:pt x="2262" y="565"/>
                  </a:cubicBezTo>
                  <a:cubicBezTo>
                    <a:pt x="2262" y="251"/>
                    <a:pt x="2011" y="1"/>
                    <a:pt x="169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4" name="Google Shape;15044;p81"/>
            <p:cNvSpPr/>
            <p:nvPr/>
          </p:nvSpPr>
          <p:spPr>
            <a:xfrm>
              <a:off x="5224725" y="578775"/>
              <a:ext cx="141500" cy="28350"/>
            </a:xfrm>
            <a:custGeom>
              <a:avLst/>
              <a:gdLst/>
              <a:ahLst/>
              <a:cxnLst/>
              <a:rect l="l" t="t" r="r" b="b"/>
              <a:pathLst>
                <a:path w="5660" h="1134" extrusionOk="0">
                  <a:moveTo>
                    <a:pt x="566" y="1"/>
                  </a:moveTo>
                  <a:cubicBezTo>
                    <a:pt x="252" y="1"/>
                    <a:pt x="1" y="251"/>
                    <a:pt x="1" y="565"/>
                  </a:cubicBezTo>
                  <a:cubicBezTo>
                    <a:pt x="1" y="879"/>
                    <a:pt x="252" y="1133"/>
                    <a:pt x="566" y="1133"/>
                  </a:cubicBezTo>
                  <a:lnTo>
                    <a:pt x="5095" y="1133"/>
                  </a:lnTo>
                  <a:cubicBezTo>
                    <a:pt x="5409" y="1133"/>
                    <a:pt x="5659" y="879"/>
                    <a:pt x="5659" y="565"/>
                  </a:cubicBezTo>
                  <a:cubicBezTo>
                    <a:pt x="5659" y="251"/>
                    <a:pt x="5409" y="1"/>
                    <a:pt x="509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5" name="Google Shape;15045;p81"/>
            <p:cNvSpPr/>
            <p:nvPr/>
          </p:nvSpPr>
          <p:spPr>
            <a:xfrm>
              <a:off x="5224725" y="635400"/>
              <a:ext cx="141500" cy="28325"/>
            </a:xfrm>
            <a:custGeom>
              <a:avLst/>
              <a:gdLst/>
              <a:ahLst/>
              <a:cxnLst/>
              <a:rect l="l" t="t" r="r" b="b"/>
              <a:pathLst>
                <a:path w="5660" h="1133" extrusionOk="0">
                  <a:moveTo>
                    <a:pt x="566" y="0"/>
                  </a:moveTo>
                  <a:cubicBezTo>
                    <a:pt x="252" y="0"/>
                    <a:pt x="1" y="251"/>
                    <a:pt x="1" y="565"/>
                  </a:cubicBezTo>
                  <a:cubicBezTo>
                    <a:pt x="1" y="879"/>
                    <a:pt x="252" y="1133"/>
                    <a:pt x="566" y="1133"/>
                  </a:cubicBezTo>
                  <a:lnTo>
                    <a:pt x="5095" y="1133"/>
                  </a:lnTo>
                  <a:cubicBezTo>
                    <a:pt x="5409" y="1133"/>
                    <a:pt x="5659" y="879"/>
                    <a:pt x="5659" y="565"/>
                  </a:cubicBezTo>
                  <a:cubicBezTo>
                    <a:pt x="5659" y="251"/>
                    <a:pt x="5409" y="0"/>
                    <a:pt x="509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46" name="Google Shape;15046;p81"/>
          <p:cNvGrpSpPr/>
          <p:nvPr/>
        </p:nvGrpSpPr>
        <p:grpSpPr>
          <a:xfrm>
            <a:off x="5587131" y="3049518"/>
            <a:ext cx="453557" cy="453557"/>
            <a:chOff x="5648375" y="238125"/>
            <a:chExt cx="483125" cy="483125"/>
          </a:xfrm>
        </p:grpSpPr>
        <p:sp>
          <p:nvSpPr>
            <p:cNvPr id="15047" name="Google Shape;15047;p81"/>
            <p:cNvSpPr/>
            <p:nvPr/>
          </p:nvSpPr>
          <p:spPr>
            <a:xfrm>
              <a:off x="5648375" y="238125"/>
              <a:ext cx="483125" cy="483125"/>
            </a:xfrm>
            <a:custGeom>
              <a:avLst/>
              <a:gdLst/>
              <a:ahLst/>
              <a:cxnLst/>
              <a:rect l="l" t="t" r="r" b="b"/>
              <a:pathLst>
                <a:path w="19325" h="19325" extrusionOk="0">
                  <a:moveTo>
                    <a:pt x="4001" y="1132"/>
                  </a:moveTo>
                  <a:cubicBezTo>
                    <a:pt x="4315" y="1132"/>
                    <a:pt x="4569" y="1386"/>
                    <a:pt x="4569" y="1700"/>
                  </a:cubicBezTo>
                  <a:lnTo>
                    <a:pt x="4569" y="3965"/>
                  </a:lnTo>
                  <a:cubicBezTo>
                    <a:pt x="4569" y="4276"/>
                    <a:pt x="4315" y="4529"/>
                    <a:pt x="4001" y="4529"/>
                  </a:cubicBezTo>
                  <a:cubicBezTo>
                    <a:pt x="3687" y="4529"/>
                    <a:pt x="3436" y="4276"/>
                    <a:pt x="3436" y="3965"/>
                  </a:cubicBezTo>
                  <a:lnTo>
                    <a:pt x="3436" y="1700"/>
                  </a:lnTo>
                  <a:cubicBezTo>
                    <a:pt x="3436" y="1386"/>
                    <a:pt x="3687" y="1132"/>
                    <a:pt x="4001" y="1132"/>
                  </a:cubicBezTo>
                  <a:close/>
                  <a:moveTo>
                    <a:pt x="9662" y="1132"/>
                  </a:moveTo>
                  <a:cubicBezTo>
                    <a:pt x="9976" y="1132"/>
                    <a:pt x="10230" y="1386"/>
                    <a:pt x="10230" y="1700"/>
                  </a:cubicBezTo>
                  <a:lnTo>
                    <a:pt x="10230" y="3965"/>
                  </a:lnTo>
                  <a:cubicBezTo>
                    <a:pt x="10230" y="4276"/>
                    <a:pt x="9976" y="4529"/>
                    <a:pt x="9662" y="4529"/>
                  </a:cubicBezTo>
                  <a:cubicBezTo>
                    <a:pt x="9348" y="4529"/>
                    <a:pt x="9098" y="4276"/>
                    <a:pt x="9098" y="3965"/>
                  </a:cubicBezTo>
                  <a:lnTo>
                    <a:pt x="9098" y="1700"/>
                  </a:lnTo>
                  <a:cubicBezTo>
                    <a:pt x="9098" y="1386"/>
                    <a:pt x="9348" y="1132"/>
                    <a:pt x="9662" y="1132"/>
                  </a:cubicBezTo>
                  <a:close/>
                  <a:moveTo>
                    <a:pt x="15324" y="1132"/>
                  </a:moveTo>
                  <a:cubicBezTo>
                    <a:pt x="15638" y="1132"/>
                    <a:pt x="15891" y="1386"/>
                    <a:pt x="15891" y="1700"/>
                  </a:cubicBezTo>
                  <a:lnTo>
                    <a:pt x="15891" y="3965"/>
                  </a:lnTo>
                  <a:cubicBezTo>
                    <a:pt x="15891" y="4276"/>
                    <a:pt x="15638" y="4529"/>
                    <a:pt x="15324" y="4529"/>
                  </a:cubicBezTo>
                  <a:cubicBezTo>
                    <a:pt x="15010" y="4529"/>
                    <a:pt x="14759" y="4276"/>
                    <a:pt x="14759" y="3965"/>
                  </a:cubicBezTo>
                  <a:lnTo>
                    <a:pt x="14759" y="1700"/>
                  </a:lnTo>
                  <a:cubicBezTo>
                    <a:pt x="14759" y="1386"/>
                    <a:pt x="15010" y="1132"/>
                    <a:pt x="15324" y="1132"/>
                  </a:cubicBezTo>
                  <a:close/>
                  <a:moveTo>
                    <a:pt x="17628" y="3397"/>
                  </a:moveTo>
                  <a:cubicBezTo>
                    <a:pt x="17939" y="3397"/>
                    <a:pt x="18192" y="3651"/>
                    <a:pt x="18192" y="3965"/>
                  </a:cubicBezTo>
                  <a:lnTo>
                    <a:pt x="18192" y="6833"/>
                  </a:lnTo>
                  <a:lnTo>
                    <a:pt x="1132" y="6833"/>
                  </a:lnTo>
                  <a:lnTo>
                    <a:pt x="1132" y="3965"/>
                  </a:lnTo>
                  <a:cubicBezTo>
                    <a:pt x="1132" y="3651"/>
                    <a:pt x="1386" y="3397"/>
                    <a:pt x="1700" y="3397"/>
                  </a:cubicBezTo>
                  <a:lnTo>
                    <a:pt x="2304" y="3397"/>
                  </a:lnTo>
                  <a:lnTo>
                    <a:pt x="2304" y="3965"/>
                  </a:lnTo>
                  <a:cubicBezTo>
                    <a:pt x="2304" y="4901"/>
                    <a:pt x="3062" y="5661"/>
                    <a:pt x="4001" y="5661"/>
                  </a:cubicBezTo>
                  <a:cubicBezTo>
                    <a:pt x="4940" y="5661"/>
                    <a:pt x="5701" y="4901"/>
                    <a:pt x="5701" y="3965"/>
                  </a:cubicBezTo>
                  <a:lnTo>
                    <a:pt x="5701" y="3397"/>
                  </a:lnTo>
                  <a:lnTo>
                    <a:pt x="7965" y="3397"/>
                  </a:lnTo>
                  <a:lnTo>
                    <a:pt x="7965" y="3965"/>
                  </a:lnTo>
                  <a:cubicBezTo>
                    <a:pt x="7965" y="4901"/>
                    <a:pt x="8723" y="5661"/>
                    <a:pt x="9662" y="5661"/>
                  </a:cubicBezTo>
                  <a:cubicBezTo>
                    <a:pt x="10601" y="5661"/>
                    <a:pt x="11362" y="4901"/>
                    <a:pt x="11362" y="3965"/>
                  </a:cubicBezTo>
                  <a:lnTo>
                    <a:pt x="11362" y="3397"/>
                  </a:lnTo>
                  <a:lnTo>
                    <a:pt x="13627" y="3397"/>
                  </a:lnTo>
                  <a:lnTo>
                    <a:pt x="13627" y="3965"/>
                  </a:lnTo>
                  <a:cubicBezTo>
                    <a:pt x="13627" y="4901"/>
                    <a:pt x="14385" y="5661"/>
                    <a:pt x="15324" y="5661"/>
                  </a:cubicBezTo>
                  <a:cubicBezTo>
                    <a:pt x="16263" y="5661"/>
                    <a:pt x="17024" y="4901"/>
                    <a:pt x="17024" y="3965"/>
                  </a:cubicBezTo>
                  <a:lnTo>
                    <a:pt x="17024" y="3397"/>
                  </a:lnTo>
                  <a:close/>
                  <a:moveTo>
                    <a:pt x="18192" y="7965"/>
                  </a:moveTo>
                  <a:lnTo>
                    <a:pt x="18192" y="17628"/>
                  </a:lnTo>
                  <a:cubicBezTo>
                    <a:pt x="18192" y="17939"/>
                    <a:pt x="17939" y="18192"/>
                    <a:pt x="17628" y="18192"/>
                  </a:cubicBezTo>
                  <a:lnTo>
                    <a:pt x="1700" y="18192"/>
                  </a:lnTo>
                  <a:cubicBezTo>
                    <a:pt x="1386" y="18192"/>
                    <a:pt x="1132" y="17939"/>
                    <a:pt x="1132" y="17628"/>
                  </a:cubicBezTo>
                  <a:lnTo>
                    <a:pt x="1132" y="7965"/>
                  </a:lnTo>
                  <a:close/>
                  <a:moveTo>
                    <a:pt x="4001" y="0"/>
                  </a:moveTo>
                  <a:cubicBezTo>
                    <a:pt x="3062" y="0"/>
                    <a:pt x="2304" y="761"/>
                    <a:pt x="2304" y="1700"/>
                  </a:cubicBezTo>
                  <a:lnTo>
                    <a:pt x="2304" y="2265"/>
                  </a:lnTo>
                  <a:lnTo>
                    <a:pt x="1700" y="2265"/>
                  </a:lnTo>
                  <a:cubicBezTo>
                    <a:pt x="761" y="2265"/>
                    <a:pt x="0" y="3025"/>
                    <a:pt x="0" y="3965"/>
                  </a:cubicBezTo>
                  <a:lnTo>
                    <a:pt x="0" y="17628"/>
                  </a:lnTo>
                  <a:cubicBezTo>
                    <a:pt x="0" y="18564"/>
                    <a:pt x="761" y="19324"/>
                    <a:pt x="1700" y="19324"/>
                  </a:cubicBezTo>
                  <a:lnTo>
                    <a:pt x="17628" y="19324"/>
                  </a:lnTo>
                  <a:cubicBezTo>
                    <a:pt x="18564" y="19324"/>
                    <a:pt x="19325" y="18564"/>
                    <a:pt x="19325" y="17628"/>
                  </a:cubicBezTo>
                  <a:lnTo>
                    <a:pt x="19325" y="3965"/>
                  </a:lnTo>
                  <a:cubicBezTo>
                    <a:pt x="19325" y="3025"/>
                    <a:pt x="18564" y="2265"/>
                    <a:pt x="17628" y="2265"/>
                  </a:cubicBezTo>
                  <a:lnTo>
                    <a:pt x="17024" y="2265"/>
                  </a:lnTo>
                  <a:lnTo>
                    <a:pt x="17024" y="1700"/>
                  </a:lnTo>
                  <a:cubicBezTo>
                    <a:pt x="17024" y="761"/>
                    <a:pt x="16263" y="0"/>
                    <a:pt x="15324" y="0"/>
                  </a:cubicBezTo>
                  <a:cubicBezTo>
                    <a:pt x="14385" y="0"/>
                    <a:pt x="13627" y="761"/>
                    <a:pt x="13627" y="1700"/>
                  </a:cubicBezTo>
                  <a:lnTo>
                    <a:pt x="13627" y="2265"/>
                  </a:lnTo>
                  <a:lnTo>
                    <a:pt x="11362" y="2265"/>
                  </a:lnTo>
                  <a:lnTo>
                    <a:pt x="11362" y="1700"/>
                  </a:lnTo>
                  <a:cubicBezTo>
                    <a:pt x="11362" y="761"/>
                    <a:pt x="10601" y="0"/>
                    <a:pt x="9662" y="0"/>
                  </a:cubicBezTo>
                  <a:cubicBezTo>
                    <a:pt x="8723" y="0"/>
                    <a:pt x="7965" y="761"/>
                    <a:pt x="7965" y="1700"/>
                  </a:cubicBezTo>
                  <a:lnTo>
                    <a:pt x="7965" y="2265"/>
                  </a:lnTo>
                  <a:lnTo>
                    <a:pt x="5701" y="2265"/>
                  </a:lnTo>
                  <a:lnTo>
                    <a:pt x="5701" y="1700"/>
                  </a:lnTo>
                  <a:cubicBezTo>
                    <a:pt x="5701" y="761"/>
                    <a:pt x="4940" y="0"/>
                    <a:pt x="40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8" name="Google Shape;15048;p81"/>
            <p:cNvSpPr/>
            <p:nvPr/>
          </p:nvSpPr>
          <p:spPr>
            <a:xfrm>
              <a:off x="5705950" y="465550"/>
              <a:ext cx="84875" cy="28325"/>
            </a:xfrm>
            <a:custGeom>
              <a:avLst/>
              <a:gdLst/>
              <a:ahLst/>
              <a:cxnLst/>
              <a:rect l="l" t="t" r="r" b="b"/>
              <a:pathLst>
                <a:path w="3395" h="1133" extrusionOk="0">
                  <a:moveTo>
                    <a:pt x="566" y="1"/>
                  </a:moveTo>
                  <a:cubicBezTo>
                    <a:pt x="252" y="1"/>
                    <a:pt x="1" y="251"/>
                    <a:pt x="1" y="565"/>
                  </a:cubicBezTo>
                  <a:cubicBezTo>
                    <a:pt x="1" y="879"/>
                    <a:pt x="252" y="1133"/>
                    <a:pt x="566"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9" name="Google Shape;15049;p81"/>
            <p:cNvSpPr/>
            <p:nvPr/>
          </p:nvSpPr>
          <p:spPr>
            <a:xfrm>
              <a:off x="5847500" y="465550"/>
              <a:ext cx="84875" cy="28325"/>
            </a:xfrm>
            <a:custGeom>
              <a:avLst/>
              <a:gdLst/>
              <a:ahLst/>
              <a:cxnLst/>
              <a:rect l="l" t="t" r="r" b="b"/>
              <a:pathLst>
                <a:path w="3395" h="1133" extrusionOk="0">
                  <a:moveTo>
                    <a:pt x="565" y="1"/>
                  </a:moveTo>
                  <a:cubicBezTo>
                    <a:pt x="251" y="1"/>
                    <a:pt x="0" y="251"/>
                    <a:pt x="0" y="565"/>
                  </a:cubicBezTo>
                  <a:cubicBezTo>
                    <a:pt x="0" y="879"/>
                    <a:pt x="251" y="1133"/>
                    <a:pt x="565" y="1133"/>
                  </a:cubicBezTo>
                  <a:lnTo>
                    <a:pt x="2830" y="1133"/>
                  </a:lnTo>
                  <a:cubicBezTo>
                    <a:pt x="3144" y="1133"/>
                    <a:pt x="3394" y="879"/>
                    <a:pt x="3394" y="565"/>
                  </a:cubicBezTo>
                  <a:cubicBezTo>
                    <a:pt x="3394" y="251"/>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0" name="Google Shape;15050;p81"/>
            <p:cNvSpPr/>
            <p:nvPr/>
          </p:nvSpPr>
          <p:spPr>
            <a:xfrm>
              <a:off x="5989025" y="465550"/>
              <a:ext cx="84875" cy="28325"/>
            </a:xfrm>
            <a:custGeom>
              <a:avLst/>
              <a:gdLst/>
              <a:ahLst/>
              <a:cxnLst/>
              <a:rect l="l" t="t" r="r" b="b"/>
              <a:pathLst>
                <a:path w="3395" h="1133" extrusionOk="0">
                  <a:moveTo>
                    <a:pt x="565" y="1"/>
                  </a:moveTo>
                  <a:cubicBezTo>
                    <a:pt x="251" y="1"/>
                    <a:pt x="1" y="251"/>
                    <a:pt x="1" y="565"/>
                  </a:cubicBezTo>
                  <a:cubicBezTo>
                    <a:pt x="1" y="879"/>
                    <a:pt x="251" y="1133"/>
                    <a:pt x="565"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1" name="Google Shape;15051;p81"/>
            <p:cNvSpPr/>
            <p:nvPr/>
          </p:nvSpPr>
          <p:spPr>
            <a:xfrm>
              <a:off x="5705950" y="550475"/>
              <a:ext cx="84875" cy="28325"/>
            </a:xfrm>
            <a:custGeom>
              <a:avLst/>
              <a:gdLst/>
              <a:ahLst/>
              <a:cxnLst/>
              <a:rect l="l" t="t" r="r" b="b"/>
              <a:pathLst>
                <a:path w="3395" h="1133" extrusionOk="0">
                  <a:moveTo>
                    <a:pt x="566" y="0"/>
                  </a:moveTo>
                  <a:cubicBezTo>
                    <a:pt x="252" y="0"/>
                    <a:pt x="1" y="251"/>
                    <a:pt x="1" y="565"/>
                  </a:cubicBezTo>
                  <a:cubicBezTo>
                    <a:pt x="1" y="879"/>
                    <a:pt x="252" y="1133"/>
                    <a:pt x="566"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2" name="Google Shape;15052;p81"/>
            <p:cNvSpPr/>
            <p:nvPr/>
          </p:nvSpPr>
          <p:spPr>
            <a:xfrm>
              <a:off x="5847500" y="550475"/>
              <a:ext cx="84875" cy="28325"/>
            </a:xfrm>
            <a:custGeom>
              <a:avLst/>
              <a:gdLst/>
              <a:ahLst/>
              <a:cxnLst/>
              <a:rect l="l" t="t" r="r" b="b"/>
              <a:pathLst>
                <a:path w="3395" h="1133" extrusionOk="0">
                  <a:moveTo>
                    <a:pt x="565" y="0"/>
                  </a:moveTo>
                  <a:cubicBezTo>
                    <a:pt x="251" y="0"/>
                    <a:pt x="0" y="251"/>
                    <a:pt x="0" y="565"/>
                  </a:cubicBezTo>
                  <a:cubicBezTo>
                    <a:pt x="0" y="879"/>
                    <a:pt x="251" y="1133"/>
                    <a:pt x="565" y="1133"/>
                  </a:cubicBezTo>
                  <a:lnTo>
                    <a:pt x="2830" y="1133"/>
                  </a:lnTo>
                  <a:cubicBezTo>
                    <a:pt x="3144" y="1133"/>
                    <a:pt x="3394" y="879"/>
                    <a:pt x="3394" y="565"/>
                  </a:cubicBezTo>
                  <a:cubicBezTo>
                    <a:pt x="3394" y="251"/>
                    <a:pt x="3144" y="0"/>
                    <a:pt x="28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3" name="Google Shape;15053;p81"/>
            <p:cNvSpPr/>
            <p:nvPr/>
          </p:nvSpPr>
          <p:spPr>
            <a:xfrm>
              <a:off x="5989025" y="550475"/>
              <a:ext cx="84875" cy="28325"/>
            </a:xfrm>
            <a:custGeom>
              <a:avLst/>
              <a:gdLst/>
              <a:ahLst/>
              <a:cxnLst/>
              <a:rect l="l" t="t" r="r" b="b"/>
              <a:pathLst>
                <a:path w="3395" h="1133" extrusionOk="0">
                  <a:moveTo>
                    <a:pt x="565" y="0"/>
                  </a:moveTo>
                  <a:cubicBezTo>
                    <a:pt x="251" y="0"/>
                    <a:pt x="1" y="251"/>
                    <a:pt x="1" y="565"/>
                  </a:cubicBezTo>
                  <a:cubicBezTo>
                    <a:pt x="1" y="879"/>
                    <a:pt x="251" y="1133"/>
                    <a:pt x="565"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4" name="Google Shape;15054;p81"/>
            <p:cNvSpPr/>
            <p:nvPr/>
          </p:nvSpPr>
          <p:spPr>
            <a:xfrm>
              <a:off x="5705950" y="636300"/>
              <a:ext cx="84875" cy="28325"/>
            </a:xfrm>
            <a:custGeom>
              <a:avLst/>
              <a:gdLst/>
              <a:ahLst/>
              <a:cxnLst/>
              <a:rect l="l" t="t" r="r" b="b"/>
              <a:pathLst>
                <a:path w="3395" h="1133" extrusionOk="0">
                  <a:moveTo>
                    <a:pt x="566" y="1"/>
                  </a:moveTo>
                  <a:cubicBezTo>
                    <a:pt x="252" y="1"/>
                    <a:pt x="1" y="254"/>
                    <a:pt x="1" y="568"/>
                  </a:cubicBezTo>
                  <a:cubicBezTo>
                    <a:pt x="1" y="879"/>
                    <a:pt x="252" y="1133"/>
                    <a:pt x="566"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5" name="Google Shape;15055;p81"/>
            <p:cNvSpPr/>
            <p:nvPr/>
          </p:nvSpPr>
          <p:spPr>
            <a:xfrm>
              <a:off x="5847500" y="636300"/>
              <a:ext cx="84875" cy="28325"/>
            </a:xfrm>
            <a:custGeom>
              <a:avLst/>
              <a:gdLst/>
              <a:ahLst/>
              <a:cxnLst/>
              <a:rect l="l" t="t" r="r" b="b"/>
              <a:pathLst>
                <a:path w="3395" h="1133" extrusionOk="0">
                  <a:moveTo>
                    <a:pt x="565" y="1"/>
                  </a:moveTo>
                  <a:cubicBezTo>
                    <a:pt x="251" y="1"/>
                    <a:pt x="0" y="254"/>
                    <a:pt x="0" y="568"/>
                  </a:cubicBezTo>
                  <a:cubicBezTo>
                    <a:pt x="0" y="879"/>
                    <a:pt x="251" y="1133"/>
                    <a:pt x="565" y="1133"/>
                  </a:cubicBezTo>
                  <a:lnTo>
                    <a:pt x="2830" y="1133"/>
                  </a:lnTo>
                  <a:cubicBezTo>
                    <a:pt x="3144" y="1133"/>
                    <a:pt x="3394" y="879"/>
                    <a:pt x="3394" y="568"/>
                  </a:cubicBezTo>
                  <a:cubicBezTo>
                    <a:pt x="3394" y="254"/>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6" name="Google Shape;15056;p81"/>
            <p:cNvSpPr/>
            <p:nvPr/>
          </p:nvSpPr>
          <p:spPr>
            <a:xfrm>
              <a:off x="5989025" y="636300"/>
              <a:ext cx="84875" cy="28325"/>
            </a:xfrm>
            <a:custGeom>
              <a:avLst/>
              <a:gdLst/>
              <a:ahLst/>
              <a:cxnLst/>
              <a:rect l="l" t="t" r="r" b="b"/>
              <a:pathLst>
                <a:path w="3395" h="1133" extrusionOk="0">
                  <a:moveTo>
                    <a:pt x="565" y="1"/>
                  </a:moveTo>
                  <a:cubicBezTo>
                    <a:pt x="251" y="1"/>
                    <a:pt x="1" y="254"/>
                    <a:pt x="1" y="568"/>
                  </a:cubicBezTo>
                  <a:cubicBezTo>
                    <a:pt x="1" y="879"/>
                    <a:pt x="251" y="1133"/>
                    <a:pt x="565"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57" name="Google Shape;15057;p81"/>
          <p:cNvGrpSpPr/>
          <p:nvPr/>
        </p:nvGrpSpPr>
        <p:grpSpPr>
          <a:xfrm>
            <a:off x="6142714" y="3049518"/>
            <a:ext cx="453557" cy="453557"/>
            <a:chOff x="6242825" y="238125"/>
            <a:chExt cx="483125" cy="483125"/>
          </a:xfrm>
        </p:grpSpPr>
        <p:sp>
          <p:nvSpPr>
            <p:cNvPr id="15058" name="Google Shape;15058;p81"/>
            <p:cNvSpPr/>
            <p:nvPr/>
          </p:nvSpPr>
          <p:spPr>
            <a:xfrm>
              <a:off x="6242825" y="238125"/>
              <a:ext cx="483125" cy="483125"/>
            </a:xfrm>
            <a:custGeom>
              <a:avLst/>
              <a:gdLst/>
              <a:ahLst/>
              <a:cxnLst/>
              <a:rect l="l" t="t" r="r" b="b"/>
              <a:pathLst>
                <a:path w="19325" h="19325" extrusionOk="0">
                  <a:moveTo>
                    <a:pt x="18192" y="1132"/>
                  </a:moveTo>
                  <a:lnTo>
                    <a:pt x="18192" y="2400"/>
                  </a:lnTo>
                  <a:cubicBezTo>
                    <a:pt x="17513" y="2639"/>
                    <a:pt x="17060" y="3282"/>
                    <a:pt x="17060" y="4001"/>
                  </a:cubicBezTo>
                  <a:cubicBezTo>
                    <a:pt x="17060" y="4719"/>
                    <a:pt x="17513" y="5363"/>
                    <a:pt x="18192" y="5601"/>
                  </a:cubicBezTo>
                  <a:lnTo>
                    <a:pt x="18192" y="8062"/>
                  </a:lnTo>
                  <a:cubicBezTo>
                    <a:pt x="17513" y="8300"/>
                    <a:pt x="17060" y="8944"/>
                    <a:pt x="17060" y="9662"/>
                  </a:cubicBezTo>
                  <a:cubicBezTo>
                    <a:pt x="17060" y="10381"/>
                    <a:pt x="17513" y="11024"/>
                    <a:pt x="18192" y="11263"/>
                  </a:cubicBezTo>
                  <a:lnTo>
                    <a:pt x="18192" y="13723"/>
                  </a:lnTo>
                  <a:cubicBezTo>
                    <a:pt x="17513" y="13962"/>
                    <a:pt x="17060" y="14605"/>
                    <a:pt x="17060" y="15324"/>
                  </a:cubicBezTo>
                  <a:cubicBezTo>
                    <a:pt x="17060" y="16042"/>
                    <a:pt x="17513" y="16685"/>
                    <a:pt x="18192" y="16924"/>
                  </a:cubicBezTo>
                  <a:lnTo>
                    <a:pt x="18192" y="18192"/>
                  </a:lnTo>
                  <a:lnTo>
                    <a:pt x="16924" y="18192"/>
                  </a:lnTo>
                  <a:cubicBezTo>
                    <a:pt x="16686" y="17513"/>
                    <a:pt x="16043" y="17060"/>
                    <a:pt x="15324" y="17060"/>
                  </a:cubicBezTo>
                  <a:cubicBezTo>
                    <a:pt x="14605" y="17060"/>
                    <a:pt x="13962" y="17513"/>
                    <a:pt x="13724" y="18192"/>
                  </a:cubicBezTo>
                  <a:lnTo>
                    <a:pt x="11263" y="18192"/>
                  </a:lnTo>
                  <a:cubicBezTo>
                    <a:pt x="11024" y="17513"/>
                    <a:pt x="10381" y="17060"/>
                    <a:pt x="9662" y="17060"/>
                  </a:cubicBezTo>
                  <a:cubicBezTo>
                    <a:pt x="8944" y="17060"/>
                    <a:pt x="8301" y="17513"/>
                    <a:pt x="8062" y="18192"/>
                  </a:cubicBezTo>
                  <a:lnTo>
                    <a:pt x="5601" y="18192"/>
                  </a:lnTo>
                  <a:cubicBezTo>
                    <a:pt x="5363" y="17513"/>
                    <a:pt x="4720" y="17060"/>
                    <a:pt x="4001" y="17060"/>
                  </a:cubicBezTo>
                  <a:cubicBezTo>
                    <a:pt x="3282" y="17060"/>
                    <a:pt x="2639" y="17513"/>
                    <a:pt x="2401" y="18192"/>
                  </a:cubicBezTo>
                  <a:lnTo>
                    <a:pt x="1133" y="18192"/>
                  </a:lnTo>
                  <a:lnTo>
                    <a:pt x="1133" y="16924"/>
                  </a:lnTo>
                  <a:cubicBezTo>
                    <a:pt x="1812" y="16685"/>
                    <a:pt x="2265" y="16042"/>
                    <a:pt x="2265" y="15324"/>
                  </a:cubicBezTo>
                  <a:cubicBezTo>
                    <a:pt x="2265" y="14605"/>
                    <a:pt x="1812" y="13962"/>
                    <a:pt x="1133" y="13723"/>
                  </a:cubicBezTo>
                  <a:lnTo>
                    <a:pt x="1133" y="11263"/>
                  </a:lnTo>
                  <a:cubicBezTo>
                    <a:pt x="1812" y="11024"/>
                    <a:pt x="2265" y="10381"/>
                    <a:pt x="2265" y="9662"/>
                  </a:cubicBezTo>
                  <a:cubicBezTo>
                    <a:pt x="2265" y="8944"/>
                    <a:pt x="1812" y="8300"/>
                    <a:pt x="1133" y="8062"/>
                  </a:cubicBezTo>
                  <a:lnTo>
                    <a:pt x="1133" y="5601"/>
                  </a:lnTo>
                  <a:cubicBezTo>
                    <a:pt x="1812" y="5363"/>
                    <a:pt x="2265" y="4719"/>
                    <a:pt x="2265" y="4001"/>
                  </a:cubicBezTo>
                  <a:cubicBezTo>
                    <a:pt x="2265" y="3282"/>
                    <a:pt x="1812" y="2639"/>
                    <a:pt x="1133" y="2400"/>
                  </a:cubicBezTo>
                  <a:lnTo>
                    <a:pt x="1133" y="1132"/>
                  </a:lnTo>
                  <a:lnTo>
                    <a:pt x="2401" y="1132"/>
                  </a:lnTo>
                  <a:cubicBezTo>
                    <a:pt x="2639" y="1812"/>
                    <a:pt x="3282" y="2265"/>
                    <a:pt x="4001" y="2265"/>
                  </a:cubicBezTo>
                  <a:cubicBezTo>
                    <a:pt x="4720" y="2265"/>
                    <a:pt x="5363" y="1812"/>
                    <a:pt x="5601" y="1132"/>
                  </a:cubicBezTo>
                  <a:lnTo>
                    <a:pt x="8062" y="1132"/>
                  </a:lnTo>
                  <a:cubicBezTo>
                    <a:pt x="8301" y="1812"/>
                    <a:pt x="8944" y="2265"/>
                    <a:pt x="9662" y="2265"/>
                  </a:cubicBezTo>
                  <a:cubicBezTo>
                    <a:pt x="10381" y="2265"/>
                    <a:pt x="11024" y="1812"/>
                    <a:pt x="11263" y="1132"/>
                  </a:cubicBezTo>
                  <a:lnTo>
                    <a:pt x="13724" y="1132"/>
                  </a:lnTo>
                  <a:cubicBezTo>
                    <a:pt x="13962" y="1812"/>
                    <a:pt x="14605" y="2265"/>
                    <a:pt x="15324" y="2265"/>
                  </a:cubicBezTo>
                  <a:cubicBezTo>
                    <a:pt x="16043" y="2265"/>
                    <a:pt x="16686" y="1812"/>
                    <a:pt x="16924" y="1132"/>
                  </a:cubicBezTo>
                  <a:close/>
                  <a:moveTo>
                    <a:pt x="568" y="0"/>
                  </a:moveTo>
                  <a:cubicBezTo>
                    <a:pt x="254" y="0"/>
                    <a:pt x="0" y="254"/>
                    <a:pt x="0" y="568"/>
                  </a:cubicBezTo>
                  <a:lnTo>
                    <a:pt x="0" y="2868"/>
                  </a:lnTo>
                  <a:cubicBezTo>
                    <a:pt x="0" y="3183"/>
                    <a:pt x="254" y="3436"/>
                    <a:pt x="568" y="3436"/>
                  </a:cubicBezTo>
                  <a:cubicBezTo>
                    <a:pt x="879" y="3436"/>
                    <a:pt x="1133" y="3687"/>
                    <a:pt x="1133" y="4001"/>
                  </a:cubicBezTo>
                  <a:cubicBezTo>
                    <a:pt x="1133" y="4315"/>
                    <a:pt x="879" y="4568"/>
                    <a:pt x="568" y="4568"/>
                  </a:cubicBezTo>
                  <a:cubicBezTo>
                    <a:pt x="254" y="4568"/>
                    <a:pt x="0" y="4819"/>
                    <a:pt x="0" y="5133"/>
                  </a:cubicBezTo>
                  <a:lnTo>
                    <a:pt x="0" y="8530"/>
                  </a:lnTo>
                  <a:cubicBezTo>
                    <a:pt x="0" y="8844"/>
                    <a:pt x="254" y="9098"/>
                    <a:pt x="568" y="9098"/>
                  </a:cubicBezTo>
                  <a:cubicBezTo>
                    <a:pt x="879" y="9098"/>
                    <a:pt x="1133" y="9348"/>
                    <a:pt x="1133" y="9662"/>
                  </a:cubicBezTo>
                  <a:cubicBezTo>
                    <a:pt x="1133" y="9976"/>
                    <a:pt x="879" y="10230"/>
                    <a:pt x="568" y="10230"/>
                  </a:cubicBezTo>
                  <a:cubicBezTo>
                    <a:pt x="254" y="10230"/>
                    <a:pt x="0" y="10481"/>
                    <a:pt x="0" y="10795"/>
                  </a:cubicBezTo>
                  <a:lnTo>
                    <a:pt x="0" y="14191"/>
                  </a:lnTo>
                  <a:cubicBezTo>
                    <a:pt x="0" y="14505"/>
                    <a:pt x="254" y="14759"/>
                    <a:pt x="568" y="14759"/>
                  </a:cubicBezTo>
                  <a:cubicBezTo>
                    <a:pt x="879" y="14759"/>
                    <a:pt x="1133" y="15010"/>
                    <a:pt x="1133" y="15324"/>
                  </a:cubicBezTo>
                  <a:cubicBezTo>
                    <a:pt x="1133" y="15638"/>
                    <a:pt x="879" y="15891"/>
                    <a:pt x="568" y="15891"/>
                  </a:cubicBezTo>
                  <a:cubicBezTo>
                    <a:pt x="254" y="15891"/>
                    <a:pt x="0" y="16142"/>
                    <a:pt x="0" y="16456"/>
                  </a:cubicBezTo>
                  <a:lnTo>
                    <a:pt x="0" y="18760"/>
                  </a:lnTo>
                  <a:cubicBezTo>
                    <a:pt x="0" y="19071"/>
                    <a:pt x="254" y="19324"/>
                    <a:pt x="568" y="19324"/>
                  </a:cubicBezTo>
                  <a:lnTo>
                    <a:pt x="2869" y="19324"/>
                  </a:lnTo>
                  <a:cubicBezTo>
                    <a:pt x="3183" y="19324"/>
                    <a:pt x="3436" y="19071"/>
                    <a:pt x="3436" y="18760"/>
                  </a:cubicBezTo>
                  <a:cubicBezTo>
                    <a:pt x="3436" y="18446"/>
                    <a:pt x="3687" y="18192"/>
                    <a:pt x="4001" y="18192"/>
                  </a:cubicBezTo>
                  <a:cubicBezTo>
                    <a:pt x="4315" y="18192"/>
                    <a:pt x="4569" y="18446"/>
                    <a:pt x="4569" y="18760"/>
                  </a:cubicBezTo>
                  <a:cubicBezTo>
                    <a:pt x="4569" y="19071"/>
                    <a:pt x="4819" y="19324"/>
                    <a:pt x="5133" y="19324"/>
                  </a:cubicBezTo>
                  <a:lnTo>
                    <a:pt x="8530" y="19324"/>
                  </a:lnTo>
                  <a:cubicBezTo>
                    <a:pt x="8844" y="19324"/>
                    <a:pt x="9098" y="19071"/>
                    <a:pt x="9098" y="18760"/>
                  </a:cubicBezTo>
                  <a:cubicBezTo>
                    <a:pt x="9098" y="18446"/>
                    <a:pt x="9348" y="18192"/>
                    <a:pt x="9662" y="18192"/>
                  </a:cubicBezTo>
                  <a:cubicBezTo>
                    <a:pt x="9976" y="18192"/>
                    <a:pt x="10230" y="18446"/>
                    <a:pt x="10230" y="18760"/>
                  </a:cubicBezTo>
                  <a:cubicBezTo>
                    <a:pt x="10230" y="19071"/>
                    <a:pt x="10481" y="19324"/>
                    <a:pt x="10795" y="19324"/>
                  </a:cubicBezTo>
                  <a:lnTo>
                    <a:pt x="14192" y="19324"/>
                  </a:lnTo>
                  <a:cubicBezTo>
                    <a:pt x="14506" y="19324"/>
                    <a:pt x="14759" y="19071"/>
                    <a:pt x="14759" y="18760"/>
                  </a:cubicBezTo>
                  <a:cubicBezTo>
                    <a:pt x="14759" y="18446"/>
                    <a:pt x="15010" y="18192"/>
                    <a:pt x="15324" y="18192"/>
                  </a:cubicBezTo>
                  <a:cubicBezTo>
                    <a:pt x="15638" y="18192"/>
                    <a:pt x="15892" y="18446"/>
                    <a:pt x="15892" y="18760"/>
                  </a:cubicBezTo>
                  <a:cubicBezTo>
                    <a:pt x="15892" y="19071"/>
                    <a:pt x="16142" y="19324"/>
                    <a:pt x="16456" y="19324"/>
                  </a:cubicBezTo>
                  <a:lnTo>
                    <a:pt x="18760" y="19324"/>
                  </a:lnTo>
                  <a:cubicBezTo>
                    <a:pt x="19071" y="19324"/>
                    <a:pt x="19325" y="19071"/>
                    <a:pt x="19325" y="18760"/>
                  </a:cubicBezTo>
                  <a:lnTo>
                    <a:pt x="19325" y="16456"/>
                  </a:lnTo>
                  <a:cubicBezTo>
                    <a:pt x="19325" y="16142"/>
                    <a:pt x="19071" y="15891"/>
                    <a:pt x="18760" y="15891"/>
                  </a:cubicBezTo>
                  <a:cubicBezTo>
                    <a:pt x="18446" y="15891"/>
                    <a:pt x="18192" y="15638"/>
                    <a:pt x="18192" y="15324"/>
                  </a:cubicBezTo>
                  <a:cubicBezTo>
                    <a:pt x="18192" y="15010"/>
                    <a:pt x="18446" y="14759"/>
                    <a:pt x="18760" y="14759"/>
                  </a:cubicBezTo>
                  <a:cubicBezTo>
                    <a:pt x="19071" y="14759"/>
                    <a:pt x="19325" y="14505"/>
                    <a:pt x="19325" y="14191"/>
                  </a:cubicBezTo>
                  <a:lnTo>
                    <a:pt x="19325" y="10795"/>
                  </a:lnTo>
                  <a:cubicBezTo>
                    <a:pt x="19325" y="10481"/>
                    <a:pt x="19071" y="10230"/>
                    <a:pt x="18760" y="10230"/>
                  </a:cubicBezTo>
                  <a:cubicBezTo>
                    <a:pt x="18446" y="10230"/>
                    <a:pt x="18192" y="9976"/>
                    <a:pt x="18192" y="9662"/>
                  </a:cubicBezTo>
                  <a:cubicBezTo>
                    <a:pt x="18192" y="9348"/>
                    <a:pt x="18446" y="9098"/>
                    <a:pt x="18760" y="9098"/>
                  </a:cubicBezTo>
                  <a:cubicBezTo>
                    <a:pt x="19071" y="9098"/>
                    <a:pt x="19325" y="8844"/>
                    <a:pt x="19325" y="8530"/>
                  </a:cubicBezTo>
                  <a:lnTo>
                    <a:pt x="19325" y="5133"/>
                  </a:lnTo>
                  <a:cubicBezTo>
                    <a:pt x="19325" y="4819"/>
                    <a:pt x="19071" y="4568"/>
                    <a:pt x="18760" y="4568"/>
                  </a:cubicBezTo>
                  <a:cubicBezTo>
                    <a:pt x="18446" y="4568"/>
                    <a:pt x="18192" y="4315"/>
                    <a:pt x="18192" y="4001"/>
                  </a:cubicBezTo>
                  <a:cubicBezTo>
                    <a:pt x="18192" y="3687"/>
                    <a:pt x="18446" y="3436"/>
                    <a:pt x="18760" y="3436"/>
                  </a:cubicBezTo>
                  <a:cubicBezTo>
                    <a:pt x="19071" y="3436"/>
                    <a:pt x="19325" y="3183"/>
                    <a:pt x="19325" y="2868"/>
                  </a:cubicBezTo>
                  <a:lnTo>
                    <a:pt x="19325" y="568"/>
                  </a:lnTo>
                  <a:cubicBezTo>
                    <a:pt x="19325" y="254"/>
                    <a:pt x="19071" y="0"/>
                    <a:pt x="18760" y="0"/>
                  </a:cubicBezTo>
                  <a:lnTo>
                    <a:pt x="16456" y="0"/>
                  </a:lnTo>
                  <a:cubicBezTo>
                    <a:pt x="16142" y="0"/>
                    <a:pt x="15892" y="254"/>
                    <a:pt x="15892" y="568"/>
                  </a:cubicBezTo>
                  <a:cubicBezTo>
                    <a:pt x="15892" y="879"/>
                    <a:pt x="15638" y="1132"/>
                    <a:pt x="15324" y="1132"/>
                  </a:cubicBezTo>
                  <a:cubicBezTo>
                    <a:pt x="15010" y="1132"/>
                    <a:pt x="14759" y="879"/>
                    <a:pt x="14759" y="568"/>
                  </a:cubicBezTo>
                  <a:cubicBezTo>
                    <a:pt x="14759" y="254"/>
                    <a:pt x="14506" y="0"/>
                    <a:pt x="14192" y="0"/>
                  </a:cubicBezTo>
                  <a:lnTo>
                    <a:pt x="10795" y="0"/>
                  </a:lnTo>
                  <a:cubicBezTo>
                    <a:pt x="10481" y="0"/>
                    <a:pt x="10230" y="254"/>
                    <a:pt x="10230" y="568"/>
                  </a:cubicBezTo>
                  <a:cubicBezTo>
                    <a:pt x="10230" y="879"/>
                    <a:pt x="9976" y="1132"/>
                    <a:pt x="9662" y="1132"/>
                  </a:cubicBezTo>
                  <a:cubicBezTo>
                    <a:pt x="9348" y="1132"/>
                    <a:pt x="9098" y="879"/>
                    <a:pt x="9098" y="568"/>
                  </a:cubicBezTo>
                  <a:cubicBezTo>
                    <a:pt x="9098" y="254"/>
                    <a:pt x="8844" y="0"/>
                    <a:pt x="8530" y="0"/>
                  </a:cubicBezTo>
                  <a:lnTo>
                    <a:pt x="5133" y="0"/>
                  </a:lnTo>
                  <a:cubicBezTo>
                    <a:pt x="4819" y="0"/>
                    <a:pt x="4569" y="254"/>
                    <a:pt x="4569" y="568"/>
                  </a:cubicBezTo>
                  <a:cubicBezTo>
                    <a:pt x="4569" y="879"/>
                    <a:pt x="4315" y="1132"/>
                    <a:pt x="4001" y="1132"/>
                  </a:cubicBezTo>
                  <a:cubicBezTo>
                    <a:pt x="3687" y="1132"/>
                    <a:pt x="3436" y="879"/>
                    <a:pt x="3436" y="568"/>
                  </a:cubicBezTo>
                  <a:cubicBezTo>
                    <a:pt x="3436" y="254"/>
                    <a:pt x="3183" y="0"/>
                    <a:pt x="286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9" name="Google Shape;15059;p81"/>
            <p:cNvSpPr/>
            <p:nvPr/>
          </p:nvSpPr>
          <p:spPr>
            <a:xfrm>
              <a:off x="6328725" y="324025"/>
              <a:ext cx="311400" cy="311400"/>
            </a:xfrm>
            <a:custGeom>
              <a:avLst/>
              <a:gdLst/>
              <a:ahLst/>
              <a:cxnLst/>
              <a:rect l="l" t="t" r="r" b="b"/>
              <a:pathLst>
                <a:path w="12456" h="12456" extrusionOk="0">
                  <a:moveTo>
                    <a:pt x="11323" y="1132"/>
                  </a:moveTo>
                  <a:lnTo>
                    <a:pt x="11323" y="5991"/>
                  </a:lnTo>
                  <a:lnTo>
                    <a:pt x="10025" y="4692"/>
                  </a:lnTo>
                  <a:cubicBezTo>
                    <a:pt x="9913" y="4582"/>
                    <a:pt x="9768" y="4527"/>
                    <a:pt x="9623" y="4527"/>
                  </a:cubicBezTo>
                  <a:cubicBezTo>
                    <a:pt x="9478" y="4527"/>
                    <a:pt x="9333" y="4582"/>
                    <a:pt x="9222" y="4692"/>
                  </a:cubicBezTo>
                  <a:lnTo>
                    <a:pt x="6498" y="7419"/>
                  </a:lnTo>
                  <a:lnTo>
                    <a:pt x="4303" y="5773"/>
                  </a:lnTo>
                  <a:cubicBezTo>
                    <a:pt x="4201" y="5698"/>
                    <a:pt x="4081" y="5661"/>
                    <a:pt x="3962" y="5661"/>
                  </a:cubicBezTo>
                  <a:cubicBezTo>
                    <a:pt x="3824" y="5661"/>
                    <a:pt x="3687" y="5711"/>
                    <a:pt x="3578" y="5810"/>
                  </a:cubicBezTo>
                  <a:lnTo>
                    <a:pt x="1133" y="8053"/>
                  </a:lnTo>
                  <a:lnTo>
                    <a:pt x="1133" y="1132"/>
                  </a:lnTo>
                  <a:close/>
                  <a:moveTo>
                    <a:pt x="4001" y="6960"/>
                  </a:moveTo>
                  <a:lnTo>
                    <a:pt x="5689" y="8228"/>
                  </a:lnTo>
                  <a:lnTo>
                    <a:pt x="2594" y="11323"/>
                  </a:lnTo>
                  <a:lnTo>
                    <a:pt x="1133" y="11323"/>
                  </a:lnTo>
                  <a:lnTo>
                    <a:pt x="1133" y="9590"/>
                  </a:lnTo>
                  <a:lnTo>
                    <a:pt x="4001" y="6960"/>
                  </a:lnTo>
                  <a:close/>
                  <a:moveTo>
                    <a:pt x="9623" y="5894"/>
                  </a:moveTo>
                  <a:lnTo>
                    <a:pt x="11323" y="7594"/>
                  </a:lnTo>
                  <a:lnTo>
                    <a:pt x="11323" y="11323"/>
                  </a:lnTo>
                  <a:lnTo>
                    <a:pt x="4197" y="11323"/>
                  </a:lnTo>
                  <a:lnTo>
                    <a:pt x="9623" y="5894"/>
                  </a:lnTo>
                  <a:close/>
                  <a:moveTo>
                    <a:pt x="565" y="0"/>
                  </a:moveTo>
                  <a:cubicBezTo>
                    <a:pt x="251" y="0"/>
                    <a:pt x="0" y="251"/>
                    <a:pt x="0" y="565"/>
                  </a:cubicBezTo>
                  <a:lnTo>
                    <a:pt x="0" y="11888"/>
                  </a:lnTo>
                  <a:cubicBezTo>
                    <a:pt x="0" y="12202"/>
                    <a:pt x="251" y="12455"/>
                    <a:pt x="565" y="12455"/>
                  </a:cubicBezTo>
                  <a:lnTo>
                    <a:pt x="11888" y="12455"/>
                  </a:lnTo>
                  <a:cubicBezTo>
                    <a:pt x="12202" y="12455"/>
                    <a:pt x="12456" y="12202"/>
                    <a:pt x="12456" y="11888"/>
                  </a:cubicBezTo>
                  <a:lnTo>
                    <a:pt x="12456" y="565"/>
                  </a:lnTo>
                  <a:cubicBezTo>
                    <a:pt x="12456" y="251"/>
                    <a:pt x="12202" y="0"/>
                    <a:pt x="118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0" name="Google Shape;15060;p81"/>
            <p:cNvSpPr/>
            <p:nvPr/>
          </p:nvSpPr>
          <p:spPr>
            <a:xfrm>
              <a:off x="6441950" y="380575"/>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61" name="Google Shape;15061;p81"/>
          <p:cNvGrpSpPr/>
          <p:nvPr/>
        </p:nvGrpSpPr>
        <p:grpSpPr>
          <a:xfrm>
            <a:off x="1125541" y="3636483"/>
            <a:ext cx="458088" cy="398591"/>
            <a:chOff x="889275" y="861850"/>
            <a:chExt cx="487950" cy="424575"/>
          </a:xfrm>
        </p:grpSpPr>
        <p:sp>
          <p:nvSpPr>
            <p:cNvPr id="15062" name="Google Shape;15062;p81"/>
            <p:cNvSpPr/>
            <p:nvPr/>
          </p:nvSpPr>
          <p:spPr>
            <a:xfrm>
              <a:off x="1319225" y="1031700"/>
              <a:ext cx="56650" cy="28325"/>
            </a:xfrm>
            <a:custGeom>
              <a:avLst/>
              <a:gdLst/>
              <a:ahLst/>
              <a:cxnLst/>
              <a:rect l="l" t="t" r="r" b="b"/>
              <a:pathLst>
                <a:path w="2266" h="1133" extrusionOk="0">
                  <a:moveTo>
                    <a:pt x="569" y="1"/>
                  </a:moveTo>
                  <a:cubicBezTo>
                    <a:pt x="255" y="1"/>
                    <a:pt x="1" y="251"/>
                    <a:pt x="1" y="565"/>
                  </a:cubicBezTo>
                  <a:cubicBezTo>
                    <a:pt x="1" y="879"/>
                    <a:pt x="255" y="1133"/>
                    <a:pt x="569" y="1133"/>
                  </a:cubicBezTo>
                  <a:lnTo>
                    <a:pt x="1701" y="1133"/>
                  </a:lnTo>
                  <a:cubicBezTo>
                    <a:pt x="2012" y="1133"/>
                    <a:pt x="2265" y="879"/>
                    <a:pt x="2265" y="565"/>
                  </a:cubicBezTo>
                  <a:cubicBezTo>
                    <a:pt x="2265" y="251"/>
                    <a:pt x="2012"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3" name="Google Shape;15063;p81"/>
            <p:cNvSpPr/>
            <p:nvPr/>
          </p:nvSpPr>
          <p:spPr>
            <a:xfrm>
              <a:off x="1314475" y="946725"/>
              <a:ext cx="62750" cy="56700"/>
            </a:xfrm>
            <a:custGeom>
              <a:avLst/>
              <a:gdLst/>
              <a:ahLst/>
              <a:cxnLst/>
              <a:rect l="l" t="t" r="r" b="b"/>
              <a:pathLst>
                <a:path w="2510" h="2268" extrusionOk="0">
                  <a:moveTo>
                    <a:pt x="1889" y="0"/>
                  </a:moveTo>
                  <a:cubicBezTo>
                    <a:pt x="1744" y="0"/>
                    <a:pt x="1599" y="55"/>
                    <a:pt x="1489" y="166"/>
                  </a:cubicBezTo>
                  <a:lnTo>
                    <a:pt x="357" y="1298"/>
                  </a:lnTo>
                  <a:cubicBezTo>
                    <a:pt x="1" y="1657"/>
                    <a:pt x="251" y="2267"/>
                    <a:pt x="759" y="2267"/>
                  </a:cubicBezTo>
                  <a:cubicBezTo>
                    <a:pt x="906" y="2267"/>
                    <a:pt x="1051" y="2207"/>
                    <a:pt x="1157" y="2101"/>
                  </a:cubicBezTo>
                  <a:lnTo>
                    <a:pt x="2289" y="969"/>
                  </a:lnTo>
                  <a:cubicBezTo>
                    <a:pt x="2510" y="745"/>
                    <a:pt x="2510" y="389"/>
                    <a:pt x="2289" y="166"/>
                  </a:cubicBezTo>
                  <a:cubicBezTo>
                    <a:pt x="2179" y="55"/>
                    <a:pt x="2034" y="0"/>
                    <a:pt x="188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4" name="Google Shape;15064;p81"/>
            <p:cNvSpPr/>
            <p:nvPr/>
          </p:nvSpPr>
          <p:spPr>
            <a:xfrm>
              <a:off x="1317875" y="1088250"/>
              <a:ext cx="59350" cy="56675"/>
            </a:xfrm>
            <a:custGeom>
              <a:avLst/>
              <a:gdLst/>
              <a:ahLst/>
              <a:cxnLst/>
              <a:rect l="l" t="t" r="r" b="b"/>
              <a:pathLst>
                <a:path w="2374" h="2267" extrusionOk="0">
                  <a:moveTo>
                    <a:pt x="621" y="1"/>
                  </a:moveTo>
                  <a:cubicBezTo>
                    <a:pt x="476" y="1"/>
                    <a:pt x="331" y="56"/>
                    <a:pt x="221" y="166"/>
                  </a:cubicBezTo>
                  <a:cubicBezTo>
                    <a:pt x="1" y="390"/>
                    <a:pt x="1" y="746"/>
                    <a:pt x="221" y="969"/>
                  </a:cubicBezTo>
                  <a:lnTo>
                    <a:pt x="1353" y="2102"/>
                  </a:lnTo>
                  <a:cubicBezTo>
                    <a:pt x="1463" y="2212"/>
                    <a:pt x="1608" y="2267"/>
                    <a:pt x="1753" y="2267"/>
                  </a:cubicBezTo>
                  <a:cubicBezTo>
                    <a:pt x="1898" y="2267"/>
                    <a:pt x="2043" y="2212"/>
                    <a:pt x="2153" y="2102"/>
                  </a:cubicBezTo>
                  <a:cubicBezTo>
                    <a:pt x="2374" y="1878"/>
                    <a:pt x="2374" y="1522"/>
                    <a:pt x="2153" y="1298"/>
                  </a:cubicBezTo>
                  <a:lnTo>
                    <a:pt x="1021" y="166"/>
                  </a:lnTo>
                  <a:cubicBezTo>
                    <a:pt x="911" y="56"/>
                    <a:pt x="766" y="1"/>
                    <a:pt x="62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5" name="Google Shape;15065;p81"/>
            <p:cNvSpPr/>
            <p:nvPr/>
          </p:nvSpPr>
          <p:spPr>
            <a:xfrm>
              <a:off x="889275" y="861850"/>
              <a:ext cx="400700" cy="424575"/>
            </a:xfrm>
            <a:custGeom>
              <a:avLst/>
              <a:gdLst/>
              <a:ahLst/>
              <a:cxnLst/>
              <a:rect l="l" t="t" r="r" b="b"/>
              <a:pathLst>
                <a:path w="16028" h="16983" extrusionOk="0">
                  <a:moveTo>
                    <a:pt x="4668" y="4530"/>
                  </a:moveTo>
                  <a:lnTo>
                    <a:pt x="4668" y="10191"/>
                  </a:lnTo>
                  <a:lnTo>
                    <a:pt x="4104" y="10191"/>
                  </a:lnTo>
                  <a:cubicBezTo>
                    <a:pt x="2539" y="10191"/>
                    <a:pt x="1271" y="8923"/>
                    <a:pt x="1271" y="7359"/>
                  </a:cubicBezTo>
                  <a:cubicBezTo>
                    <a:pt x="1271" y="5795"/>
                    <a:pt x="2539" y="4530"/>
                    <a:pt x="4104" y="4530"/>
                  </a:cubicBezTo>
                  <a:close/>
                  <a:moveTo>
                    <a:pt x="6972" y="4530"/>
                  </a:moveTo>
                  <a:lnTo>
                    <a:pt x="6972" y="10191"/>
                  </a:lnTo>
                  <a:lnTo>
                    <a:pt x="5800" y="10191"/>
                  </a:lnTo>
                  <a:lnTo>
                    <a:pt x="5800" y="4530"/>
                  </a:lnTo>
                  <a:close/>
                  <a:moveTo>
                    <a:pt x="12633" y="1565"/>
                  </a:moveTo>
                  <a:lnTo>
                    <a:pt x="12633" y="13153"/>
                  </a:lnTo>
                  <a:lnTo>
                    <a:pt x="8104" y="10436"/>
                  </a:lnTo>
                  <a:lnTo>
                    <a:pt x="8104" y="4282"/>
                  </a:lnTo>
                  <a:lnTo>
                    <a:pt x="12633" y="1565"/>
                  </a:lnTo>
                  <a:close/>
                  <a:moveTo>
                    <a:pt x="14330" y="1133"/>
                  </a:moveTo>
                  <a:cubicBezTo>
                    <a:pt x="14644" y="1133"/>
                    <a:pt x="14898" y="1384"/>
                    <a:pt x="14898" y="1698"/>
                  </a:cubicBezTo>
                  <a:lnTo>
                    <a:pt x="14898" y="13021"/>
                  </a:lnTo>
                  <a:cubicBezTo>
                    <a:pt x="14898" y="13335"/>
                    <a:pt x="14644" y="13588"/>
                    <a:pt x="14330" y="13588"/>
                  </a:cubicBezTo>
                  <a:lnTo>
                    <a:pt x="13766" y="13588"/>
                  </a:lnTo>
                  <a:lnTo>
                    <a:pt x="13766" y="1133"/>
                  </a:lnTo>
                  <a:close/>
                  <a:moveTo>
                    <a:pt x="5800" y="11324"/>
                  </a:moveTo>
                  <a:lnTo>
                    <a:pt x="5800" y="15285"/>
                  </a:lnTo>
                  <a:cubicBezTo>
                    <a:pt x="5800" y="15599"/>
                    <a:pt x="5547" y="15850"/>
                    <a:pt x="5236" y="15850"/>
                  </a:cubicBezTo>
                  <a:cubicBezTo>
                    <a:pt x="4922" y="15850"/>
                    <a:pt x="4668" y="15599"/>
                    <a:pt x="4668" y="15285"/>
                  </a:cubicBezTo>
                  <a:lnTo>
                    <a:pt x="4668" y="11324"/>
                  </a:lnTo>
                  <a:close/>
                  <a:moveTo>
                    <a:pt x="13132" y="1"/>
                  </a:moveTo>
                  <a:lnTo>
                    <a:pt x="13098" y="7"/>
                  </a:lnTo>
                  <a:lnTo>
                    <a:pt x="13074" y="10"/>
                  </a:lnTo>
                  <a:cubicBezTo>
                    <a:pt x="13065" y="10"/>
                    <a:pt x="13056" y="16"/>
                    <a:pt x="13047" y="19"/>
                  </a:cubicBezTo>
                  <a:cubicBezTo>
                    <a:pt x="13038" y="22"/>
                    <a:pt x="13029" y="22"/>
                    <a:pt x="13020" y="25"/>
                  </a:cubicBezTo>
                  <a:lnTo>
                    <a:pt x="12996" y="34"/>
                  </a:lnTo>
                  <a:lnTo>
                    <a:pt x="12966" y="46"/>
                  </a:lnTo>
                  <a:lnTo>
                    <a:pt x="12947" y="58"/>
                  </a:lnTo>
                  <a:cubicBezTo>
                    <a:pt x="12935" y="61"/>
                    <a:pt x="12926" y="67"/>
                    <a:pt x="12917" y="73"/>
                  </a:cubicBezTo>
                  <a:lnTo>
                    <a:pt x="12908" y="79"/>
                  </a:lnTo>
                  <a:lnTo>
                    <a:pt x="7380" y="3398"/>
                  </a:lnTo>
                  <a:lnTo>
                    <a:pt x="4104" y="3398"/>
                  </a:lnTo>
                  <a:cubicBezTo>
                    <a:pt x="2023" y="3398"/>
                    <a:pt x="299" y="5001"/>
                    <a:pt x="151" y="7075"/>
                  </a:cubicBezTo>
                  <a:cubicBezTo>
                    <a:pt x="0" y="9150"/>
                    <a:pt x="1480" y="10986"/>
                    <a:pt x="3536" y="11281"/>
                  </a:cubicBezTo>
                  <a:lnTo>
                    <a:pt x="3536" y="15285"/>
                  </a:lnTo>
                  <a:cubicBezTo>
                    <a:pt x="3536" y="16224"/>
                    <a:pt x="4297" y="16982"/>
                    <a:pt x="5236" y="16982"/>
                  </a:cubicBezTo>
                  <a:cubicBezTo>
                    <a:pt x="6172" y="16982"/>
                    <a:pt x="6933" y="16224"/>
                    <a:pt x="6933" y="15285"/>
                  </a:cubicBezTo>
                  <a:lnTo>
                    <a:pt x="6933" y="11324"/>
                  </a:lnTo>
                  <a:lnTo>
                    <a:pt x="7380" y="11324"/>
                  </a:lnTo>
                  <a:lnTo>
                    <a:pt x="12908" y="14639"/>
                  </a:lnTo>
                  <a:cubicBezTo>
                    <a:pt x="12911" y="14642"/>
                    <a:pt x="12914" y="14642"/>
                    <a:pt x="12920" y="14645"/>
                  </a:cubicBezTo>
                  <a:lnTo>
                    <a:pt x="12935" y="14654"/>
                  </a:lnTo>
                  <a:cubicBezTo>
                    <a:pt x="12947" y="14660"/>
                    <a:pt x="12963" y="14666"/>
                    <a:pt x="12975" y="14672"/>
                  </a:cubicBezTo>
                  <a:lnTo>
                    <a:pt x="12984" y="14675"/>
                  </a:lnTo>
                  <a:cubicBezTo>
                    <a:pt x="12996" y="14681"/>
                    <a:pt x="13011" y="14687"/>
                    <a:pt x="13023" y="14690"/>
                  </a:cubicBezTo>
                  <a:lnTo>
                    <a:pt x="13038" y="14696"/>
                  </a:lnTo>
                  <a:cubicBezTo>
                    <a:pt x="13053" y="14699"/>
                    <a:pt x="13068" y="14702"/>
                    <a:pt x="13083" y="14708"/>
                  </a:cubicBezTo>
                  <a:cubicBezTo>
                    <a:pt x="13101" y="14712"/>
                    <a:pt x="13117" y="14715"/>
                    <a:pt x="13135" y="14715"/>
                  </a:cubicBezTo>
                  <a:lnTo>
                    <a:pt x="13144" y="14715"/>
                  </a:lnTo>
                  <a:cubicBezTo>
                    <a:pt x="13162" y="14715"/>
                    <a:pt x="13180" y="14718"/>
                    <a:pt x="13198" y="14718"/>
                  </a:cubicBezTo>
                  <a:lnTo>
                    <a:pt x="14330" y="14718"/>
                  </a:lnTo>
                  <a:cubicBezTo>
                    <a:pt x="15266" y="14718"/>
                    <a:pt x="16027" y="13957"/>
                    <a:pt x="16027" y="13021"/>
                  </a:cubicBezTo>
                  <a:lnTo>
                    <a:pt x="16027" y="1698"/>
                  </a:lnTo>
                  <a:cubicBezTo>
                    <a:pt x="16027" y="759"/>
                    <a:pt x="15266" y="1"/>
                    <a:pt x="143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66" name="Google Shape;15066;p81"/>
          <p:cNvSpPr/>
          <p:nvPr/>
        </p:nvSpPr>
        <p:spPr>
          <a:xfrm>
            <a:off x="1709500" y="3608838"/>
            <a:ext cx="403965" cy="453605"/>
          </a:xfrm>
          <a:custGeom>
            <a:avLst/>
            <a:gdLst/>
            <a:ahLst/>
            <a:cxnLst/>
            <a:rect l="l" t="t" r="r" b="b"/>
            <a:pathLst>
              <a:path w="17212" h="19327" extrusionOk="0">
                <a:moveTo>
                  <a:pt x="15400" y="1132"/>
                </a:moveTo>
                <a:cubicBezTo>
                  <a:pt x="15714" y="1132"/>
                  <a:pt x="15965" y="1386"/>
                  <a:pt x="15965" y="1700"/>
                </a:cubicBezTo>
                <a:cubicBezTo>
                  <a:pt x="15965" y="2011"/>
                  <a:pt x="15714" y="2265"/>
                  <a:pt x="15400" y="2265"/>
                </a:cubicBezTo>
                <a:lnTo>
                  <a:pt x="1813" y="2265"/>
                </a:lnTo>
                <a:cubicBezTo>
                  <a:pt x="1499" y="2265"/>
                  <a:pt x="1248" y="2011"/>
                  <a:pt x="1248" y="1700"/>
                </a:cubicBezTo>
                <a:cubicBezTo>
                  <a:pt x="1248" y="1386"/>
                  <a:pt x="1499" y="1132"/>
                  <a:pt x="1813" y="1132"/>
                </a:cubicBezTo>
                <a:close/>
                <a:moveTo>
                  <a:pt x="14835" y="3397"/>
                </a:moveTo>
                <a:lnTo>
                  <a:pt x="14835" y="10230"/>
                </a:lnTo>
                <a:lnTo>
                  <a:pt x="2380" y="10230"/>
                </a:lnTo>
                <a:lnTo>
                  <a:pt x="2380" y="3397"/>
                </a:lnTo>
                <a:close/>
                <a:moveTo>
                  <a:pt x="15400" y="11362"/>
                </a:moveTo>
                <a:cubicBezTo>
                  <a:pt x="15714" y="11362"/>
                  <a:pt x="15965" y="11613"/>
                  <a:pt x="15965" y="11927"/>
                </a:cubicBezTo>
                <a:cubicBezTo>
                  <a:pt x="15965" y="12241"/>
                  <a:pt x="15714" y="12495"/>
                  <a:pt x="15400" y="12495"/>
                </a:cubicBezTo>
                <a:lnTo>
                  <a:pt x="1813" y="12495"/>
                </a:lnTo>
                <a:cubicBezTo>
                  <a:pt x="1499" y="12495"/>
                  <a:pt x="1248" y="12241"/>
                  <a:pt x="1248" y="11927"/>
                </a:cubicBezTo>
                <a:cubicBezTo>
                  <a:pt x="1248" y="11613"/>
                  <a:pt x="1499" y="11362"/>
                  <a:pt x="1813" y="11362"/>
                </a:cubicBezTo>
                <a:close/>
                <a:moveTo>
                  <a:pt x="1813" y="0"/>
                </a:moveTo>
                <a:cubicBezTo>
                  <a:pt x="985" y="0"/>
                  <a:pt x="279" y="595"/>
                  <a:pt x="140" y="1410"/>
                </a:cubicBezTo>
                <a:cubicBezTo>
                  <a:pt x="1" y="2226"/>
                  <a:pt x="466" y="3023"/>
                  <a:pt x="1248" y="3300"/>
                </a:cubicBezTo>
                <a:lnTo>
                  <a:pt x="1248" y="10327"/>
                </a:lnTo>
                <a:cubicBezTo>
                  <a:pt x="569" y="10565"/>
                  <a:pt x="116" y="11208"/>
                  <a:pt x="116" y="11927"/>
                </a:cubicBezTo>
                <a:cubicBezTo>
                  <a:pt x="116" y="12866"/>
                  <a:pt x="874" y="13624"/>
                  <a:pt x="1813" y="13627"/>
                </a:cubicBezTo>
                <a:lnTo>
                  <a:pt x="6774" y="13627"/>
                </a:lnTo>
                <a:lnTo>
                  <a:pt x="2522" y="18383"/>
                </a:lnTo>
                <a:cubicBezTo>
                  <a:pt x="2311" y="18615"/>
                  <a:pt x="2332" y="18974"/>
                  <a:pt x="2564" y="19183"/>
                </a:cubicBezTo>
                <a:cubicBezTo>
                  <a:pt x="2673" y="19279"/>
                  <a:pt x="2809" y="19326"/>
                  <a:pt x="2943" y="19326"/>
                </a:cubicBezTo>
                <a:cubicBezTo>
                  <a:pt x="3100" y="19326"/>
                  <a:pt x="3256" y="19262"/>
                  <a:pt x="3368" y="19137"/>
                </a:cubicBezTo>
                <a:lnTo>
                  <a:pt x="8042" y="13908"/>
                </a:lnTo>
                <a:lnTo>
                  <a:pt x="8042" y="18760"/>
                </a:lnTo>
                <a:cubicBezTo>
                  <a:pt x="8042" y="19071"/>
                  <a:pt x="8292" y="19325"/>
                  <a:pt x="8606" y="19325"/>
                </a:cubicBezTo>
                <a:cubicBezTo>
                  <a:pt x="8920" y="19325"/>
                  <a:pt x="9174" y="19071"/>
                  <a:pt x="9174" y="18760"/>
                </a:cubicBezTo>
                <a:lnTo>
                  <a:pt x="9174" y="13908"/>
                </a:lnTo>
                <a:lnTo>
                  <a:pt x="13845" y="19137"/>
                </a:lnTo>
                <a:cubicBezTo>
                  <a:pt x="13956" y="19260"/>
                  <a:pt x="14109" y="19322"/>
                  <a:pt x="14263" y="19322"/>
                </a:cubicBezTo>
                <a:cubicBezTo>
                  <a:pt x="14398" y="19322"/>
                  <a:pt x="14534" y="19274"/>
                  <a:pt x="14642" y="19177"/>
                </a:cubicBezTo>
                <a:cubicBezTo>
                  <a:pt x="14875" y="18971"/>
                  <a:pt x="14896" y="18615"/>
                  <a:pt x="14691" y="18383"/>
                </a:cubicBezTo>
                <a:lnTo>
                  <a:pt x="10439" y="13627"/>
                </a:lnTo>
                <a:lnTo>
                  <a:pt x="15400" y="13627"/>
                </a:lnTo>
                <a:cubicBezTo>
                  <a:pt x="16227" y="13624"/>
                  <a:pt x="16934" y="13029"/>
                  <a:pt x="17073" y="12214"/>
                </a:cubicBezTo>
                <a:cubicBezTo>
                  <a:pt x="17212" y="11399"/>
                  <a:pt x="16747" y="10601"/>
                  <a:pt x="15968" y="10327"/>
                </a:cubicBezTo>
                <a:lnTo>
                  <a:pt x="15968" y="3300"/>
                </a:lnTo>
                <a:cubicBezTo>
                  <a:pt x="16747" y="3023"/>
                  <a:pt x="17212" y="2226"/>
                  <a:pt x="17073" y="1410"/>
                </a:cubicBezTo>
                <a:cubicBezTo>
                  <a:pt x="16934" y="595"/>
                  <a:pt x="16227" y="0"/>
                  <a:pt x="1540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7" name="Google Shape;15067;p81"/>
          <p:cNvSpPr/>
          <p:nvPr/>
        </p:nvSpPr>
        <p:spPr>
          <a:xfrm>
            <a:off x="2236175" y="3608838"/>
            <a:ext cx="455341" cy="453605"/>
          </a:xfrm>
          <a:custGeom>
            <a:avLst/>
            <a:gdLst/>
            <a:ahLst/>
            <a:cxnLst/>
            <a:rect l="l" t="t" r="r" b="b"/>
            <a:pathLst>
              <a:path w="19401" h="19327" extrusionOk="0">
                <a:moveTo>
                  <a:pt x="14796" y="1700"/>
                </a:moveTo>
                <a:lnTo>
                  <a:pt x="17815" y="3965"/>
                </a:lnTo>
                <a:lnTo>
                  <a:pt x="14796" y="6229"/>
                </a:lnTo>
                <a:lnTo>
                  <a:pt x="14796" y="5097"/>
                </a:lnTo>
                <a:cubicBezTo>
                  <a:pt x="14796" y="4783"/>
                  <a:pt x="14542" y="4529"/>
                  <a:pt x="14231" y="4529"/>
                </a:cubicBezTo>
                <a:lnTo>
                  <a:pt x="10795" y="4529"/>
                </a:lnTo>
                <a:cubicBezTo>
                  <a:pt x="9807" y="4529"/>
                  <a:pt x="8893" y="5046"/>
                  <a:pt x="8379" y="5888"/>
                </a:cubicBezTo>
                <a:cubicBezTo>
                  <a:pt x="8177" y="5547"/>
                  <a:pt x="7932" y="5230"/>
                  <a:pt x="7658" y="4946"/>
                </a:cubicBezTo>
                <a:cubicBezTo>
                  <a:pt x="8409" y="3974"/>
                  <a:pt x="9566" y="3403"/>
                  <a:pt x="10795" y="3397"/>
                </a:cubicBezTo>
                <a:lnTo>
                  <a:pt x="14231" y="3397"/>
                </a:lnTo>
                <a:cubicBezTo>
                  <a:pt x="14542" y="3397"/>
                  <a:pt x="14796" y="3143"/>
                  <a:pt x="14796" y="2832"/>
                </a:cubicBezTo>
                <a:lnTo>
                  <a:pt x="14796" y="1700"/>
                </a:lnTo>
                <a:close/>
                <a:moveTo>
                  <a:pt x="5807" y="13011"/>
                </a:moveTo>
                <a:cubicBezTo>
                  <a:pt x="5888" y="13398"/>
                  <a:pt x="6015" y="13778"/>
                  <a:pt x="6184" y="14137"/>
                </a:cubicBezTo>
                <a:cubicBezTo>
                  <a:pt x="5538" y="14566"/>
                  <a:pt x="4777" y="14796"/>
                  <a:pt x="4001" y="14796"/>
                </a:cubicBezTo>
                <a:lnTo>
                  <a:pt x="1700" y="14796"/>
                </a:lnTo>
                <a:cubicBezTo>
                  <a:pt x="1386" y="14796"/>
                  <a:pt x="1133" y="14542"/>
                  <a:pt x="1133" y="14231"/>
                </a:cubicBezTo>
                <a:cubicBezTo>
                  <a:pt x="1133" y="13917"/>
                  <a:pt x="1386" y="13663"/>
                  <a:pt x="1700" y="13663"/>
                </a:cubicBezTo>
                <a:lnTo>
                  <a:pt x="4001" y="13663"/>
                </a:lnTo>
                <a:cubicBezTo>
                  <a:pt x="4662" y="13663"/>
                  <a:pt x="5299" y="13434"/>
                  <a:pt x="5807" y="13011"/>
                </a:cubicBezTo>
                <a:close/>
                <a:moveTo>
                  <a:pt x="4001" y="4529"/>
                </a:moveTo>
                <a:cubicBezTo>
                  <a:pt x="6190" y="4532"/>
                  <a:pt x="7963" y="6305"/>
                  <a:pt x="7966" y="8494"/>
                </a:cubicBezTo>
                <a:lnTo>
                  <a:pt x="7966" y="11966"/>
                </a:lnTo>
                <a:cubicBezTo>
                  <a:pt x="7966" y="13527"/>
                  <a:pt x="9231" y="14792"/>
                  <a:pt x="10795" y="14796"/>
                </a:cubicBezTo>
                <a:lnTo>
                  <a:pt x="14231" y="14796"/>
                </a:lnTo>
                <a:cubicBezTo>
                  <a:pt x="14542" y="14796"/>
                  <a:pt x="14796" y="14542"/>
                  <a:pt x="14796" y="14231"/>
                </a:cubicBezTo>
                <a:lnTo>
                  <a:pt x="14796" y="13099"/>
                </a:lnTo>
                <a:lnTo>
                  <a:pt x="17815" y="15363"/>
                </a:lnTo>
                <a:lnTo>
                  <a:pt x="14796" y="17628"/>
                </a:lnTo>
                <a:lnTo>
                  <a:pt x="14796" y="16495"/>
                </a:lnTo>
                <a:cubicBezTo>
                  <a:pt x="14796" y="16181"/>
                  <a:pt x="14542" y="15928"/>
                  <a:pt x="14231" y="15928"/>
                </a:cubicBezTo>
                <a:lnTo>
                  <a:pt x="10795" y="15928"/>
                </a:lnTo>
                <a:cubicBezTo>
                  <a:pt x="8606" y="15925"/>
                  <a:pt x="6833" y="14152"/>
                  <a:pt x="6833" y="11966"/>
                </a:cubicBezTo>
                <a:lnTo>
                  <a:pt x="6833" y="8494"/>
                </a:lnTo>
                <a:cubicBezTo>
                  <a:pt x="6830" y="6930"/>
                  <a:pt x="5565" y="5665"/>
                  <a:pt x="4001" y="5662"/>
                </a:cubicBezTo>
                <a:lnTo>
                  <a:pt x="1700" y="5662"/>
                </a:lnTo>
                <a:cubicBezTo>
                  <a:pt x="1386" y="5662"/>
                  <a:pt x="1133" y="5408"/>
                  <a:pt x="1133" y="5097"/>
                </a:cubicBezTo>
                <a:cubicBezTo>
                  <a:pt x="1133" y="4783"/>
                  <a:pt x="1386" y="4529"/>
                  <a:pt x="1700" y="4529"/>
                </a:cubicBezTo>
                <a:close/>
                <a:moveTo>
                  <a:pt x="14230" y="0"/>
                </a:moveTo>
                <a:cubicBezTo>
                  <a:pt x="13937" y="0"/>
                  <a:pt x="13663" y="232"/>
                  <a:pt x="13663" y="568"/>
                </a:cubicBezTo>
                <a:lnTo>
                  <a:pt x="13663" y="2265"/>
                </a:lnTo>
                <a:lnTo>
                  <a:pt x="10795" y="2265"/>
                </a:lnTo>
                <a:cubicBezTo>
                  <a:pt x="9228" y="2265"/>
                  <a:pt x="7745" y="2989"/>
                  <a:pt x="6782" y="4224"/>
                </a:cubicBezTo>
                <a:cubicBezTo>
                  <a:pt x="5955" y="3684"/>
                  <a:pt x="4988" y="3397"/>
                  <a:pt x="4001" y="3397"/>
                </a:cubicBezTo>
                <a:lnTo>
                  <a:pt x="1700" y="3397"/>
                </a:lnTo>
                <a:cubicBezTo>
                  <a:pt x="761" y="3397"/>
                  <a:pt x="0" y="4158"/>
                  <a:pt x="0" y="5097"/>
                </a:cubicBezTo>
                <a:cubicBezTo>
                  <a:pt x="0" y="6033"/>
                  <a:pt x="761" y="6794"/>
                  <a:pt x="1700" y="6794"/>
                </a:cubicBezTo>
                <a:lnTo>
                  <a:pt x="4001" y="6794"/>
                </a:lnTo>
                <a:cubicBezTo>
                  <a:pt x="4940" y="6794"/>
                  <a:pt x="5698" y="7555"/>
                  <a:pt x="5701" y="8494"/>
                </a:cubicBezTo>
                <a:lnTo>
                  <a:pt x="5701" y="10834"/>
                </a:lnTo>
                <a:cubicBezTo>
                  <a:pt x="5698" y="11770"/>
                  <a:pt x="4940" y="12531"/>
                  <a:pt x="4001" y="12531"/>
                </a:cubicBezTo>
                <a:lnTo>
                  <a:pt x="1700" y="12531"/>
                </a:lnTo>
                <a:cubicBezTo>
                  <a:pt x="761" y="12531"/>
                  <a:pt x="0" y="13292"/>
                  <a:pt x="0" y="14231"/>
                </a:cubicBezTo>
                <a:cubicBezTo>
                  <a:pt x="0" y="15167"/>
                  <a:pt x="761" y="15928"/>
                  <a:pt x="1700" y="15928"/>
                </a:cubicBezTo>
                <a:lnTo>
                  <a:pt x="4001" y="15928"/>
                </a:lnTo>
                <a:cubicBezTo>
                  <a:pt x="4988" y="15928"/>
                  <a:pt x="5955" y="15641"/>
                  <a:pt x="6782" y="15100"/>
                </a:cubicBezTo>
                <a:cubicBezTo>
                  <a:pt x="7745" y="16338"/>
                  <a:pt x="9228" y="17060"/>
                  <a:pt x="10795" y="17060"/>
                </a:cubicBezTo>
                <a:lnTo>
                  <a:pt x="13663" y="17060"/>
                </a:lnTo>
                <a:lnTo>
                  <a:pt x="13663" y="18760"/>
                </a:lnTo>
                <a:cubicBezTo>
                  <a:pt x="13663" y="19095"/>
                  <a:pt x="13938" y="19326"/>
                  <a:pt x="14232" y="19326"/>
                </a:cubicBezTo>
                <a:cubicBezTo>
                  <a:pt x="14347" y="19326"/>
                  <a:pt x="14464" y="19291"/>
                  <a:pt x="14569" y="19213"/>
                </a:cubicBezTo>
                <a:lnTo>
                  <a:pt x="19098" y="15816"/>
                </a:lnTo>
                <a:cubicBezTo>
                  <a:pt x="19400" y="15590"/>
                  <a:pt x="19400" y="15134"/>
                  <a:pt x="19098" y="14910"/>
                </a:cubicBezTo>
                <a:lnTo>
                  <a:pt x="14569" y="11513"/>
                </a:lnTo>
                <a:cubicBezTo>
                  <a:pt x="14464" y="11434"/>
                  <a:pt x="14345" y="11398"/>
                  <a:pt x="14230" y="11398"/>
                </a:cubicBezTo>
                <a:cubicBezTo>
                  <a:pt x="13937" y="11398"/>
                  <a:pt x="13663" y="11630"/>
                  <a:pt x="13663" y="11966"/>
                </a:cubicBezTo>
                <a:lnTo>
                  <a:pt x="13663" y="13663"/>
                </a:lnTo>
                <a:lnTo>
                  <a:pt x="10795" y="13663"/>
                </a:lnTo>
                <a:cubicBezTo>
                  <a:pt x="9856" y="13663"/>
                  <a:pt x="9098" y="12902"/>
                  <a:pt x="9098" y="11966"/>
                </a:cubicBezTo>
                <a:lnTo>
                  <a:pt x="9098" y="7362"/>
                </a:lnTo>
                <a:cubicBezTo>
                  <a:pt x="9098" y="6423"/>
                  <a:pt x="9856" y="5662"/>
                  <a:pt x="10795" y="5662"/>
                </a:cubicBezTo>
                <a:lnTo>
                  <a:pt x="13663" y="5662"/>
                </a:lnTo>
                <a:lnTo>
                  <a:pt x="13663" y="7362"/>
                </a:lnTo>
                <a:cubicBezTo>
                  <a:pt x="13663" y="7576"/>
                  <a:pt x="13784" y="7769"/>
                  <a:pt x="13977" y="7866"/>
                </a:cubicBezTo>
                <a:cubicBezTo>
                  <a:pt x="14057" y="7906"/>
                  <a:pt x="14144" y="7926"/>
                  <a:pt x="14230" y="7926"/>
                </a:cubicBezTo>
                <a:cubicBezTo>
                  <a:pt x="14350" y="7926"/>
                  <a:pt x="14469" y="7888"/>
                  <a:pt x="14569" y="7815"/>
                </a:cubicBezTo>
                <a:lnTo>
                  <a:pt x="19098" y="4418"/>
                </a:lnTo>
                <a:cubicBezTo>
                  <a:pt x="19400" y="4191"/>
                  <a:pt x="19400" y="3735"/>
                  <a:pt x="19098" y="3512"/>
                </a:cubicBezTo>
                <a:lnTo>
                  <a:pt x="14569" y="115"/>
                </a:lnTo>
                <a:cubicBezTo>
                  <a:pt x="14464" y="36"/>
                  <a:pt x="14345" y="0"/>
                  <a:pt x="142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68" name="Google Shape;15068;p81"/>
          <p:cNvGrpSpPr/>
          <p:nvPr/>
        </p:nvGrpSpPr>
        <p:grpSpPr>
          <a:xfrm>
            <a:off x="2807964" y="3608999"/>
            <a:ext cx="453557" cy="453557"/>
            <a:chOff x="2676100" y="832575"/>
            <a:chExt cx="483125" cy="483125"/>
          </a:xfrm>
        </p:grpSpPr>
        <p:sp>
          <p:nvSpPr>
            <p:cNvPr id="15069" name="Google Shape;15069;p81"/>
            <p:cNvSpPr/>
            <p:nvPr/>
          </p:nvSpPr>
          <p:spPr>
            <a:xfrm>
              <a:off x="2676100" y="832575"/>
              <a:ext cx="483125" cy="483125"/>
            </a:xfrm>
            <a:custGeom>
              <a:avLst/>
              <a:gdLst/>
              <a:ahLst/>
              <a:cxnLst/>
              <a:rect l="l" t="t" r="r" b="b"/>
              <a:pathLst>
                <a:path w="19325" h="19325" extrusionOk="0">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0" name="Google Shape;15070;p81"/>
            <p:cNvSpPr/>
            <p:nvPr/>
          </p:nvSpPr>
          <p:spPr>
            <a:xfrm>
              <a:off x="2762000" y="918475"/>
              <a:ext cx="311400" cy="311400"/>
            </a:xfrm>
            <a:custGeom>
              <a:avLst/>
              <a:gdLst/>
              <a:ahLst/>
              <a:cxnLst/>
              <a:rect l="l" t="t" r="r" b="b"/>
              <a:pathLst>
                <a:path w="12456" h="12456" extrusionOk="0">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1" name="Google Shape;15071;p81"/>
            <p:cNvSpPr/>
            <p:nvPr/>
          </p:nvSpPr>
          <p:spPr>
            <a:xfrm>
              <a:off x="2810775" y="975075"/>
              <a:ext cx="206025" cy="198150"/>
            </a:xfrm>
            <a:custGeom>
              <a:avLst/>
              <a:gdLst/>
              <a:ahLst/>
              <a:cxnLst/>
              <a:rect l="l" t="t" r="r" b="b"/>
              <a:pathLst>
                <a:path w="8241" h="7926" extrusionOk="0">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72" name="Google Shape;15072;p81"/>
          <p:cNvGrpSpPr/>
          <p:nvPr/>
        </p:nvGrpSpPr>
        <p:grpSpPr>
          <a:xfrm>
            <a:off x="3356636" y="3608999"/>
            <a:ext cx="468813" cy="453557"/>
            <a:chOff x="3270550" y="832575"/>
            <a:chExt cx="499375" cy="483125"/>
          </a:xfrm>
        </p:grpSpPr>
        <p:sp>
          <p:nvSpPr>
            <p:cNvPr id="15073" name="Google Shape;15073;p81"/>
            <p:cNvSpPr/>
            <p:nvPr/>
          </p:nvSpPr>
          <p:spPr>
            <a:xfrm>
              <a:off x="3270550" y="865975"/>
              <a:ext cx="463725" cy="449725"/>
            </a:xfrm>
            <a:custGeom>
              <a:avLst/>
              <a:gdLst/>
              <a:ahLst/>
              <a:cxnLst/>
              <a:rect l="l" t="t" r="r" b="b"/>
              <a:pathLst>
                <a:path w="18549" h="17989" extrusionOk="0">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4" name="Google Shape;15074;p81"/>
            <p:cNvSpPr/>
            <p:nvPr/>
          </p:nvSpPr>
          <p:spPr>
            <a:xfrm>
              <a:off x="3562600" y="876075"/>
              <a:ext cx="207325" cy="241775"/>
            </a:xfrm>
            <a:custGeom>
              <a:avLst/>
              <a:gdLst/>
              <a:ahLst/>
              <a:cxnLst/>
              <a:rect l="l" t="t" r="r" b="b"/>
              <a:pathLst>
                <a:path w="8293" h="9671" extrusionOk="0">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5" name="Google Shape;15075;p81"/>
            <p:cNvSpPr/>
            <p:nvPr/>
          </p:nvSpPr>
          <p:spPr>
            <a:xfrm>
              <a:off x="3443500" y="832575"/>
              <a:ext cx="187300" cy="173625"/>
            </a:xfrm>
            <a:custGeom>
              <a:avLst/>
              <a:gdLst/>
              <a:ahLst/>
              <a:cxnLst/>
              <a:rect l="l" t="t" r="r" b="b"/>
              <a:pathLst>
                <a:path w="7492" h="6945" extrusionOk="0">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76" name="Google Shape;15076;p81"/>
          <p:cNvGrpSpPr/>
          <p:nvPr/>
        </p:nvGrpSpPr>
        <p:grpSpPr>
          <a:xfrm>
            <a:off x="3914342" y="3623175"/>
            <a:ext cx="453581" cy="425205"/>
            <a:chOff x="3865000" y="847675"/>
            <a:chExt cx="483150" cy="452925"/>
          </a:xfrm>
        </p:grpSpPr>
        <p:sp>
          <p:nvSpPr>
            <p:cNvPr id="15077" name="Google Shape;15077;p81"/>
            <p:cNvSpPr/>
            <p:nvPr/>
          </p:nvSpPr>
          <p:spPr>
            <a:xfrm>
              <a:off x="3865000" y="847675"/>
              <a:ext cx="483150" cy="452925"/>
            </a:xfrm>
            <a:custGeom>
              <a:avLst/>
              <a:gdLst/>
              <a:ahLst/>
              <a:cxnLst/>
              <a:rect l="l" t="t" r="r" b="b"/>
              <a:pathLst>
                <a:path w="19326" h="18117" extrusionOk="0">
                  <a:moveTo>
                    <a:pt x="9627" y="1132"/>
                  </a:moveTo>
                  <a:cubicBezTo>
                    <a:pt x="14349" y="1132"/>
                    <a:pt x="18193" y="4436"/>
                    <a:pt x="18193" y="8494"/>
                  </a:cubicBezTo>
                  <a:cubicBezTo>
                    <a:pt x="18193" y="12552"/>
                    <a:pt x="14349" y="15852"/>
                    <a:pt x="9627" y="15852"/>
                  </a:cubicBezTo>
                  <a:cubicBezTo>
                    <a:pt x="9619" y="15852"/>
                    <a:pt x="9611" y="15852"/>
                    <a:pt x="9603" y="15852"/>
                  </a:cubicBezTo>
                  <a:cubicBezTo>
                    <a:pt x="8397" y="15852"/>
                    <a:pt x="7207" y="15626"/>
                    <a:pt x="6088" y="15185"/>
                  </a:cubicBezTo>
                  <a:cubicBezTo>
                    <a:pt x="6019" y="15158"/>
                    <a:pt x="5947" y="15144"/>
                    <a:pt x="5876" y="15144"/>
                  </a:cubicBezTo>
                  <a:cubicBezTo>
                    <a:pt x="5720" y="15144"/>
                    <a:pt x="5568" y="15208"/>
                    <a:pt x="5460" y="15327"/>
                  </a:cubicBezTo>
                  <a:cubicBezTo>
                    <a:pt x="4780" y="16070"/>
                    <a:pt x="3896" y="16595"/>
                    <a:pt x="2917" y="16837"/>
                  </a:cubicBezTo>
                  <a:cubicBezTo>
                    <a:pt x="3461" y="15801"/>
                    <a:pt x="3582" y="14593"/>
                    <a:pt x="3262" y="13467"/>
                  </a:cubicBezTo>
                  <a:cubicBezTo>
                    <a:pt x="3238" y="13379"/>
                    <a:pt x="3189" y="13295"/>
                    <a:pt x="3126" y="13228"/>
                  </a:cubicBezTo>
                  <a:cubicBezTo>
                    <a:pt x="1843" y="11906"/>
                    <a:pt x="1133" y="10224"/>
                    <a:pt x="1133" y="8494"/>
                  </a:cubicBezTo>
                  <a:cubicBezTo>
                    <a:pt x="1133" y="4436"/>
                    <a:pt x="4944" y="1132"/>
                    <a:pt x="9627" y="1132"/>
                  </a:cubicBezTo>
                  <a:close/>
                  <a:moveTo>
                    <a:pt x="9627" y="0"/>
                  </a:moveTo>
                  <a:cubicBezTo>
                    <a:pt x="7066" y="0"/>
                    <a:pt x="4663" y="876"/>
                    <a:pt x="2848" y="2461"/>
                  </a:cubicBezTo>
                  <a:cubicBezTo>
                    <a:pt x="1012" y="4067"/>
                    <a:pt x="1" y="6211"/>
                    <a:pt x="1" y="8494"/>
                  </a:cubicBezTo>
                  <a:cubicBezTo>
                    <a:pt x="1" y="10472"/>
                    <a:pt x="783" y="12389"/>
                    <a:pt x="2208" y="13908"/>
                  </a:cubicBezTo>
                  <a:cubicBezTo>
                    <a:pt x="2492" y="15073"/>
                    <a:pt x="2148" y="16302"/>
                    <a:pt x="1299" y="17151"/>
                  </a:cubicBezTo>
                  <a:cubicBezTo>
                    <a:pt x="943" y="17507"/>
                    <a:pt x="1193" y="18117"/>
                    <a:pt x="1701" y="18117"/>
                  </a:cubicBezTo>
                  <a:cubicBezTo>
                    <a:pt x="3313" y="18114"/>
                    <a:pt x="4862" y="17489"/>
                    <a:pt x="6024" y="16372"/>
                  </a:cubicBezTo>
                  <a:cubicBezTo>
                    <a:pt x="7173" y="16776"/>
                    <a:pt x="8380" y="16985"/>
                    <a:pt x="9600" y="16985"/>
                  </a:cubicBezTo>
                  <a:cubicBezTo>
                    <a:pt x="9609" y="16985"/>
                    <a:pt x="9618" y="16985"/>
                    <a:pt x="9627" y="16985"/>
                  </a:cubicBezTo>
                  <a:cubicBezTo>
                    <a:pt x="12184" y="16985"/>
                    <a:pt x="14606" y="16112"/>
                    <a:pt x="16439" y="14524"/>
                  </a:cubicBezTo>
                  <a:cubicBezTo>
                    <a:pt x="18302" y="12914"/>
                    <a:pt x="19325" y="10773"/>
                    <a:pt x="19325" y="8494"/>
                  </a:cubicBezTo>
                  <a:cubicBezTo>
                    <a:pt x="19325" y="6211"/>
                    <a:pt x="18302" y="4070"/>
                    <a:pt x="16439" y="2461"/>
                  </a:cubicBezTo>
                  <a:cubicBezTo>
                    <a:pt x="14606" y="873"/>
                    <a:pt x="12184" y="0"/>
                    <a:pt x="96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8" name="Google Shape;15078;p81"/>
            <p:cNvSpPr/>
            <p:nvPr/>
          </p:nvSpPr>
          <p:spPr>
            <a:xfrm>
              <a:off x="4173600"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2" y="1738"/>
                    <a:pt x="1132" y="1512"/>
                  </a:cubicBezTo>
                  <a:cubicBezTo>
                    <a:pt x="1132"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9" name="Google Shape;15079;p81"/>
            <p:cNvSpPr/>
            <p:nvPr/>
          </p:nvSpPr>
          <p:spPr>
            <a:xfrm>
              <a:off x="4068825" y="1029775"/>
              <a:ext cx="78450" cy="75550"/>
            </a:xfrm>
            <a:custGeom>
              <a:avLst/>
              <a:gdLst/>
              <a:ahLst/>
              <a:cxnLst/>
              <a:rect l="l" t="t" r="r" b="b"/>
              <a:pathLst>
                <a:path w="3138" h="3022" extrusionOk="0">
                  <a:moveTo>
                    <a:pt x="1510" y="1134"/>
                  </a:moveTo>
                  <a:cubicBezTo>
                    <a:pt x="1845" y="1134"/>
                    <a:pt x="2014" y="1539"/>
                    <a:pt x="1776" y="1777"/>
                  </a:cubicBezTo>
                  <a:cubicBezTo>
                    <a:pt x="1699" y="1855"/>
                    <a:pt x="1605" y="1889"/>
                    <a:pt x="1513" y="1889"/>
                  </a:cubicBezTo>
                  <a:cubicBezTo>
                    <a:pt x="1319" y="1889"/>
                    <a:pt x="1132" y="1738"/>
                    <a:pt x="1132" y="1512"/>
                  </a:cubicBezTo>
                  <a:cubicBezTo>
                    <a:pt x="1132" y="1300"/>
                    <a:pt x="1302" y="1134"/>
                    <a:pt x="1510" y="1134"/>
                  </a:cubicBezTo>
                  <a:close/>
                  <a:moveTo>
                    <a:pt x="1511" y="1"/>
                  </a:moveTo>
                  <a:cubicBezTo>
                    <a:pt x="1316" y="1"/>
                    <a:pt x="1120" y="39"/>
                    <a:pt x="933" y="117"/>
                  </a:cubicBezTo>
                  <a:cubicBezTo>
                    <a:pt x="369" y="349"/>
                    <a:pt x="0" y="899"/>
                    <a:pt x="0" y="1512"/>
                  </a:cubicBezTo>
                  <a:cubicBezTo>
                    <a:pt x="0" y="2345"/>
                    <a:pt x="677" y="3021"/>
                    <a:pt x="1510" y="3021"/>
                  </a:cubicBezTo>
                  <a:cubicBezTo>
                    <a:pt x="2120" y="3021"/>
                    <a:pt x="2672" y="2653"/>
                    <a:pt x="2905" y="2088"/>
                  </a:cubicBezTo>
                  <a:cubicBezTo>
                    <a:pt x="3137" y="1524"/>
                    <a:pt x="3011" y="875"/>
                    <a:pt x="2579" y="443"/>
                  </a:cubicBezTo>
                  <a:cubicBezTo>
                    <a:pt x="2290" y="154"/>
                    <a:pt x="1903" y="1"/>
                    <a:pt x="151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0" name="Google Shape;15080;p81"/>
            <p:cNvSpPr/>
            <p:nvPr/>
          </p:nvSpPr>
          <p:spPr>
            <a:xfrm>
              <a:off x="3964125"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3" y="1738"/>
                    <a:pt x="1133" y="1512"/>
                  </a:cubicBezTo>
                  <a:cubicBezTo>
                    <a:pt x="1133"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81" name="Google Shape;15081;p81"/>
          <p:cNvGrpSpPr/>
          <p:nvPr/>
        </p:nvGrpSpPr>
        <p:grpSpPr>
          <a:xfrm>
            <a:off x="4468585" y="3636400"/>
            <a:ext cx="459731" cy="398755"/>
            <a:chOff x="4452900" y="861750"/>
            <a:chExt cx="489700" cy="424750"/>
          </a:xfrm>
        </p:grpSpPr>
        <p:sp>
          <p:nvSpPr>
            <p:cNvPr id="15082" name="Google Shape;15082;p81"/>
            <p:cNvSpPr/>
            <p:nvPr/>
          </p:nvSpPr>
          <p:spPr>
            <a:xfrm>
              <a:off x="4452900" y="861750"/>
              <a:ext cx="489700" cy="424750"/>
            </a:xfrm>
            <a:custGeom>
              <a:avLst/>
              <a:gdLst/>
              <a:ahLst/>
              <a:cxnLst/>
              <a:rect l="l" t="t" r="r" b="b"/>
              <a:pathLst>
                <a:path w="19588" h="16990" extrusionOk="0">
                  <a:moveTo>
                    <a:pt x="3660" y="1137"/>
                  </a:moveTo>
                  <a:cubicBezTo>
                    <a:pt x="4575" y="1137"/>
                    <a:pt x="5402" y="1687"/>
                    <a:pt x="5752" y="2532"/>
                  </a:cubicBezTo>
                  <a:cubicBezTo>
                    <a:pt x="6102" y="3380"/>
                    <a:pt x="5909" y="4353"/>
                    <a:pt x="5260" y="5002"/>
                  </a:cubicBezTo>
                  <a:cubicBezTo>
                    <a:pt x="4828" y="5434"/>
                    <a:pt x="4249" y="5664"/>
                    <a:pt x="3660" y="5664"/>
                  </a:cubicBezTo>
                  <a:cubicBezTo>
                    <a:pt x="3368" y="5664"/>
                    <a:pt x="3073" y="5607"/>
                    <a:pt x="2793" y="5491"/>
                  </a:cubicBezTo>
                  <a:cubicBezTo>
                    <a:pt x="1948" y="5141"/>
                    <a:pt x="1395" y="4317"/>
                    <a:pt x="1395" y="3402"/>
                  </a:cubicBezTo>
                  <a:cubicBezTo>
                    <a:pt x="1395" y="2149"/>
                    <a:pt x="2410" y="1137"/>
                    <a:pt x="3660" y="1137"/>
                  </a:cubicBezTo>
                  <a:close/>
                  <a:moveTo>
                    <a:pt x="10453" y="1137"/>
                  </a:moveTo>
                  <a:cubicBezTo>
                    <a:pt x="11043" y="1137"/>
                    <a:pt x="11622" y="1366"/>
                    <a:pt x="12054" y="1798"/>
                  </a:cubicBezTo>
                  <a:cubicBezTo>
                    <a:pt x="12703" y="2447"/>
                    <a:pt x="12896" y="3420"/>
                    <a:pt x="12546" y="4268"/>
                  </a:cubicBezTo>
                  <a:cubicBezTo>
                    <a:pt x="12196" y="5114"/>
                    <a:pt x="11368" y="5666"/>
                    <a:pt x="10453" y="5666"/>
                  </a:cubicBezTo>
                  <a:cubicBezTo>
                    <a:pt x="9203" y="5663"/>
                    <a:pt x="8189" y="4652"/>
                    <a:pt x="8189" y="3402"/>
                  </a:cubicBezTo>
                  <a:cubicBezTo>
                    <a:pt x="8189" y="2484"/>
                    <a:pt x="8741" y="1659"/>
                    <a:pt x="9587" y="1309"/>
                  </a:cubicBezTo>
                  <a:cubicBezTo>
                    <a:pt x="9867" y="1193"/>
                    <a:pt x="10161" y="1137"/>
                    <a:pt x="10453" y="1137"/>
                  </a:cubicBezTo>
                  <a:close/>
                  <a:moveTo>
                    <a:pt x="14983" y="9063"/>
                  </a:moveTo>
                  <a:lnTo>
                    <a:pt x="14983" y="13592"/>
                  </a:lnTo>
                  <a:lnTo>
                    <a:pt x="13850" y="13592"/>
                  </a:lnTo>
                  <a:lnTo>
                    <a:pt x="13850" y="9063"/>
                  </a:lnTo>
                  <a:close/>
                  <a:moveTo>
                    <a:pt x="18455" y="7276"/>
                  </a:moveTo>
                  <a:lnTo>
                    <a:pt x="18455" y="15377"/>
                  </a:lnTo>
                  <a:lnTo>
                    <a:pt x="16115" y="13849"/>
                  </a:lnTo>
                  <a:lnTo>
                    <a:pt x="16115" y="8803"/>
                  </a:lnTo>
                  <a:lnTo>
                    <a:pt x="18455" y="7276"/>
                  </a:lnTo>
                  <a:close/>
                  <a:moveTo>
                    <a:pt x="12153" y="6799"/>
                  </a:moveTo>
                  <a:cubicBezTo>
                    <a:pt x="12464" y="6799"/>
                    <a:pt x="12718" y="7049"/>
                    <a:pt x="12718" y="7363"/>
                  </a:cubicBezTo>
                  <a:lnTo>
                    <a:pt x="12718" y="15289"/>
                  </a:lnTo>
                  <a:cubicBezTo>
                    <a:pt x="12718" y="15603"/>
                    <a:pt x="12464" y="15857"/>
                    <a:pt x="12153" y="15857"/>
                  </a:cubicBezTo>
                  <a:lnTo>
                    <a:pt x="1963" y="15857"/>
                  </a:lnTo>
                  <a:cubicBezTo>
                    <a:pt x="1649" y="15857"/>
                    <a:pt x="1395" y="15603"/>
                    <a:pt x="1395" y="15289"/>
                  </a:cubicBezTo>
                  <a:lnTo>
                    <a:pt x="1395" y="7363"/>
                  </a:lnTo>
                  <a:cubicBezTo>
                    <a:pt x="1395" y="7049"/>
                    <a:pt x="1649" y="6799"/>
                    <a:pt x="1963" y="6799"/>
                  </a:cubicBezTo>
                  <a:close/>
                  <a:moveTo>
                    <a:pt x="3656" y="0"/>
                  </a:moveTo>
                  <a:cubicBezTo>
                    <a:pt x="3623" y="0"/>
                    <a:pt x="3590" y="1"/>
                    <a:pt x="3557" y="2"/>
                  </a:cubicBezTo>
                  <a:cubicBezTo>
                    <a:pt x="2198" y="44"/>
                    <a:pt x="997" y="889"/>
                    <a:pt x="498" y="2155"/>
                  </a:cubicBezTo>
                  <a:cubicBezTo>
                    <a:pt x="0" y="3417"/>
                    <a:pt x="305" y="4857"/>
                    <a:pt x="1271" y="5811"/>
                  </a:cubicBezTo>
                  <a:cubicBezTo>
                    <a:pt x="658" y="6086"/>
                    <a:pt x="263" y="6693"/>
                    <a:pt x="263" y="7363"/>
                  </a:cubicBezTo>
                  <a:lnTo>
                    <a:pt x="263" y="15289"/>
                  </a:lnTo>
                  <a:cubicBezTo>
                    <a:pt x="263" y="16228"/>
                    <a:pt x="1024" y="16986"/>
                    <a:pt x="1963" y="16989"/>
                  </a:cubicBezTo>
                  <a:lnTo>
                    <a:pt x="12153" y="16989"/>
                  </a:lnTo>
                  <a:cubicBezTo>
                    <a:pt x="13089" y="16986"/>
                    <a:pt x="13850" y="16228"/>
                    <a:pt x="13850" y="15289"/>
                  </a:cubicBezTo>
                  <a:lnTo>
                    <a:pt x="13850" y="14725"/>
                  </a:lnTo>
                  <a:lnTo>
                    <a:pt x="15381" y="14725"/>
                  </a:lnTo>
                  <a:lnTo>
                    <a:pt x="18712" y="16896"/>
                  </a:lnTo>
                  <a:cubicBezTo>
                    <a:pt x="18810" y="16959"/>
                    <a:pt x="18916" y="16988"/>
                    <a:pt x="19020" y="16988"/>
                  </a:cubicBezTo>
                  <a:cubicBezTo>
                    <a:pt x="19315" y="16988"/>
                    <a:pt x="19587" y="16754"/>
                    <a:pt x="19587" y="16422"/>
                  </a:cubicBezTo>
                  <a:lnTo>
                    <a:pt x="19587" y="6231"/>
                  </a:lnTo>
                  <a:cubicBezTo>
                    <a:pt x="19587" y="6023"/>
                    <a:pt x="19473" y="5832"/>
                    <a:pt x="19291" y="5733"/>
                  </a:cubicBezTo>
                  <a:cubicBezTo>
                    <a:pt x="19206" y="5687"/>
                    <a:pt x="19114" y="5664"/>
                    <a:pt x="19021" y="5664"/>
                  </a:cubicBezTo>
                  <a:cubicBezTo>
                    <a:pt x="18913" y="5664"/>
                    <a:pt x="18806" y="5695"/>
                    <a:pt x="18712" y="5757"/>
                  </a:cubicBezTo>
                  <a:lnTo>
                    <a:pt x="15381" y="7931"/>
                  </a:lnTo>
                  <a:lnTo>
                    <a:pt x="13850" y="7931"/>
                  </a:lnTo>
                  <a:lnTo>
                    <a:pt x="13850" y="7363"/>
                  </a:lnTo>
                  <a:cubicBezTo>
                    <a:pt x="13850" y="6693"/>
                    <a:pt x="13455" y="6086"/>
                    <a:pt x="12842" y="5811"/>
                  </a:cubicBezTo>
                  <a:cubicBezTo>
                    <a:pt x="13808" y="4857"/>
                    <a:pt x="14113" y="3417"/>
                    <a:pt x="13615" y="2155"/>
                  </a:cubicBezTo>
                  <a:cubicBezTo>
                    <a:pt x="13117" y="889"/>
                    <a:pt x="11915" y="44"/>
                    <a:pt x="10556" y="2"/>
                  </a:cubicBezTo>
                  <a:cubicBezTo>
                    <a:pt x="10523" y="1"/>
                    <a:pt x="10490" y="0"/>
                    <a:pt x="10457" y="0"/>
                  </a:cubicBezTo>
                  <a:cubicBezTo>
                    <a:pt x="9137" y="0"/>
                    <a:pt x="7933" y="763"/>
                    <a:pt x="7374" y="1967"/>
                  </a:cubicBezTo>
                  <a:cubicBezTo>
                    <a:pt x="6800" y="3199"/>
                    <a:pt x="7017" y="4652"/>
                    <a:pt x="7926" y="5666"/>
                  </a:cubicBezTo>
                  <a:lnTo>
                    <a:pt x="6190" y="5666"/>
                  </a:lnTo>
                  <a:cubicBezTo>
                    <a:pt x="7096" y="4652"/>
                    <a:pt x="7313" y="3199"/>
                    <a:pt x="6740" y="1967"/>
                  </a:cubicBezTo>
                  <a:cubicBezTo>
                    <a:pt x="6180" y="763"/>
                    <a:pt x="4976" y="0"/>
                    <a:pt x="365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3" name="Google Shape;15083;p81"/>
            <p:cNvSpPr/>
            <p:nvPr/>
          </p:nvSpPr>
          <p:spPr>
            <a:xfrm>
              <a:off x="4572675" y="1074100"/>
              <a:ext cx="115375" cy="141625"/>
            </a:xfrm>
            <a:custGeom>
              <a:avLst/>
              <a:gdLst/>
              <a:ahLst/>
              <a:cxnLst/>
              <a:rect l="l" t="t" r="r" b="b"/>
              <a:pathLst>
                <a:path w="4615" h="5665" extrusionOk="0">
                  <a:moveTo>
                    <a:pt x="1133" y="1626"/>
                  </a:moveTo>
                  <a:lnTo>
                    <a:pt x="2945" y="2834"/>
                  </a:lnTo>
                  <a:lnTo>
                    <a:pt x="1133" y="4041"/>
                  </a:lnTo>
                  <a:lnTo>
                    <a:pt x="1133" y="1626"/>
                  </a:lnTo>
                  <a:close/>
                  <a:moveTo>
                    <a:pt x="569" y="1"/>
                  </a:moveTo>
                  <a:cubicBezTo>
                    <a:pt x="274" y="1"/>
                    <a:pt x="1" y="236"/>
                    <a:pt x="1" y="569"/>
                  </a:cubicBezTo>
                  <a:lnTo>
                    <a:pt x="1" y="5098"/>
                  </a:lnTo>
                  <a:cubicBezTo>
                    <a:pt x="1" y="5430"/>
                    <a:pt x="275" y="5665"/>
                    <a:pt x="571" y="5665"/>
                  </a:cubicBezTo>
                  <a:cubicBezTo>
                    <a:pt x="676" y="5665"/>
                    <a:pt x="784" y="5635"/>
                    <a:pt x="883" y="5569"/>
                  </a:cubicBezTo>
                  <a:lnTo>
                    <a:pt x="4280" y="3305"/>
                  </a:lnTo>
                  <a:cubicBezTo>
                    <a:pt x="4615" y="3078"/>
                    <a:pt x="4615" y="2583"/>
                    <a:pt x="4280" y="2360"/>
                  </a:cubicBezTo>
                  <a:lnTo>
                    <a:pt x="4280" y="2363"/>
                  </a:lnTo>
                  <a:lnTo>
                    <a:pt x="883" y="98"/>
                  </a:lnTo>
                  <a:cubicBezTo>
                    <a:pt x="783" y="31"/>
                    <a:pt x="674" y="1"/>
                    <a:pt x="56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4" name="Google Shape;15084;p81"/>
            <p:cNvSpPr/>
            <p:nvPr/>
          </p:nvSpPr>
          <p:spPr>
            <a:xfrm>
              <a:off x="4714225" y="1060000"/>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3" y="879"/>
                    <a:pt x="1133" y="565"/>
                  </a:cubicBezTo>
                  <a:cubicBezTo>
                    <a:pt x="1133" y="251"/>
                    <a:pt x="879" y="1"/>
                    <a:pt x="5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85" name="Google Shape;15085;p81"/>
          <p:cNvGrpSpPr/>
          <p:nvPr/>
        </p:nvGrpSpPr>
        <p:grpSpPr>
          <a:xfrm>
            <a:off x="5024895" y="3609011"/>
            <a:ext cx="474188" cy="453535"/>
            <a:chOff x="5049750" y="832600"/>
            <a:chExt cx="505100" cy="483100"/>
          </a:xfrm>
        </p:grpSpPr>
        <p:sp>
          <p:nvSpPr>
            <p:cNvPr id="15086" name="Google Shape;15086;p81"/>
            <p:cNvSpPr/>
            <p:nvPr/>
          </p:nvSpPr>
          <p:spPr>
            <a:xfrm>
              <a:off x="5049750" y="832600"/>
              <a:ext cx="505100" cy="483100"/>
            </a:xfrm>
            <a:custGeom>
              <a:avLst/>
              <a:gdLst/>
              <a:ahLst/>
              <a:cxnLst/>
              <a:rect l="l" t="t" r="r" b="b"/>
              <a:pathLst>
                <a:path w="20204" h="19324" extrusionOk="0">
                  <a:moveTo>
                    <a:pt x="12136" y="1129"/>
                  </a:moveTo>
                  <a:cubicBezTo>
                    <a:pt x="13730" y="1129"/>
                    <a:pt x="15325" y="1737"/>
                    <a:pt x="16538" y="2952"/>
                  </a:cubicBezTo>
                  <a:cubicBezTo>
                    <a:pt x="18969" y="5383"/>
                    <a:pt x="18969" y="9323"/>
                    <a:pt x="16538" y="11757"/>
                  </a:cubicBezTo>
                  <a:cubicBezTo>
                    <a:pt x="15341" y="12950"/>
                    <a:pt x="13747" y="13579"/>
                    <a:pt x="12129" y="13579"/>
                  </a:cubicBezTo>
                  <a:cubicBezTo>
                    <a:pt x="11233" y="13579"/>
                    <a:pt x="10329" y="13386"/>
                    <a:pt x="9482" y="12989"/>
                  </a:cubicBezTo>
                  <a:cubicBezTo>
                    <a:pt x="9461" y="12980"/>
                    <a:pt x="9440" y="12968"/>
                    <a:pt x="9419" y="12959"/>
                  </a:cubicBezTo>
                  <a:cubicBezTo>
                    <a:pt x="8794" y="12657"/>
                    <a:pt x="8223" y="12249"/>
                    <a:pt x="7734" y="11757"/>
                  </a:cubicBezTo>
                  <a:cubicBezTo>
                    <a:pt x="5306" y="9329"/>
                    <a:pt x="5306" y="5380"/>
                    <a:pt x="7734" y="2952"/>
                  </a:cubicBezTo>
                  <a:cubicBezTo>
                    <a:pt x="8948" y="1737"/>
                    <a:pt x="10542" y="1129"/>
                    <a:pt x="12136" y="1129"/>
                  </a:cubicBezTo>
                  <a:close/>
                  <a:moveTo>
                    <a:pt x="5871" y="11216"/>
                  </a:moveTo>
                  <a:cubicBezTo>
                    <a:pt x="6475" y="12195"/>
                    <a:pt x="7296" y="13016"/>
                    <a:pt x="8271" y="13620"/>
                  </a:cubicBezTo>
                  <a:lnTo>
                    <a:pt x="7734" y="14160"/>
                  </a:lnTo>
                  <a:cubicBezTo>
                    <a:pt x="7622" y="14271"/>
                    <a:pt x="7477" y="14326"/>
                    <a:pt x="7332" y="14326"/>
                  </a:cubicBezTo>
                  <a:cubicBezTo>
                    <a:pt x="7188" y="14326"/>
                    <a:pt x="7044" y="14271"/>
                    <a:pt x="6934" y="14160"/>
                  </a:cubicBezTo>
                  <a:lnTo>
                    <a:pt x="5330" y="12557"/>
                  </a:lnTo>
                  <a:cubicBezTo>
                    <a:pt x="5110" y="12337"/>
                    <a:pt x="5110" y="11977"/>
                    <a:pt x="5330" y="11757"/>
                  </a:cubicBezTo>
                  <a:lnTo>
                    <a:pt x="5871" y="11216"/>
                  </a:lnTo>
                  <a:close/>
                  <a:moveTo>
                    <a:pt x="4932" y="13762"/>
                  </a:moveTo>
                  <a:lnTo>
                    <a:pt x="5732" y="14562"/>
                  </a:lnTo>
                  <a:lnTo>
                    <a:pt x="4932" y="15362"/>
                  </a:lnTo>
                  <a:lnTo>
                    <a:pt x="4131" y="14562"/>
                  </a:lnTo>
                  <a:lnTo>
                    <a:pt x="4932" y="13762"/>
                  </a:lnTo>
                  <a:close/>
                  <a:moveTo>
                    <a:pt x="3328" y="15362"/>
                  </a:moveTo>
                  <a:lnTo>
                    <a:pt x="4128" y="16162"/>
                  </a:lnTo>
                  <a:lnTo>
                    <a:pt x="2268" y="18025"/>
                  </a:lnTo>
                  <a:cubicBezTo>
                    <a:pt x="2157" y="18135"/>
                    <a:pt x="2013" y="18190"/>
                    <a:pt x="1868" y="18190"/>
                  </a:cubicBezTo>
                  <a:cubicBezTo>
                    <a:pt x="1723" y="18190"/>
                    <a:pt x="1577" y="18134"/>
                    <a:pt x="1465" y="18022"/>
                  </a:cubicBezTo>
                  <a:cubicBezTo>
                    <a:pt x="1245" y="17802"/>
                    <a:pt x="1245" y="17443"/>
                    <a:pt x="1465" y="17222"/>
                  </a:cubicBezTo>
                  <a:lnTo>
                    <a:pt x="3328" y="15362"/>
                  </a:lnTo>
                  <a:close/>
                  <a:moveTo>
                    <a:pt x="12135" y="1"/>
                  </a:moveTo>
                  <a:cubicBezTo>
                    <a:pt x="10250" y="1"/>
                    <a:pt x="8365" y="718"/>
                    <a:pt x="6931" y="2152"/>
                  </a:cubicBezTo>
                  <a:cubicBezTo>
                    <a:pt x="4769" y="4311"/>
                    <a:pt x="4237" y="7493"/>
                    <a:pt x="5330" y="10157"/>
                  </a:cubicBezTo>
                  <a:lnTo>
                    <a:pt x="4527" y="10957"/>
                  </a:lnTo>
                  <a:cubicBezTo>
                    <a:pt x="4020" y="11467"/>
                    <a:pt x="3887" y="12240"/>
                    <a:pt x="4198" y="12892"/>
                  </a:cubicBezTo>
                  <a:lnTo>
                    <a:pt x="665" y="16422"/>
                  </a:lnTo>
                  <a:cubicBezTo>
                    <a:pt x="1" y="17086"/>
                    <a:pt x="1" y="18161"/>
                    <a:pt x="665" y="18825"/>
                  </a:cubicBezTo>
                  <a:cubicBezTo>
                    <a:pt x="996" y="19158"/>
                    <a:pt x="1431" y="19324"/>
                    <a:pt x="1865" y="19324"/>
                  </a:cubicBezTo>
                  <a:cubicBezTo>
                    <a:pt x="2300" y="19324"/>
                    <a:pt x="2735" y="19158"/>
                    <a:pt x="3066" y="18825"/>
                  </a:cubicBezTo>
                  <a:lnTo>
                    <a:pt x="6598" y="15293"/>
                  </a:lnTo>
                  <a:cubicBezTo>
                    <a:pt x="6831" y="15403"/>
                    <a:pt x="7081" y="15457"/>
                    <a:pt x="7328" y="15457"/>
                  </a:cubicBezTo>
                  <a:cubicBezTo>
                    <a:pt x="7770" y="15457"/>
                    <a:pt x="8206" y="15286"/>
                    <a:pt x="8531" y="14961"/>
                  </a:cubicBezTo>
                  <a:lnTo>
                    <a:pt x="9331" y="14163"/>
                  </a:lnTo>
                  <a:cubicBezTo>
                    <a:pt x="10241" y="14538"/>
                    <a:pt x="11190" y="14717"/>
                    <a:pt x="12127" y="14717"/>
                  </a:cubicBezTo>
                  <a:cubicBezTo>
                    <a:pt x="14530" y="14717"/>
                    <a:pt x="16858" y="13537"/>
                    <a:pt x="18256" y="11437"/>
                  </a:cubicBezTo>
                  <a:cubicBezTo>
                    <a:pt x="20204" y="8520"/>
                    <a:pt x="19821" y="4631"/>
                    <a:pt x="17342" y="2152"/>
                  </a:cubicBezTo>
                  <a:cubicBezTo>
                    <a:pt x="15906" y="718"/>
                    <a:pt x="14020" y="1"/>
                    <a:pt x="1213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7" name="Google Shape;15087;p81"/>
            <p:cNvSpPr/>
            <p:nvPr/>
          </p:nvSpPr>
          <p:spPr>
            <a:xfrm>
              <a:off x="5216725" y="889175"/>
              <a:ext cx="276000" cy="254400"/>
            </a:xfrm>
            <a:custGeom>
              <a:avLst/>
              <a:gdLst/>
              <a:ahLst/>
              <a:cxnLst/>
              <a:rect l="l" t="t" r="r" b="b"/>
              <a:pathLst>
                <a:path w="11040" h="10176" extrusionOk="0">
                  <a:moveTo>
                    <a:pt x="5456" y="1133"/>
                  </a:moveTo>
                  <a:cubicBezTo>
                    <a:pt x="6487" y="1133"/>
                    <a:pt x="7500" y="1535"/>
                    <a:pt x="8259" y="2293"/>
                  </a:cubicBezTo>
                  <a:cubicBezTo>
                    <a:pt x="9802" y="3839"/>
                    <a:pt x="9802" y="6348"/>
                    <a:pt x="8259" y="7897"/>
                  </a:cubicBezTo>
                  <a:cubicBezTo>
                    <a:pt x="7501" y="8653"/>
                    <a:pt x="6489" y="9055"/>
                    <a:pt x="5460" y="9055"/>
                  </a:cubicBezTo>
                  <a:cubicBezTo>
                    <a:pt x="4948" y="9055"/>
                    <a:pt x="4433" y="8956"/>
                    <a:pt x="3941" y="8751"/>
                  </a:cubicBezTo>
                  <a:cubicBezTo>
                    <a:pt x="2462" y="8138"/>
                    <a:pt x="1499" y="6695"/>
                    <a:pt x="1499" y="5095"/>
                  </a:cubicBezTo>
                  <a:cubicBezTo>
                    <a:pt x="1499" y="3491"/>
                    <a:pt x="2462" y="2048"/>
                    <a:pt x="3941" y="1435"/>
                  </a:cubicBezTo>
                  <a:cubicBezTo>
                    <a:pt x="4431" y="1232"/>
                    <a:pt x="4946" y="1133"/>
                    <a:pt x="5456" y="1133"/>
                  </a:cubicBezTo>
                  <a:close/>
                  <a:moveTo>
                    <a:pt x="5468" y="1"/>
                  </a:moveTo>
                  <a:cubicBezTo>
                    <a:pt x="5465" y="1"/>
                    <a:pt x="5461" y="1"/>
                    <a:pt x="5457" y="1"/>
                  </a:cubicBezTo>
                  <a:cubicBezTo>
                    <a:pt x="3029" y="4"/>
                    <a:pt x="943" y="1719"/>
                    <a:pt x="472" y="4098"/>
                  </a:cubicBezTo>
                  <a:cubicBezTo>
                    <a:pt x="1" y="6481"/>
                    <a:pt x="1275" y="8860"/>
                    <a:pt x="3519" y="9787"/>
                  </a:cubicBezTo>
                  <a:cubicBezTo>
                    <a:pt x="4151" y="10049"/>
                    <a:pt x="4811" y="10175"/>
                    <a:pt x="5463" y="10175"/>
                  </a:cubicBezTo>
                  <a:cubicBezTo>
                    <a:pt x="7120" y="10175"/>
                    <a:pt x="8725" y="9362"/>
                    <a:pt x="9693" y="7912"/>
                  </a:cubicBezTo>
                  <a:cubicBezTo>
                    <a:pt x="11040" y="5895"/>
                    <a:pt x="10774" y="3207"/>
                    <a:pt x="9059" y="1492"/>
                  </a:cubicBezTo>
                  <a:cubicBezTo>
                    <a:pt x="8108" y="535"/>
                    <a:pt x="6814" y="1"/>
                    <a:pt x="54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88" name="Google Shape;15088;p81"/>
          <p:cNvSpPr/>
          <p:nvPr/>
        </p:nvSpPr>
        <p:spPr>
          <a:xfrm>
            <a:off x="5585240" y="3641702"/>
            <a:ext cx="455600" cy="387865"/>
          </a:xfrm>
          <a:custGeom>
            <a:avLst/>
            <a:gdLst/>
            <a:ahLst/>
            <a:cxnLst/>
            <a:rect l="l" t="t" r="r" b="b"/>
            <a:pathLst>
              <a:path w="19412" h="16526" extrusionOk="0">
                <a:moveTo>
                  <a:pt x="8421" y="4128"/>
                </a:moveTo>
                <a:lnTo>
                  <a:pt x="8421" y="6791"/>
                </a:lnTo>
                <a:lnTo>
                  <a:pt x="5302" y="6791"/>
                </a:lnTo>
                <a:lnTo>
                  <a:pt x="4511" y="4128"/>
                </a:lnTo>
                <a:close/>
                <a:moveTo>
                  <a:pt x="12661" y="4131"/>
                </a:moveTo>
                <a:lnTo>
                  <a:pt x="12661" y="6791"/>
                </a:lnTo>
                <a:lnTo>
                  <a:pt x="9554" y="6791"/>
                </a:lnTo>
                <a:lnTo>
                  <a:pt x="9554" y="4131"/>
                </a:lnTo>
                <a:close/>
                <a:moveTo>
                  <a:pt x="17999" y="4131"/>
                </a:moveTo>
                <a:lnTo>
                  <a:pt x="17208" y="6791"/>
                </a:lnTo>
                <a:lnTo>
                  <a:pt x="13793" y="6791"/>
                </a:lnTo>
                <a:lnTo>
                  <a:pt x="13793" y="4131"/>
                </a:lnTo>
                <a:close/>
                <a:moveTo>
                  <a:pt x="8421" y="7923"/>
                </a:moveTo>
                <a:lnTo>
                  <a:pt x="8421" y="10583"/>
                </a:lnTo>
                <a:lnTo>
                  <a:pt x="6432" y="10583"/>
                </a:lnTo>
                <a:lnTo>
                  <a:pt x="5640" y="7923"/>
                </a:lnTo>
                <a:close/>
                <a:moveTo>
                  <a:pt x="12661" y="7923"/>
                </a:moveTo>
                <a:lnTo>
                  <a:pt x="12661" y="10583"/>
                </a:lnTo>
                <a:lnTo>
                  <a:pt x="9554" y="10583"/>
                </a:lnTo>
                <a:lnTo>
                  <a:pt x="9554" y="7923"/>
                </a:lnTo>
                <a:close/>
                <a:moveTo>
                  <a:pt x="16873" y="7923"/>
                </a:moveTo>
                <a:lnTo>
                  <a:pt x="16076" y="10583"/>
                </a:lnTo>
                <a:lnTo>
                  <a:pt x="13793" y="10583"/>
                </a:lnTo>
                <a:lnTo>
                  <a:pt x="13793" y="7923"/>
                </a:lnTo>
                <a:close/>
                <a:moveTo>
                  <a:pt x="7935" y="13570"/>
                </a:moveTo>
                <a:cubicBezTo>
                  <a:pt x="8744" y="13570"/>
                  <a:pt x="9152" y="14551"/>
                  <a:pt x="8578" y="15125"/>
                </a:cubicBezTo>
                <a:cubicBezTo>
                  <a:pt x="8393" y="15310"/>
                  <a:pt x="8165" y="15393"/>
                  <a:pt x="7941" y="15393"/>
                </a:cubicBezTo>
                <a:cubicBezTo>
                  <a:pt x="7473" y="15393"/>
                  <a:pt x="7023" y="15029"/>
                  <a:pt x="7023" y="14482"/>
                </a:cubicBezTo>
                <a:cubicBezTo>
                  <a:pt x="7023" y="13977"/>
                  <a:pt x="7431" y="13573"/>
                  <a:pt x="7932" y="13570"/>
                </a:cubicBezTo>
                <a:close/>
                <a:moveTo>
                  <a:pt x="14910" y="13570"/>
                </a:moveTo>
                <a:cubicBezTo>
                  <a:pt x="15719" y="13570"/>
                  <a:pt x="16127" y="14551"/>
                  <a:pt x="15553" y="15125"/>
                </a:cubicBezTo>
                <a:cubicBezTo>
                  <a:pt x="15368" y="15310"/>
                  <a:pt x="15140" y="15393"/>
                  <a:pt x="14916" y="15393"/>
                </a:cubicBezTo>
                <a:cubicBezTo>
                  <a:pt x="14448" y="15393"/>
                  <a:pt x="13998" y="15029"/>
                  <a:pt x="13998" y="14482"/>
                </a:cubicBezTo>
                <a:cubicBezTo>
                  <a:pt x="13998" y="13977"/>
                  <a:pt x="14406" y="13570"/>
                  <a:pt x="14910" y="13570"/>
                </a:cubicBezTo>
                <a:close/>
                <a:moveTo>
                  <a:pt x="568" y="0"/>
                </a:moveTo>
                <a:cubicBezTo>
                  <a:pt x="254" y="0"/>
                  <a:pt x="0" y="254"/>
                  <a:pt x="0" y="565"/>
                </a:cubicBezTo>
                <a:cubicBezTo>
                  <a:pt x="0" y="879"/>
                  <a:pt x="254" y="1133"/>
                  <a:pt x="568" y="1133"/>
                </a:cubicBezTo>
                <a:lnTo>
                  <a:pt x="2437" y="1133"/>
                </a:lnTo>
                <a:lnTo>
                  <a:pt x="3204" y="3714"/>
                </a:lnTo>
                <a:cubicBezTo>
                  <a:pt x="3207" y="3720"/>
                  <a:pt x="3210" y="3729"/>
                  <a:pt x="3213" y="3738"/>
                </a:cubicBezTo>
                <a:lnTo>
                  <a:pt x="5251" y="10589"/>
                </a:lnTo>
                <a:cubicBezTo>
                  <a:pt x="4052" y="10671"/>
                  <a:pt x="3131" y="11685"/>
                  <a:pt x="3171" y="12887"/>
                </a:cubicBezTo>
                <a:cubicBezTo>
                  <a:pt x="3210" y="14089"/>
                  <a:pt x="4194" y="15043"/>
                  <a:pt x="5396" y="15046"/>
                </a:cubicBezTo>
                <a:lnTo>
                  <a:pt x="5970" y="15046"/>
                </a:lnTo>
                <a:cubicBezTo>
                  <a:pt x="6220" y="15922"/>
                  <a:pt x="7020" y="16526"/>
                  <a:pt x="7932" y="16526"/>
                </a:cubicBezTo>
                <a:cubicBezTo>
                  <a:pt x="8841" y="16526"/>
                  <a:pt x="9641" y="15922"/>
                  <a:pt x="9895" y="15046"/>
                </a:cubicBezTo>
                <a:lnTo>
                  <a:pt x="12947" y="15046"/>
                </a:lnTo>
                <a:cubicBezTo>
                  <a:pt x="13198" y="15922"/>
                  <a:pt x="13998" y="16523"/>
                  <a:pt x="14910" y="16523"/>
                </a:cubicBezTo>
                <a:cubicBezTo>
                  <a:pt x="15819" y="16523"/>
                  <a:pt x="16619" y="15922"/>
                  <a:pt x="16873" y="15046"/>
                </a:cubicBezTo>
                <a:lnTo>
                  <a:pt x="17616" y="15046"/>
                </a:lnTo>
                <a:cubicBezTo>
                  <a:pt x="17927" y="15046"/>
                  <a:pt x="18180" y="14793"/>
                  <a:pt x="18180" y="14482"/>
                </a:cubicBezTo>
                <a:cubicBezTo>
                  <a:pt x="18180" y="14167"/>
                  <a:pt x="17927" y="13914"/>
                  <a:pt x="17616" y="13914"/>
                </a:cubicBezTo>
                <a:lnTo>
                  <a:pt x="16873" y="13914"/>
                </a:lnTo>
                <a:cubicBezTo>
                  <a:pt x="16619" y="13041"/>
                  <a:pt x="15819" y="12437"/>
                  <a:pt x="14910" y="12437"/>
                </a:cubicBezTo>
                <a:cubicBezTo>
                  <a:pt x="13998" y="12437"/>
                  <a:pt x="13198" y="13041"/>
                  <a:pt x="12947" y="13914"/>
                </a:cubicBezTo>
                <a:lnTo>
                  <a:pt x="9895" y="13914"/>
                </a:lnTo>
                <a:cubicBezTo>
                  <a:pt x="9644" y="13038"/>
                  <a:pt x="8844" y="12437"/>
                  <a:pt x="7932" y="12437"/>
                </a:cubicBezTo>
                <a:cubicBezTo>
                  <a:pt x="7023" y="12437"/>
                  <a:pt x="6223" y="13038"/>
                  <a:pt x="5970" y="13914"/>
                </a:cubicBezTo>
                <a:lnTo>
                  <a:pt x="5399" y="13914"/>
                </a:lnTo>
                <a:cubicBezTo>
                  <a:pt x="4798" y="13905"/>
                  <a:pt x="4318" y="13416"/>
                  <a:pt x="4318" y="12815"/>
                </a:cubicBezTo>
                <a:cubicBezTo>
                  <a:pt x="4318" y="12217"/>
                  <a:pt x="4798" y="11728"/>
                  <a:pt x="5399" y="11716"/>
                </a:cubicBezTo>
                <a:lnTo>
                  <a:pt x="16501" y="11716"/>
                </a:lnTo>
                <a:cubicBezTo>
                  <a:pt x="16752" y="11716"/>
                  <a:pt x="16972" y="11553"/>
                  <a:pt x="17045" y="11311"/>
                </a:cubicBezTo>
                <a:lnTo>
                  <a:pt x="19303" y="3726"/>
                </a:lnTo>
                <a:cubicBezTo>
                  <a:pt x="19412" y="3362"/>
                  <a:pt x="19140" y="2999"/>
                  <a:pt x="18765" y="2999"/>
                </a:cubicBezTo>
                <a:cubicBezTo>
                  <a:pt x="18763" y="2999"/>
                  <a:pt x="18761" y="2999"/>
                  <a:pt x="18760" y="2999"/>
                </a:cubicBezTo>
                <a:lnTo>
                  <a:pt x="4173" y="2999"/>
                </a:lnTo>
                <a:lnTo>
                  <a:pt x="3400" y="405"/>
                </a:lnTo>
                <a:cubicBezTo>
                  <a:pt x="3328" y="163"/>
                  <a:pt x="3107" y="0"/>
                  <a:pt x="285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89" name="Google Shape;15089;p81"/>
          <p:cNvGrpSpPr/>
          <p:nvPr/>
        </p:nvGrpSpPr>
        <p:grpSpPr>
          <a:xfrm>
            <a:off x="6170162" y="3608999"/>
            <a:ext cx="398661" cy="453557"/>
            <a:chOff x="6272100" y="832575"/>
            <a:chExt cx="424650" cy="483125"/>
          </a:xfrm>
        </p:grpSpPr>
        <p:sp>
          <p:nvSpPr>
            <p:cNvPr id="15090" name="Google Shape;15090;p81"/>
            <p:cNvSpPr/>
            <p:nvPr/>
          </p:nvSpPr>
          <p:spPr>
            <a:xfrm>
              <a:off x="6272100" y="832575"/>
              <a:ext cx="424650" cy="483125"/>
            </a:xfrm>
            <a:custGeom>
              <a:avLst/>
              <a:gdLst/>
              <a:ahLst/>
              <a:cxnLst/>
              <a:rect l="l" t="t" r="r" b="b"/>
              <a:pathLst>
                <a:path w="16986" h="19325" extrusionOk="0">
                  <a:moveTo>
                    <a:pt x="2265" y="6537"/>
                  </a:moveTo>
                  <a:lnTo>
                    <a:pt x="2265" y="8334"/>
                  </a:lnTo>
                  <a:lnTo>
                    <a:pt x="1366" y="7437"/>
                  </a:lnTo>
                  <a:lnTo>
                    <a:pt x="2265" y="6537"/>
                  </a:lnTo>
                  <a:close/>
                  <a:moveTo>
                    <a:pt x="14721" y="6537"/>
                  </a:moveTo>
                  <a:lnTo>
                    <a:pt x="15617" y="7437"/>
                  </a:lnTo>
                  <a:lnTo>
                    <a:pt x="14721" y="8334"/>
                  </a:lnTo>
                  <a:lnTo>
                    <a:pt x="14721" y="6537"/>
                  </a:lnTo>
                  <a:close/>
                  <a:moveTo>
                    <a:pt x="13588" y="1132"/>
                  </a:moveTo>
                  <a:lnTo>
                    <a:pt x="13588" y="9466"/>
                  </a:lnTo>
                  <a:lnTo>
                    <a:pt x="10521" y="12531"/>
                  </a:lnTo>
                  <a:lnTo>
                    <a:pt x="6462" y="12531"/>
                  </a:lnTo>
                  <a:lnTo>
                    <a:pt x="3398" y="9466"/>
                  </a:lnTo>
                  <a:lnTo>
                    <a:pt x="3398" y="1132"/>
                  </a:lnTo>
                  <a:close/>
                  <a:moveTo>
                    <a:pt x="1133" y="8802"/>
                  </a:moveTo>
                  <a:lnTo>
                    <a:pt x="5427" y="13099"/>
                  </a:lnTo>
                  <a:lnTo>
                    <a:pt x="1133" y="17392"/>
                  </a:lnTo>
                  <a:lnTo>
                    <a:pt x="1133" y="8802"/>
                  </a:lnTo>
                  <a:close/>
                  <a:moveTo>
                    <a:pt x="15853" y="8802"/>
                  </a:moveTo>
                  <a:lnTo>
                    <a:pt x="15853" y="17392"/>
                  </a:lnTo>
                  <a:lnTo>
                    <a:pt x="11556" y="13099"/>
                  </a:lnTo>
                  <a:lnTo>
                    <a:pt x="15853" y="8802"/>
                  </a:lnTo>
                  <a:close/>
                  <a:moveTo>
                    <a:pt x="10521" y="13663"/>
                  </a:moveTo>
                  <a:lnTo>
                    <a:pt x="15050" y="18192"/>
                  </a:lnTo>
                  <a:lnTo>
                    <a:pt x="1933" y="18192"/>
                  </a:lnTo>
                  <a:lnTo>
                    <a:pt x="6462" y="13663"/>
                  </a:lnTo>
                  <a:close/>
                  <a:moveTo>
                    <a:pt x="2830" y="0"/>
                  </a:moveTo>
                  <a:cubicBezTo>
                    <a:pt x="2516" y="0"/>
                    <a:pt x="2265" y="254"/>
                    <a:pt x="2265" y="568"/>
                  </a:cubicBezTo>
                  <a:lnTo>
                    <a:pt x="2265" y="4937"/>
                  </a:lnTo>
                  <a:lnTo>
                    <a:pt x="164" y="7036"/>
                  </a:lnTo>
                  <a:lnTo>
                    <a:pt x="161" y="7042"/>
                  </a:lnTo>
                  <a:cubicBezTo>
                    <a:pt x="152" y="7051"/>
                    <a:pt x="143" y="7063"/>
                    <a:pt x="134" y="7072"/>
                  </a:cubicBezTo>
                  <a:lnTo>
                    <a:pt x="125" y="7084"/>
                  </a:lnTo>
                  <a:cubicBezTo>
                    <a:pt x="112" y="7096"/>
                    <a:pt x="103" y="7108"/>
                    <a:pt x="94" y="7120"/>
                  </a:cubicBezTo>
                  <a:cubicBezTo>
                    <a:pt x="91" y="7126"/>
                    <a:pt x="88" y="7129"/>
                    <a:pt x="85" y="7132"/>
                  </a:cubicBezTo>
                  <a:cubicBezTo>
                    <a:pt x="85" y="7138"/>
                    <a:pt x="73" y="7153"/>
                    <a:pt x="70" y="7162"/>
                  </a:cubicBezTo>
                  <a:cubicBezTo>
                    <a:pt x="64" y="7171"/>
                    <a:pt x="61" y="7174"/>
                    <a:pt x="58" y="7180"/>
                  </a:cubicBezTo>
                  <a:cubicBezTo>
                    <a:pt x="55" y="7186"/>
                    <a:pt x="52" y="7199"/>
                    <a:pt x="46" y="7208"/>
                  </a:cubicBezTo>
                  <a:cubicBezTo>
                    <a:pt x="43" y="7217"/>
                    <a:pt x="40" y="7220"/>
                    <a:pt x="40" y="7226"/>
                  </a:cubicBezTo>
                  <a:cubicBezTo>
                    <a:pt x="34" y="7241"/>
                    <a:pt x="28" y="7256"/>
                    <a:pt x="25" y="7271"/>
                  </a:cubicBezTo>
                  <a:cubicBezTo>
                    <a:pt x="25" y="7274"/>
                    <a:pt x="22" y="7280"/>
                    <a:pt x="19" y="7283"/>
                  </a:cubicBezTo>
                  <a:cubicBezTo>
                    <a:pt x="16" y="7295"/>
                    <a:pt x="13" y="7307"/>
                    <a:pt x="13" y="7319"/>
                  </a:cubicBezTo>
                  <a:cubicBezTo>
                    <a:pt x="13" y="7325"/>
                    <a:pt x="10" y="7331"/>
                    <a:pt x="10" y="7334"/>
                  </a:cubicBezTo>
                  <a:cubicBezTo>
                    <a:pt x="7" y="7340"/>
                    <a:pt x="4" y="7359"/>
                    <a:pt x="4" y="7371"/>
                  </a:cubicBezTo>
                  <a:lnTo>
                    <a:pt x="4" y="7386"/>
                  </a:lnTo>
                  <a:cubicBezTo>
                    <a:pt x="4" y="7401"/>
                    <a:pt x="1" y="7416"/>
                    <a:pt x="1" y="7434"/>
                  </a:cubicBezTo>
                  <a:lnTo>
                    <a:pt x="1" y="17625"/>
                  </a:lnTo>
                  <a:cubicBezTo>
                    <a:pt x="1" y="18063"/>
                    <a:pt x="170" y="18482"/>
                    <a:pt x="475" y="18799"/>
                  </a:cubicBezTo>
                  <a:cubicBezTo>
                    <a:pt x="481" y="18808"/>
                    <a:pt x="490" y="18817"/>
                    <a:pt x="499" y="18826"/>
                  </a:cubicBezTo>
                  <a:cubicBezTo>
                    <a:pt x="508" y="18833"/>
                    <a:pt x="517" y="18842"/>
                    <a:pt x="526" y="18851"/>
                  </a:cubicBezTo>
                  <a:cubicBezTo>
                    <a:pt x="840" y="19156"/>
                    <a:pt x="1260" y="19325"/>
                    <a:pt x="1698" y="19325"/>
                  </a:cubicBezTo>
                  <a:lnTo>
                    <a:pt x="15285" y="19325"/>
                  </a:lnTo>
                  <a:cubicBezTo>
                    <a:pt x="15723" y="19325"/>
                    <a:pt x="16143" y="19156"/>
                    <a:pt x="16460" y="18854"/>
                  </a:cubicBezTo>
                  <a:cubicBezTo>
                    <a:pt x="16469" y="18845"/>
                    <a:pt x="16478" y="18836"/>
                    <a:pt x="16487" y="18826"/>
                  </a:cubicBezTo>
                  <a:cubicBezTo>
                    <a:pt x="16496" y="18817"/>
                    <a:pt x="16502" y="18808"/>
                    <a:pt x="16511" y="18799"/>
                  </a:cubicBezTo>
                  <a:cubicBezTo>
                    <a:pt x="16816" y="18485"/>
                    <a:pt x="16985" y="18063"/>
                    <a:pt x="16985" y="17628"/>
                  </a:cubicBezTo>
                  <a:lnTo>
                    <a:pt x="16985" y="7437"/>
                  </a:lnTo>
                  <a:cubicBezTo>
                    <a:pt x="16985" y="7419"/>
                    <a:pt x="16985" y="7404"/>
                    <a:pt x="16982" y="7389"/>
                  </a:cubicBezTo>
                  <a:lnTo>
                    <a:pt x="16982" y="7371"/>
                  </a:lnTo>
                  <a:cubicBezTo>
                    <a:pt x="16982" y="7362"/>
                    <a:pt x="16979" y="7350"/>
                    <a:pt x="16976" y="7337"/>
                  </a:cubicBezTo>
                  <a:cubicBezTo>
                    <a:pt x="16973" y="7328"/>
                    <a:pt x="16973" y="7325"/>
                    <a:pt x="16973" y="7319"/>
                  </a:cubicBezTo>
                  <a:cubicBezTo>
                    <a:pt x="16973" y="7316"/>
                    <a:pt x="16967" y="7298"/>
                    <a:pt x="16964" y="7286"/>
                  </a:cubicBezTo>
                  <a:cubicBezTo>
                    <a:pt x="16964" y="7283"/>
                    <a:pt x="16964" y="7277"/>
                    <a:pt x="16961" y="7271"/>
                  </a:cubicBezTo>
                  <a:cubicBezTo>
                    <a:pt x="16958" y="7256"/>
                    <a:pt x="16952" y="7244"/>
                    <a:pt x="16946" y="7229"/>
                  </a:cubicBezTo>
                  <a:cubicBezTo>
                    <a:pt x="16943" y="7223"/>
                    <a:pt x="16940" y="7217"/>
                    <a:pt x="16940" y="7211"/>
                  </a:cubicBezTo>
                  <a:cubicBezTo>
                    <a:pt x="16937" y="7205"/>
                    <a:pt x="16931" y="7193"/>
                    <a:pt x="16925" y="7183"/>
                  </a:cubicBezTo>
                  <a:cubicBezTo>
                    <a:pt x="16922" y="7174"/>
                    <a:pt x="16919" y="7171"/>
                    <a:pt x="16916" y="7165"/>
                  </a:cubicBezTo>
                  <a:cubicBezTo>
                    <a:pt x="16913" y="7159"/>
                    <a:pt x="16904" y="7144"/>
                    <a:pt x="16898" y="7135"/>
                  </a:cubicBezTo>
                  <a:lnTo>
                    <a:pt x="16892" y="7123"/>
                  </a:lnTo>
                  <a:cubicBezTo>
                    <a:pt x="16882" y="7108"/>
                    <a:pt x="16873" y="7096"/>
                    <a:pt x="16861" y="7084"/>
                  </a:cubicBezTo>
                  <a:lnTo>
                    <a:pt x="16852" y="7075"/>
                  </a:lnTo>
                  <a:cubicBezTo>
                    <a:pt x="16843" y="7063"/>
                    <a:pt x="16834" y="7054"/>
                    <a:pt x="16825" y="7045"/>
                  </a:cubicBezTo>
                  <a:lnTo>
                    <a:pt x="16819" y="7039"/>
                  </a:lnTo>
                  <a:lnTo>
                    <a:pt x="14721" y="4937"/>
                  </a:lnTo>
                  <a:lnTo>
                    <a:pt x="14721" y="568"/>
                  </a:lnTo>
                  <a:cubicBezTo>
                    <a:pt x="14721" y="254"/>
                    <a:pt x="14467" y="0"/>
                    <a:pt x="1415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1" name="Google Shape;15091;p81"/>
            <p:cNvSpPr/>
            <p:nvPr/>
          </p:nvSpPr>
          <p:spPr>
            <a:xfrm>
              <a:off x="6384200" y="889150"/>
              <a:ext cx="199300" cy="198200"/>
            </a:xfrm>
            <a:custGeom>
              <a:avLst/>
              <a:gdLst/>
              <a:ahLst/>
              <a:cxnLst/>
              <a:rect l="l" t="t" r="r" b="b"/>
              <a:pathLst>
                <a:path w="7972" h="7928" extrusionOk="0">
                  <a:moveTo>
                    <a:pt x="4005" y="3398"/>
                  </a:moveTo>
                  <a:cubicBezTo>
                    <a:pt x="4274" y="3398"/>
                    <a:pt x="4534" y="3588"/>
                    <a:pt x="4569" y="3900"/>
                  </a:cubicBezTo>
                  <a:cubicBezTo>
                    <a:pt x="4560" y="3951"/>
                    <a:pt x="4560" y="4003"/>
                    <a:pt x="4566" y="4057"/>
                  </a:cubicBezTo>
                  <a:cubicBezTo>
                    <a:pt x="4521" y="4329"/>
                    <a:pt x="4285" y="4531"/>
                    <a:pt x="4007" y="4531"/>
                  </a:cubicBezTo>
                  <a:cubicBezTo>
                    <a:pt x="3518" y="4531"/>
                    <a:pt x="3259" y="3954"/>
                    <a:pt x="3585" y="3589"/>
                  </a:cubicBezTo>
                  <a:cubicBezTo>
                    <a:pt x="3702" y="3458"/>
                    <a:pt x="3855" y="3398"/>
                    <a:pt x="4005" y="3398"/>
                  </a:cubicBezTo>
                  <a:close/>
                  <a:moveTo>
                    <a:pt x="4005" y="1"/>
                  </a:moveTo>
                  <a:cubicBezTo>
                    <a:pt x="3351" y="1"/>
                    <a:pt x="2696" y="163"/>
                    <a:pt x="2102" y="488"/>
                  </a:cubicBezTo>
                  <a:cubicBezTo>
                    <a:pt x="876" y="1161"/>
                    <a:pt x="94" y="2432"/>
                    <a:pt x="46" y="3830"/>
                  </a:cubicBezTo>
                  <a:cubicBezTo>
                    <a:pt x="1" y="5231"/>
                    <a:pt x="695" y="6551"/>
                    <a:pt x="1876" y="7303"/>
                  </a:cubicBezTo>
                  <a:cubicBezTo>
                    <a:pt x="2510" y="7713"/>
                    <a:pt x="3247" y="7928"/>
                    <a:pt x="4001" y="7928"/>
                  </a:cubicBezTo>
                  <a:cubicBezTo>
                    <a:pt x="4629" y="7925"/>
                    <a:pt x="5248" y="7783"/>
                    <a:pt x="5816" y="7517"/>
                  </a:cubicBezTo>
                  <a:cubicBezTo>
                    <a:pt x="6106" y="7390"/>
                    <a:pt x="6233" y="7049"/>
                    <a:pt x="6100" y="6762"/>
                  </a:cubicBezTo>
                  <a:cubicBezTo>
                    <a:pt x="6006" y="6555"/>
                    <a:pt x="5802" y="6435"/>
                    <a:pt x="5589" y="6435"/>
                  </a:cubicBezTo>
                  <a:cubicBezTo>
                    <a:pt x="5506" y="6435"/>
                    <a:pt x="5422" y="6453"/>
                    <a:pt x="5342" y="6491"/>
                  </a:cubicBezTo>
                  <a:cubicBezTo>
                    <a:pt x="4902" y="6692"/>
                    <a:pt x="4449" y="6792"/>
                    <a:pt x="4007" y="6792"/>
                  </a:cubicBezTo>
                  <a:cubicBezTo>
                    <a:pt x="3468" y="6792"/>
                    <a:pt x="2947" y="6644"/>
                    <a:pt x="2486" y="6349"/>
                  </a:cubicBezTo>
                  <a:cubicBezTo>
                    <a:pt x="1643" y="5811"/>
                    <a:pt x="1145" y="4869"/>
                    <a:pt x="1178" y="3870"/>
                  </a:cubicBezTo>
                  <a:cubicBezTo>
                    <a:pt x="1211" y="2870"/>
                    <a:pt x="1770" y="1961"/>
                    <a:pt x="2649" y="1481"/>
                  </a:cubicBezTo>
                  <a:cubicBezTo>
                    <a:pt x="3073" y="1247"/>
                    <a:pt x="3541" y="1131"/>
                    <a:pt x="4009" y="1131"/>
                  </a:cubicBezTo>
                  <a:cubicBezTo>
                    <a:pt x="4508" y="1131"/>
                    <a:pt x="5007" y="1263"/>
                    <a:pt x="5451" y="1527"/>
                  </a:cubicBezTo>
                  <a:cubicBezTo>
                    <a:pt x="6311" y="2037"/>
                    <a:pt x="6840" y="2964"/>
                    <a:pt x="6840" y="3966"/>
                  </a:cubicBezTo>
                  <a:cubicBezTo>
                    <a:pt x="6846" y="4277"/>
                    <a:pt x="6598" y="4537"/>
                    <a:pt x="6284" y="4543"/>
                  </a:cubicBezTo>
                  <a:cubicBezTo>
                    <a:pt x="6280" y="4543"/>
                    <a:pt x="6277" y="4543"/>
                    <a:pt x="6273" y="4543"/>
                  </a:cubicBezTo>
                  <a:cubicBezTo>
                    <a:pt x="5967" y="4543"/>
                    <a:pt x="5713" y="4298"/>
                    <a:pt x="5707" y="3990"/>
                  </a:cubicBezTo>
                  <a:lnTo>
                    <a:pt x="5707" y="3972"/>
                  </a:lnTo>
                  <a:lnTo>
                    <a:pt x="5707" y="3966"/>
                  </a:lnTo>
                  <a:cubicBezTo>
                    <a:pt x="5707" y="3163"/>
                    <a:pt x="5146" y="2469"/>
                    <a:pt x="4361" y="2300"/>
                  </a:cubicBezTo>
                  <a:cubicBezTo>
                    <a:pt x="4241" y="2274"/>
                    <a:pt x="4121" y="2261"/>
                    <a:pt x="4003" y="2261"/>
                  </a:cubicBezTo>
                  <a:cubicBezTo>
                    <a:pt x="3345" y="2261"/>
                    <a:pt x="2731" y="2647"/>
                    <a:pt x="2452" y="3269"/>
                  </a:cubicBezTo>
                  <a:cubicBezTo>
                    <a:pt x="2126" y="4000"/>
                    <a:pt x="2353" y="4863"/>
                    <a:pt x="3002" y="5337"/>
                  </a:cubicBezTo>
                  <a:cubicBezTo>
                    <a:pt x="3302" y="5555"/>
                    <a:pt x="3654" y="5663"/>
                    <a:pt x="4005" y="5663"/>
                  </a:cubicBezTo>
                  <a:cubicBezTo>
                    <a:pt x="4413" y="5663"/>
                    <a:pt x="4818" y="5517"/>
                    <a:pt x="5140" y="5228"/>
                  </a:cubicBezTo>
                  <a:cubicBezTo>
                    <a:pt x="5457" y="5513"/>
                    <a:pt x="5863" y="5662"/>
                    <a:pt x="6274" y="5662"/>
                  </a:cubicBezTo>
                  <a:cubicBezTo>
                    <a:pt x="6507" y="5662"/>
                    <a:pt x="6742" y="5614"/>
                    <a:pt x="6963" y="5515"/>
                  </a:cubicBezTo>
                  <a:cubicBezTo>
                    <a:pt x="7576" y="5241"/>
                    <a:pt x="7969" y="4634"/>
                    <a:pt x="7972" y="3966"/>
                  </a:cubicBezTo>
                  <a:cubicBezTo>
                    <a:pt x="7972" y="2565"/>
                    <a:pt x="7232" y="1267"/>
                    <a:pt x="6027" y="554"/>
                  </a:cubicBezTo>
                  <a:cubicBezTo>
                    <a:pt x="5405" y="186"/>
                    <a:pt x="4705" y="1"/>
                    <a:pt x="400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92" name="Google Shape;15092;p81"/>
          <p:cNvGrpSpPr/>
          <p:nvPr/>
        </p:nvGrpSpPr>
        <p:grpSpPr>
          <a:xfrm>
            <a:off x="1127771" y="4167731"/>
            <a:ext cx="453628" cy="453581"/>
            <a:chOff x="893650" y="1428000"/>
            <a:chExt cx="483200" cy="483150"/>
          </a:xfrm>
        </p:grpSpPr>
        <p:sp>
          <p:nvSpPr>
            <p:cNvPr id="15093" name="Google Shape;15093;p81"/>
            <p:cNvSpPr/>
            <p:nvPr/>
          </p:nvSpPr>
          <p:spPr>
            <a:xfrm>
              <a:off x="893650" y="1428000"/>
              <a:ext cx="483200" cy="483150"/>
            </a:xfrm>
            <a:custGeom>
              <a:avLst/>
              <a:gdLst/>
              <a:ahLst/>
              <a:cxnLst/>
              <a:rect l="l" t="t" r="r" b="b"/>
              <a:pathLst>
                <a:path w="19328" h="19326" extrusionOk="0">
                  <a:moveTo>
                    <a:pt x="3436" y="6012"/>
                  </a:moveTo>
                  <a:lnTo>
                    <a:pt x="3436" y="8869"/>
                  </a:lnTo>
                  <a:lnTo>
                    <a:pt x="1516" y="7435"/>
                  </a:lnTo>
                  <a:lnTo>
                    <a:pt x="3436" y="6012"/>
                  </a:lnTo>
                  <a:close/>
                  <a:moveTo>
                    <a:pt x="15892" y="6012"/>
                  </a:moveTo>
                  <a:lnTo>
                    <a:pt x="17812" y="7438"/>
                  </a:lnTo>
                  <a:lnTo>
                    <a:pt x="15892" y="8869"/>
                  </a:lnTo>
                  <a:lnTo>
                    <a:pt x="15892" y="6012"/>
                  </a:lnTo>
                  <a:close/>
                  <a:moveTo>
                    <a:pt x="14759" y="1133"/>
                  </a:moveTo>
                  <a:lnTo>
                    <a:pt x="14759" y="9717"/>
                  </a:lnTo>
                  <a:lnTo>
                    <a:pt x="9665" y="13522"/>
                  </a:lnTo>
                  <a:lnTo>
                    <a:pt x="4569" y="9717"/>
                  </a:lnTo>
                  <a:lnTo>
                    <a:pt x="4569" y="1133"/>
                  </a:lnTo>
                  <a:close/>
                  <a:moveTo>
                    <a:pt x="18195" y="8564"/>
                  </a:moveTo>
                  <a:lnTo>
                    <a:pt x="18195" y="17625"/>
                  </a:lnTo>
                  <a:cubicBezTo>
                    <a:pt x="18195" y="17939"/>
                    <a:pt x="17942" y="18193"/>
                    <a:pt x="17628" y="18193"/>
                  </a:cubicBezTo>
                  <a:lnTo>
                    <a:pt x="1700" y="18193"/>
                  </a:lnTo>
                  <a:cubicBezTo>
                    <a:pt x="1386" y="18193"/>
                    <a:pt x="1136" y="17939"/>
                    <a:pt x="1136" y="17625"/>
                  </a:cubicBezTo>
                  <a:lnTo>
                    <a:pt x="1136" y="8564"/>
                  </a:lnTo>
                  <a:lnTo>
                    <a:pt x="9324" y="14681"/>
                  </a:lnTo>
                  <a:cubicBezTo>
                    <a:pt x="9425" y="14757"/>
                    <a:pt x="9545" y="14794"/>
                    <a:pt x="9664" y="14794"/>
                  </a:cubicBezTo>
                  <a:cubicBezTo>
                    <a:pt x="9783" y="14794"/>
                    <a:pt x="9903" y="14757"/>
                    <a:pt x="10004" y="14681"/>
                  </a:cubicBezTo>
                  <a:lnTo>
                    <a:pt x="18195" y="8564"/>
                  </a:lnTo>
                  <a:close/>
                  <a:moveTo>
                    <a:pt x="4004" y="1"/>
                  </a:moveTo>
                  <a:cubicBezTo>
                    <a:pt x="3690" y="1"/>
                    <a:pt x="3436" y="251"/>
                    <a:pt x="3436" y="565"/>
                  </a:cubicBezTo>
                  <a:lnTo>
                    <a:pt x="3436" y="4605"/>
                  </a:lnTo>
                  <a:lnTo>
                    <a:pt x="230" y="6982"/>
                  </a:lnTo>
                  <a:lnTo>
                    <a:pt x="221" y="6991"/>
                  </a:lnTo>
                  <a:cubicBezTo>
                    <a:pt x="212" y="6997"/>
                    <a:pt x="200" y="7006"/>
                    <a:pt x="190" y="7015"/>
                  </a:cubicBezTo>
                  <a:lnTo>
                    <a:pt x="175" y="7030"/>
                  </a:lnTo>
                  <a:cubicBezTo>
                    <a:pt x="163" y="7042"/>
                    <a:pt x="151" y="7051"/>
                    <a:pt x="142" y="7063"/>
                  </a:cubicBezTo>
                  <a:cubicBezTo>
                    <a:pt x="139" y="7069"/>
                    <a:pt x="136" y="7072"/>
                    <a:pt x="133" y="7075"/>
                  </a:cubicBezTo>
                  <a:cubicBezTo>
                    <a:pt x="121" y="7090"/>
                    <a:pt x="106" y="7105"/>
                    <a:pt x="94" y="7124"/>
                  </a:cubicBezTo>
                  <a:cubicBezTo>
                    <a:pt x="94" y="7127"/>
                    <a:pt x="91" y="7130"/>
                    <a:pt x="88" y="7133"/>
                  </a:cubicBezTo>
                  <a:cubicBezTo>
                    <a:pt x="82" y="7148"/>
                    <a:pt x="73" y="7163"/>
                    <a:pt x="64" y="7178"/>
                  </a:cubicBezTo>
                  <a:cubicBezTo>
                    <a:pt x="61" y="7181"/>
                    <a:pt x="58" y="7187"/>
                    <a:pt x="58" y="7193"/>
                  </a:cubicBezTo>
                  <a:cubicBezTo>
                    <a:pt x="52" y="7205"/>
                    <a:pt x="46" y="7220"/>
                    <a:pt x="39" y="7232"/>
                  </a:cubicBezTo>
                  <a:lnTo>
                    <a:pt x="33" y="7250"/>
                  </a:lnTo>
                  <a:cubicBezTo>
                    <a:pt x="27" y="7265"/>
                    <a:pt x="24" y="7278"/>
                    <a:pt x="18" y="7293"/>
                  </a:cubicBezTo>
                  <a:cubicBezTo>
                    <a:pt x="18" y="7299"/>
                    <a:pt x="15" y="7305"/>
                    <a:pt x="15" y="7311"/>
                  </a:cubicBezTo>
                  <a:cubicBezTo>
                    <a:pt x="12" y="7326"/>
                    <a:pt x="9" y="7341"/>
                    <a:pt x="6" y="7356"/>
                  </a:cubicBezTo>
                  <a:cubicBezTo>
                    <a:pt x="6" y="7362"/>
                    <a:pt x="6" y="7368"/>
                    <a:pt x="3" y="7374"/>
                  </a:cubicBezTo>
                  <a:cubicBezTo>
                    <a:pt x="3" y="7392"/>
                    <a:pt x="0" y="7410"/>
                    <a:pt x="0" y="7432"/>
                  </a:cubicBezTo>
                  <a:lnTo>
                    <a:pt x="0" y="7435"/>
                  </a:lnTo>
                  <a:lnTo>
                    <a:pt x="3" y="7435"/>
                  </a:lnTo>
                  <a:lnTo>
                    <a:pt x="3" y="17625"/>
                  </a:lnTo>
                  <a:cubicBezTo>
                    <a:pt x="3" y="18564"/>
                    <a:pt x="761" y="19325"/>
                    <a:pt x="1700" y="19325"/>
                  </a:cubicBezTo>
                  <a:lnTo>
                    <a:pt x="17628" y="19325"/>
                  </a:lnTo>
                  <a:cubicBezTo>
                    <a:pt x="18567" y="19325"/>
                    <a:pt x="19325" y="18564"/>
                    <a:pt x="19328" y="17625"/>
                  </a:cubicBezTo>
                  <a:lnTo>
                    <a:pt x="19328" y="7435"/>
                  </a:lnTo>
                  <a:lnTo>
                    <a:pt x="19328" y="7428"/>
                  </a:lnTo>
                  <a:cubicBezTo>
                    <a:pt x="19328" y="7410"/>
                    <a:pt x="19325" y="7389"/>
                    <a:pt x="19322" y="7371"/>
                  </a:cubicBezTo>
                  <a:cubicBezTo>
                    <a:pt x="19322" y="7365"/>
                    <a:pt x="19322" y="7359"/>
                    <a:pt x="19319" y="7353"/>
                  </a:cubicBezTo>
                  <a:cubicBezTo>
                    <a:pt x="19319" y="7338"/>
                    <a:pt x="19316" y="7323"/>
                    <a:pt x="19313" y="7308"/>
                  </a:cubicBezTo>
                  <a:cubicBezTo>
                    <a:pt x="19313" y="7302"/>
                    <a:pt x="19310" y="7296"/>
                    <a:pt x="19307" y="7290"/>
                  </a:cubicBezTo>
                  <a:cubicBezTo>
                    <a:pt x="19304" y="7278"/>
                    <a:pt x="19301" y="7262"/>
                    <a:pt x="19294" y="7247"/>
                  </a:cubicBezTo>
                  <a:lnTo>
                    <a:pt x="19288" y="7232"/>
                  </a:lnTo>
                  <a:cubicBezTo>
                    <a:pt x="19282" y="7217"/>
                    <a:pt x="19276" y="7205"/>
                    <a:pt x="19270" y="7190"/>
                  </a:cubicBezTo>
                  <a:cubicBezTo>
                    <a:pt x="19267" y="7184"/>
                    <a:pt x="19264" y="7181"/>
                    <a:pt x="19264" y="7175"/>
                  </a:cubicBezTo>
                  <a:cubicBezTo>
                    <a:pt x="19255" y="7160"/>
                    <a:pt x="19246" y="7145"/>
                    <a:pt x="19237" y="7133"/>
                  </a:cubicBezTo>
                  <a:cubicBezTo>
                    <a:pt x="19237" y="7130"/>
                    <a:pt x="19234" y="7124"/>
                    <a:pt x="19231" y="7120"/>
                  </a:cubicBezTo>
                  <a:cubicBezTo>
                    <a:pt x="19219" y="7105"/>
                    <a:pt x="19207" y="7087"/>
                    <a:pt x="19195" y="7072"/>
                  </a:cubicBezTo>
                  <a:cubicBezTo>
                    <a:pt x="19192" y="7069"/>
                    <a:pt x="19189" y="7066"/>
                    <a:pt x="19186" y="7063"/>
                  </a:cubicBezTo>
                  <a:cubicBezTo>
                    <a:pt x="19174" y="7051"/>
                    <a:pt x="19165" y="7039"/>
                    <a:pt x="19153" y="7027"/>
                  </a:cubicBezTo>
                  <a:lnTo>
                    <a:pt x="19137" y="7015"/>
                  </a:lnTo>
                  <a:cubicBezTo>
                    <a:pt x="19125" y="7006"/>
                    <a:pt x="19116" y="6997"/>
                    <a:pt x="19104" y="6988"/>
                  </a:cubicBezTo>
                  <a:lnTo>
                    <a:pt x="19095" y="6979"/>
                  </a:lnTo>
                  <a:lnTo>
                    <a:pt x="15892" y="4605"/>
                  </a:lnTo>
                  <a:lnTo>
                    <a:pt x="15892" y="565"/>
                  </a:lnTo>
                  <a:cubicBezTo>
                    <a:pt x="15892" y="251"/>
                    <a:pt x="15638" y="1"/>
                    <a:pt x="1532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4" name="Google Shape;15094;p81"/>
            <p:cNvSpPr/>
            <p:nvPr/>
          </p:nvSpPr>
          <p:spPr>
            <a:xfrm>
              <a:off x="1036150" y="1514825"/>
              <a:ext cx="198175" cy="28325"/>
            </a:xfrm>
            <a:custGeom>
              <a:avLst/>
              <a:gdLst/>
              <a:ahLst/>
              <a:cxnLst/>
              <a:rect l="l" t="t" r="r" b="b"/>
              <a:pathLst>
                <a:path w="7927" h="1133" extrusionOk="0">
                  <a:moveTo>
                    <a:pt x="569" y="0"/>
                  </a:moveTo>
                  <a:cubicBezTo>
                    <a:pt x="255" y="0"/>
                    <a:pt x="1" y="251"/>
                    <a:pt x="1" y="565"/>
                  </a:cubicBezTo>
                  <a:cubicBezTo>
                    <a:pt x="1" y="879"/>
                    <a:pt x="255" y="1132"/>
                    <a:pt x="569" y="1132"/>
                  </a:cubicBezTo>
                  <a:lnTo>
                    <a:pt x="7362" y="1132"/>
                  </a:lnTo>
                  <a:cubicBezTo>
                    <a:pt x="7673" y="1132"/>
                    <a:pt x="7927" y="879"/>
                    <a:pt x="7927" y="565"/>
                  </a:cubicBezTo>
                  <a:cubicBezTo>
                    <a:pt x="7927" y="251"/>
                    <a:pt x="7673" y="0"/>
                    <a:pt x="73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5" name="Google Shape;15095;p81"/>
            <p:cNvSpPr/>
            <p:nvPr/>
          </p:nvSpPr>
          <p:spPr>
            <a:xfrm>
              <a:off x="1036150" y="1571425"/>
              <a:ext cx="198175" cy="28325"/>
            </a:xfrm>
            <a:custGeom>
              <a:avLst/>
              <a:gdLst/>
              <a:ahLst/>
              <a:cxnLst/>
              <a:rect l="l" t="t" r="r" b="b"/>
              <a:pathLst>
                <a:path w="7927" h="1133" extrusionOk="0">
                  <a:moveTo>
                    <a:pt x="569" y="1"/>
                  </a:moveTo>
                  <a:cubicBezTo>
                    <a:pt x="255" y="1"/>
                    <a:pt x="1" y="251"/>
                    <a:pt x="1" y="565"/>
                  </a:cubicBezTo>
                  <a:cubicBezTo>
                    <a:pt x="1" y="879"/>
                    <a:pt x="255" y="1133"/>
                    <a:pt x="569" y="1133"/>
                  </a:cubicBezTo>
                  <a:lnTo>
                    <a:pt x="7362" y="1133"/>
                  </a:lnTo>
                  <a:cubicBezTo>
                    <a:pt x="7673" y="1133"/>
                    <a:pt x="7927" y="879"/>
                    <a:pt x="7927" y="565"/>
                  </a:cubicBezTo>
                  <a:cubicBezTo>
                    <a:pt x="7927" y="251"/>
                    <a:pt x="7673" y="1"/>
                    <a:pt x="73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6" name="Google Shape;15096;p81"/>
            <p:cNvSpPr/>
            <p:nvPr/>
          </p:nvSpPr>
          <p:spPr>
            <a:xfrm>
              <a:off x="1036150" y="1628050"/>
              <a:ext cx="113275" cy="28325"/>
            </a:xfrm>
            <a:custGeom>
              <a:avLst/>
              <a:gdLst/>
              <a:ahLst/>
              <a:cxnLst/>
              <a:rect l="l" t="t" r="r" b="b"/>
              <a:pathLst>
                <a:path w="4531" h="1133" extrusionOk="0">
                  <a:moveTo>
                    <a:pt x="569" y="0"/>
                  </a:moveTo>
                  <a:cubicBezTo>
                    <a:pt x="255" y="0"/>
                    <a:pt x="1" y="251"/>
                    <a:pt x="1" y="565"/>
                  </a:cubicBezTo>
                  <a:cubicBezTo>
                    <a:pt x="1" y="879"/>
                    <a:pt x="255" y="1132"/>
                    <a:pt x="569" y="1132"/>
                  </a:cubicBezTo>
                  <a:lnTo>
                    <a:pt x="3965" y="1132"/>
                  </a:lnTo>
                  <a:cubicBezTo>
                    <a:pt x="4276" y="1132"/>
                    <a:pt x="4530" y="879"/>
                    <a:pt x="4530" y="565"/>
                  </a:cubicBezTo>
                  <a:cubicBezTo>
                    <a:pt x="4530" y="251"/>
                    <a:pt x="4276" y="0"/>
                    <a:pt x="39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97" name="Google Shape;15097;p81"/>
          <p:cNvSpPr/>
          <p:nvPr/>
        </p:nvSpPr>
        <p:spPr>
          <a:xfrm>
            <a:off x="1684708" y="4248099"/>
            <a:ext cx="453557" cy="292343"/>
          </a:xfrm>
          <a:custGeom>
            <a:avLst/>
            <a:gdLst/>
            <a:ahLst/>
            <a:cxnLst/>
            <a:rect l="l" t="t" r="r" b="b"/>
            <a:pathLst>
              <a:path w="19325" h="12456" extrusionOk="0">
                <a:moveTo>
                  <a:pt x="17057" y="1133"/>
                </a:moveTo>
                <a:lnTo>
                  <a:pt x="9662" y="6652"/>
                </a:lnTo>
                <a:lnTo>
                  <a:pt x="2268" y="1133"/>
                </a:lnTo>
                <a:close/>
                <a:moveTo>
                  <a:pt x="18192" y="1697"/>
                </a:moveTo>
                <a:lnTo>
                  <a:pt x="18192" y="10756"/>
                </a:lnTo>
                <a:cubicBezTo>
                  <a:pt x="18192" y="11070"/>
                  <a:pt x="17939" y="11323"/>
                  <a:pt x="17628" y="11323"/>
                </a:cubicBezTo>
                <a:lnTo>
                  <a:pt x="1700" y="11323"/>
                </a:lnTo>
                <a:cubicBezTo>
                  <a:pt x="1386" y="11323"/>
                  <a:pt x="1132" y="11070"/>
                  <a:pt x="1132" y="10756"/>
                </a:cubicBezTo>
                <a:lnTo>
                  <a:pt x="1132" y="1697"/>
                </a:lnTo>
                <a:lnTo>
                  <a:pt x="9324" y="7812"/>
                </a:lnTo>
                <a:cubicBezTo>
                  <a:pt x="9424" y="7887"/>
                  <a:pt x="9543" y="7925"/>
                  <a:pt x="9663" y="7925"/>
                </a:cubicBezTo>
                <a:cubicBezTo>
                  <a:pt x="9782" y="7925"/>
                  <a:pt x="9902" y="7887"/>
                  <a:pt x="10004" y="7812"/>
                </a:cubicBezTo>
                <a:lnTo>
                  <a:pt x="18192" y="1697"/>
                </a:lnTo>
                <a:close/>
                <a:moveTo>
                  <a:pt x="1688" y="0"/>
                </a:moveTo>
                <a:cubicBezTo>
                  <a:pt x="1287" y="0"/>
                  <a:pt x="900" y="145"/>
                  <a:pt x="598" y="405"/>
                </a:cubicBezTo>
                <a:cubicBezTo>
                  <a:pt x="583" y="417"/>
                  <a:pt x="571" y="429"/>
                  <a:pt x="556" y="444"/>
                </a:cubicBezTo>
                <a:cubicBezTo>
                  <a:pt x="202" y="764"/>
                  <a:pt x="0" y="1220"/>
                  <a:pt x="0" y="1697"/>
                </a:cubicBezTo>
                <a:lnTo>
                  <a:pt x="0" y="10756"/>
                </a:lnTo>
                <a:cubicBezTo>
                  <a:pt x="0" y="11695"/>
                  <a:pt x="761" y="12453"/>
                  <a:pt x="1700" y="12456"/>
                </a:cubicBezTo>
                <a:lnTo>
                  <a:pt x="17628" y="12456"/>
                </a:lnTo>
                <a:cubicBezTo>
                  <a:pt x="18564" y="12453"/>
                  <a:pt x="19325" y="11695"/>
                  <a:pt x="19325" y="10756"/>
                </a:cubicBezTo>
                <a:lnTo>
                  <a:pt x="19325" y="1697"/>
                </a:lnTo>
                <a:cubicBezTo>
                  <a:pt x="19325" y="1220"/>
                  <a:pt x="19122" y="764"/>
                  <a:pt x="18769" y="441"/>
                </a:cubicBezTo>
                <a:cubicBezTo>
                  <a:pt x="18757" y="429"/>
                  <a:pt x="18742" y="417"/>
                  <a:pt x="18727" y="405"/>
                </a:cubicBezTo>
                <a:cubicBezTo>
                  <a:pt x="18422" y="145"/>
                  <a:pt x="18037" y="0"/>
                  <a:pt x="17640" y="0"/>
                </a:cubicBezTo>
                <a:cubicBezTo>
                  <a:pt x="17636" y="0"/>
                  <a:pt x="17632" y="0"/>
                  <a:pt x="17628" y="1"/>
                </a:cubicBezTo>
                <a:lnTo>
                  <a:pt x="1700" y="1"/>
                </a:lnTo>
                <a:cubicBezTo>
                  <a:pt x="1696" y="0"/>
                  <a:pt x="1692" y="0"/>
                  <a:pt x="16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8" name="Google Shape;15098;p81"/>
          <p:cNvSpPr/>
          <p:nvPr/>
        </p:nvSpPr>
        <p:spPr>
          <a:xfrm>
            <a:off x="2228102" y="4167530"/>
            <a:ext cx="471489" cy="453511"/>
          </a:xfrm>
          <a:custGeom>
            <a:avLst/>
            <a:gdLst/>
            <a:ahLst/>
            <a:cxnLst/>
            <a:rect l="l" t="t" r="r" b="b"/>
            <a:pathLst>
              <a:path w="20089" h="19323" extrusionOk="0">
                <a:moveTo>
                  <a:pt x="4477" y="1134"/>
                </a:moveTo>
                <a:cubicBezTo>
                  <a:pt x="4624" y="1134"/>
                  <a:pt x="4765" y="1194"/>
                  <a:pt x="4868" y="1300"/>
                </a:cubicBezTo>
                <a:lnTo>
                  <a:pt x="7268" y="3694"/>
                </a:lnTo>
                <a:cubicBezTo>
                  <a:pt x="7489" y="3915"/>
                  <a:pt x="7489" y="4271"/>
                  <a:pt x="7268" y="4494"/>
                </a:cubicBezTo>
                <a:lnTo>
                  <a:pt x="6870" y="4893"/>
                </a:lnTo>
                <a:lnTo>
                  <a:pt x="3669" y="1692"/>
                </a:lnTo>
                <a:lnTo>
                  <a:pt x="4068" y="1300"/>
                </a:lnTo>
                <a:cubicBezTo>
                  <a:pt x="4173" y="1191"/>
                  <a:pt x="4315" y="1134"/>
                  <a:pt x="4466" y="1134"/>
                </a:cubicBezTo>
                <a:cubicBezTo>
                  <a:pt x="4470" y="1134"/>
                  <a:pt x="4473" y="1134"/>
                  <a:pt x="4477" y="1134"/>
                </a:cubicBezTo>
                <a:close/>
                <a:moveTo>
                  <a:pt x="15822" y="12484"/>
                </a:moveTo>
                <a:cubicBezTo>
                  <a:pt x="15973" y="12484"/>
                  <a:pt x="16118" y="12544"/>
                  <a:pt x="16224" y="12650"/>
                </a:cubicBezTo>
                <a:lnTo>
                  <a:pt x="18624" y="15053"/>
                </a:lnTo>
                <a:cubicBezTo>
                  <a:pt x="18845" y="15274"/>
                  <a:pt x="18845" y="15633"/>
                  <a:pt x="18624" y="15854"/>
                </a:cubicBezTo>
                <a:lnTo>
                  <a:pt x="18226" y="16255"/>
                </a:lnTo>
                <a:lnTo>
                  <a:pt x="15022" y="13051"/>
                </a:lnTo>
                <a:lnTo>
                  <a:pt x="15421" y="12650"/>
                </a:lnTo>
                <a:cubicBezTo>
                  <a:pt x="15526" y="12544"/>
                  <a:pt x="15671" y="12484"/>
                  <a:pt x="15822" y="12484"/>
                </a:cubicBezTo>
                <a:close/>
                <a:moveTo>
                  <a:pt x="2881" y="2508"/>
                </a:moveTo>
                <a:lnTo>
                  <a:pt x="6073" y="5699"/>
                </a:lnTo>
                <a:cubicBezTo>
                  <a:pt x="5227" y="6656"/>
                  <a:pt x="5275" y="8103"/>
                  <a:pt x="6175" y="9005"/>
                </a:cubicBezTo>
                <a:lnTo>
                  <a:pt x="10910" y="13743"/>
                </a:lnTo>
                <a:cubicBezTo>
                  <a:pt x="11379" y="14214"/>
                  <a:pt x="11998" y="14451"/>
                  <a:pt x="12618" y="14451"/>
                </a:cubicBezTo>
                <a:cubicBezTo>
                  <a:pt x="13188" y="14451"/>
                  <a:pt x="13758" y="14252"/>
                  <a:pt x="14216" y="13849"/>
                </a:cubicBezTo>
                <a:lnTo>
                  <a:pt x="17408" y="17040"/>
                </a:lnTo>
                <a:cubicBezTo>
                  <a:pt x="16480" y="17810"/>
                  <a:pt x="15350" y="18190"/>
                  <a:pt x="14222" y="18190"/>
                </a:cubicBezTo>
                <a:cubicBezTo>
                  <a:pt x="12939" y="18190"/>
                  <a:pt x="11660" y="17697"/>
                  <a:pt x="10689" y="16726"/>
                </a:cubicBezTo>
                <a:lnTo>
                  <a:pt x="10692" y="16726"/>
                </a:lnTo>
                <a:lnTo>
                  <a:pt x="3192" y="9226"/>
                </a:lnTo>
                <a:cubicBezTo>
                  <a:pt x="1371" y="7402"/>
                  <a:pt x="1235" y="4491"/>
                  <a:pt x="2881" y="2508"/>
                </a:cubicBezTo>
                <a:close/>
                <a:moveTo>
                  <a:pt x="4468" y="1"/>
                </a:moveTo>
                <a:cubicBezTo>
                  <a:pt x="4034" y="1"/>
                  <a:pt x="3600" y="166"/>
                  <a:pt x="3267" y="497"/>
                </a:cubicBezTo>
                <a:lnTo>
                  <a:pt x="2473" y="1285"/>
                </a:lnTo>
                <a:lnTo>
                  <a:pt x="2464" y="1294"/>
                </a:lnTo>
                <a:lnTo>
                  <a:pt x="2458" y="1300"/>
                </a:lnTo>
                <a:lnTo>
                  <a:pt x="2392" y="1366"/>
                </a:lnTo>
                <a:cubicBezTo>
                  <a:pt x="0" y="3758"/>
                  <a:pt x="0" y="7635"/>
                  <a:pt x="2392" y="10026"/>
                </a:cubicBezTo>
                <a:lnTo>
                  <a:pt x="9889" y="17529"/>
                </a:lnTo>
                <a:cubicBezTo>
                  <a:pt x="11086" y="18725"/>
                  <a:pt x="12654" y="19323"/>
                  <a:pt x="14222" y="19323"/>
                </a:cubicBezTo>
                <a:cubicBezTo>
                  <a:pt x="15789" y="19323"/>
                  <a:pt x="17356" y="18725"/>
                  <a:pt x="18552" y="17529"/>
                </a:cubicBezTo>
                <a:lnTo>
                  <a:pt x="18624" y="17457"/>
                </a:lnTo>
                <a:lnTo>
                  <a:pt x="19425" y="16657"/>
                </a:lnTo>
                <a:cubicBezTo>
                  <a:pt x="20089" y="15992"/>
                  <a:pt x="20089" y="14917"/>
                  <a:pt x="19425" y="14253"/>
                </a:cubicBezTo>
                <a:lnTo>
                  <a:pt x="17024" y="11850"/>
                </a:lnTo>
                <a:cubicBezTo>
                  <a:pt x="16692" y="11518"/>
                  <a:pt x="16257" y="11352"/>
                  <a:pt x="15822" y="11352"/>
                </a:cubicBezTo>
                <a:cubicBezTo>
                  <a:pt x="15388" y="11352"/>
                  <a:pt x="14953" y="11518"/>
                  <a:pt x="14621" y="11850"/>
                </a:cubicBezTo>
                <a:lnTo>
                  <a:pt x="13820" y="12650"/>
                </a:lnTo>
                <a:lnTo>
                  <a:pt x="13531" y="12943"/>
                </a:lnTo>
                <a:cubicBezTo>
                  <a:pt x="13278" y="13193"/>
                  <a:pt x="12949" y="13319"/>
                  <a:pt x="12620" y="13319"/>
                </a:cubicBezTo>
                <a:cubicBezTo>
                  <a:pt x="12291" y="13319"/>
                  <a:pt x="11962" y="13193"/>
                  <a:pt x="11710" y="12943"/>
                </a:cubicBezTo>
                <a:lnTo>
                  <a:pt x="6978" y="8205"/>
                </a:lnTo>
                <a:cubicBezTo>
                  <a:pt x="6474" y="7704"/>
                  <a:pt x="6474" y="6889"/>
                  <a:pt x="6978" y="6385"/>
                </a:cubicBezTo>
                <a:lnTo>
                  <a:pt x="7268" y="6095"/>
                </a:lnTo>
                <a:lnTo>
                  <a:pt x="8068" y="5294"/>
                </a:lnTo>
                <a:cubicBezTo>
                  <a:pt x="8733" y="4630"/>
                  <a:pt x="8733" y="3555"/>
                  <a:pt x="8068" y="2891"/>
                </a:cubicBezTo>
                <a:lnTo>
                  <a:pt x="5668" y="497"/>
                </a:lnTo>
                <a:cubicBezTo>
                  <a:pt x="5336" y="166"/>
                  <a:pt x="4902" y="1"/>
                  <a:pt x="44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99" name="Google Shape;15099;p81"/>
          <p:cNvGrpSpPr/>
          <p:nvPr/>
        </p:nvGrpSpPr>
        <p:grpSpPr>
          <a:xfrm>
            <a:off x="2799529" y="4195285"/>
            <a:ext cx="470433" cy="398473"/>
            <a:chOff x="2676100" y="1456375"/>
            <a:chExt cx="501100" cy="424450"/>
          </a:xfrm>
        </p:grpSpPr>
        <p:sp>
          <p:nvSpPr>
            <p:cNvPr id="15100" name="Google Shape;15100;p81"/>
            <p:cNvSpPr/>
            <p:nvPr/>
          </p:nvSpPr>
          <p:spPr>
            <a:xfrm>
              <a:off x="3079725" y="1534750"/>
              <a:ext cx="97475" cy="268275"/>
            </a:xfrm>
            <a:custGeom>
              <a:avLst/>
              <a:gdLst/>
              <a:ahLst/>
              <a:cxnLst/>
              <a:rect l="l" t="t" r="r" b="b"/>
              <a:pathLst>
                <a:path w="3899" h="10731" extrusionOk="0">
                  <a:moveTo>
                    <a:pt x="621" y="1"/>
                  </a:moveTo>
                  <a:cubicBezTo>
                    <a:pt x="476" y="1"/>
                    <a:pt x="331" y="56"/>
                    <a:pt x="221" y="166"/>
                  </a:cubicBezTo>
                  <a:cubicBezTo>
                    <a:pt x="0" y="387"/>
                    <a:pt x="0" y="746"/>
                    <a:pt x="221" y="966"/>
                  </a:cubicBezTo>
                  <a:cubicBezTo>
                    <a:pt x="2657" y="3397"/>
                    <a:pt x="2657" y="7340"/>
                    <a:pt x="221" y="9771"/>
                  </a:cubicBezTo>
                  <a:cubicBezTo>
                    <a:pt x="6" y="9992"/>
                    <a:pt x="9" y="10345"/>
                    <a:pt x="230" y="10565"/>
                  </a:cubicBezTo>
                  <a:cubicBezTo>
                    <a:pt x="340" y="10675"/>
                    <a:pt x="484" y="10730"/>
                    <a:pt x="629" y="10730"/>
                  </a:cubicBezTo>
                  <a:cubicBezTo>
                    <a:pt x="770" y="10730"/>
                    <a:pt x="912" y="10677"/>
                    <a:pt x="1021" y="10571"/>
                  </a:cubicBezTo>
                  <a:cubicBezTo>
                    <a:pt x="3898" y="7700"/>
                    <a:pt x="3898" y="3038"/>
                    <a:pt x="1021" y="166"/>
                  </a:cubicBezTo>
                  <a:cubicBezTo>
                    <a:pt x="911" y="56"/>
                    <a:pt x="766" y="1"/>
                    <a:pt x="62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1" name="Google Shape;15101;p81"/>
            <p:cNvSpPr/>
            <p:nvPr/>
          </p:nvSpPr>
          <p:spPr>
            <a:xfrm>
              <a:off x="3039725" y="1574925"/>
              <a:ext cx="75350" cy="188250"/>
            </a:xfrm>
            <a:custGeom>
              <a:avLst/>
              <a:gdLst/>
              <a:ahLst/>
              <a:cxnLst/>
              <a:rect l="l" t="t" r="r" b="b"/>
              <a:pathLst>
                <a:path w="3014" h="7530" extrusionOk="0">
                  <a:moveTo>
                    <a:pt x="629" y="1"/>
                  </a:moveTo>
                  <a:cubicBezTo>
                    <a:pt x="484" y="1"/>
                    <a:pt x="339" y="56"/>
                    <a:pt x="230" y="166"/>
                  </a:cubicBezTo>
                  <a:cubicBezTo>
                    <a:pt x="12" y="383"/>
                    <a:pt x="9" y="736"/>
                    <a:pt x="224" y="960"/>
                  </a:cubicBezTo>
                  <a:cubicBezTo>
                    <a:pt x="1769" y="2506"/>
                    <a:pt x="1769" y="5018"/>
                    <a:pt x="224" y="6564"/>
                  </a:cubicBezTo>
                  <a:cubicBezTo>
                    <a:pt x="0" y="6784"/>
                    <a:pt x="0" y="7144"/>
                    <a:pt x="224" y="7364"/>
                  </a:cubicBezTo>
                  <a:cubicBezTo>
                    <a:pt x="334" y="7474"/>
                    <a:pt x="479" y="7529"/>
                    <a:pt x="624" y="7529"/>
                  </a:cubicBezTo>
                  <a:cubicBezTo>
                    <a:pt x="769" y="7529"/>
                    <a:pt x="913" y="7474"/>
                    <a:pt x="1024" y="7364"/>
                  </a:cubicBezTo>
                  <a:cubicBezTo>
                    <a:pt x="3013" y="5374"/>
                    <a:pt x="3013" y="2149"/>
                    <a:pt x="1024" y="160"/>
                  </a:cubicBezTo>
                  <a:cubicBezTo>
                    <a:pt x="913" y="53"/>
                    <a:pt x="771" y="1"/>
                    <a:pt x="62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2" name="Google Shape;15102;p81"/>
            <p:cNvSpPr/>
            <p:nvPr/>
          </p:nvSpPr>
          <p:spPr>
            <a:xfrm>
              <a:off x="2676100" y="1456375"/>
              <a:ext cx="340700" cy="424450"/>
            </a:xfrm>
            <a:custGeom>
              <a:avLst/>
              <a:gdLst/>
              <a:ahLst/>
              <a:cxnLst/>
              <a:rect l="l" t="t" r="r" b="b"/>
              <a:pathLst>
                <a:path w="13628" h="16978" extrusionOk="0">
                  <a:moveTo>
                    <a:pt x="2265" y="6792"/>
                  </a:moveTo>
                  <a:lnTo>
                    <a:pt x="2265" y="10189"/>
                  </a:lnTo>
                  <a:lnTo>
                    <a:pt x="1700" y="10189"/>
                  </a:lnTo>
                  <a:cubicBezTo>
                    <a:pt x="1386" y="10189"/>
                    <a:pt x="1133" y="9935"/>
                    <a:pt x="1133" y="9621"/>
                  </a:cubicBezTo>
                  <a:lnTo>
                    <a:pt x="1133" y="7356"/>
                  </a:lnTo>
                  <a:cubicBezTo>
                    <a:pt x="1133" y="7042"/>
                    <a:pt x="1386" y="6792"/>
                    <a:pt x="1700" y="6792"/>
                  </a:cubicBezTo>
                  <a:close/>
                  <a:moveTo>
                    <a:pt x="5701" y="5659"/>
                  </a:moveTo>
                  <a:lnTo>
                    <a:pt x="5701" y="11321"/>
                  </a:lnTo>
                  <a:lnTo>
                    <a:pt x="3965" y="11321"/>
                  </a:lnTo>
                  <a:cubicBezTo>
                    <a:pt x="3651" y="11321"/>
                    <a:pt x="3397" y="11067"/>
                    <a:pt x="3397" y="10753"/>
                  </a:cubicBezTo>
                  <a:lnTo>
                    <a:pt x="3397" y="6224"/>
                  </a:lnTo>
                  <a:cubicBezTo>
                    <a:pt x="3397" y="5910"/>
                    <a:pt x="3651" y="5659"/>
                    <a:pt x="3965" y="5659"/>
                  </a:cubicBezTo>
                  <a:close/>
                  <a:moveTo>
                    <a:pt x="10230" y="2827"/>
                  </a:moveTo>
                  <a:lnTo>
                    <a:pt x="10230" y="14150"/>
                  </a:lnTo>
                  <a:lnTo>
                    <a:pt x="6833" y="11602"/>
                  </a:lnTo>
                  <a:lnTo>
                    <a:pt x="6833" y="5376"/>
                  </a:lnTo>
                  <a:lnTo>
                    <a:pt x="10230" y="2827"/>
                  </a:lnTo>
                  <a:close/>
                  <a:moveTo>
                    <a:pt x="11927" y="1130"/>
                  </a:moveTo>
                  <a:cubicBezTo>
                    <a:pt x="12241" y="1130"/>
                    <a:pt x="12495" y="1381"/>
                    <a:pt x="12495" y="1695"/>
                  </a:cubicBezTo>
                  <a:lnTo>
                    <a:pt x="12495" y="15282"/>
                  </a:lnTo>
                  <a:cubicBezTo>
                    <a:pt x="12495" y="15596"/>
                    <a:pt x="12241" y="15847"/>
                    <a:pt x="11927" y="15847"/>
                  </a:cubicBezTo>
                  <a:cubicBezTo>
                    <a:pt x="11613" y="15847"/>
                    <a:pt x="11363" y="15596"/>
                    <a:pt x="11363" y="15282"/>
                  </a:cubicBezTo>
                  <a:lnTo>
                    <a:pt x="11363" y="1695"/>
                  </a:lnTo>
                  <a:cubicBezTo>
                    <a:pt x="11363" y="1381"/>
                    <a:pt x="11613" y="1130"/>
                    <a:pt x="11927" y="1130"/>
                  </a:cubicBezTo>
                  <a:close/>
                  <a:moveTo>
                    <a:pt x="11925" y="0"/>
                  </a:moveTo>
                  <a:cubicBezTo>
                    <a:pt x="11115" y="0"/>
                    <a:pt x="10405" y="580"/>
                    <a:pt x="10257" y="1393"/>
                  </a:cubicBezTo>
                  <a:lnTo>
                    <a:pt x="6079" y="4527"/>
                  </a:lnTo>
                  <a:lnTo>
                    <a:pt x="3965" y="4527"/>
                  </a:lnTo>
                  <a:cubicBezTo>
                    <a:pt x="3243" y="4527"/>
                    <a:pt x="2603" y="4980"/>
                    <a:pt x="2362" y="5659"/>
                  </a:cubicBezTo>
                  <a:lnTo>
                    <a:pt x="1700" y="5659"/>
                  </a:lnTo>
                  <a:cubicBezTo>
                    <a:pt x="761" y="5659"/>
                    <a:pt x="0" y="6417"/>
                    <a:pt x="0" y="7356"/>
                  </a:cubicBezTo>
                  <a:lnTo>
                    <a:pt x="0" y="9621"/>
                  </a:lnTo>
                  <a:cubicBezTo>
                    <a:pt x="0" y="10560"/>
                    <a:pt x="761" y="11318"/>
                    <a:pt x="1700" y="11321"/>
                  </a:cubicBezTo>
                  <a:lnTo>
                    <a:pt x="2362" y="11321"/>
                  </a:lnTo>
                  <a:cubicBezTo>
                    <a:pt x="2603" y="11997"/>
                    <a:pt x="3243" y="12450"/>
                    <a:pt x="3965" y="12453"/>
                  </a:cubicBezTo>
                  <a:lnTo>
                    <a:pt x="6079" y="12453"/>
                  </a:lnTo>
                  <a:lnTo>
                    <a:pt x="10257" y="15584"/>
                  </a:lnTo>
                  <a:cubicBezTo>
                    <a:pt x="10405" y="16397"/>
                    <a:pt x="11115" y="16977"/>
                    <a:pt x="11925" y="16977"/>
                  </a:cubicBezTo>
                  <a:cubicBezTo>
                    <a:pt x="11976" y="16977"/>
                    <a:pt x="12027" y="16975"/>
                    <a:pt x="12078" y="16970"/>
                  </a:cubicBezTo>
                  <a:cubicBezTo>
                    <a:pt x="12954" y="16892"/>
                    <a:pt x="13624" y="16161"/>
                    <a:pt x="13627" y="15282"/>
                  </a:cubicBezTo>
                  <a:lnTo>
                    <a:pt x="13627" y="1695"/>
                  </a:lnTo>
                  <a:cubicBezTo>
                    <a:pt x="13624" y="816"/>
                    <a:pt x="12954" y="85"/>
                    <a:pt x="12078" y="7"/>
                  </a:cubicBezTo>
                  <a:cubicBezTo>
                    <a:pt x="12027" y="2"/>
                    <a:pt x="11976" y="0"/>
                    <a:pt x="1192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03" name="Google Shape;15103;p81"/>
          <p:cNvGrpSpPr/>
          <p:nvPr/>
        </p:nvGrpSpPr>
        <p:grpSpPr>
          <a:xfrm>
            <a:off x="3364227" y="4167742"/>
            <a:ext cx="453628" cy="453557"/>
            <a:chOff x="3270475" y="1427025"/>
            <a:chExt cx="483200" cy="483125"/>
          </a:xfrm>
        </p:grpSpPr>
        <p:sp>
          <p:nvSpPr>
            <p:cNvPr id="15104" name="Google Shape;15104;p81"/>
            <p:cNvSpPr/>
            <p:nvPr/>
          </p:nvSpPr>
          <p:spPr>
            <a:xfrm>
              <a:off x="3270475" y="1427025"/>
              <a:ext cx="483200" cy="483125"/>
            </a:xfrm>
            <a:custGeom>
              <a:avLst/>
              <a:gdLst/>
              <a:ahLst/>
              <a:cxnLst/>
              <a:rect l="l" t="t" r="r" b="b"/>
              <a:pathLst>
                <a:path w="19328" h="19325" extrusionOk="0">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5" name="Google Shape;15105;p81"/>
            <p:cNvSpPr/>
            <p:nvPr/>
          </p:nvSpPr>
          <p:spPr>
            <a:xfrm>
              <a:off x="3497550" y="1596875"/>
              <a:ext cx="87650" cy="141525"/>
            </a:xfrm>
            <a:custGeom>
              <a:avLst/>
              <a:gdLst/>
              <a:ahLst/>
              <a:cxnLst/>
              <a:rect l="l" t="t" r="r" b="b"/>
              <a:pathLst>
                <a:path w="3506" h="5661" extrusionOk="0">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6" name="Google Shape;15106;p81"/>
            <p:cNvSpPr/>
            <p:nvPr/>
          </p:nvSpPr>
          <p:spPr>
            <a:xfrm>
              <a:off x="3327100" y="1483625"/>
              <a:ext cx="369975" cy="369925"/>
            </a:xfrm>
            <a:custGeom>
              <a:avLst/>
              <a:gdLst/>
              <a:ahLst/>
              <a:cxnLst/>
              <a:rect l="l" t="t" r="r" b="b"/>
              <a:pathLst>
                <a:path w="14799" h="14797" extrusionOk="0">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07" name="Google Shape;15107;p81"/>
          <p:cNvGrpSpPr/>
          <p:nvPr/>
        </p:nvGrpSpPr>
        <p:grpSpPr>
          <a:xfrm>
            <a:off x="3912111" y="4167707"/>
            <a:ext cx="458040" cy="453628"/>
            <a:chOff x="3860250" y="1427025"/>
            <a:chExt cx="487900" cy="483200"/>
          </a:xfrm>
        </p:grpSpPr>
        <p:sp>
          <p:nvSpPr>
            <p:cNvPr id="15108" name="Google Shape;15108;p81"/>
            <p:cNvSpPr/>
            <p:nvPr/>
          </p:nvSpPr>
          <p:spPr>
            <a:xfrm>
              <a:off x="3875800" y="1427025"/>
              <a:ext cx="472350" cy="468650"/>
            </a:xfrm>
            <a:custGeom>
              <a:avLst/>
              <a:gdLst/>
              <a:ahLst/>
              <a:cxnLst/>
              <a:rect l="l" t="t" r="r" b="b"/>
              <a:pathLst>
                <a:path w="18894" h="18746" extrusionOk="0">
                  <a:moveTo>
                    <a:pt x="15874" y="1821"/>
                  </a:moveTo>
                  <a:lnTo>
                    <a:pt x="6498" y="9403"/>
                  </a:lnTo>
                  <a:lnTo>
                    <a:pt x="1918" y="5629"/>
                  </a:lnTo>
                  <a:lnTo>
                    <a:pt x="15874" y="1821"/>
                  </a:lnTo>
                  <a:close/>
                  <a:moveTo>
                    <a:pt x="14524" y="4370"/>
                  </a:moveTo>
                  <a:lnTo>
                    <a:pt x="8425" y="11912"/>
                  </a:lnTo>
                  <a:lnTo>
                    <a:pt x="6257" y="12634"/>
                  </a:lnTo>
                  <a:lnTo>
                    <a:pt x="6981" y="10469"/>
                  </a:lnTo>
                  <a:lnTo>
                    <a:pt x="14524" y="4370"/>
                  </a:lnTo>
                  <a:close/>
                  <a:moveTo>
                    <a:pt x="17072" y="3020"/>
                  </a:moveTo>
                  <a:lnTo>
                    <a:pt x="13265" y="16976"/>
                  </a:lnTo>
                  <a:lnTo>
                    <a:pt x="9491" y="12392"/>
                  </a:lnTo>
                  <a:lnTo>
                    <a:pt x="17072" y="3020"/>
                  </a:lnTo>
                  <a:close/>
                  <a:moveTo>
                    <a:pt x="18298" y="0"/>
                  </a:moveTo>
                  <a:cubicBezTo>
                    <a:pt x="18286" y="0"/>
                    <a:pt x="18274" y="0"/>
                    <a:pt x="18262" y="3"/>
                  </a:cubicBezTo>
                  <a:lnTo>
                    <a:pt x="18253" y="3"/>
                  </a:lnTo>
                  <a:cubicBezTo>
                    <a:pt x="18238" y="6"/>
                    <a:pt x="18223" y="6"/>
                    <a:pt x="18211" y="12"/>
                  </a:cubicBezTo>
                  <a:lnTo>
                    <a:pt x="18193" y="15"/>
                  </a:lnTo>
                  <a:lnTo>
                    <a:pt x="18178" y="18"/>
                  </a:lnTo>
                  <a:lnTo>
                    <a:pt x="562" y="4822"/>
                  </a:lnTo>
                  <a:cubicBezTo>
                    <a:pt x="121" y="4943"/>
                    <a:pt x="0" y="5511"/>
                    <a:pt x="351" y="5804"/>
                  </a:cubicBezTo>
                  <a:lnTo>
                    <a:pt x="5834" y="10321"/>
                  </a:lnTo>
                  <a:lnTo>
                    <a:pt x="4826" y="13349"/>
                  </a:lnTo>
                  <a:cubicBezTo>
                    <a:pt x="4696" y="13732"/>
                    <a:pt x="4991" y="14098"/>
                    <a:pt x="5359" y="14098"/>
                  </a:cubicBezTo>
                  <a:cubicBezTo>
                    <a:pt x="5418" y="14098"/>
                    <a:pt x="5479" y="14089"/>
                    <a:pt x="5541" y="14068"/>
                  </a:cubicBezTo>
                  <a:lnTo>
                    <a:pt x="8570" y="13060"/>
                  </a:lnTo>
                  <a:lnTo>
                    <a:pt x="13087" y="18540"/>
                  </a:lnTo>
                  <a:cubicBezTo>
                    <a:pt x="13195" y="18670"/>
                    <a:pt x="13355" y="18745"/>
                    <a:pt x="13525" y="18745"/>
                  </a:cubicBezTo>
                  <a:cubicBezTo>
                    <a:pt x="13564" y="18745"/>
                    <a:pt x="13603" y="18742"/>
                    <a:pt x="13642" y="18733"/>
                  </a:cubicBezTo>
                  <a:cubicBezTo>
                    <a:pt x="13848" y="18691"/>
                    <a:pt x="14014" y="18534"/>
                    <a:pt x="14071" y="18328"/>
                  </a:cubicBezTo>
                  <a:lnTo>
                    <a:pt x="18875" y="716"/>
                  </a:lnTo>
                  <a:cubicBezTo>
                    <a:pt x="18875" y="710"/>
                    <a:pt x="18875" y="704"/>
                    <a:pt x="18878" y="698"/>
                  </a:cubicBezTo>
                  <a:lnTo>
                    <a:pt x="18881" y="683"/>
                  </a:lnTo>
                  <a:cubicBezTo>
                    <a:pt x="18884" y="668"/>
                    <a:pt x="18887" y="653"/>
                    <a:pt x="18890" y="637"/>
                  </a:cubicBezTo>
                  <a:cubicBezTo>
                    <a:pt x="18890" y="637"/>
                    <a:pt x="18890" y="634"/>
                    <a:pt x="18890" y="631"/>
                  </a:cubicBezTo>
                  <a:cubicBezTo>
                    <a:pt x="18890" y="619"/>
                    <a:pt x="18890" y="604"/>
                    <a:pt x="18893" y="592"/>
                  </a:cubicBezTo>
                  <a:lnTo>
                    <a:pt x="18893" y="580"/>
                  </a:lnTo>
                  <a:cubicBezTo>
                    <a:pt x="18893" y="568"/>
                    <a:pt x="18893" y="553"/>
                    <a:pt x="18893" y="541"/>
                  </a:cubicBezTo>
                  <a:cubicBezTo>
                    <a:pt x="18893" y="538"/>
                    <a:pt x="18893" y="535"/>
                    <a:pt x="18893" y="532"/>
                  </a:cubicBezTo>
                  <a:cubicBezTo>
                    <a:pt x="18893" y="517"/>
                    <a:pt x="18890" y="502"/>
                    <a:pt x="18890" y="487"/>
                  </a:cubicBezTo>
                  <a:cubicBezTo>
                    <a:pt x="18890" y="483"/>
                    <a:pt x="18890" y="480"/>
                    <a:pt x="18887" y="477"/>
                  </a:cubicBezTo>
                  <a:cubicBezTo>
                    <a:pt x="18887" y="465"/>
                    <a:pt x="18884" y="453"/>
                    <a:pt x="18881" y="441"/>
                  </a:cubicBezTo>
                  <a:lnTo>
                    <a:pt x="18878" y="429"/>
                  </a:lnTo>
                  <a:cubicBezTo>
                    <a:pt x="18875" y="417"/>
                    <a:pt x="18872" y="402"/>
                    <a:pt x="18866" y="390"/>
                  </a:cubicBezTo>
                  <a:cubicBezTo>
                    <a:pt x="18866" y="387"/>
                    <a:pt x="18866" y="384"/>
                    <a:pt x="18863" y="381"/>
                  </a:cubicBezTo>
                  <a:cubicBezTo>
                    <a:pt x="18860" y="369"/>
                    <a:pt x="18854" y="354"/>
                    <a:pt x="18848" y="345"/>
                  </a:cubicBezTo>
                  <a:cubicBezTo>
                    <a:pt x="18848" y="339"/>
                    <a:pt x="18845" y="333"/>
                    <a:pt x="18842" y="329"/>
                  </a:cubicBezTo>
                  <a:cubicBezTo>
                    <a:pt x="18839" y="323"/>
                    <a:pt x="18833" y="308"/>
                    <a:pt x="18830" y="299"/>
                  </a:cubicBezTo>
                  <a:cubicBezTo>
                    <a:pt x="18824" y="290"/>
                    <a:pt x="18824" y="290"/>
                    <a:pt x="18821" y="287"/>
                  </a:cubicBezTo>
                  <a:cubicBezTo>
                    <a:pt x="18815" y="275"/>
                    <a:pt x="18806" y="263"/>
                    <a:pt x="18797" y="248"/>
                  </a:cubicBezTo>
                  <a:lnTo>
                    <a:pt x="18790" y="239"/>
                  </a:lnTo>
                  <a:cubicBezTo>
                    <a:pt x="18784" y="230"/>
                    <a:pt x="18775" y="221"/>
                    <a:pt x="18769" y="212"/>
                  </a:cubicBezTo>
                  <a:cubicBezTo>
                    <a:pt x="18760" y="203"/>
                    <a:pt x="18763" y="203"/>
                    <a:pt x="18760" y="200"/>
                  </a:cubicBezTo>
                  <a:cubicBezTo>
                    <a:pt x="18751" y="188"/>
                    <a:pt x="18739" y="176"/>
                    <a:pt x="18727" y="163"/>
                  </a:cubicBezTo>
                  <a:cubicBezTo>
                    <a:pt x="18718" y="154"/>
                    <a:pt x="18706" y="142"/>
                    <a:pt x="18694" y="133"/>
                  </a:cubicBezTo>
                  <a:lnTo>
                    <a:pt x="18682" y="124"/>
                  </a:lnTo>
                  <a:cubicBezTo>
                    <a:pt x="18673" y="115"/>
                    <a:pt x="18664" y="109"/>
                    <a:pt x="18655" y="103"/>
                  </a:cubicBezTo>
                  <a:lnTo>
                    <a:pt x="18643" y="94"/>
                  </a:lnTo>
                  <a:cubicBezTo>
                    <a:pt x="18630" y="88"/>
                    <a:pt x="18618" y="79"/>
                    <a:pt x="18606" y="73"/>
                  </a:cubicBezTo>
                  <a:lnTo>
                    <a:pt x="18591" y="64"/>
                  </a:lnTo>
                  <a:lnTo>
                    <a:pt x="18564" y="52"/>
                  </a:lnTo>
                  <a:lnTo>
                    <a:pt x="18549" y="43"/>
                  </a:lnTo>
                  <a:cubicBezTo>
                    <a:pt x="18537" y="40"/>
                    <a:pt x="18522" y="34"/>
                    <a:pt x="18510" y="28"/>
                  </a:cubicBezTo>
                  <a:lnTo>
                    <a:pt x="18501" y="28"/>
                  </a:lnTo>
                  <a:cubicBezTo>
                    <a:pt x="18489" y="22"/>
                    <a:pt x="18476" y="18"/>
                    <a:pt x="18464" y="15"/>
                  </a:cubicBezTo>
                  <a:lnTo>
                    <a:pt x="18449" y="12"/>
                  </a:lnTo>
                  <a:lnTo>
                    <a:pt x="18416" y="6"/>
                  </a:lnTo>
                  <a:lnTo>
                    <a:pt x="18404" y="3"/>
                  </a:lnTo>
                  <a:cubicBezTo>
                    <a:pt x="18389" y="3"/>
                    <a:pt x="18374" y="0"/>
                    <a:pt x="1835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9" name="Google Shape;15109;p81"/>
            <p:cNvSpPr/>
            <p:nvPr/>
          </p:nvSpPr>
          <p:spPr>
            <a:xfrm>
              <a:off x="3860250" y="1861675"/>
              <a:ext cx="54675" cy="48550"/>
            </a:xfrm>
            <a:custGeom>
              <a:avLst/>
              <a:gdLst/>
              <a:ahLst/>
              <a:cxnLst/>
              <a:rect l="l" t="t" r="r" b="b"/>
              <a:pathLst>
                <a:path w="2187" h="1942" extrusionOk="0">
                  <a:moveTo>
                    <a:pt x="1563" y="1"/>
                  </a:moveTo>
                  <a:cubicBezTo>
                    <a:pt x="1416" y="1"/>
                    <a:pt x="1268" y="58"/>
                    <a:pt x="1157" y="172"/>
                  </a:cubicBezTo>
                  <a:lnTo>
                    <a:pt x="357" y="976"/>
                  </a:lnTo>
                  <a:cubicBezTo>
                    <a:pt x="0" y="1332"/>
                    <a:pt x="254" y="1942"/>
                    <a:pt x="758" y="1942"/>
                  </a:cubicBezTo>
                  <a:cubicBezTo>
                    <a:pt x="906" y="1942"/>
                    <a:pt x="1051" y="1882"/>
                    <a:pt x="1157" y="1776"/>
                  </a:cubicBezTo>
                  <a:lnTo>
                    <a:pt x="1957" y="973"/>
                  </a:lnTo>
                  <a:cubicBezTo>
                    <a:pt x="2184" y="755"/>
                    <a:pt x="2187" y="390"/>
                    <a:pt x="1963" y="166"/>
                  </a:cubicBezTo>
                  <a:cubicBezTo>
                    <a:pt x="1853" y="56"/>
                    <a:pt x="1708" y="1"/>
                    <a:pt x="156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0" name="Google Shape;15110;p81"/>
            <p:cNvSpPr/>
            <p:nvPr/>
          </p:nvSpPr>
          <p:spPr>
            <a:xfrm>
              <a:off x="3923425" y="1801775"/>
              <a:ext cx="51350" cy="48550"/>
            </a:xfrm>
            <a:custGeom>
              <a:avLst/>
              <a:gdLst/>
              <a:ahLst/>
              <a:cxnLst/>
              <a:rect l="l" t="t" r="r" b="b"/>
              <a:pathLst>
                <a:path w="2054" h="1942" extrusionOk="0">
                  <a:moveTo>
                    <a:pt x="1430" y="0"/>
                  </a:moveTo>
                  <a:cubicBezTo>
                    <a:pt x="1286" y="0"/>
                    <a:pt x="1141" y="56"/>
                    <a:pt x="1030" y="168"/>
                  </a:cubicBezTo>
                  <a:lnTo>
                    <a:pt x="230" y="968"/>
                  </a:lnTo>
                  <a:cubicBezTo>
                    <a:pt x="4" y="1189"/>
                    <a:pt x="1" y="1551"/>
                    <a:pt x="224" y="1774"/>
                  </a:cubicBezTo>
                  <a:cubicBezTo>
                    <a:pt x="334" y="1886"/>
                    <a:pt x="478" y="1941"/>
                    <a:pt x="623" y="1941"/>
                  </a:cubicBezTo>
                  <a:cubicBezTo>
                    <a:pt x="771" y="1941"/>
                    <a:pt x="919" y="1883"/>
                    <a:pt x="1030" y="1768"/>
                  </a:cubicBezTo>
                  <a:lnTo>
                    <a:pt x="1831" y="968"/>
                  </a:lnTo>
                  <a:cubicBezTo>
                    <a:pt x="2054" y="745"/>
                    <a:pt x="2051" y="388"/>
                    <a:pt x="1831" y="168"/>
                  </a:cubicBezTo>
                  <a:cubicBezTo>
                    <a:pt x="1720" y="56"/>
                    <a:pt x="1575" y="0"/>
                    <a:pt x="14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11" name="Google Shape;15111;p81"/>
          <p:cNvSpPr/>
          <p:nvPr/>
        </p:nvSpPr>
        <p:spPr>
          <a:xfrm>
            <a:off x="4470938" y="4167506"/>
            <a:ext cx="453652" cy="453557"/>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2" name="Google Shape;15112;p81"/>
          <p:cNvSpPr/>
          <p:nvPr/>
        </p:nvSpPr>
        <p:spPr>
          <a:xfrm>
            <a:off x="5032189" y="4167494"/>
            <a:ext cx="458040" cy="453581"/>
          </a:xfrm>
          <a:custGeom>
            <a:avLst/>
            <a:gdLst/>
            <a:ahLst/>
            <a:cxnLst/>
            <a:rect l="l" t="t" r="r" b="b"/>
            <a:pathLst>
              <a:path w="19516" h="19326" extrusionOk="0">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13" name="Google Shape;15113;p81"/>
          <p:cNvGrpSpPr/>
          <p:nvPr/>
        </p:nvGrpSpPr>
        <p:grpSpPr>
          <a:xfrm>
            <a:off x="5587097" y="4167742"/>
            <a:ext cx="453628" cy="453557"/>
            <a:chOff x="5648375" y="1427025"/>
            <a:chExt cx="483200" cy="483125"/>
          </a:xfrm>
        </p:grpSpPr>
        <p:sp>
          <p:nvSpPr>
            <p:cNvPr id="15114" name="Google Shape;15114;p81"/>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5" name="Google Shape;15115;p81"/>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16" name="Google Shape;15116;p81"/>
          <p:cNvGrpSpPr/>
          <p:nvPr/>
        </p:nvGrpSpPr>
        <p:grpSpPr>
          <a:xfrm>
            <a:off x="6139744" y="4167719"/>
            <a:ext cx="459496" cy="453605"/>
            <a:chOff x="6238300" y="1426975"/>
            <a:chExt cx="489450" cy="483175"/>
          </a:xfrm>
        </p:grpSpPr>
        <p:sp>
          <p:nvSpPr>
            <p:cNvPr id="15117" name="Google Shape;15117;p81"/>
            <p:cNvSpPr/>
            <p:nvPr/>
          </p:nvSpPr>
          <p:spPr>
            <a:xfrm>
              <a:off x="6238300" y="1426975"/>
              <a:ext cx="489450" cy="483175"/>
            </a:xfrm>
            <a:custGeom>
              <a:avLst/>
              <a:gdLst/>
              <a:ahLst/>
              <a:cxnLst/>
              <a:rect l="l" t="t" r="r" b="b"/>
              <a:pathLst>
                <a:path w="19578" h="19327" extrusionOk="0">
                  <a:moveTo>
                    <a:pt x="16109" y="2267"/>
                  </a:moveTo>
                  <a:lnTo>
                    <a:pt x="16109" y="4803"/>
                  </a:lnTo>
                  <a:lnTo>
                    <a:pt x="14977" y="3831"/>
                  </a:lnTo>
                  <a:lnTo>
                    <a:pt x="14977" y="2267"/>
                  </a:lnTo>
                  <a:close/>
                  <a:moveTo>
                    <a:pt x="9880" y="1135"/>
                  </a:moveTo>
                  <a:cubicBezTo>
                    <a:pt x="10011" y="1135"/>
                    <a:pt x="10142" y="1181"/>
                    <a:pt x="10248" y="1274"/>
                  </a:cubicBezTo>
                  <a:lnTo>
                    <a:pt x="18174" y="8067"/>
                  </a:lnTo>
                  <a:cubicBezTo>
                    <a:pt x="18413" y="8270"/>
                    <a:pt x="18440" y="8626"/>
                    <a:pt x="18238" y="8864"/>
                  </a:cubicBezTo>
                  <a:lnTo>
                    <a:pt x="18238" y="8861"/>
                  </a:lnTo>
                  <a:cubicBezTo>
                    <a:pt x="18129" y="8988"/>
                    <a:pt x="17972" y="9061"/>
                    <a:pt x="17809" y="9061"/>
                  </a:cubicBezTo>
                  <a:cubicBezTo>
                    <a:pt x="17673" y="9061"/>
                    <a:pt x="17540" y="9012"/>
                    <a:pt x="17440" y="8925"/>
                  </a:cubicBezTo>
                  <a:lnTo>
                    <a:pt x="10251" y="2762"/>
                  </a:lnTo>
                  <a:cubicBezTo>
                    <a:pt x="10145" y="2672"/>
                    <a:pt x="10014" y="2626"/>
                    <a:pt x="9883" y="2626"/>
                  </a:cubicBezTo>
                  <a:cubicBezTo>
                    <a:pt x="9751" y="2626"/>
                    <a:pt x="9620" y="2672"/>
                    <a:pt x="9514" y="2762"/>
                  </a:cubicBezTo>
                  <a:lnTo>
                    <a:pt x="2687" y="8553"/>
                  </a:lnTo>
                  <a:cubicBezTo>
                    <a:pt x="2657" y="8575"/>
                    <a:pt x="2633" y="8596"/>
                    <a:pt x="2609" y="8623"/>
                  </a:cubicBezTo>
                  <a:lnTo>
                    <a:pt x="2250" y="8925"/>
                  </a:lnTo>
                  <a:cubicBezTo>
                    <a:pt x="2142" y="9016"/>
                    <a:pt x="2012" y="9060"/>
                    <a:pt x="1882" y="9060"/>
                  </a:cubicBezTo>
                  <a:cubicBezTo>
                    <a:pt x="1723" y="9060"/>
                    <a:pt x="1565" y="8994"/>
                    <a:pt x="1452" y="8864"/>
                  </a:cubicBezTo>
                  <a:cubicBezTo>
                    <a:pt x="1250" y="8629"/>
                    <a:pt x="1274" y="8273"/>
                    <a:pt x="1510" y="8067"/>
                  </a:cubicBezTo>
                  <a:lnTo>
                    <a:pt x="9511" y="1274"/>
                  </a:lnTo>
                  <a:cubicBezTo>
                    <a:pt x="9617" y="1181"/>
                    <a:pt x="9748" y="1135"/>
                    <a:pt x="9880" y="1135"/>
                  </a:cubicBezTo>
                  <a:close/>
                  <a:moveTo>
                    <a:pt x="12147" y="13665"/>
                  </a:moveTo>
                  <a:lnTo>
                    <a:pt x="12147" y="18195"/>
                  </a:lnTo>
                  <a:lnTo>
                    <a:pt x="7543" y="18195"/>
                  </a:lnTo>
                  <a:lnTo>
                    <a:pt x="7543" y="13665"/>
                  </a:lnTo>
                  <a:close/>
                  <a:moveTo>
                    <a:pt x="9883" y="3937"/>
                  </a:moveTo>
                  <a:lnTo>
                    <a:pt x="16109" y="9275"/>
                  </a:lnTo>
                  <a:lnTo>
                    <a:pt x="16109" y="18195"/>
                  </a:lnTo>
                  <a:lnTo>
                    <a:pt x="13280" y="18195"/>
                  </a:lnTo>
                  <a:lnTo>
                    <a:pt x="13280" y="13101"/>
                  </a:lnTo>
                  <a:cubicBezTo>
                    <a:pt x="13280" y="12787"/>
                    <a:pt x="13026" y="12533"/>
                    <a:pt x="12712" y="12533"/>
                  </a:cubicBezTo>
                  <a:lnTo>
                    <a:pt x="6975" y="12533"/>
                  </a:lnTo>
                  <a:cubicBezTo>
                    <a:pt x="6661" y="12533"/>
                    <a:pt x="6410" y="12787"/>
                    <a:pt x="6410" y="13101"/>
                  </a:cubicBezTo>
                  <a:lnTo>
                    <a:pt x="6410" y="18195"/>
                  </a:lnTo>
                  <a:lnTo>
                    <a:pt x="3578" y="18195"/>
                  </a:lnTo>
                  <a:lnTo>
                    <a:pt x="3578" y="9281"/>
                  </a:lnTo>
                  <a:lnTo>
                    <a:pt x="9883" y="3937"/>
                  </a:lnTo>
                  <a:close/>
                  <a:moveTo>
                    <a:pt x="9883" y="0"/>
                  </a:moveTo>
                  <a:cubicBezTo>
                    <a:pt x="9489" y="0"/>
                    <a:pt x="9095" y="137"/>
                    <a:pt x="8778" y="410"/>
                  </a:cubicBezTo>
                  <a:lnTo>
                    <a:pt x="773" y="7204"/>
                  </a:lnTo>
                  <a:cubicBezTo>
                    <a:pt x="154" y="7738"/>
                    <a:pt x="0" y="8635"/>
                    <a:pt x="411" y="9345"/>
                  </a:cubicBezTo>
                  <a:cubicBezTo>
                    <a:pt x="720" y="9881"/>
                    <a:pt x="1289" y="10193"/>
                    <a:pt x="1882" y="10193"/>
                  </a:cubicBezTo>
                  <a:cubicBezTo>
                    <a:pt x="2070" y="10193"/>
                    <a:pt x="2261" y="10162"/>
                    <a:pt x="2446" y="10096"/>
                  </a:cubicBezTo>
                  <a:lnTo>
                    <a:pt x="2446" y="18762"/>
                  </a:lnTo>
                  <a:cubicBezTo>
                    <a:pt x="2446" y="19073"/>
                    <a:pt x="2699" y="19327"/>
                    <a:pt x="3010" y="19327"/>
                  </a:cubicBezTo>
                  <a:lnTo>
                    <a:pt x="16673" y="19327"/>
                  </a:lnTo>
                  <a:cubicBezTo>
                    <a:pt x="16987" y="19327"/>
                    <a:pt x="17241" y="19073"/>
                    <a:pt x="17241" y="18762"/>
                  </a:cubicBezTo>
                  <a:lnTo>
                    <a:pt x="17241" y="10096"/>
                  </a:lnTo>
                  <a:cubicBezTo>
                    <a:pt x="17431" y="10163"/>
                    <a:pt x="17623" y="10195"/>
                    <a:pt x="17809" y="10195"/>
                  </a:cubicBezTo>
                  <a:cubicBezTo>
                    <a:pt x="18756" y="10195"/>
                    <a:pt x="19578" y="9388"/>
                    <a:pt x="19500" y="8363"/>
                  </a:cubicBezTo>
                  <a:cubicBezTo>
                    <a:pt x="19466" y="7913"/>
                    <a:pt x="19255" y="7497"/>
                    <a:pt x="18914" y="7204"/>
                  </a:cubicBezTo>
                  <a:lnTo>
                    <a:pt x="17241" y="5770"/>
                  </a:lnTo>
                  <a:lnTo>
                    <a:pt x="17241" y="1702"/>
                  </a:lnTo>
                  <a:cubicBezTo>
                    <a:pt x="17241" y="1388"/>
                    <a:pt x="16987" y="1135"/>
                    <a:pt x="16676" y="1135"/>
                  </a:cubicBezTo>
                  <a:lnTo>
                    <a:pt x="14412" y="1135"/>
                  </a:lnTo>
                  <a:cubicBezTo>
                    <a:pt x="14098" y="1135"/>
                    <a:pt x="13844" y="1388"/>
                    <a:pt x="13844" y="1702"/>
                  </a:cubicBezTo>
                  <a:lnTo>
                    <a:pt x="13844" y="2862"/>
                  </a:lnTo>
                  <a:lnTo>
                    <a:pt x="10988" y="410"/>
                  </a:lnTo>
                  <a:cubicBezTo>
                    <a:pt x="10671" y="137"/>
                    <a:pt x="10277" y="0"/>
                    <a:pt x="988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8" name="Google Shape;15118;p81"/>
            <p:cNvSpPr/>
            <p:nvPr/>
          </p:nvSpPr>
          <p:spPr>
            <a:xfrm>
              <a:off x="6426850" y="1596875"/>
              <a:ext cx="115150" cy="113250"/>
            </a:xfrm>
            <a:custGeom>
              <a:avLst/>
              <a:gdLst/>
              <a:ahLst/>
              <a:cxnLst/>
              <a:rect l="l" t="t" r="r" b="b"/>
              <a:pathLst>
                <a:path w="4606" h="4530" extrusionOk="0">
                  <a:moveTo>
                    <a:pt x="3473" y="1132"/>
                  </a:moveTo>
                  <a:lnTo>
                    <a:pt x="3473" y="3397"/>
                  </a:lnTo>
                  <a:lnTo>
                    <a:pt x="1133" y="3397"/>
                  </a:lnTo>
                  <a:lnTo>
                    <a:pt x="1133" y="1132"/>
                  </a:lnTo>
                  <a:close/>
                  <a:moveTo>
                    <a:pt x="565" y="0"/>
                  </a:moveTo>
                  <a:cubicBezTo>
                    <a:pt x="251" y="0"/>
                    <a:pt x="1" y="254"/>
                    <a:pt x="1" y="568"/>
                  </a:cubicBezTo>
                  <a:lnTo>
                    <a:pt x="1" y="3965"/>
                  </a:lnTo>
                  <a:cubicBezTo>
                    <a:pt x="1" y="4276"/>
                    <a:pt x="251" y="4529"/>
                    <a:pt x="565" y="4529"/>
                  </a:cubicBezTo>
                  <a:lnTo>
                    <a:pt x="4038" y="4529"/>
                  </a:lnTo>
                  <a:cubicBezTo>
                    <a:pt x="4352" y="4529"/>
                    <a:pt x="4605" y="4276"/>
                    <a:pt x="4605" y="3965"/>
                  </a:cubicBezTo>
                  <a:lnTo>
                    <a:pt x="4605" y="568"/>
                  </a:lnTo>
                  <a:cubicBezTo>
                    <a:pt x="4605" y="254"/>
                    <a:pt x="4352" y="0"/>
                    <a:pt x="403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9" name="Google Shape;15119;p81"/>
            <p:cNvSpPr/>
            <p:nvPr/>
          </p:nvSpPr>
          <p:spPr>
            <a:xfrm>
              <a:off x="6485350" y="1796900"/>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20" name="Google Shape;15120;p81"/>
          <p:cNvSpPr/>
          <p:nvPr/>
        </p:nvSpPr>
        <p:spPr>
          <a:xfrm>
            <a:off x="1153916" y="4727032"/>
            <a:ext cx="401056" cy="451633"/>
          </a:xfrm>
          <a:custGeom>
            <a:avLst/>
            <a:gdLst/>
            <a:ahLst/>
            <a:cxnLst/>
            <a:rect l="l" t="t" r="r" b="b"/>
            <a:pathLst>
              <a:path w="17088" h="19243" extrusionOk="0">
                <a:moveTo>
                  <a:pt x="15955" y="1281"/>
                </a:moveTo>
                <a:lnTo>
                  <a:pt x="15955" y="3452"/>
                </a:lnTo>
                <a:lnTo>
                  <a:pt x="5586" y="5877"/>
                </a:lnTo>
                <a:lnTo>
                  <a:pt x="5586" y="3703"/>
                </a:lnTo>
                <a:lnTo>
                  <a:pt x="15955" y="1281"/>
                </a:lnTo>
                <a:close/>
                <a:moveTo>
                  <a:pt x="14425" y="12363"/>
                </a:moveTo>
                <a:cubicBezTo>
                  <a:pt x="14622" y="12363"/>
                  <a:pt x="14821" y="12401"/>
                  <a:pt x="15010" y="12480"/>
                </a:cubicBezTo>
                <a:cubicBezTo>
                  <a:pt x="15584" y="12716"/>
                  <a:pt x="15955" y="13274"/>
                  <a:pt x="15955" y="13893"/>
                </a:cubicBezTo>
                <a:cubicBezTo>
                  <a:pt x="15955" y="14739"/>
                  <a:pt x="15270" y="15421"/>
                  <a:pt x="14424" y="15421"/>
                </a:cubicBezTo>
                <a:cubicBezTo>
                  <a:pt x="13805" y="15421"/>
                  <a:pt x="13250" y="15050"/>
                  <a:pt x="13011" y="14479"/>
                </a:cubicBezTo>
                <a:cubicBezTo>
                  <a:pt x="12776" y="13905"/>
                  <a:pt x="12905" y="13247"/>
                  <a:pt x="13343" y="12809"/>
                </a:cubicBezTo>
                <a:cubicBezTo>
                  <a:pt x="13636" y="12519"/>
                  <a:pt x="14027" y="12363"/>
                  <a:pt x="14425" y="12363"/>
                </a:cubicBezTo>
                <a:close/>
                <a:moveTo>
                  <a:pt x="2925" y="15050"/>
                </a:moveTo>
                <a:cubicBezTo>
                  <a:pt x="3122" y="15050"/>
                  <a:pt x="3322" y="15088"/>
                  <a:pt x="3512" y="15168"/>
                </a:cubicBezTo>
                <a:cubicBezTo>
                  <a:pt x="4083" y="15403"/>
                  <a:pt x="4454" y="15962"/>
                  <a:pt x="4454" y="16581"/>
                </a:cubicBezTo>
                <a:cubicBezTo>
                  <a:pt x="4454" y="17423"/>
                  <a:pt x="3769" y="18108"/>
                  <a:pt x="2926" y="18108"/>
                </a:cubicBezTo>
                <a:cubicBezTo>
                  <a:pt x="2307" y="18108"/>
                  <a:pt x="1749" y="17737"/>
                  <a:pt x="1513" y="17166"/>
                </a:cubicBezTo>
                <a:cubicBezTo>
                  <a:pt x="1275" y="16593"/>
                  <a:pt x="1407" y="15934"/>
                  <a:pt x="1845" y="15497"/>
                </a:cubicBezTo>
                <a:cubicBezTo>
                  <a:pt x="2136" y="15206"/>
                  <a:pt x="2527" y="15050"/>
                  <a:pt x="2925" y="15050"/>
                </a:cubicBezTo>
                <a:close/>
                <a:moveTo>
                  <a:pt x="16525" y="0"/>
                </a:moveTo>
                <a:cubicBezTo>
                  <a:pt x="16481" y="0"/>
                  <a:pt x="16437" y="5"/>
                  <a:pt x="16393" y="16"/>
                </a:cubicBezTo>
                <a:lnTo>
                  <a:pt x="4892" y="2703"/>
                </a:lnTo>
                <a:cubicBezTo>
                  <a:pt x="4635" y="2761"/>
                  <a:pt x="4454" y="2990"/>
                  <a:pt x="4454" y="3253"/>
                </a:cubicBezTo>
                <a:lnTo>
                  <a:pt x="4454" y="14404"/>
                </a:lnTo>
                <a:cubicBezTo>
                  <a:pt x="3994" y="14081"/>
                  <a:pt x="3459" y="13921"/>
                  <a:pt x="2926" y="13921"/>
                </a:cubicBezTo>
                <a:cubicBezTo>
                  <a:pt x="2299" y="13921"/>
                  <a:pt x="1673" y="14143"/>
                  <a:pt x="1175" y="14579"/>
                </a:cubicBezTo>
                <a:cubicBezTo>
                  <a:pt x="251" y="15388"/>
                  <a:pt x="0" y="16720"/>
                  <a:pt x="568" y="17810"/>
                </a:cubicBezTo>
                <a:cubicBezTo>
                  <a:pt x="1032" y="18704"/>
                  <a:pt x="1950" y="19242"/>
                  <a:pt x="2925" y="19242"/>
                </a:cubicBezTo>
                <a:cubicBezTo>
                  <a:pt x="3136" y="19242"/>
                  <a:pt x="3349" y="19217"/>
                  <a:pt x="3560" y="19165"/>
                </a:cubicBezTo>
                <a:cubicBezTo>
                  <a:pt x="4750" y="18872"/>
                  <a:pt x="5589" y="17807"/>
                  <a:pt x="5586" y="16581"/>
                </a:cubicBezTo>
                <a:lnTo>
                  <a:pt x="5586" y="7039"/>
                </a:lnTo>
                <a:lnTo>
                  <a:pt x="15955" y="4618"/>
                </a:lnTo>
                <a:lnTo>
                  <a:pt x="15955" y="11716"/>
                </a:lnTo>
                <a:cubicBezTo>
                  <a:pt x="15508" y="11399"/>
                  <a:pt x="14974" y="11230"/>
                  <a:pt x="14424" y="11230"/>
                </a:cubicBezTo>
                <a:cubicBezTo>
                  <a:pt x="13349" y="11230"/>
                  <a:pt x="12377" y="11879"/>
                  <a:pt x="11966" y="12873"/>
                </a:cubicBezTo>
                <a:cubicBezTo>
                  <a:pt x="11553" y="13869"/>
                  <a:pt x="11782" y="15014"/>
                  <a:pt x="12543" y="15774"/>
                </a:cubicBezTo>
                <a:cubicBezTo>
                  <a:pt x="13052" y="16283"/>
                  <a:pt x="13733" y="16555"/>
                  <a:pt x="14426" y="16555"/>
                </a:cubicBezTo>
                <a:cubicBezTo>
                  <a:pt x="14769" y="16555"/>
                  <a:pt x="15115" y="16488"/>
                  <a:pt x="15445" y="16351"/>
                </a:cubicBezTo>
                <a:cubicBezTo>
                  <a:pt x="16438" y="15941"/>
                  <a:pt x="17087" y="14968"/>
                  <a:pt x="17087" y="13893"/>
                </a:cubicBezTo>
                <a:lnTo>
                  <a:pt x="17087" y="565"/>
                </a:lnTo>
                <a:cubicBezTo>
                  <a:pt x="17087" y="246"/>
                  <a:pt x="16826" y="0"/>
                  <a:pt x="1652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21" name="Google Shape;15121;p81"/>
          <p:cNvGrpSpPr/>
          <p:nvPr/>
        </p:nvGrpSpPr>
        <p:grpSpPr>
          <a:xfrm>
            <a:off x="1684938" y="4726392"/>
            <a:ext cx="453557" cy="453581"/>
            <a:chOff x="1487200" y="2021475"/>
            <a:chExt cx="483125" cy="483150"/>
          </a:xfrm>
        </p:grpSpPr>
        <p:sp>
          <p:nvSpPr>
            <p:cNvPr id="15122" name="Google Shape;15122;p81"/>
            <p:cNvSpPr/>
            <p:nvPr/>
          </p:nvSpPr>
          <p:spPr>
            <a:xfrm>
              <a:off x="1487200" y="2021475"/>
              <a:ext cx="483125" cy="483150"/>
            </a:xfrm>
            <a:custGeom>
              <a:avLst/>
              <a:gdLst/>
              <a:ahLst/>
              <a:cxnLst/>
              <a:rect l="l" t="t" r="r" b="b"/>
              <a:pathLst>
                <a:path w="19325" h="19326" extrusionOk="0">
                  <a:moveTo>
                    <a:pt x="17628" y="1133"/>
                  </a:moveTo>
                  <a:cubicBezTo>
                    <a:pt x="17939" y="1133"/>
                    <a:pt x="18192" y="1386"/>
                    <a:pt x="18192" y="1701"/>
                  </a:cubicBezTo>
                  <a:lnTo>
                    <a:pt x="18192" y="14796"/>
                  </a:lnTo>
                  <a:lnTo>
                    <a:pt x="1132" y="14796"/>
                  </a:lnTo>
                  <a:lnTo>
                    <a:pt x="1132" y="1701"/>
                  </a:lnTo>
                  <a:cubicBezTo>
                    <a:pt x="1132" y="1386"/>
                    <a:pt x="1386" y="1133"/>
                    <a:pt x="1700" y="1133"/>
                  </a:cubicBezTo>
                  <a:close/>
                  <a:moveTo>
                    <a:pt x="18192" y="15928"/>
                  </a:moveTo>
                  <a:lnTo>
                    <a:pt x="18192" y="17628"/>
                  </a:lnTo>
                  <a:cubicBezTo>
                    <a:pt x="18192" y="17939"/>
                    <a:pt x="17939" y="18193"/>
                    <a:pt x="17628" y="18193"/>
                  </a:cubicBezTo>
                  <a:lnTo>
                    <a:pt x="1700" y="18193"/>
                  </a:lnTo>
                  <a:cubicBezTo>
                    <a:pt x="1386" y="18193"/>
                    <a:pt x="1132" y="17939"/>
                    <a:pt x="1132" y="17628"/>
                  </a:cubicBezTo>
                  <a:lnTo>
                    <a:pt x="1132" y="15928"/>
                  </a:lnTo>
                  <a:close/>
                  <a:moveTo>
                    <a:pt x="1700" y="1"/>
                  </a:moveTo>
                  <a:cubicBezTo>
                    <a:pt x="761" y="1"/>
                    <a:pt x="0" y="761"/>
                    <a:pt x="0" y="1701"/>
                  </a:cubicBezTo>
                  <a:lnTo>
                    <a:pt x="0" y="17628"/>
                  </a:lnTo>
                  <a:cubicBezTo>
                    <a:pt x="0" y="18564"/>
                    <a:pt x="761" y="19325"/>
                    <a:pt x="1700" y="19325"/>
                  </a:cubicBezTo>
                  <a:lnTo>
                    <a:pt x="17628" y="19325"/>
                  </a:lnTo>
                  <a:cubicBezTo>
                    <a:pt x="18564" y="19325"/>
                    <a:pt x="19325" y="18564"/>
                    <a:pt x="19325" y="17628"/>
                  </a:cubicBezTo>
                  <a:lnTo>
                    <a:pt x="19325" y="1701"/>
                  </a:lnTo>
                  <a:cubicBezTo>
                    <a:pt x="19325" y="761"/>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3" name="Google Shape;15123;p81"/>
            <p:cNvSpPr/>
            <p:nvPr/>
          </p:nvSpPr>
          <p:spPr>
            <a:xfrm>
              <a:off x="1573100" y="2078100"/>
              <a:ext cx="84875" cy="284000"/>
            </a:xfrm>
            <a:custGeom>
              <a:avLst/>
              <a:gdLst/>
              <a:ahLst/>
              <a:cxnLst/>
              <a:rect l="l" t="t" r="r" b="b"/>
              <a:pathLst>
                <a:path w="3395" h="11360" extrusionOk="0">
                  <a:moveTo>
                    <a:pt x="1697" y="6833"/>
                  </a:moveTo>
                  <a:cubicBezTo>
                    <a:pt x="2201" y="6833"/>
                    <a:pt x="2455" y="7440"/>
                    <a:pt x="2099" y="7799"/>
                  </a:cubicBezTo>
                  <a:cubicBezTo>
                    <a:pt x="1983" y="7914"/>
                    <a:pt x="1841" y="7966"/>
                    <a:pt x="1702" y="7966"/>
                  </a:cubicBezTo>
                  <a:cubicBezTo>
                    <a:pt x="1411" y="7966"/>
                    <a:pt x="1133" y="7739"/>
                    <a:pt x="1133" y="7398"/>
                  </a:cubicBezTo>
                  <a:cubicBezTo>
                    <a:pt x="1133" y="7084"/>
                    <a:pt x="1383" y="6833"/>
                    <a:pt x="1697" y="6833"/>
                  </a:cubicBezTo>
                  <a:close/>
                  <a:moveTo>
                    <a:pt x="1697" y="0"/>
                  </a:moveTo>
                  <a:cubicBezTo>
                    <a:pt x="1383" y="0"/>
                    <a:pt x="1133" y="254"/>
                    <a:pt x="1133" y="568"/>
                  </a:cubicBezTo>
                  <a:lnTo>
                    <a:pt x="1133" y="5798"/>
                  </a:lnTo>
                  <a:cubicBezTo>
                    <a:pt x="453" y="6036"/>
                    <a:pt x="0" y="6679"/>
                    <a:pt x="0" y="7398"/>
                  </a:cubicBezTo>
                  <a:cubicBezTo>
                    <a:pt x="0" y="8116"/>
                    <a:pt x="453" y="8760"/>
                    <a:pt x="1133" y="8998"/>
                  </a:cubicBezTo>
                  <a:lnTo>
                    <a:pt x="1133" y="10795"/>
                  </a:lnTo>
                  <a:cubicBezTo>
                    <a:pt x="1133" y="11109"/>
                    <a:pt x="1383" y="11359"/>
                    <a:pt x="1697" y="11359"/>
                  </a:cubicBezTo>
                  <a:cubicBezTo>
                    <a:pt x="2011" y="11359"/>
                    <a:pt x="2265" y="11109"/>
                    <a:pt x="2265" y="10795"/>
                  </a:cubicBezTo>
                  <a:lnTo>
                    <a:pt x="2265" y="8998"/>
                  </a:lnTo>
                  <a:cubicBezTo>
                    <a:pt x="2941" y="8760"/>
                    <a:pt x="3394" y="8116"/>
                    <a:pt x="3394" y="7398"/>
                  </a:cubicBezTo>
                  <a:cubicBezTo>
                    <a:pt x="3394" y="6679"/>
                    <a:pt x="2941" y="6036"/>
                    <a:pt x="2265" y="5798"/>
                  </a:cubicBezTo>
                  <a:lnTo>
                    <a:pt x="2265" y="568"/>
                  </a:lnTo>
                  <a:cubicBezTo>
                    <a:pt x="2265"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4" name="Google Shape;15124;p81"/>
            <p:cNvSpPr/>
            <p:nvPr/>
          </p:nvSpPr>
          <p:spPr>
            <a:xfrm>
              <a:off x="1686325" y="2078100"/>
              <a:ext cx="84875" cy="284000"/>
            </a:xfrm>
            <a:custGeom>
              <a:avLst/>
              <a:gdLst/>
              <a:ahLst/>
              <a:cxnLst/>
              <a:rect l="l" t="t" r="r" b="b"/>
              <a:pathLst>
                <a:path w="3395" h="11360" extrusionOk="0">
                  <a:moveTo>
                    <a:pt x="1697" y="3436"/>
                  </a:moveTo>
                  <a:cubicBezTo>
                    <a:pt x="2011" y="3436"/>
                    <a:pt x="2262" y="3687"/>
                    <a:pt x="2262" y="4001"/>
                  </a:cubicBezTo>
                  <a:cubicBezTo>
                    <a:pt x="2262" y="4315"/>
                    <a:pt x="2011" y="4569"/>
                    <a:pt x="1697" y="4569"/>
                  </a:cubicBezTo>
                  <a:cubicBezTo>
                    <a:pt x="1383" y="4569"/>
                    <a:pt x="1133" y="4315"/>
                    <a:pt x="1133" y="4001"/>
                  </a:cubicBezTo>
                  <a:cubicBezTo>
                    <a:pt x="1133" y="3687"/>
                    <a:pt x="1383" y="3436"/>
                    <a:pt x="1697" y="3436"/>
                  </a:cubicBezTo>
                  <a:close/>
                  <a:moveTo>
                    <a:pt x="1697" y="0"/>
                  </a:moveTo>
                  <a:cubicBezTo>
                    <a:pt x="1383" y="0"/>
                    <a:pt x="1133" y="254"/>
                    <a:pt x="1133" y="568"/>
                  </a:cubicBezTo>
                  <a:lnTo>
                    <a:pt x="1133" y="2401"/>
                  </a:lnTo>
                  <a:cubicBezTo>
                    <a:pt x="453" y="2639"/>
                    <a:pt x="0" y="3282"/>
                    <a:pt x="0" y="4001"/>
                  </a:cubicBezTo>
                  <a:cubicBezTo>
                    <a:pt x="0" y="4720"/>
                    <a:pt x="453" y="5363"/>
                    <a:pt x="1133" y="5601"/>
                  </a:cubicBezTo>
                  <a:lnTo>
                    <a:pt x="1133" y="10795"/>
                  </a:lnTo>
                  <a:cubicBezTo>
                    <a:pt x="1133" y="11109"/>
                    <a:pt x="1383" y="11359"/>
                    <a:pt x="1697" y="11359"/>
                  </a:cubicBezTo>
                  <a:cubicBezTo>
                    <a:pt x="2011" y="11359"/>
                    <a:pt x="2265" y="11109"/>
                    <a:pt x="2265" y="10795"/>
                  </a:cubicBezTo>
                  <a:lnTo>
                    <a:pt x="2265" y="5601"/>
                  </a:lnTo>
                  <a:cubicBezTo>
                    <a:pt x="2941" y="5363"/>
                    <a:pt x="3394" y="4720"/>
                    <a:pt x="3394" y="4001"/>
                  </a:cubicBezTo>
                  <a:cubicBezTo>
                    <a:pt x="3394" y="3282"/>
                    <a:pt x="2941" y="2639"/>
                    <a:pt x="2265" y="2401"/>
                  </a:cubicBezTo>
                  <a:lnTo>
                    <a:pt x="2265" y="568"/>
                  </a:lnTo>
                  <a:cubicBezTo>
                    <a:pt x="2265"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5" name="Google Shape;15125;p81"/>
            <p:cNvSpPr/>
            <p:nvPr/>
          </p:nvSpPr>
          <p:spPr>
            <a:xfrm>
              <a:off x="1799550" y="2078100"/>
              <a:ext cx="84875" cy="284000"/>
            </a:xfrm>
            <a:custGeom>
              <a:avLst/>
              <a:gdLst/>
              <a:ahLst/>
              <a:cxnLst/>
              <a:rect l="l" t="t" r="r" b="b"/>
              <a:pathLst>
                <a:path w="3395" h="11360" extrusionOk="0">
                  <a:moveTo>
                    <a:pt x="1698" y="6833"/>
                  </a:moveTo>
                  <a:cubicBezTo>
                    <a:pt x="2202" y="6833"/>
                    <a:pt x="2455" y="7440"/>
                    <a:pt x="2099" y="7799"/>
                  </a:cubicBezTo>
                  <a:cubicBezTo>
                    <a:pt x="1983" y="7914"/>
                    <a:pt x="1841" y="7966"/>
                    <a:pt x="1703" y="7966"/>
                  </a:cubicBezTo>
                  <a:cubicBezTo>
                    <a:pt x="1411" y="7966"/>
                    <a:pt x="1133" y="7739"/>
                    <a:pt x="1133" y="7398"/>
                  </a:cubicBezTo>
                  <a:cubicBezTo>
                    <a:pt x="1133" y="7084"/>
                    <a:pt x="1384" y="6833"/>
                    <a:pt x="1698" y="6833"/>
                  </a:cubicBezTo>
                  <a:close/>
                  <a:moveTo>
                    <a:pt x="1698" y="0"/>
                  </a:moveTo>
                  <a:cubicBezTo>
                    <a:pt x="1384" y="0"/>
                    <a:pt x="1133" y="254"/>
                    <a:pt x="1133" y="568"/>
                  </a:cubicBezTo>
                  <a:lnTo>
                    <a:pt x="1133" y="5798"/>
                  </a:lnTo>
                  <a:cubicBezTo>
                    <a:pt x="454" y="6036"/>
                    <a:pt x="1" y="6679"/>
                    <a:pt x="1" y="7398"/>
                  </a:cubicBezTo>
                  <a:cubicBezTo>
                    <a:pt x="1" y="8116"/>
                    <a:pt x="454" y="8760"/>
                    <a:pt x="1133" y="8998"/>
                  </a:cubicBezTo>
                  <a:lnTo>
                    <a:pt x="1133" y="10795"/>
                  </a:lnTo>
                  <a:cubicBezTo>
                    <a:pt x="1133" y="11109"/>
                    <a:pt x="1384" y="11359"/>
                    <a:pt x="1698" y="11359"/>
                  </a:cubicBezTo>
                  <a:cubicBezTo>
                    <a:pt x="2012" y="11359"/>
                    <a:pt x="2265" y="11109"/>
                    <a:pt x="2265" y="10795"/>
                  </a:cubicBezTo>
                  <a:lnTo>
                    <a:pt x="2265" y="8998"/>
                  </a:lnTo>
                  <a:cubicBezTo>
                    <a:pt x="2942" y="8760"/>
                    <a:pt x="3394" y="8116"/>
                    <a:pt x="3394" y="7398"/>
                  </a:cubicBezTo>
                  <a:cubicBezTo>
                    <a:pt x="3394" y="6679"/>
                    <a:pt x="2942" y="6036"/>
                    <a:pt x="2265" y="5798"/>
                  </a:cubicBezTo>
                  <a:lnTo>
                    <a:pt x="2265" y="568"/>
                  </a:lnTo>
                  <a:cubicBezTo>
                    <a:pt x="2265" y="254"/>
                    <a:pt x="2012"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26" name="Google Shape;15126;p81"/>
          <p:cNvGrpSpPr/>
          <p:nvPr/>
        </p:nvGrpSpPr>
        <p:grpSpPr>
          <a:xfrm>
            <a:off x="2237387" y="4753864"/>
            <a:ext cx="453557" cy="398637"/>
            <a:chOff x="2081650" y="2050750"/>
            <a:chExt cx="483125" cy="424625"/>
          </a:xfrm>
        </p:grpSpPr>
        <p:sp>
          <p:nvSpPr>
            <p:cNvPr id="15127" name="Google Shape;15127;p81"/>
            <p:cNvSpPr/>
            <p:nvPr/>
          </p:nvSpPr>
          <p:spPr>
            <a:xfrm>
              <a:off x="2081650" y="2050750"/>
              <a:ext cx="483125" cy="424625"/>
            </a:xfrm>
            <a:custGeom>
              <a:avLst/>
              <a:gdLst/>
              <a:ahLst/>
              <a:cxnLst/>
              <a:rect l="l" t="t" r="r" b="b"/>
              <a:pathLst>
                <a:path w="19325" h="16985" extrusionOk="0">
                  <a:moveTo>
                    <a:pt x="5662" y="1402"/>
                  </a:moveTo>
                  <a:lnTo>
                    <a:pt x="5662" y="13770"/>
                  </a:lnTo>
                  <a:lnTo>
                    <a:pt x="1133" y="15581"/>
                  </a:lnTo>
                  <a:lnTo>
                    <a:pt x="1133" y="3214"/>
                  </a:lnTo>
                  <a:lnTo>
                    <a:pt x="5662" y="1402"/>
                  </a:lnTo>
                  <a:close/>
                  <a:moveTo>
                    <a:pt x="18192" y="1402"/>
                  </a:moveTo>
                  <a:lnTo>
                    <a:pt x="18192" y="13770"/>
                  </a:lnTo>
                  <a:lnTo>
                    <a:pt x="13663" y="15581"/>
                  </a:lnTo>
                  <a:lnTo>
                    <a:pt x="13663" y="3214"/>
                  </a:lnTo>
                  <a:lnTo>
                    <a:pt x="18192" y="1402"/>
                  </a:lnTo>
                  <a:close/>
                  <a:moveTo>
                    <a:pt x="6794" y="1348"/>
                  </a:moveTo>
                  <a:lnTo>
                    <a:pt x="12531" y="3241"/>
                  </a:lnTo>
                  <a:lnTo>
                    <a:pt x="12531" y="9464"/>
                  </a:lnTo>
                  <a:lnTo>
                    <a:pt x="12510" y="9461"/>
                  </a:lnTo>
                  <a:cubicBezTo>
                    <a:pt x="12205" y="9437"/>
                    <a:pt x="11903" y="9364"/>
                    <a:pt x="11619" y="9244"/>
                  </a:cubicBezTo>
                  <a:cubicBezTo>
                    <a:pt x="11548" y="9214"/>
                    <a:pt x="11474" y="9200"/>
                    <a:pt x="11401" y="9200"/>
                  </a:cubicBezTo>
                  <a:cubicBezTo>
                    <a:pt x="11181" y="9200"/>
                    <a:pt x="10970" y="9330"/>
                    <a:pt x="10879" y="9546"/>
                  </a:cubicBezTo>
                  <a:cubicBezTo>
                    <a:pt x="10759" y="9832"/>
                    <a:pt x="10891" y="10165"/>
                    <a:pt x="11178" y="10288"/>
                  </a:cubicBezTo>
                  <a:cubicBezTo>
                    <a:pt x="11574" y="10454"/>
                    <a:pt x="11994" y="10557"/>
                    <a:pt x="12422" y="10590"/>
                  </a:cubicBezTo>
                  <a:lnTo>
                    <a:pt x="12468" y="10590"/>
                  </a:lnTo>
                  <a:cubicBezTo>
                    <a:pt x="12489" y="10590"/>
                    <a:pt x="12510" y="10587"/>
                    <a:pt x="12531" y="10584"/>
                  </a:cubicBezTo>
                  <a:lnTo>
                    <a:pt x="12531" y="15633"/>
                  </a:lnTo>
                  <a:lnTo>
                    <a:pt x="6794" y="13746"/>
                  </a:lnTo>
                  <a:lnTo>
                    <a:pt x="6794" y="6774"/>
                  </a:lnTo>
                  <a:cubicBezTo>
                    <a:pt x="6951" y="6777"/>
                    <a:pt x="7105" y="6795"/>
                    <a:pt x="7259" y="6822"/>
                  </a:cubicBezTo>
                  <a:cubicBezTo>
                    <a:pt x="7295" y="6828"/>
                    <a:pt x="7331" y="6834"/>
                    <a:pt x="7368" y="6834"/>
                  </a:cubicBezTo>
                  <a:cubicBezTo>
                    <a:pt x="7658" y="6831"/>
                    <a:pt x="7902" y="6611"/>
                    <a:pt x="7929" y="6321"/>
                  </a:cubicBezTo>
                  <a:cubicBezTo>
                    <a:pt x="7957" y="6028"/>
                    <a:pt x="7760" y="5765"/>
                    <a:pt x="7473" y="5711"/>
                  </a:cubicBezTo>
                  <a:cubicBezTo>
                    <a:pt x="7250" y="5669"/>
                    <a:pt x="7020" y="5644"/>
                    <a:pt x="6794" y="5641"/>
                  </a:cubicBezTo>
                  <a:lnTo>
                    <a:pt x="6794" y="1348"/>
                  </a:lnTo>
                  <a:close/>
                  <a:moveTo>
                    <a:pt x="18757" y="0"/>
                  </a:moveTo>
                  <a:cubicBezTo>
                    <a:pt x="18687" y="0"/>
                    <a:pt x="18616" y="13"/>
                    <a:pt x="18549" y="40"/>
                  </a:cubicBezTo>
                  <a:lnTo>
                    <a:pt x="13077" y="2229"/>
                  </a:lnTo>
                  <a:lnTo>
                    <a:pt x="6405" y="28"/>
                  </a:lnTo>
                  <a:cubicBezTo>
                    <a:pt x="6395" y="25"/>
                    <a:pt x="6386" y="25"/>
                    <a:pt x="6380" y="22"/>
                  </a:cubicBezTo>
                  <a:cubicBezTo>
                    <a:pt x="6371" y="19"/>
                    <a:pt x="6359" y="16"/>
                    <a:pt x="6347" y="13"/>
                  </a:cubicBezTo>
                  <a:lnTo>
                    <a:pt x="6311" y="7"/>
                  </a:lnTo>
                  <a:cubicBezTo>
                    <a:pt x="6302" y="7"/>
                    <a:pt x="6290" y="4"/>
                    <a:pt x="6281" y="4"/>
                  </a:cubicBezTo>
                  <a:lnTo>
                    <a:pt x="6211" y="4"/>
                  </a:lnTo>
                  <a:cubicBezTo>
                    <a:pt x="6199" y="4"/>
                    <a:pt x="6187" y="4"/>
                    <a:pt x="6172" y="7"/>
                  </a:cubicBezTo>
                  <a:cubicBezTo>
                    <a:pt x="6166" y="9"/>
                    <a:pt x="6161" y="9"/>
                    <a:pt x="6157" y="9"/>
                  </a:cubicBezTo>
                  <a:cubicBezTo>
                    <a:pt x="6152" y="9"/>
                    <a:pt x="6148" y="9"/>
                    <a:pt x="6142" y="10"/>
                  </a:cubicBezTo>
                  <a:cubicBezTo>
                    <a:pt x="6133" y="13"/>
                    <a:pt x="6118" y="13"/>
                    <a:pt x="6106" y="16"/>
                  </a:cubicBezTo>
                  <a:lnTo>
                    <a:pt x="6075" y="22"/>
                  </a:lnTo>
                  <a:cubicBezTo>
                    <a:pt x="6063" y="28"/>
                    <a:pt x="6048" y="31"/>
                    <a:pt x="6036" y="37"/>
                  </a:cubicBezTo>
                  <a:cubicBezTo>
                    <a:pt x="6027" y="40"/>
                    <a:pt x="6021" y="40"/>
                    <a:pt x="6015" y="43"/>
                  </a:cubicBezTo>
                  <a:lnTo>
                    <a:pt x="354" y="2308"/>
                  </a:lnTo>
                  <a:cubicBezTo>
                    <a:pt x="139" y="2396"/>
                    <a:pt x="0" y="2601"/>
                    <a:pt x="0" y="2830"/>
                  </a:cubicBezTo>
                  <a:lnTo>
                    <a:pt x="0" y="16418"/>
                  </a:lnTo>
                  <a:cubicBezTo>
                    <a:pt x="0" y="16744"/>
                    <a:pt x="267" y="16984"/>
                    <a:pt x="566" y="16984"/>
                  </a:cubicBezTo>
                  <a:cubicBezTo>
                    <a:pt x="635" y="16984"/>
                    <a:pt x="706" y="16971"/>
                    <a:pt x="776" y="16943"/>
                  </a:cubicBezTo>
                  <a:lnTo>
                    <a:pt x="6248" y="14754"/>
                  </a:lnTo>
                  <a:lnTo>
                    <a:pt x="12917" y="16952"/>
                  </a:lnTo>
                  <a:cubicBezTo>
                    <a:pt x="12933" y="16958"/>
                    <a:pt x="12951" y="16964"/>
                    <a:pt x="12966" y="16967"/>
                  </a:cubicBezTo>
                  <a:cubicBezTo>
                    <a:pt x="13008" y="16976"/>
                    <a:pt x="13050" y="16983"/>
                    <a:pt x="13096" y="16983"/>
                  </a:cubicBezTo>
                  <a:lnTo>
                    <a:pt x="13099" y="16983"/>
                  </a:lnTo>
                  <a:cubicBezTo>
                    <a:pt x="13156" y="16983"/>
                    <a:pt x="13213" y="16973"/>
                    <a:pt x="13271" y="16955"/>
                  </a:cubicBezTo>
                  <a:cubicBezTo>
                    <a:pt x="13283" y="16952"/>
                    <a:pt x="13295" y="16946"/>
                    <a:pt x="13307" y="16940"/>
                  </a:cubicBezTo>
                  <a:lnTo>
                    <a:pt x="18965" y="14676"/>
                  </a:lnTo>
                  <a:cubicBezTo>
                    <a:pt x="19183" y="14591"/>
                    <a:pt x="19325" y="14386"/>
                    <a:pt x="19325" y="14153"/>
                  </a:cubicBezTo>
                  <a:lnTo>
                    <a:pt x="19325" y="566"/>
                  </a:lnTo>
                  <a:cubicBezTo>
                    <a:pt x="19325" y="379"/>
                    <a:pt x="19231" y="203"/>
                    <a:pt x="19077" y="98"/>
                  </a:cubicBezTo>
                  <a:cubicBezTo>
                    <a:pt x="18981" y="33"/>
                    <a:pt x="18869" y="0"/>
                    <a:pt x="1875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8" name="Google Shape;15128;p81"/>
            <p:cNvSpPr/>
            <p:nvPr/>
          </p:nvSpPr>
          <p:spPr>
            <a:xfrm>
              <a:off x="2136375" y="2292025"/>
              <a:ext cx="36400" cy="41975"/>
            </a:xfrm>
            <a:custGeom>
              <a:avLst/>
              <a:gdLst/>
              <a:ahLst/>
              <a:cxnLst/>
              <a:rect l="l" t="t" r="r" b="b"/>
              <a:pathLst>
                <a:path w="1456" h="1679" extrusionOk="0">
                  <a:moveTo>
                    <a:pt x="820" y="1"/>
                  </a:moveTo>
                  <a:cubicBezTo>
                    <a:pt x="583" y="1"/>
                    <a:pt x="361" y="151"/>
                    <a:pt x="284" y="390"/>
                  </a:cubicBezTo>
                  <a:lnTo>
                    <a:pt x="103" y="927"/>
                  </a:lnTo>
                  <a:cubicBezTo>
                    <a:pt x="0" y="1223"/>
                    <a:pt x="160" y="1549"/>
                    <a:pt x="459" y="1649"/>
                  </a:cubicBezTo>
                  <a:cubicBezTo>
                    <a:pt x="519" y="1669"/>
                    <a:pt x="579" y="1678"/>
                    <a:pt x="639" y="1678"/>
                  </a:cubicBezTo>
                  <a:cubicBezTo>
                    <a:pt x="878" y="1678"/>
                    <a:pt x="1101" y="1525"/>
                    <a:pt x="1178" y="1284"/>
                  </a:cubicBezTo>
                  <a:lnTo>
                    <a:pt x="1356" y="746"/>
                  </a:lnTo>
                  <a:cubicBezTo>
                    <a:pt x="1456" y="450"/>
                    <a:pt x="1296" y="130"/>
                    <a:pt x="1000" y="30"/>
                  </a:cubicBezTo>
                  <a:cubicBezTo>
                    <a:pt x="940" y="10"/>
                    <a:pt x="880"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9" name="Google Shape;15129;p81"/>
            <p:cNvSpPr/>
            <p:nvPr/>
          </p:nvSpPr>
          <p:spPr>
            <a:xfrm>
              <a:off x="2296850" y="2220800"/>
              <a:ext cx="46075" cy="51650"/>
            </a:xfrm>
            <a:custGeom>
              <a:avLst/>
              <a:gdLst/>
              <a:ahLst/>
              <a:cxnLst/>
              <a:rect l="l" t="t" r="r" b="b"/>
              <a:pathLst>
                <a:path w="1843" h="2066" extrusionOk="0">
                  <a:moveTo>
                    <a:pt x="634" y="1"/>
                  </a:moveTo>
                  <a:cubicBezTo>
                    <a:pt x="506" y="1"/>
                    <a:pt x="378" y="44"/>
                    <a:pt x="272" y="132"/>
                  </a:cubicBezTo>
                  <a:cubicBezTo>
                    <a:pt x="37" y="331"/>
                    <a:pt x="1" y="681"/>
                    <a:pt x="194" y="920"/>
                  </a:cubicBezTo>
                  <a:cubicBezTo>
                    <a:pt x="354" y="1113"/>
                    <a:pt x="487" y="1327"/>
                    <a:pt x="593" y="1557"/>
                  </a:cubicBezTo>
                  <a:cubicBezTo>
                    <a:pt x="626" y="1626"/>
                    <a:pt x="662" y="1696"/>
                    <a:pt x="698" y="1765"/>
                  </a:cubicBezTo>
                  <a:cubicBezTo>
                    <a:pt x="798" y="1957"/>
                    <a:pt x="993" y="2065"/>
                    <a:pt x="1195" y="2065"/>
                  </a:cubicBezTo>
                  <a:cubicBezTo>
                    <a:pt x="1285" y="2065"/>
                    <a:pt x="1377" y="2044"/>
                    <a:pt x="1462" y="1998"/>
                  </a:cubicBezTo>
                  <a:cubicBezTo>
                    <a:pt x="1740" y="1853"/>
                    <a:pt x="1843" y="1509"/>
                    <a:pt x="1698" y="1234"/>
                  </a:cubicBezTo>
                  <a:cubicBezTo>
                    <a:pt x="1670" y="1183"/>
                    <a:pt x="1643" y="1131"/>
                    <a:pt x="1622" y="1083"/>
                  </a:cubicBezTo>
                  <a:cubicBezTo>
                    <a:pt x="1474" y="763"/>
                    <a:pt x="1287" y="464"/>
                    <a:pt x="1061" y="195"/>
                  </a:cubicBezTo>
                  <a:cubicBezTo>
                    <a:pt x="949" y="67"/>
                    <a:pt x="792" y="1"/>
                    <a:pt x="63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0" name="Google Shape;15130;p81"/>
            <p:cNvSpPr/>
            <p:nvPr/>
          </p:nvSpPr>
          <p:spPr>
            <a:xfrm>
              <a:off x="2158650" y="2216775"/>
              <a:ext cx="47275" cy="51425"/>
            </a:xfrm>
            <a:custGeom>
              <a:avLst/>
              <a:gdLst/>
              <a:ahLst/>
              <a:cxnLst/>
              <a:rect l="l" t="t" r="r" b="b"/>
              <a:pathLst>
                <a:path w="1891" h="2057" extrusionOk="0">
                  <a:moveTo>
                    <a:pt x="1264" y="1"/>
                  </a:moveTo>
                  <a:cubicBezTo>
                    <a:pt x="1109" y="1"/>
                    <a:pt x="955" y="63"/>
                    <a:pt x="843" y="187"/>
                  </a:cubicBezTo>
                  <a:lnTo>
                    <a:pt x="846" y="184"/>
                  </a:lnTo>
                  <a:lnTo>
                    <a:pt x="846" y="184"/>
                  </a:lnTo>
                  <a:cubicBezTo>
                    <a:pt x="547" y="498"/>
                    <a:pt x="305" y="860"/>
                    <a:pt x="130" y="1256"/>
                  </a:cubicBezTo>
                  <a:cubicBezTo>
                    <a:pt x="0" y="1543"/>
                    <a:pt x="127" y="1878"/>
                    <a:pt x="414" y="2005"/>
                  </a:cubicBezTo>
                  <a:cubicBezTo>
                    <a:pt x="486" y="2038"/>
                    <a:pt x="565" y="2056"/>
                    <a:pt x="643" y="2056"/>
                  </a:cubicBezTo>
                  <a:cubicBezTo>
                    <a:pt x="867" y="2056"/>
                    <a:pt x="1069" y="1923"/>
                    <a:pt x="1163" y="1721"/>
                  </a:cubicBezTo>
                  <a:cubicBezTo>
                    <a:pt x="1286" y="1443"/>
                    <a:pt x="1455" y="1187"/>
                    <a:pt x="1664" y="966"/>
                  </a:cubicBezTo>
                  <a:cubicBezTo>
                    <a:pt x="1890" y="740"/>
                    <a:pt x="1884" y="374"/>
                    <a:pt x="1655" y="157"/>
                  </a:cubicBezTo>
                  <a:cubicBezTo>
                    <a:pt x="1544" y="52"/>
                    <a:pt x="1404" y="1"/>
                    <a:pt x="126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1" name="Google Shape;15131;p81"/>
            <p:cNvSpPr/>
            <p:nvPr/>
          </p:nvSpPr>
          <p:spPr>
            <a:xfrm>
              <a:off x="2426475" y="2255725"/>
              <a:ext cx="55875" cy="46900"/>
            </a:xfrm>
            <a:custGeom>
              <a:avLst/>
              <a:gdLst/>
              <a:ahLst/>
              <a:cxnLst/>
              <a:rect l="l" t="t" r="r" b="b"/>
              <a:pathLst>
                <a:path w="2235" h="1876" extrusionOk="0">
                  <a:moveTo>
                    <a:pt x="1592" y="1"/>
                  </a:moveTo>
                  <a:cubicBezTo>
                    <a:pt x="1423" y="1"/>
                    <a:pt x="1257" y="76"/>
                    <a:pt x="1144" y="220"/>
                  </a:cubicBezTo>
                  <a:cubicBezTo>
                    <a:pt x="960" y="462"/>
                    <a:pt x="734" y="667"/>
                    <a:pt x="477" y="830"/>
                  </a:cubicBezTo>
                  <a:cubicBezTo>
                    <a:pt x="0" y="1135"/>
                    <a:pt x="218" y="1875"/>
                    <a:pt x="782" y="1875"/>
                  </a:cubicBezTo>
                  <a:cubicBezTo>
                    <a:pt x="891" y="1875"/>
                    <a:pt x="997" y="1845"/>
                    <a:pt x="1087" y="1784"/>
                  </a:cubicBezTo>
                  <a:cubicBezTo>
                    <a:pt x="1452" y="1552"/>
                    <a:pt x="1776" y="1256"/>
                    <a:pt x="2041" y="912"/>
                  </a:cubicBezTo>
                  <a:cubicBezTo>
                    <a:pt x="2234" y="667"/>
                    <a:pt x="2186" y="311"/>
                    <a:pt x="1939" y="121"/>
                  </a:cubicBezTo>
                  <a:cubicBezTo>
                    <a:pt x="1835" y="40"/>
                    <a:pt x="1713" y="1"/>
                    <a:pt x="159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2" name="Google Shape;15132;p81"/>
            <p:cNvSpPr/>
            <p:nvPr/>
          </p:nvSpPr>
          <p:spPr>
            <a:xfrm>
              <a:off x="2473050" y="2192325"/>
              <a:ext cx="37000" cy="41500"/>
            </a:xfrm>
            <a:custGeom>
              <a:avLst/>
              <a:gdLst/>
              <a:ahLst/>
              <a:cxnLst/>
              <a:rect l="l" t="t" r="r" b="b"/>
              <a:pathLst>
                <a:path w="1480" h="1660" extrusionOk="0">
                  <a:moveTo>
                    <a:pt x="838" y="0"/>
                  </a:moveTo>
                  <a:cubicBezTo>
                    <a:pt x="609" y="0"/>
                    <a:pt x="393" y="140"/>
                    <a:pt x="308" y="368"/>
                  </a:cubicBezTo>
                  <a:lnTo>
                    <a:pt x="109" y="896"/>
                  </a:lnTo>
                  <a:cubicBezTo>
                    <a:pt x="0" y="1189"/>
                    <a:pt x="148" y="1515"/>
                    <a:pt x="441" y="1624"/>
                  </a:cubicBezTo>
                  <a:cubicBezTo>
                    <a:pt x="506" y="1648"/>
                    <a:pt x="573" y="1660"/>
                    <a:pt x="639" y="1660"/>
                  </a:cubicBezTo>
                  <a:cubicBezTo>
                    <a:pt x="868" y="1660"/>
                    <a:pt x="1084" y="1520"/>
                    <a:pt x="1169" y="1292"/>
                  </a:cubicBezTo>
                  <a:lnTo>
                    <a:pt x="1368" y="764"/>
                  </a:lnTo>
                  <a:cubicBezTo>
                    <a:pt x="1480" y="471"/>
                    <a:pt x="1329" y="145"/>
                    <a:pt x="1036" y="36"/>
                  </a:cubicBezTo>
                  <a:cubicBezTo>
                    <a:pt x="971" y="12"/>
                    <a:pt x="904" y="0"/>
                    <a:pt x="83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33" name="Google Shape;15133;p81"/>
          <p:cNvGrpSpPr/>
          <p:nvPr/>
        </p:nvGrpSpPr>
        <p:grpSpPr>
          <a:xfrm>
            <a:off x="2807964" y="4784961"/>
            <a:ext cx="453557" cy="336443"/>
            <a:chOff x="2676100" y="2083800"/>
            <a:chExt cx="483125" cy="358375"/>
          </a:xfrm>
        </p:grpSpPr>
        <p:sp>
          <p:nvSpPr>
            <p:cNvPr id="15134" name="Google Shape;15134;p81"/>
            <p:cNvSpPr/>
            <p:nvPr/>
          </p:nvSpPr>
          <p:spPr>
            <a:xfrm>
              <a:off x="2676100" y="2083800"/>
              <a:ext cx="483125" cy="358375"/>
            </a:xfrm>
            <a:custGeom>
              <a:avLst/>
              <a:gdLst/>
              <a:ahLst/>
              <a:cxnLst/>
              <a:rect l="l" t="t" r="r" b="b"/>
              <a:pathLst>
                <a:path w="19325" h="14335" extrusionOk="0">
                  <a:moveTo>
                    <a:pt x="1932" y="6375"/>
                  </a:moveTo>
                  <a:cubicBezTo>
                    <a:pt x="2126" y="6375"/>
                    <a:pt x="2324" y="6447"/>
                    <a:pt x="2485" y="6608"/>
                  </a:cubicBezTo>
                  <a:cubicBezTo>
                    <a:pt x="2984" y="7109"/>
                    <a:pt x="2630" y="7964"/>
                    <a:pt x="1927" y="7964"/>
                  </a:cubicBezTo>
                  <a:cubicBezTo>
                    <a:pt x="1489" y="7964"/>
                    <a:pt x="1133" y="7608"/>
                    <a:pt x="1133" y="7170"/>
                  </a:cubicBezTo>
                  <a:cubicBezTo>
                    <a:pt x="1133" y="6692"/>
                    <a:pt x="1524" y="6375"/>
                    <a:pt x="1932" y="6375"/>
                  </a:cubicBezTo>
                  <a:close/>
                  <a:moveTo>
                    <a:pt x="17401" y="6379"/>
                  </a:moveTo>
                  <a:cubicBezTo>
                    <a:pt x="17836" y="6379"/>
                    <a:pt x="18193" y="6732"/>
                    <a:pt x="18193" y="7170"/>
                  </a:cubicBezTo>
                  <a:cubicBezTo>
                    <a:pt x="18193" y="7648"/>
                    <a:pt x="17801" y="7964"/>
                    <a:pt x="17394" y="7964"/>
                  </a:cubicBezTo>
                  <a:cubicBezTo>
                    <a:pt x="17199" y="7964"/>
                    <a:pt x="17001" y="7892"/>
                    <a:pt x="16840" y="7731"/>
                  </a:cubicBezTo>
                  <a:cubicBezTo>
                    <a:pt x="16342" y="7230"/>
                    <a:pt x="16695" y="6379"/>
                    <a:pt x="17401" y="6379"/>
                  </a:cubicBezTo>
                  <a:close/>
                  <a:moveTo>
                    <a:pt x="9669" y="1276"/>
                  </a:moveTo>
                  <a:lnTo>
                    <a:pt x="14542" y="4851"/>
                  </a:lnTo>
                  <a:cubicBezTo>
                    <a:pt x="14642" y="4924"/>
                    <a:pt x="14760" y="4960"/>
                    <a:pt x="14877" y="4960"/>
                  </a:cubicBezTo>
                  <a:cubicBezTo>
                    <a:pt x="15021" y="4960"/>
                    <a:pt x="15164" y="4905"/>
                    <a:pt x="15273" y="4797"/>
                  </a:cubicBezTo>
                  <a:lnTo>
                    <a:pt x="18193" y="1925"/>
                  </a:lnTo>
                  <a:lnTo>
                    <a:pt x="18193" y="5419"/>
                  </a:lnTo>
                  <a:cubicBezTo>
                    <a:pt x="17930" y="5300"/>
                    <a:pt x="17661" y="5245"/>
                    <a:pt x="17398" y="5245"/>
                  </a:cubicBezTo>
                  <a:cubicBezTo>
                    <a:pt x="16385" y="5245"/>
                    <a:pt x="15475" y="6060"/>
                    <a:pt x="15475" y="7173"/>
                  </a:cubicBezTo>
                  <a:cubicBezTo>
                    <a:pt x="15475" y="8283"/>
                    <a:pt x="16385" y="9098"/>
                    <a:pt x="17398" y="9098"/>
                  </a:cubicBezTo>
                  <a:cubicBezTo>
                    <a:pt x="17660" y="9098"/>
                    <a:pt x="17930" y="9043"/>
                    <a:pt x="18193" y="8924"/>
                  </a:cubicBezTo>
                  <a:lnTo>
                    <a:pt x="18193" y="10878"/>
                  </a:lnTo>
                  <a:lnTo>
                    <a:pt x="1133" y="10878"/>
                  </a:lnTo>
                  <a:lnTo>
                    <a:pt x="1133" y="8924"/>
                  </a:lnTo>
                  <a:cubicBezTo>
                    <a:pt x="1395" y="9043"/>
                    <a:pt x="1665" y="9098"/>
                    <a:pt x="1928" y="9098"/>
                  </a:cubicBezTo>
                  <a:cubicBezTo>
                    <a:pt x="2940" y="9098"/>
                    <a:pt x="3850" y="8283"/>
                    <a:pt x="3850" y="7173"/>
                  </a:cubicBezTo>
                  <a:cubicBezTo>
                    <a:pt x="3850" y="6060"/>
                    <a:pt x="2940" y="5245"/>
                    <a:pt x="1927" y="5245"/>
                  </a:cubicBezTo>
                  <a:cubicBezTo>
                    <a:pt x="1665" y="5245"/>
                    <a:pt x="1395" y="5300"/>
                    <a:pt x="1133" y="5419"/>
                  </a:cubicBezTo>
                  <a:lnTo>
                    <a:pt x="1133" y="1883"/>
                  </a:lnTo>
                  <a:lnTo>
                    <a:pt x="4240" y="4806"/>
                  </a:lnTo>
                  <a:cubicBezTo>
                    <a:pt x="4349" y="4908"/>
                    <a:pt x="4488" y="4960"/>
                    <a:pt x="4628" y="4960"/>
                  </a:cubicBezTo>
                  <a:cubicBezTo>
                    <a:pt x="4748" y="4960"/>
                    <a:pt x="4869" y="4922"/>
                    <a:pt x="4970" y="4845"/>
                  </a:cubicBezTo>
                  <a:lnTo>
                    <a:pt x="9669" y="1276"/>
                  </a:lnTo>
                  <a:close/>
                  <a:moveTo>
                    <a:pt x="18193" y="12007"/>
                  </a:moveTo>
                  <a:lnTo>
                    <a:pt x="18193" y="13203"/>
                  </a:lnTo>
                  <a:lnTo>
                    <a:pt x="1133" y="13206"/>
                  </a:lnTo>
                  <a:lnTo>
                    <a:pt x="1133" y="12007"/>
                  </a:lnTo>
                  <a:close/>
                  <a:moveTo>
                    <a:pt x="570" y="0"/>
                  </a:moveTo>
                  <a:cubicBezTo>
                    <a:pt x="278" y="0"/>
                    <a:pt x="0" y="228"/>
                    <a:pt x="0" y="569"/>
                  </a:cubicBezTo>
                  <a:lnTo>
                    <a:pt x="0" y="13770"/>
                  </a:lnTo>
                  <a:cubicBezTo>
                    <a:pt x="0" y="14081"/>
                    <a:pt x="254" y="14335"/>
                    <a:pt x="565" y="14335"/>
                  </a:cubicBezTo>
                  <a:lnTo>
                    <a:pt x="18760" y="14335"/>
                  </a:lnTo>
                  <a:cubicBezTo>
                    <a:pt x="19071" y="14335"/>
                    <a:pt x="19325" y="14081"/>
                    <a:pt x="19325" y="13770"/>
                  </a:cubicBezTo>
                  <a:lnTo>
                    <a:pt x="19325" y="569"/>
                  </a:lnTo>
                  <a:cubicBezTo>
                    <a:pt x="19325" y="343"/>
                    <a:pt x="19189" y="134"/>
                    <a:pt x="18978" y="47"/>
                  </a:cubicBezTo>
                  <a:cubicBezTo>
                    <a:pt x="18907" y="18"/>
                    <a:pt x="18832" y="3"/>
                    <a:pt x="18758" y="3"/>
                  </a:cubicBezTo>
                  <a:cubicBezTo>
                    <a:pt x="18613" y="3"/>
                    <a:pt x="18470" y="59"/>
                    <a:pt x="18362" y="168"/>
                  </a:cubicBezTo>
                  <a:lnTo>
                    <a:pt x="14823" y="3652"/>
                  </a:lnTo>
                  <a:lnTo>
                    <a:pt x="9998" y="113"/>
                  </a:lnTo>
                  <a:cubicBezTo>
                    <a:pt x="9898" y="39"/>
                    <a:pt x="9780" y="2"/>
                    <a:pt x="9662" y="2"/>
                  </a:cubicBezTo>
                  <a:cubicBezTo>
                    <a:pt x="9542" y="2"/>
                    <a:pt x="9422" y="40"/>
                    <a:pt x="9321" y="116"/>
                  </a:cubicBezTo>
                  <a:lnTo>
                    <a:pt x="4668" y="3652"/>
                  </a:lnTo>
                  <a:lnTo>
                    <a:pt x="955" y="156"/>
                  </a:lnTo>
                  <a:cubicBezTo>
                    <a:pt x="840" y="48"/>
                    <a:pt x="704" y="0"/>
                    <a:pt x="57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5" name="Google Shape;15135;p81"/>
            <p:cNvSpPr/>
            <p:nvPr/>
          </p:nvSpPr>
          <p:spPr>
            <a:xfrm>
              <a:off x="2869575" y="2214900"/>
              <a:ext cx="100050" cy="96325"/>
            </a:xfrm>
            <a:custGeom>
              <a:avLst/>
              <a:gdLst/>
              <a:ahLst/>
              <a:cxnLst/>
              <a:rect l="l" t="t" r="r" b="b"/>
              <a:pathLst>
                <a:path w="4002" h="3853" extrusionOk="0">
                  <a:moveTo>
                    <a:pt x="1924" y="1135"/>
                  </a:moveTo>
                  <a:cubicBezTo>
                    <a:pt x="2630" y="1135"/>
                    <a:pt x="2983" y="1986"/>
                    <a:pt x="2485" y="2487"/>
                  </a:cubicBezTo>
                  <a:cubicBezTo>
                    <a:pt x="2323" y="2648"/>
                    <a:pt x="2125" y="2720"/>
                    <a:pt x="1930" y="2720"/>
                  </a:cubicBezTo>
                  <a:cubicBezTo>
                    <a:pt x="1523" y="2720"/>
                    <a:pt x="1133" y="2404"/>
                    <a:pt x="1133" y="1926"/>
                  </a:cubicBezTo>
                  <a:cubicBezTo>
                    <a:pt x="1133" y="1488"/>
                    <a:pt x="1486" y="1135"/>
                    <a:pt x="1924" y="1135"/>
                  </a:cubicBezTo>
                  <a:close/>
                  <a:moveTo>
                    <a:pt x="1922" y="0"/>
                  </a:moveTo>
                  <a:cubicBezTo>
                    <a:pt x="1675" y="0"/>
                    <a:pt x="1425" y="48"/>
                    <a:pt x="1187" y="147"/>
                  </a:cubicBezTo>
                  <a:cubicBezTo>
                    <a:pt x="468" y="446"/>
                    <a:pt x="0" y="1147"/>
                    <a:pt x="0" y="1926"/>
                  </a:cubicBezTo>
                  <a:cubicBezTo>
                    <a:pt x="0" y="2989"/>
                    <a:pt x="861" y="3849"/>
                    <a:pt x="1924" y="3852"/>
                  </a:cubicBezTo>
                  <a:cubicBezTo>
                    <a:pt x="2703" y="3852"/>
                    <a:pt x="3403" y="3381"/>
                    <a:pt x="3702" y="2663"/>
                  </a:cubicBezTo>
                  <a:cubicBezTo>
                    <a:pt x="4001" y="1944"/>
                    <a:pt x="3835" y="1117"/>
                    <a:pt x="3285" y="564"/>
                  </a:cubicBezTo>
                  <a:cubicBezTo>
                    <a:pt x="2916" y="196"/>
                    <a:pt x="2423" y="0"/>
                    <a:pt x="192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36" name="Google Shape;15136;p81"/>
          <p:cNvGrpSpPr/>
          <p:nvPr/>
        </p:nvGrpSpPr>
        <p:grpSpPr>
          <a:xfrm>
            <a:off x="3375317" y="4739688"/>
            <a:ext cx="431449" cy="426989"/>
            <a:chOff x="3282325" y="2035675"/>
            <a:chExt cx="459575" cy="454825"/>
          </a:xfrm>
        </p:grpSpPr>
        <p:sp>
          <p:nvSpPr>
            <p:cNvPr id="15137" name="Google Shape;15137;p81"/>
            <p:cNvSpPr/>
            <p:nvPr/>
          </p:nvSpPr>
          <p:spPr>
            <a:xfrm>
              <a:off x="3337050" y="2234125"/>
              <a:ext cx="85925" cy="206325"/>
            </a:xfrm>
            <a:custGeom>
              <a:avLst/>
              <a:gdLst/>
              <a:ahLst/>
              <a:cxnLst/>
              <a:rect l="l" t="t" r="r" b="b"/>
              <a:pathLst>
                <a:path w="3437" h="8253" extrusionOk="0">
                  <a:moveTo>
                    <a:pt x="2305" y="1133"/>
                  </a:moveTo>
                  <a:lnTo>
                    <a:pt x="2305" y="7120"/>
                  </a:lnTo>
                  <a:lnTo>
                    <a:pt x="1133" y="7120"/>
                  </a:lnTo>
                  <a:lnTo>
                    <a:pt x="1133" y="1133"/>
                  </a:lnTo>
                  <a:close/>
                  <a:moveTo>
                    <a:pt x="568" y="0"/>
                  </a:moveTo>
                  <a:cubicBezTo>
                    <a:pt x="254" y="0"/>
                    <a:pt x="1" y="254"/>
                    <a:pt x="1" y="568"/>
                  </a:cubicBezTo>
                  <a:lnTo>
                    <a:pt x="1" y="7688"/>
                  </a:lnTo>
                  <a:cubicBezTo>
                    <a:pt x="1" y="7999"/>
                    <a:pt x="254" y="8253"/>
                    <a:pt x="568" y="8253"/>
                  </a:cubicBezTo>
                  <a:lnTo>
                    <a:pt x="2869" y="8253"/>
                  </a:lnTo>
                  <a:cubicBezTo>
                    <a:pt x="3183" y="8253"/>
                    <a:pt x="3437" y="7999"/>
                    <a:pt x="3437" y="7688"/>
                  </a:cubicBezTo>
                  <a:lnTo>
                    <a:pt x="3437" y="568"/>
                  </a:lnTo>
                  <a:cubicBezTo>
                    <a:pt x="3437" y="254"/>
                    <a:pt x="3183" y="0"/>
                    <a:pt x="286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8" name="Google Shape;15138;p81"/>
            <p:cNvSpPr/>
            <p:nvPr/>
          </p:nvSpPr>
          <p:spPr>
            <a:xfrm>
              <a:off x="3451275" y="2175475"/>
              <a:ext cx="84925" cy="264975"/>
            </a:xfrm>
            <a:custGeom>
              <a:avLst/>
              <a:gdLst/>
              <a:ahLst/>
              <a:cxnLst/>
              <a:rect l="l" t="t" r="r" b="b"/>
              <a:pathLst>
                <a:path w="3397" h="10599" extrusionOk="0">
                  <a:moveTo>
                    <a:pt x="2265" y="1133"/>
                  </a:moveTo>
                  <a:lnTo>
                    <a:pt x="2265" y="9466"/>
                  </a:lnTo>
                  <a:lnTo>
                    <a:pt x="1132" y="9466"/>
                  </a:lnTo>
                  <a:lnTo>
                    <a:pt x="1132" y="1133"/>
                  </a:lnTo>
                  <a:close/>
                  <a:moveTo>
                    <a:pt x="565" y="0"/>
                  </a:moveTo>
                  <a:cubicBezTo>
                    <a:pt x="254" y="0"/>
                    <a:pt x="0" y="254"/>
                    <a:pt x="0" y="565"/>
                  </a:cubicBezTo>
                  <a:lnTo>
                    <a:pt x="0" y="10034"/>
                  </a:lnTo>
                  <a:cubicBezTo>
                    <a:pt x="0" y="10345"/>
                    <a:pt x="254" y="10599"/>
                    <a:pt x="565" y="10599"/>
                  </a:cubicBezTo>
                  <a:lnTo>
                    <a:pt x="2829" y="10599"/>
                  </a:lnTo>
                  <a:cubicBezTo>
                    <a:pt x="3143" y="10599"/>
                    <a:pt x="3397" y="10345"/>
                    <a:pt x="3397" y="10034"/>
                  </a:cubicBezTo>
                  <a:lnTo>
                    <a:pt x="3397" y="565"/>
                  </a:lnTo>
                  <a:cubicBezTo>
                    <a:pt x="3397" y="254"/>
                    <a:pt x="3143" y="0"/>
                    <a:pt x="282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9" name="Google Shape;15139;p81"/>
            <p:cNvSpPr/>
            <p:nvPr/>
          </p:nvSpPr>
          <p:spPr>
            <a:xfrm>
              <a:off x="3564500" y="2116825"/>
              <a:ext cx="84950" cy="323625"/>
            </a:xfrm>
            <a:custGeom>
              <a:avLst/>
              <a:gdLst/>
              <a:ahLst/>
              <a:cxnLst/>
              <a:rect l="l" t="t" r="r" b="b"/>
              <a:pathLst>
                <a:path w="3398" h="12945" extrusionOk="0">
                  <a:moveTo>
                    <a:pt x="2265" y="1132"/>
                  </a:moveTo>
                  <a:lnTo>
                    <a:pt x="2265" y="11812"/>
                  </a:lnTo>
                  <a:lnTo>
                    <a:pt x="1133" y="11812"/>
                  </a:lnTo>
                  <a:lnTo>
                    <a:pt x="1133" y="1132"/>
                  </a:lnTo>
                  <a:close/>
                  <a:moveTo>
                    <a:pt x="565" y="0"/>
                  </a:moveTo>
                  <a:cubicBezTo>
                    <a:pt x="254" y="0"/>
                    <a:pt x="0" y="251"/>
                    <a:pt x="0" y="565"/>
                  </a:cubicBezTo>
                  <a:lnTo>
                    <a:pt x="0" y="12380"/>
                  </a:lnTo>
                  <a:cubicBezTo>
                    <a:pt x="0" y="12691"/>
                    <a:pt x="254" y="12945"/>
                    <a:pt x="565" y="12945"/>
                  </a:cubicBezTo>
                  <a:lnTo>
                    <a:pt x="2829" y="12945"/>
                  </a:lnTo>
                  <a:cubicBezTo>
                    <a:pt x="3144" y="12945"/>
                    <a:pt x="3397" y="12691"/>
                    <a:pt x="3397" y="12380"/>
                  </a:cubicBezTo>
                  <a:lnTo>
                    <a:pt x="3397" y="565"/>
                  </a:lnTo>
                  <a:cubicBezTo>
                    <a:pt x="3397" y="251"/>
                    <a:pt x="3144" y="0"/>
                    <a:pt x="282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0" name="Google Shape;15140;p81"/>
            <p:cNvSpPr/>
            <p:nvPr/>
          </p:nvSpPr>
          <p:spPr>
            <a:xfrm>
              <a:off x="3282325" y="2035675"/>
              <a:ext cx="459575" cy="454825"/>
            </a:xfrm>
            <a:custGeom>
              <a:avLst/>
              <a:gdLst/>
              <a:ahLst/>
              <a:cxnLst/>
              <a:rect l="l" t="t" r="r" b="b"/>
              <a:pathLst>
                <a:path w="18383" h="18193" extrusionOk="0">
                  <a:moveTo>
                    <a:pt x="568" y="0"/>
                  </a:moveTo>
                  <a:cubicBezTo>
                    <a:pt x="254" y="0"/>
                    <a:pt x="1" y="251"/>
                    <a:pt x="1" y="565"/>
                  </a:cubicBezTo>
                  <a:lnTo>
                    <a:pt x="1" y="17625"/>
                  </a:lnTo>
                  <a:cubicBezTo>
                    <a:pt x="1" y="17939"/>
                    <a:pt x="254" y="18192"/>
                    <a:pt x="568" y="18192"/>
                  </a:cubicBezTo>
                  <a:lnTo>
                    <a:pt x="17815" y="18192"/>
                  </a:lnTo>
                  <a:cubicBezTo>
                    <a:pt x="18129" y="18192"/>
                    <a:pt x="18383" y="17939"/>
                    <a:pt x="18383" y="17625"/>
                  </a:cubicBezTo>
                  <a:cubicBezTo>
                    <a:pt x="18383" y="17311"/>
                    <a:pt x="18129" y="17060"/>
                    <a:pt x="17815" y="17060"/>
                  </a:cubicBezTo>
                  <a:lnTo>
                    <a:pt x="1133" y="17060"/>
                  </a:lnTo>
                  <a:lnTo>
                    <a:pt x="1133" y="565"/>
                  </a:lnTo>
                  <a:cubicBezTo>
                    <a:pt x="1133" y="251"/>
                    <a:pt x="879" y="0"/>
                    <a:pt x="56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41" name="Google Shape;15141;p81"/>
          <p:cNvSpPr/>
          <p:nvPr/>
        </p:nvSpPr>
        <p:spPr>
          <a:xfrm>
            <a:off x="3920245" y="4741722"/>
            <a:ext cx="440579" cy="422249"/>
          </a:xfrm>
          <a:custGeom>
            <a:avLst/>
            <a:gdLst/>
            <a:ahLst/>
            <a:cxnLst/>
            <a:rect l="l" t="t" r="r" b="b"/>
            <a:pathLst>
              <a:path w="18772" h="17991" extrusionOk="0">
                <a:moveTo>
                  <a:pt x="17492" y="6197"/>
                </a:moveTo>
                <a:lnTo>
                  <a:pt x="17217" y="8063"/>
                </a:lnTo>
                <a:lnTo>
                  <a:pt x="15626" y="6472"/>
                </a:lnTo>
                <a:lnTo>
                  <a:pt x="17492" y="6197"/>
                </a:lnTo>
                <a:close/>
                <a:moveTo>
                  <a:pt x="6055" y="9391"/>
                </a:moveTo>
                <a:lnTo>
                  <a:pt x="6055" y="16858"/>
                </a:lnTo>
                <a:lnTo>
                  <a:pt x="1133" y="16858"/>
                </a:lnTo>
                <a:lnTo>
                  <a:pt x="1133" y="13332"/>
                </a:lnTo>
                <a:lnTo>
                  <a:pt x="6055" y="9391"/>
                </a:lnTo>
                <a:close/>
                <a:moveTo>
                  <a:pt x="7187" y="9141"/>
                </a:moveTo>
                <a:lnTo>
                  <a:pt x="11903" y="11568"/>
                </a:lnTo>
                <a:lnTo>
                  <a:pt x="11903" y="16858"/>
                </a:lnTo>
                <a:lnTo>
                  <a:pt x="7187" y="16858"/>
                </a:lnTo>
                <a:lnTo>
                  <a:pt x="7187" y="9141"/>
                </a:lnTo>
                <a:close/>
                <a:moveTo>
                  <a:pt x="565" y="1"/>
                </a:moveTo>
                <a:cubicBezTo>
                  <a:pt x="254" y="1"/>
                  <a:pt x="1" y="255"/>
                  <a:pt x="1" y="569"/>
                </a:cubicBezTo>
                <a:lnTo>
                  <a:pt x="1" y="17423"/>
                </a:lnTo>
                <a:cubicBezTo>
                  <a:pt x="1" y="17737"/>
                  <a:pt x="254" y="17991"/>
                  <a:pt x="565" y="17991"/>
                </a:cubicBezTo>
                <a:lnTo>
                  <a:pt x="18141" y="17991"/>
                </a:lnTo>
                <a:cubicBezTo>
                  <a:pt x="18455" y="17991"/>
                  <a:pt x="18706" y="17737"/>
                  <a:pt x="18706" y="17423"/>
                </a:cubicBezTo>
                <a:cubicBezTo>
                  <a:pt x="18706" y="17112"/>
                  <a:pt x="18455" y="16858"/>
                  <a:pt x="18141" y="16858"/>
                </a:cubicBezTo>
                <a:lnTo>
                  <a:pt x="13033" y="16858"/>
                </a:lnTo>
                <a:lnTo>
                  <a:pt x="13033" y="11457"/>
                </a:lnTo>
                <a:lnTo>
                  <a:pt x="16022" y="8467"/>
                </a:lnTo>
                <a:lnTo>
                  <a:pt x="17214" y="9660"/>
                </a:lnTo>
                <a:cubicBezTo>
                  <a:pt x="17329" y="9774"/>
                  <a:pt x="17471" y="9826"/>
                  <a:pt x="17611" y="9826"/>
                </a:cubicBezTo>
                <a:cubicBezTo>
                  <a:pt x="17874" y="9826"/>
                  <a:pt x="18129" y="9643"/>
                  <a:pt x="18175" y="9343"/>
                </a:cubicBezTo>
                <a:lnTo>
                  <a:pt x="18721" y="5608"/>
                </a:lnTo>
                <a:cubicBezTo>
                  <a:pt x="18771" y="5262"/>
                  <a:pt x="18501" y="4962"/>
                  <a:pt x="18164" y="4962"/>
                </a:cubicBezTo>
                <a:cubicBezTo>
                  <a:pt x="18137" y="4962"/>
                  <a:pt x="18109" y="4964"/>
                  <a:pt x="18081" y="4968"/>
                </a:cubicBezTo>
                <a:lnTo>
                  <a:pt x="14346" y="5514"/>
                </a:lnTo>
                <a:cubicBezTo>
                  <a:pt x="13887" y="5584"/>
                  <a:pt x="13700" y="6145"/>
                  <a:pt x="14029" y="6475"/>
                </a:cubicBezTo>
                <a:lnTo>
                  <a:pt x="15222" y="7667"/>
                </a:lnTo>
                <a:lnTo>
                  <a:pt x="12359" y="10530"/>
                </a:lnTo>
                <a:lnTo>
                  <a:pt x="6879" y="7710"/>
                </a:lnTo>
                <a:cubicBezTo>
                  <a:pt x="6867" y="7703"/>
                  <a:pt x="6855" y="7697"/>
                  <a:pt x="6846" y="7694"/>
                </a:cubicBezTo>
                <a:lnTo>
                  <a:pt x="6831" y="7688"/>
                </a:lnTo>
                <a:lnTo>
                  <a:pt x="6794" y="7673"/>
                </a:lnTo>
                <a:lnTo>
                  <a:pt x="6776" y="7670"/>
                </a:lnTo>
                <a:cubicBezTo>
                  <a:pt x="6767" y="7667"/>
                  <a:pt x="6755" y="7664"/>
                  <a:pt x="6743" y="7661"/>
                </a:cubicBezTo>
                <a:lnTo>
                  <a:pt x="6728" y="7658"/>
                </a:lnTo>
                <a:cubicBezTo>
                  <a:pt x="6713" y="7655"/>
                  <a:pt x="6695" y="7652"/>
                  <a:pt x="6680" y="7649"/>
                </a:cubicBezTo>
                <a:lnTo>
                  <a:pt x="6553" y="7649"/>
                </a:lnTo>
                <a:cubicBezTo>
                  <a:pt x="6541" y="7649"/>
                  <a:pt x="6526" y="7655"/>
                  <a:pt x="6514" y="7655"/>
                </a:cubicBezTo>
                <a:lnTo>
                  <a:pt x="6495" y="7661"/>
                </a:lnTo>
                <a:cubicBezTo>
                  <a:pt x="6483" y="7661"/>
                  <a:pt x="6474" y="7664"/>
                  <a:pt x="6465" y="7667"/>
                </a:cubicBezTo>
                <a:lnTo>
                  <a:pt x="6447" y="7673"/>
                </a:lnTo>
                <a:cubicBezTo>
                  <a:pt x="6432" y="7679"/>
                  <a:pt x="6417" y="7682"/>
                  <a:pt x="6405" y="7688"/>
                </a:cubicBezTo>
                <a:lnTo>
                  <a:pt x="6387" y="7697"/>
                </a:lnTo>
                <a:lnTo>
                  <a:pt x="6360" y="7710"/>
                </a:lnTo>
                <a:lnTo>
                  <a:pt x="6341" y="7719"/>
                </a:lnTo>
                <a:cubicBezTo>
                  <a:pt x="6332" y="7725"/>
                  <a:pt x="6323" y="7731"/>
                  <a:pt x="6314" y="7737"/>
                </a:cubicBezTo>
                <a:lnTo>
                  <a:pt x="6299" y="7746"/>
                </a:lnTo>
                <a:cubicBezTo>
                  <a:pt x="6287" y="7752"/>
                  <a:pt x="6275" y="7761"/>
                  <a:pt x="6266" y="7770"/>
                </a:cubicBezTo>
                <a:lnTo>
                  <a:pt x="6260" y="7776"/>
                </a:lnTo>
                <a:lnTo>
                  <a:pt x="1133" y="11879"/>
                </a:lnTo>
                <a:lnTo>
                  <a:pt x="1133" y="569"/>
                </a:lnTo>
                <a:cubicBezTo>
                  <a:pt x="1133" y="255"/>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2" name="Google Shape;15142;p81"/>
          <p:cNvSpPr/>
          <p:nvPr/>
        </p:nvSpPr>
        <p:spPr>
          <a:xfrm>
            <a:off x="4497585" y="4726058"/>
            <a:ext cx="400351" cy="453581"/>
          </a:xfrm>
          <a:custGeom>
            <a:avLst/>
            <a:gdLst/>
            <a:ahLst/>
            <a:cxnLst/>
            <a:rect l="l" t="t" r="r" b="b"/>
            <a:pathLst>
              <a:path w="17058" h="19326" extrusionOk="0">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43" name="Google Shape;15143;p81"/>
          <p:cNvGrpSpPr/>
          <p:nvPr/>
        </p:nvGrpSpPr>
        <p:grpSpPr>
          <a:xfrm>
            <a:off x="5034916" y="4726404"/>
            <a:ext cx="454144" cy="453557"/>
            <a:chOff x="5053900" y="2021500"/>
            <a:chExt cx="483750" cy="483125"/>
          </a:xfrm>
        </p:grpSpPr>
        <p:sp>
          <p:nvSpPr>
            <p:cNvPr id="15144" name="Google Shape;15144;p81"/>
            <p:cNvSpPr/>
            <p:nvPr/>
          </p:nvSpPr>
          <p:spPr>
            <a:xfrm>
              <a:off x="5281350" y="2078100"/>
              <a:ext cx="127375" cy="127350"/>
            </a:xfrm>
            <a:custGeom>
              <a:avLst/>
              <a:gdLst/>
              <a:ahLst/>
              <a:cxnLst/>
              <a:rect l="l" t="t" r="r" b="b"/>
              <a:pathLst>
                <a:path w="5095" h="5094" extrusionOk="0">
                  <a:moveTo>
                    <a:pt x="565" y="0"/>
                  </a:moveTo>
                  <a:cubicBezTo>
                    <a:pt x="251" y="0"/>
                    <a:pt x="1" y="254"/>
                    <a:pt x="1" y="568"/>
                  </a:cubicBezTo>
                  <a:cubicBezTo>
                    <a:pt x="1" y="879"/>
                    <a:pt x="251" y="1132"/>
                    <a:pt x="565" y="1132"/>
                  </a:cubicBezTo>
                  <a:cubicBezTo>
                    <a:pt x="2440" y="1135"/>
                    <a:pt x="3959" y="2654"/>
                    <a:pt x="3962" y="4529"/>
                  </a:cubicBezTo>
                  <a:cubicBezTo>
                    <a:pt x="3962" y="4843"/>
                    <a:pt x="4216" y="5094"/>
                    <a:pt x="4530" y="5094"/>
                  </a:cubicBezTo>
                  <a:cubicBezTo>
                    <a:pt x="4841" y="5094"/>
                    <a:pt x="5094" y="4843"/>
                    <a:pt x="5094" y="4529"/>
                  </a:cubicBezTo>
                  <a:cubicBezTo>
                    <a:pt x="5091" y="2029"/>
                    <a:pt x="3065" y="3"/>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5" name="Google Shape;15145;p81"/>
            <p:cNvSpPr/>
            <p:nvPr/>
          </p:nvSpPr>
          <p:spPr>
            <a:xfrm>
              <a:off x="5118000" y="2021500"/>
              <a:ext cx="368700" cy="483125"/>
            </a:xfrm>
            <a:custGeom>
              <a:avLst/>
              <a:gdLst/>
              <a:ahLst/>
              <a:cxnLst/>
              <a:rect l="l" t="t" r="r" b="b"/>
              <a:pathLst>
                <a:path w="14748" h="19325" extrusionOk="0">
                  <a:moveTo>
                    <a:pt x="7088" y="1135"/>
                  </a:moveTo>
                  <a:cubicBezTo>
                    <a:pt x="8391" y="1135"/>
                    <a:pt x="9651" y="1571"/>
                    <a:pt x="10668" y="2397"/>
                  </a:cubicBezTo>
                  <a:cubicBezTo>
                    <a:pt x="13159" y="4417"/>
                    <a:pt x="13473" y="8104"/>
                    <a:pt x="11360" y="10516"/>
                  </a:cubicBezTo>
                  <a:cubicBezTo>
                    <a:pt x="10572" y="11419"/>
                    <a:pt x="10085" y="12503"/>
                    <a:pt x="9962" y="13626"/>
                  </a:cubicBezTo>
                  <a:lnTo>
                    <a:pt x="4237" y="13626"/>
                  </a:lnTo>
                  <a:cubicBezTo>
                    <a:pt x="4107" y="12482"/>
                    <a:pt x="3630" y="11407"/>
                    <a:pt x="2866" y="10550"/>
                  </a:cubicBezTo>
                  <a:cubicBezTo>
                    <a:pt x="1658" y="9191"/>
                    <a:pt x="1184" y="7367"/>
                    <a:pt x="1571" y="5549"/>
                  </a:cubicBezTo>
                  <a:cubicBezTo>
                    <a:pt x="2020" y="3427"/>
                    <a:pt x="3748" y="1706"/>
                    <a:pt x="5873" y="1262"/>
                  </a:cubicBezTo>
                  <a:cubicBezTo>
                    <a:pt x="6278" y="1177"/>
                    <a:pt x="6685" y="1135"/>
                    <a:pt x="7088" y="1135"/>
                  </a:cubicBezTo>
                  <a:close/>
                  <a:moveTo>
                    <a:pt x="9931" y="14759"/>
                  </a:moveTo>
                  <a:lnTo>
                    <a:pt x="9931" y="15323"/>
                  </a:lnTo>
                  <a:cubicBezTo>
                    <a:pt x="9931" y="15637"/>
                    <a:pt x="9678" y="15891"/>
                    <a:pt x="9364" y="15891"/>
                  </a:cubicBezTo>
                  <a:lnTo>
                    <a:pt x="4835" y="15891"/>
                  </a:lnTo>
                  <a:cubicBezTo>
                    <a:pt x="4521" y="15891"/>
                    <a:pt x="4270" y="15637"/>
                    <a:pt x="4270" y="15323"/>
                  </a:cubicBezTo>
                  <a:lnTo>
                    <a:pt x="4270" y="14759"/>
                  </a:lnTo>
                  <a:close/>
                  <a:moveTo>
                    <a:pt x="8699" y="17023"/>
                  </a:moveTo>
                  <a:cubicBezTo>
                    <a:pt x="8464" y="17694"/>
                    <a:pt x="7827" y="18192"/>
                    <a:pt x="7099" y="18192"/>
                  </a:cubicBezTo>
                  <a:cubicBezTo>
                    <a:pt x="6371" y="18192"/>
                    <a:pt x="5734" y="17694"/>
                    <a:pt x="5499" y="17023"/>
                  </a:cubicBezTo>
                  <a:close/>
                  <a:moveTo>
                    <a:pt x="7087" y="0"/>
                  </a:moveTo>
                  <a:cubicBezTo>
                    <a:pt x="6607" y="0"/>
                    <a:pt x="6123" y="50"/>
                    <a:pt x="5641" y="151"/>
                  </a:cubicBezTo>
                  <a:cubicBezTo>
                    <a:pt x="3053" y="712"/>
                    <a:pt x="1027" y="2729"/>
                    <a:pt x="462" y="5314"/>
                  </a:cubicBezTo>
                  <a:cubicBezTo>
                    <a:pt x="0" y="7488"/>
                    <a:pt x="568" y="9671"/>
                    <a:pt x="2020" y="11301"/>
                  </a:cubicBezTo>
                  <a:cubicBezTo>
                    <a:pt x="2730" y="12099"/>
                    <a:pt x="3135" y="13149"/>
                    <a:pt x="3135" y="14191"/>
                  </a:cubicBezTo>
                  <a:lnTo>
                    <a:pt x="3135" y="15323"/>
                  </a:lnTo>
                  <a:cubicBezTo>
                    <a:pt x="3138" y="16060"/>
                    <a:pt x="3612" y="16709"/>
                    <a:pt x="4309" y="16939"/>
                  </a:cubicBezTo>
                  <a:cubicBezTo>
                    <a:pt x="4409" y="17518"/>
                    <a:pt x="4681" y="18053"/>
                    <a:pt x="5094" y="18473"/>
                  </a:cubicBezTo>
                  <a:cubicBezTo>
                    <a:pt x="5642" y="19040"/>
                    <a:pt x="6371" y="19324"/>
                    <a:pt x="7099" y="19324"/>
                  </a:cubicBezTo>
                  <a:cubicBezTo>
                    <a:pt x="7828" y="19324"/>
                    <a:pt x="8556" y="19040"/>
                    <a:pt x="9104" y="18473"/>
                  </a:cubicBezTo>
                  <a:cubicBezTo>
                    <a:pt x="9518" y="18053"/>
                    <a:pt x="9790" y="17518"/>
                    <a:pt x="9889" y="16939"/>
                  </a:cubicBezTo>
                  <a:cubicBezTo>
                    <a:pt x="10587" y="16709"/>
                    <a:pt x="11061" y="16060"/>
                    <a:pt x="11064" y="15323"/>
                  </a:cubicBezTo>
                  <a:lnTo>
                    <a:pt x="11064" y="14191"/>
                  </a:lnTo>
                  <a:cubicBezTo>
                    <a:pt x="11064" y="13149"/>
                    <a:pt x="11471" y="12108"/>
                    <a:pt x="12211" y="11262"/>
                  </a:cubicBezTo>
                  <a:cubicBezTo>
                    <a:pt x="14747" y="8366"/>
                    <a:pt x="14370" y="3943"/>
                    <a:pt x="11381" y="1518"/>
                  </a:cubicBezTo>
                  <a:cubicBezTo>
                    <a:pt x="10159" y="525"/>
                    <a:pt x="8647" y="0"/>
                    <a:pt x="708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6" name="Google Shape;15146;p81"/>
            <p:cNvSpPr/>
            <p:nvPr/>
          </p:nvSpPr>
          <p:spPr>
            <a:xfrm>
              <a:off x="5053900" y="2191325"/>
              <a:ext cx="56650" cy="28325"/>
            </a:xfrm>
            <a:custGeom>
              <a:avLst/>
              <a:gdLst/>
              <a:ahLst/>
              <a:cxnLst/>
              <a:rect l="l" t="t" r="r" b="b"/>
              <a:pathLst>
                <a:path w="2266" h="1133" extrusionOk="0">
                  <a:moveTo>
                    <a:pt x="569" y="0"/>
                  </a:moveTo>
                  <a:cubicBezTo>
                    <a:pt x="255" y="0"/>
                    <a:pt x="1" y="254"/>
                    <a:pt x="1" y="568"/>
                  </a:cubicBezTo>
                  <a:cubicBezTo>
                    <a:pt x="1" y="879"/>
                    <a:pt x="255" y="1133"/>
                    <a:pt x="569" y="1133"/>
                  </a:cubicBezTo>
                  <a:lnTo>
                    <a:pt x="1701" y="1133"/>
                  </a:lnTo>
                  <a:cubicBezTo>
                    <a:pt x="2012" y="1133"/>
                    <a:pt x="2266" y="879"/>
                    <a:pt x="2266" y="568"/>
                  </a:cubicBezTo>
                  <a:cubicBezTo>
                    <a:pt x="2266" y="254"/>
                    <a:pt x="2012" y="0"/>
                    <a:pt x="17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7" name="Google Shape;15147;p81"/>
            <p:cNvSpPr/>
            <p:nvPr/>
          </p:nvSpPr>
          <p:spPr>
            <a:xfrm>
              <a:off x="5056850" y="2096550"/>
              <a:ext cx="50750" cy="48025"/>
            </a:xfrm>
            <a:custGeom>
              <a:avLst/>
              <a:gdLst/>
              <a:ahLst/>
              <a:cxnLst/>
              <a:rect l="l" t="t" r="r" b="b"/>
              <a:pathLst>
                <a:path w="2030" h="1921" extrusionOk="0">
                  <a:moveTo>
                    <a:pt x="622" y="0"/>
                  </a:moveTo>
                  <a:cubicBezTo>
                    <a:pt x="476" y="0"/>
                    <a:pt x="331" y="56"/>
                    <a:pt x="221" y="168"/>
                  </a:cubicBezTo>
                  <a:cubicBezTo>
                    <a:pt x="4" y="385"/>
                    <a:pt x="1" y="739"/>
                    <a:pt x="215" y="962"/>
                  </a:cubicBezTo>
                  <a:lnTo>
                    <a:pt x="1015" y="1762"/>
                  </a:lnTo>
                  <a:cubicBezTo>
                    <a:pt x="1125" y="1868"/>
                    <a:pt x="1267" y="1921"/>
                    <a:pt x="1409" y="1921"/>
                  </a:cubicBezTo>
                  <a:cubicBezTo>
                    <a:pt x="1554" y="1921"/>
                    <a:pt x="1699" y="1865"/>
                    <a:pt x="1809" y="1753"/>
                  </a:cubicBezTo>
                  <a:cubicBezTo>
                    <a:pt x="2027" y="1536"/>
                    <a:pt x="2030" y="1183"/>
                    <a:pt x="1815" y="962"/>
                  </a:cubicBezTo>
                  <a:lnTo>
                    <a:pt x="1015" y="159"/>
                  </a:lnTo>
                  <a:cubicBezTo>
                    <a:pt x="905" y="53"/>
                    <a:pt x="763" y="0"/>
                    <a:pt x="62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8" name="Google Shape;15148;p81"/>
            <p:cNvSpPr/>
            <p:nvPr/>
          </p:nvSpPr>
          <p:spPr>
            <a:xfrm>
              <a:off x="5056400" y="2266400"/>
              <a:ext cx="51200" cy="48350"/>
            </a:xfrm>
            <a:custGeom>
              <a:avLst/>
              <a:gdLst/>
              <a:ahLst/>
              <a:cxnLst/>
              <a:rect l="l" t="t" r="r" b="b"/>
              <a:pathLst>
                <a:path w="2048" h="1934" extrusionOk="0">
                  <a:moveTo>
                    <a:pt x="1427" y="0"/>
                  </a:moveTo>
                  <a:cubicBezTo>
                    <a:pt x="1285" y="0"/>
                    <a:pt x="1143" y="53"/>
                    <a:pt x="1033" y="159"/>
                  </a:cubicBezTo>
                  <a:lnTo>
                    <a:pt x="233" y="962"/>
                  </a:lnTo>
                  <a:cubicBezTo>
                    <a:pt x="4" y="1179"/>
                    <a:pt x="1" y="1545"/>
                    <a:pt x="227" y="1768"/>
                  </a:cubicBezTo>
                  <a:cubicBezTo>
                    <a:pt x="338" y="1879"/>
                    <a:pt x="482" y="1934"/>
                    <a:pt x="627" y="1934"/>
                  </a:cubicBezTo>
                  <a:cubicBezTo>
                    <a:pt x="774" y="1934"/>
                    <a:pt x="922" y="1876"/>
                    <a:pt x="1033" y="1762"/>
                  </a:cubicBezTo>
                  <a:lnTo>
                    <a:pt x="1833" y="962"/>
                  </a:lnTo>
                  <a:cubicBezTo>
                    <a:pt x="2048" y="738"/>
                    <a:pt x="2045" y="385"/>
                    <a:pt x="1827" y="168"/>
                  </a:cubicBezTo>
                  <a:cubicBezTo>
                    <a:pt x="1717" y="56"/>
                    <a:pt x="1572" y="0"/>
                    <a:pt x="14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9" name="Google Shape;15149;p81"/>
            <p:cNvSpPr/>
            <p:nvPr/>
          </p:nvSpPr>
          <p:spPr>
            <a:xfrm>
              <a:off x="5480400" y="2191325"/>
              <a:ext cx="56650" cy="28325"/>
            </a:xfrm>
            <a:custGeom>
              <a:avLst/>
              <a:gdLst/>
              <a:ahLst/>
              <a:cxnLst/>
              <a:rect l="l" t="t" r="r" b="b"/>
              <a:pathLst>
                <a:path w="2266" h="1133" extrusionOk="0">
                  <a:moveTo>
                    <a:pt x="568" y="0"/>
                  </a:moveTo>
                  <a:cubicBezTo>
                    <a:pt x="254" y="0"/>
                    <a:pt x="1" y="254"/>
                    <a:pt x="1" y="568"/>
                  </a:cubicBezTo>
                  <a:cubicBezTo>
                    <a:pt x="1" y="879"/>
                    <a:pt x="254" y="1133"/>
                    <a:pt x="568" y="1133"/>
                  </a:cubicBezTo>
                  <a:lnTo>
                    <a:pt x="1701" y="1133"/>
                  </a:lnTo>
                  <a:cubicBezTo>
                    <a:pt x="2012" y="1133"/>
                    <a:pt x="2265" y="879"/>
                    <a:pt x="2265" y="568"/>
                  </a:cubicBezTo>
                  <a:cubicBezTo>
                    <a:pt x="2265" y="254"/>
                    <a:pt x="2012" y="0"/>
                    <a:pt x="17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0" name="Google Shape;15150;p81"/>
            <p:cNvSpPr/>
            <p:nvPr/>
          </p:nvSpPr>
          <p:spPr>
            <a:xfrm>
              <a:off x="5479800" y="2096550"/>
              <a:ext cx="54300" cy="48225"/>
            </a:xfrm>
            <a:custGeom>
              <a:avLst/>
              <a:gdLst/>
              <a:ahLst/>
              <a:cxnLst/>
              <a:rect l="l" t="t" r="r" b="b"/>
              <a:pathLst>
                <a:path w="2172" h="1929" extrusionOk="0">
                  <a:moveTo>
                    <a:pt x="1550" y="0"/>
                  </a:moveTo>
                  <a:cubicBezTo>
                    <a:pt x="1409" y="0"/>
                    <a:pt x="1267" y="53"/>
                    <a:pt x="1157" y="159"/>
                  </a:cubicBezTo>
                  <a:lnTo>
                    <a:pt x="357" y="962"/>
                  </a:lnTo>
                  <a:cubicBezTo>
                    <a:pt x="1" y="1318"/>
                    <a:pt x="251" y="1928"/>
                    <a:pt x="756" y="1928"/>
                  </a:cubicBezTo>
                  <a:cubicBezTo>
                    <a:pt x="907" y="1928"/>
                    <a:pt x="1051" y="1868"/>
                    <a:pt x="1157" y="1762"/>
                  </a:cubicBezTo>
                  <a:lnTo>
                    <a:pt x="1957" y="959"/>
                  </a:lnTo>
                  <a:cubicBezTo>
                    <a:pt x="2172" y="739"/>
                    <a:pt x="2169" y="385"/>
                    <a:pt x="1951" y="168"/>
                  </a:cubicBezTo>
                  <a:cubicBezTo>
                    <a:pt x="1841" y="56"/>
                    <a:pt x="1696" y="0"/>
                    <a:pt x="155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1" name="Google Shape;15151;p81"/>
            <p:cNvSpPr/>
            <p:nvPr/>
          </p:nvSpPr>
          <p:spPr>
            <a:xfrm>
              <a:off x="5483350" y="2266400"/>
              <a:ext cx="54300" cy="48225"/>
            </a:xfrm>
            <a:custGeom>
              <a:avLst/>
              <a:gdLst/>
              <a:ahLst/>
              <a:cxnLst/>
              <a:rect l="l" t="t" r="r" b="b"/>
              <a:pathLst>
                <a:path w="2172" h="1929" extrusionOk="0">
                  <a:moveTo>
                    <a:pt x="622" y="0"/>
                  </a:moveTo>
                  <a:cubicBezTo>
                    <a:pt x="476" y="0"/>
                    <a:pt x="331" y="56"/>
                    <a:pt x="221" y="168"/>
                  </a:cubicBezTo>
                  <a:cubicBezTo>
                    <a:pt x="4" y="385"/>
                    <a:pt x="1" y="738"/>
                    <a:pt x="215" y="962"/>
                  </a:cubicBezTo>
                  <a:lnTo>
                    <a:pt x="1015" y="1762"/>
                  </a:lnTo>
                  <a:cubicBezTo>
                    <a:pt x="1121" y="1868"/>
                    <a:pt x="1266" y="1928"/>
                    <a:pt x="1417" y="1928"/>
                  </a:cubicBezTo>
                  <a:cubicBezTo>
                    <a:pt x="1921" y="1928"/>
                    <a:pt x="2172" y="1318"/>
                    <a:pt x="1815" y="962"/>
                  </a:cubicBezTo>
                  <a:lnTo>
                    <a:pt x="1015" y="159"/>
                  </a:lnTo>
                  <a:cubicBezTo>
                    <a:pt x="905" y="53"/>
                    <a:pt x="763" y="0"/>
                    <a:pt x="62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52" name="Google Shape;15152;p81"/>
          <p:cNvSpPr/>
          <p:nvPr/>
        </p:nvSpPr>
        <p:spPr>
          <a:xfrm>
            <a:off x="5666034" y="4726187"/>
            <a:ext cx="293985" cy="453323"/>
          </a:xfrm>
          <a:custGeom>
            <a:avLst/>
            <a:gdLst/>
            <a:ahLst/>
            <a:cxnLst/>
            <a:rect l="l" t="t" r="r" b="b"/>
            <a:pathLst>
              <a:path w="12526" h="19315" extrusionOk="0">
                <a:moveTo>
                  <a:pt x="9690" y="1133"/>
                </a:moveTo>
                <a:cubicBezTo>
                  <a:pt x="9980" y="1139"/>
                  <a:pt x="10213" y="1377"/>
                  <a:pt x="10213" y="1670"/>
                </a:cubicBezTo>
                <a:cubicBezTo>
                  <a:pt x="10213" y="1960"/>
                  <a:pt x="9980" y="2199"/>
                  <a:pt x="9690" y="2208"/>
                </a:cubicBezTo>
                <a:lnTo>
                  <a:pt x="2836" y="2208"/>
                </a:lnTo>
                <a:cubicBezTo>
                  <a:pt x="2540" y="2208"/>
                  <a:pt x="2302" y="1966"/>
                  <a:pt x="2302" y="1670"/>
                </a:cubicBezTo>
                <a:cubicBezTo>
                  <a:pt x="2302" y="1371"/>
                  <a:pt x="2540" y="1133"/>
                  <a:pt x="2839" y="1133"/>
                </a:cubicBezTo>
                <a:close/>
                <a:moveTo>
                  <a:pt x="8564" y="3340"/>
                </a:moveTo>
                <a:lnTo>
                  <a:pt x="8564" y="9554"/>
                </a:lnTo>
                <a:cubicBezTo>
                  <a:pt x="8543" y="9781"/>
                  <a:pt x="8658" y="10001"/>
                  <a:pt x="8860" y="10110"/>
                </a:cubicBezTo>
                <a:cubicBezTo>
                  <a:pt x="9805" y="10620"/>
                  <a:pt x="10581" y="11396"/>
                  <a:pt x="11088" y="12341"/>
                </a:cubicBezTo>
                <a:lnTo>
                  <a:pt x="1435" y="12341"/>
                </a:lnTo>
                <a:cubicBezTo>
                  <a:pt x="1946" y="11396"/>
                  <a:pt x="2718" y="10620"/>
                  <a:pt x="3667" y="10110"/>
                </a:cubicBezTo>
                <a:cubicBezTo>
                  <a:pt x="3869" y="10001"/>
                  <a:pt x="3984" y="9784"/>
                  <a:pt x="3959" y="9554"/>
                </a:cubicBezTo>
                <a:lnTo>
                  <a:pt x="3959" y="3340"/>
                </a:lnTo>
                <a:close/>
                <a:moveTo>
                  <a:pt x="6731" y="13476"/>
                </a:moveTo>
                <a:lnTo>
                  <a:pt x="6731" y="16263"/>
                </a:lnTo>
                <a:cubicBezTo>
                  <a:pt x="6734" y="16879"/>
                  <a:pt x="6571" y="17486"/>
                  <a:pt x="6263" y="18024"/>
                </a:cubicBezTo>
                <a:cubicBezTo>
                  <a:pt x="5955" y="17486"/>
                  <a:pt x="5792" y="16879"/>
                  <a:pt x="5795" y="16263"/>
                </a:cubicBezTo>
                <a:lnTo>
                  <a:pt x="5795" y="13476"/>
                </a:lnTo>
                <a:close/>
                <a:moveTo>
                  <a:pt x="2831" y="1"/>
                </a:moveTo>
                <a:cubicBezTo>
                  <a:pt x="1912" y="1"/>
                  <a:pt x="1166" y="745"/>
                  <a:pt x="1163" y="1664"/>
                </a:cubicBezTo>
                <a:cubicBezTo>
                  <a:pt x="1160" y="2585"/>
                  <a:pt x="1906" y="3337"/>
                  <a:pt x="2827" y="3340"/>
                </a:cubicBezTo>
                <a:lnTo>
                  <a:pt x="2827" y="9285"/>
                </a:lnTo>
                <a:cubicBezTo>
                  <a:pt x="1529" y="10077"/>
                  <a:pt x="544" y="11287"/>
                  <a:pt x="34" y="12719"/>
                </a:cubicBezTo>
                <a:lnTo>
                  <a:pt x="31" y="12728"/>
                </a:lnTo>
                <a:cubicBezTo>
                  <a:pt x="28" y="12740"/>
                  <a:pt x="25" y="12749"/>
                  <a:pt x="22" y="12761"/>
                </a:cubicBezTo>
                <a:cubicBezTo>
                  <a:pt x="19" y="12773"/>
                  <a:pt x="19" y="12776"/>
                  <a:pt x="16" y="12785"/>
                </a:cubicBezTo>
                <a:cubicBezTo>
                  <a:pt x="13" y="12791"/>
                  <a:pt x="13" y="12803"/>
                  <a:pt x="10" y="12812"/>
                </a:cubicBezTo>
                <a:cubicBezTo>
                  <a:pt x="10" y="12821"/>
                  <a:pt x="7" y="12833"/>
                  <a:pt x="7" y="12842"/>
                </a:cubicBezTo>
                <a:lnTo>
                  <a:pt x="4" y="12866"/>
                </a:lnTo>
                <a:lnTo>
                  <a:pt x="4" y="12900"/>
                </a:lnTo>
                <a:cubicBezTo>
                  <a:pt x="4" y="12903"/>
                  <a:pt x="4" y="12906"/>
                  <a:pt x="4" y="12909"/>
                </a:cubicBezTo>
                <a:cubicBezTo>
                  <a:pt x="1" y="12912"/>
                  <a:pt x="1" y="12918"/>
                  <a:pt x="1" y="12921"/>
                </a:cubicBezTo>
                <a:cubicBezTo>
                  <a:pt x="1" y="12933"/>
                  <a:pt x="1" y="12945"/>
                  <a:pt x="4" y="12957"/>
                </a:cubicBezTo>
                <a:lnTo>
                  <a:pt x="7" y="12978"/>
                </a:lnTo>
                <a:cubicBezTo>
                  <a:pt x="7" y="12990"/>
                  <a:pt x="10" y="12999"/>
                  <a:pt x="10" y="13008"/>
                </a:cubicBezTo>
                <a:cubicBezTo>
                  <a:pt x="13" y="13020"/>
                  <a:pt x="13" y="13030"/>
                  <a:pt x="16" y="13039"/>
                </a:cubicBezTo>
                <a:cubicBezTo>
                  <a:pt x="19" y="13048"/>
                  <a:pt x="19" y="13054"/>
                  <a:pt x="22" y="13063"/>
                </a:cubicBezTo>
                <a:cubicBezTo>
                  <a:pt x="25" y="13069"/>
                  <a:pt x="28" y="13081"/>
                  <a:pt x="31" y="13093"/>
                </a:cubicBezTo>
                <a:cubicBezTo>
                  <a:pt x="34" y="13102"/>
                  <a:pt x="37" y="13105"/>
                  <a:pt x="40" y="13111"/>
                </a:cubicBezTo>
                <a:cubicBezTo>
                  <a:pt x="43" y="13120"/>
                  <a:pt x="46" y="13132"/>
                  <a:pt x="52" y="13144"/>
                </a:cubicBezTo>
                <a:lnTo>
                  <a:pt x="61" y="13162"/>
                </a:lnTo>
                <a:cubicBezTo>
                  <a:pt x="67" y="13171"/>
                  <a:pt x="70" y="13181"/>
                  <a:pt x="76" y="13190"/>
                </a:cubicBezTo>
                <a:cubicBezTo>
                  <a:pt x="83" y="13199"/>
                  <a:pt x="86" y="13205"/>
                  <a:pt x="89" y="13211"/>
                </a:cubicBezTo>
                <a:cubicBezTo>
                  <a:pt x="92" y="13217"/>
                  <a:pt x="98" y="13229"/>
                  <a:pt x="104" y="13235"/>
                </a:cubicBezTo>
                <a:lnTo>
                  <a:pt x="122" y="13256"/>
                </a:lnTo>
                <a:lnTo>
                  <a:pt x="137" y="13277"/>
                </a:lnTo>
                <a:cubicBezTo>
                  <a:pt x="143" y="13286"/>
                  <a:pt x="152" y="13292"/>
                  <a:pt x="158" y="13298"/>
                </a:cubicBezTo>
                <a:cubicBezTo>
                  <a:pt x="164" y="13307"/>
                  <a:pt x="167" y="13310"/>
                  <a:pt x="173" y="13316"/>
                </a:cubicBezTo>
                <a:cubicBezTo>
                  <a:pt x="179" y="13322"/>
                  <a:pt x="188" y="13331"/>
                  <a:pt x="197" y="13338"/>
                </a:cubicBezTo>
                <a:lnTo>
                  <a:pt x="215" y="13353"/>
                </a:lnTo>
                <a:lnTo>
                  <a:pt x="240" y="13371"/>
                </a:lnTo>
                <a:lnTo>
                  <a:pt x="264" y="13386"/>
                </a:lnTo>
                <a:lnTo>
                  <a:pt x="285" y="13398"/>
                </a:lnTo>
                <a:cubicBezTo>
                  <a:pt x="294" y="13404"/>
                  <a:pt x="303" y="13410"/>
                  <a:pt x="312" y="13413"/>
                </a:cubicBezTo>
                <a:lnTo>
                  <a:pt x="333" y="13422"/>
                </a:lnTo>
                <a:lnTo>
                  <a:pt x="366" y="13437"/>
                </a:lnTo>
                <a:lnTo>
                  <a:pt x="378" y="13443"/>
                </a:lnTo>
                <a:lnTo>
                  <a:pt x="384" y="13446"/>
                </a:lnTo>
                <a:lnTo>
                  <a:pt x="415" y="13452"/>
                </a:lnTo>
                <a:cubicBezTo>
                  <a:pt x="421" y="13455"/>
                  <a:pt x="430" y="13458"/>
                  <a:pt x="439" y="13458"/>
                </a:cubicBezTo>
                <a:lnTo>
                  <a:pt x="463" y="13464"/>
                </a:lnTo>
                <a:cubicBezTo>
                  <a:pt x="475" y="13467"/>
                  <a:pt x="484" y="13467"/>
                  <a:pt x="496" y="13470"/>
                </a:cubicBezTo>
                <a:lnTo>
                  <a:pt x="514" y="13470"/>
                </a:lnTo>
                <a:cubicBezTo>
                  <a:pt x="532" y="13473"/>
                  <a:pt x="548" y="13473"/>
                  <a:pt x="566" y="13473"/>
                </a:cubicBezTo>
                <a:lnTo>
                  <a:pt x="4663" y="13473"/>
                </a:lnTo>
                <a:lnTo>
                  <a:pt x="4663" y="16263"/>
                </a:lnTo>
                <a:cubicBezTo>
                  <a:pt x="4660" y="17205"/>
                  <a:pt x="4947" y="18126"/>
                  <a:pt x="5481" y="18902"/>
                </a:cubicBezTo>
                <a:cubicBezTo>
                  <a:pt x="5670" y="19177"/>
                  <a:pt x="5967" y="19315"/>
                  <a:pt x="6263" y="19315"/>
                </a:cubicBezTo>
                <a:cubicBezTo>
                  <a:pt x="6560" y="19315"/>
                  <a:pt x="6857" y="19177"/>
                  <a:pt x="7045" y="18902"/>
                </a:cubicBezTo>
                <a:cubicBezTo>
                  <a:pt x="7580" y="18126"/>
                  <a:pt x="7867" y="17205"/>
                  <a:pt x="7864" y="16263"/>
                </a:cubicBezTo>
                <a:lnTo>
                  <a:pt x="7864" y="13476"/>
                </a:lnTo>
                <a:lnTo>
                  <a:pt x="11961" y="13476"/>
                </a:lnTo>
                <a:cubicBezTo>
                  <a:pt x="11979" y="13473"/>
                  <a:pt x="11997" y="13473"/>
                  <a:pt x="12015" y="13473"/>
                </a:cubicBezTo>
                <a:lnTo>
                  <a:pt x="12024" y="13473"/>
                </a:lnTo>
                <a:cubicBezTo>
                  <a:pt x="12040" y="13473"/>
                  <a:pt x="12052" y="13467"/>
                  <a:pt x="12067" y="13464"/>
                </a:cubicBezTo>
                <a:lnTo>
                  <a:pt x="12085" y="13461"/>
                </a:lnTo>
                <a:lnTo>
                  <a:pt x="12115" y="13455"/>
                </a:lnTo>
                <a:lnTo>
                  <a:pt x="12139" y="13446"/>
                </a:lnTo>
                <a:cubicBezTo>
                  <a:pt x="12142" y="13446"/>
                  <a:pt x="12145" y="13443"/>
                  <a:pt x="12148" y="13443"/>
                </a:cubicBezTo>
                <a:lnTo>
                  <a:pt x="12163" y="13437"/>
                </a:lnTo>
                <a:cubicBezTo>
                  <a:pt x="12172" y="13434"/>
                  <a:pt x="12181" y="13431"/>
                  <a:pt x="12194" y="13425"/>
                </a:cubicBezTo>
                <a:lnTo>
                  <a:pt x="12218" y="13413"/>
                </a:lnTo>
                <a:cubicBezTo>
                  <a:pt x="12224" y="13410"/>
                  <a:pt x="12233" y="13404"/>
                  <a:pt x="12242" y="13401"/>
                </a:cubicBezTo>
                <a:cubicBezTo>
                  <a:pt x="12248" y="13395"/>
                  <a:pt x="12257" y="13392"/>
                  <a:pt x="12266" y="13386"/>
                </a:cubicBezTo>
                <a:lnTo>
                  <a:pt x="12284" y="13374"/>
                </a:lnTo>
                <a:cubicBezTo>
                  <a:pt x="12296" y="13365"/>
                  <a:pt x="12305" y="13359"/>
                  <a:pt x="12311" y="13353"/>
                </a:cubicBezTo>
                <a:lnTo>
                  <a:pt x="12329" y="13341"/>
                </a:lnTo>
                <a:cubicBezTo>
                  <a:pt x="12335" y="13331"/>
                  <a:pt x="12344" y="13325"/>
                  <a:pt x="12354" y="13316"/>
                </a:cubicBezTo>
                <a:cubicBezTo>
                  <a:pt x="12363" y="13307"/>
                  <a:pt x="12363" y="13307"/>
                  <a:pt x="12369" y="13301"/>
                </a:cubicBezTo>
                <a:cubicBezTo>
                  <a:pt x="12372" y="13295"/>
                  <a:pt x="12384" y="13286"/>
                  <a:pt x="12390" y="13277"/>
                </a:cubicBezTo>
                <a:cubicBezTo>
                  <a:pt x="12399" y="13268"/>
                  <a:pt x="12399" y="13265"/>
                  <a:pt x="12405" y="13259"/>
                </a:cubicBezTo>
                <a:lnTo>
                  <a:pt x="12423" y="13235"/>
                </a:lnTo>
                <a:cubicBezTo>
                  <a:pt x="12429" y="13229"/>
                  <a:pt x="12432" y="13220"/>
                  <a:pt x="12438" y="13214"/>
                </a:cubicBezTo>
                <a:cubicBezTo>
                  <a:pt x="12441" y="13205"/>
                  <a:pt x="12447" y="13199"/>
                  <a:pt x="12450" y="13190"/>
                </a:cubicBezTo>
                <a:cubicBezTo>
                  <a:pt x="12456" y="13184"/>
                  <a:pt x="12459" y="13174"/>
                  <a:pt x="12465" y="13165"/>
                </a:cubicBezTo>
                <a:cubicBezTo>
                  <a:pt x="12468" y="13156"/>
                  <a:pt x="12471" y="13150"/>
                  <a:pt x="12474" y="13144"/>
                </a:cubicBezTo>
                <a:cubicBezTo>
                  <a:pt x="12477" y="13135"/>
                  <a:pt x="12483" y="13123"/>
                  <a:pt x="12486" y="13114"/>
                </a:cubicBezTo>
                <a:cubicBezTo>
                  <a:pt x="12492" y="13105"/>
                  <a:pt x="12492" y="13099"/>
                  <a:pt x="12495" y="13093"/>
                </a:cubicBezTo>
                <a:cubicBezTo>
                  <a:pt x="12498" y="13084"/>
                  <a:pt x="12501" y="13072"/>
                  <a:pt x="12505" y="13063"/>
                </a:cubicBezTo>
                <a:cubicBezTo>
                  <a:pt x="12508" y="13054"/>
                  <a:pt x="12511" y="13045"/>
                  <a:pt x="12511" y="13039"/>
                </a:cubicBezTo>
                <a:cubicBezTo>
                  <a:pt x="12514" y="13030"/>
                  <a:pt x="12514" y="13020"/>
                  <a:pt x="12517" y="13011"/>
                </a:cubicBezTo>
                <a:cubicBezTo>
                  <a:pt x="12517" y="13002"/>
                  <a:pt x="12520" y="12990"/>
                  <a:pt x="12523" y="12981"/>
                </a:cubicBezTo>
                <a:cubicBezTo>
                  <a:pt x="12523" y="12969"/>
                  <a:pt x="12523" y="12966"/>
                  <a:pt x="12523" y="12957"/>
                </a:cubicBezTo>
                <a:cubicBezTo>
                  <a:pt x="12523" y="12948"/>
                  <a:pt x="12523" y="12933"/>
                  <a:pt x="12526" y="12921"/>
                </a:cubicBezTo>
                <a:lnTo>
                  <a:pt x="12526" y="12909"/>
                </a:lnTo>
                <a:cubicBezTo>
                  <a:pt x="12526" y="12906"/>
                  <a:pt x="12526" y="12903"/>
                  <a:pt x="12526" y="12900"/>
                </a:cubicBezTo>
                <a:lnTo>
                  <a:pt x="12526" y="12866"/>
                </a:lnTo>
                <a:cubicBezTo>
                  <a:pt x="12526" y="12854"/>
                  <a:pt x="12526" y="12851"/>
                  <a:pt x="12523" y="12842"/>
                </a:cubicBezTo>
                <a:cubicBezTo>
                  <a:pt x="12520" y="12833"/>
                  <a:pt x="12520" y="12824"/>
                  <a:pt x="12520" y="12815"/>
                </a:cubicBezTo>
                <a:cubicBezTo>
                  <a:pt x="12517" y="12803"/>
                  <a:pt x="12517" y="12794"/>
                  <a:pt x="12514" y="12785"/>
                </a:cubicBezTo>
                <a:cubicBezTo>
                  <a:pt x="12511" y="12773"/>
                  <a:pt x="12511" y="12770"/>
                  <a:pt x="12508" y="12764"/>
                </a:cubicBezTo>
                <a:cubicBezTo>
                  <a:pt x="12505" y="12755"/>
                  <a:pt x="12501" y="12740"/>
                  <a:pt x="12498" y="12728"/>
                </a:cubicBezTo>
                <a:lnTo>
                  <a:pt x="12495" y="12719"/>
                </a:lnTo>
                <a:cubicBezTo>
                  <a:pt x="11985" y="11290"/>
                  <a:pt x="11001" y="10077"/>
                  <a:pt x="9702" y="9288"/>
                </a:cubicBezTo>
                <a:lnTo>
                  <a:pt x="9702" y="3340"/>
                </a:lnTo>
                <a:cubicBezTo>
                  <a:pt x="10623" y="3337"/>
                  <a:pt x="11369" y="2585"/>
                  <a:pt x="11366" y="1664"/>
                </a:cubicBezTo>
                <a:cubicBezTo>
                  <a:pt x="11363" y="745"/>
                  <a:pt x="10617" y="1"/>
                  <a:pt x="9699" y="1"/>
                </a:cubicBezTo>
                <a:cubicBezTo>
                  <a:pt x="9697" y="1"/>
                  <a:pt x="9695" y="1"/>
                  <a:pt x="9693" y="1"/>
                </a:cubicBezTo>
                <a:lnTo>
                  <a:pt x="2836" y="1"/>
                </a:lnTo>
                <a:cubicBezTo>
                  <a:pt x="2834" y="1"/>
                  <a:pt x="2833" y="1"/>
                  <a:pt x="283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53" name="Google Shape;15153;p81"/>
          <p:cNvGrpSpPr/>
          <p:nvPr/>
        </p:nvGrpSpPr>
        <p:grpSpPr>
          <a:xfrm>
            <a:off x="6135049" y="4730629"/>
            <a:ext cx="468884" cy="445108"/>
            <a:chOff x="6222125" y="2025975"/>
            <a:chExt cx="499450" cy="474125"/>
          </a:xfrm>
        </p:grpSpPr>
        <p:sp>
          <p:nvSpPr>
            <p:cNvPr id="15154" name="Google Shape;15154;p81"/>
            <p:cNvSpPr/>
            <p:nvPr/>
          </p:nvSpPr>
          <p:spPr>
            <a:xfrm>
              <a:off x="6222125" y="2025975"/>
              <a:ext cx="499450" cy="474125"/>
            </a:xfrm>
            <a:custGeom>
              <a:avLst/>
              <a:gdLst/>
              <a:ahLst/>
              <a:cxnLst/>
              <a:rect l="l" t="t" r="r" b="b"/>
              <a:pathLst>
                <a:path w="19978" h="18965" extrusionOk="0">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5" name="Google Shape;15155;p81"/>
            <p:cNvSpPr/>
            <p:nvPr/>
          </p:nvSpPr>
          <p:spPr>
            <a:xfrm>
              <a:off x="6309175" y="2087825"/>
              <a:ext cx="350425" cy="350425"/>
            </a:xfrm>
            <a:custGeom>
              <a:avLst/>
              <a:gdLst/>
              <a:ahLst/>
              <a:cxnLst/>
              <a:rect l="l" t="t" r="r" b="b"/>
              <a:pathLst>
                <a:path w="14017" h="14017" extrusionOk="0">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6" name="Google Shape;15156;p81"/>
            <p:cNvSpPr/>
            <p:nvPr/>
          </p:nvSpPr>
          <p:spPr>
            <a:xfrm>
              <a:off x="6431600" y="2142250"/>
              <a:ext cx="105575" cy="241575"/>
            </a:xfrm>
            <a:custGeom>
              <a:avLst/>
              <a:gdLst/>
              <a:ahLst/>
              <a:cxnLst/>
              <a:rect l="l" t="t" r="r" b="b"/>
              <a:pathLst>
                <a:path w="4223" h="9663" extrusionOk="0">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57" name="Google Shape;15157;p81"/>
          <p:cNvGrpSpPr/>
          <p:nvPr/>
        </p:nvGrpSpPr>
        <p:grpSpPr>
          <a:xfrm>
            <a:off x="6745131" y="3152722"/>
            <a:ext cx="447339" cy="247937"/>
            <a:chOff x="896050" y="2725450"/>
            <a:chExt cx="476500" cy="264100"/>
          </a:xfrm>
        </p:grpSpPr>
        <p:sp>
          <p:nvSpPr>
            <p:cNvPr id="15158" name="Google Shape;15158;p81"/>
            <p:cNvSpPr/>
            <p:nvPr/>
          </p:nvSpPr>
          <p:spPr>
            <a:xfrm>
              <a:off x="896050" y="2725450"/>
              <a:ext cx="476500" cy="264100"/>
            </a:xfrm>
            <a:custGeom>
              <a:avLst/>
              <a:gdLst/>
              <a:ahLst/>
              <a:cxnLst/>
              <a:rect l="l" t="t" r="r" b="b"/>
              <a:pathLst>
                <a:path w="19060" h="10564" extrusionOk="0">
                  <a:moveTo>
                    <a:pt x="17927" y="1133"/>
                  </a:moveTo>
                  <a:lnTo>
                    <a:pt x="17927" y="9431"/>
                  </a:lnTo>
                  <a:lnTo>
                    <a:pt x="1133" y="9431"/>
                  </a:lnTo>
                  <a:lnTo>
                    <a:pt x="1133" y="1133"/>
                  </a:lnTo>
                  <a:close/>
                  <a:moveTo>
                    <a:pt x="565" y="1"/>
                  </a:moveTo>
                  <a:cubicBezTo>
                    <a:pt x="254" y="1"/>
                    <a:pt x="1" y="255"/>
                    <a:pt x="1" y="569"/>
                  </a:cubicBezTo>
                  <a:lnTo>
                    <a:pt x="1" y="9995"/>
                  </a:lnTo>
                  <a:cubicBezTo>
                    <a:pt x="1" y="10309"/>
                    <a:pt x="254" y="10563"/>
                    <a:pt x="565" y="10563"/>
                  </a:cubicBezTo>
                  <a:lnTo>
                    <a:pt x="18495" y="10563"/>
                  </a:lnTo>
                  <a:cubicBezTo>
                    <a:pt x="18806" y="10563"/>
                    <a:pt x="19060" y="10309"/>
                    <a:pt x="19060" y="9995"/>
                  </a:cubicBezTo>
                  <a:lnTo>
                    <a:pt x="19060" y="569"/>
                  </a:lnTo>
                  <a:cubicBezTo>
                    <a:pt x="19060" y="255"/>
                    <a:pt x="18806" y="1"/>
                    <a:pt x="1849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9" name="Google Shape;15159;p81"/>
            <p:cNvSpPr/>
            <p:nvPr/>
          </p:nvSpPr>
          <p:spPr>
            <a:xfrm>
              <a:off x="951625" y="2774675"/>
              <a:ext cx="365450" cy="165650"/>
            </a:xfrm>
            <a:custGeom>
              <a:avLst/>
              <a:gdLst/>
              <a:ahLst/>
              <a:cxnLst/>
              <a:rect l="l" t="t" r="r" b="b"/>
              <a:pathLst>
                <a:path w="14618" h="6626" extrusionOk="0">
                  <a:moveTo>
                    <a:pt x="12063" y="1133"/>
                  </a:moveTo>
                  <a:cubicBezTo>
                    <a:pt x="12259" y="1818"/>
                    <a:pt x="12797" y="2356"/>
                    <a:pt x="13485" y="2552"/>
                  </a:cubicBezTo>
                  <a:lnTo>
                    <a:pt x="13485" y="4074"/>
                  </a:lnTo>
                  <a:cubicBezTo>
                    <a:pt x="12797" y="4273"/>
                    <a:pt x="12259" y="4808"/>
                    <a:pt x="12063" y="5496"/>
                  </a:cubicBezTo>
                  <a:lnTo>
                    <a:pt x="2552" y="5496"/>
                  </a:lnTo>
                  <a:cubicBezTo>
                    <a:pt x="2355" y="4808"/>
                    <a:pt x="1818" y="4270"/>
                    <a:pt x="1129" y="4074"/>
                  </a:cubicBezTo>
                  <a:lnTo>
                    <a:pt x="1129" y="2552"/>
                  </a:lnTo>
                  <a:cubicBezTo>
                    <a:pt x="1818" y="2356"/>
                    <a:pt x="2355" y="1818"/>
                    <a:pt x="2552" y="1133"/>
                  </a:cubicBezTo>
                  <a:close/>
                  <a:moveTo>
                    <a:pt x="2065" y="1"/>
                  </a:moveTo>
                  <a:cubicBezTo>
                    <a:pt x="1751" y="1"/>
                    <a:pt x="1498" y="254"/>
                    <a:pt x="1498" y="568"/>
                  </a:cubicBezTo>
                  <a:cubicBezTo>
                    <a:pt x="1498" y="1082"/>
                    <a:pt x="1081" y="1501"/>
                    <a:pt x="565" y="1501"/>
                  </a:cubicBezTo>
                  <a:cubicBezTo>
                    <a:pt x="251" y="1501"/>
                    <a:pt x="0" y="1755"/>
                    <a:pt x="0" y="2069"/>
                  </a:cubicBezTo>
                  <a:lnTo>
                    <a:pt x="0" y="4560"/>
                  </a:lnTo>
                  <a:cubicBezTo>
                    <a:pt x="0" y="4871"/>
                    <a:pt x="251" y="5125"/>
                    <a:pt x="565" y="5125"/>
                  </a:cubicBezTo>
                  <a:cubicBezTo>
                    <a:pt x="1081" y="5125"/>
                    <a:pt x="1498" y="5544"/>
                    <a:pt x="1498" y="6061"/>
                  </a:cubicBezTo>
                  <a:cubicBezTo>
                    <a:pt x="1498" y="6372"/>
                    <a:pt x="1751" y="6625"/>
                    <a:pt x="2065" y="6625"/>
                  </a:cubicBezTo>
                  <a:lnTo>
                    <a:pt x="12549" y="6625"/>
                  </a:lnTo>
                  <a:cubicBezTo>
                    <a:pt x="12863" y="6625"/>
                    <a:pt x="13117" y="6372"/>
                    <a:pt x="13117" y="6061"/>
                  </a:cubicBezTo>
                  <a:cubicBezTo>
                    <a:pt x="13117" y="5544"/>
                    <a:pt x="13533" y="5125"/>
                    <a:pt x="14050" y="5125"/>
                  </a:cubicBezTo>
                  <a:cubicBezTo>
                    <a:pt x="14364" y="5125"/>
                    <a:pt x="14617" y="4871"/>
                    <a:pt x="14617" y="4560"/>
                  </a:cubicBezTo>
                  <a:lnTo>
                    <a:pt x="14617" y="2069"/>
                  </a:lnTo>
                  <a:cubicBezTo>
                    <a:pt x="14617" y="1755"/>
                    <a:pt x="14364" y="1501"/>
                    <a:pt x="14050" y="1501"/>
                  </a:cubicBezTo>
                  <a:cubicBezTo>
                    <a:pt x="13533" y="1501"/>
                    <a:pt x="13117" y="1082"/>
                    <a:pt x="13117" y="568"/>
                  </a:cubicBezTo>
                  <a:cubicBezTo>
                    <a:pt x="13117" y="254"/>
                    <a:pt x="12863" y="1"/>
                    <a:pt x="1254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0" name="Google Shape;15160;p81"/>
            <p:cNvSpPr/>
            <p:nvPr/>
          </p:nvSpPr>
          <p:spPr>
            <a:xfrm>
              <a:off x="1088625" y="2815075"/>
              <a:ext cx="88200" cy="84850"/>
            </a:xfrm>
            <a:custGeom>
              <a:avLst/>
              <a:gdLst/>
              <a:ahLst/>
              <a:cxnLst/>
              <a:rect l="l" t="t" r="r" b="b"/>
              <a:pathLst>
                <a:path w="3528" h="3394" extrusionOk="0">
                  <a:moveTo>
                    <a:pt x="1826" y="1132"/>
                  </a:moveTo>
                  <a:cubicBezTo>
                    <a:pt x="2115" y="1132"/>
                    <a:pt x="2393" y="1358"/>
                    <a:pt x="2395" y="1697"/>
                  </a:cubicBezTo>
                  <a:cubicBezTo>
                    <a:pt x="2395" y="2011"/>
                    <a:pt x="2141" y="2265"/>
                    <a:pt x="1827" y="2265"/>
                  </a:cubicBezTo>
                  <a:lnTo>
                    <a:pt x="1827" y="2262"/>
                  </a:lnTo>
                  <a:cubicBezTo>
                    <a:pt x="1326" y="2259"/>
                    <a:pt x="1075" y="1652"/>
                    <a:pt x="1432" y="1298"/>
                  </a:cubicBezTo>
                  <a:cubicBezTo>
                    <a:pt x="1547" y="1183"/>
                    <a:pt x="1688" y="1132"/>
                    <a:pt x="1826" y="1132"/>
                  </a:cubicBezTo>
                  <a:close/>
                  <a:moveTo>
                    <a:pt x="1827" y="0"/>
                  </a:moveTo>
                  <a:cubicBezTo>
                    <a:pt x="1142" y="0"/>
                    <a:pt x="523" y="414"/>
                    <a:pt x="260" y="1048"/>
                  </a:cubicBezTo>
                  <a:cubicBezTo>
                    <a:pt x="0" y="1682"/>
                    <a:pt x="145" y="2413"/>
                    <a:pt x="632" y="2899"/>
                  </a:cubicBezTo>
                  <a:cubicBezTo>
                    <a:pt x="954" y="3222"/>
                    <a:pt x="1388" y="3393"/>
                    <a:pt x="1829" y="3393"/>
                  </a:cubicBezTo>
                  <a:cubicBezTo>
                    <a:pt x="2048" y="3393"/>
                    <a:pt x="2269" y="3351"/>
                    <a:pt x="2479" y="3264"/>
                  </a:cubicBezTo>
                  <a:cubicBezTo>
                    <a:pt x="3114" y="3001"/>
                    <a:pt x="3524" y="2382"/>
                    <a:pt x="3527" y="1697"/>
                  </a:cubicBezTo>
                  <a:cubicBezTo>
                    <a:pt x="3524" y="761"/>
                    <a:pt x="2763" y="0"/>
                    <a:pt x="18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61" name="Google Shape;15161;p81"/>
          <p:cNvGrpSpPr/>
          <p:nvPr/>
        </p:nvGrpSpPr>
        <p:grpSpPr>
          <a:xfrm>
            <a:off x="7319451" y="3049900"/>
            <a:ext cx="453557" cy="453581"/>
            <a:chOff x="1487200" y="2615925"/>
            <a:chExt cx="483125" cy="483150"/>
          </a:xfrm>
        </p:grpSpPr>
        <p:sp>
          <p:nvSpPr>
            <p:cNvPr id="15162" name="Google Shape;15162;p81"/>
            <p:cNvSpPr/>
            <p:nvPr/>
          </p:nvSpPr>
          <p:spPr>
            <a:xfrm>
              <a:off x="1601400" y="2844275"/>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3" name="Google Shape;15163;p81"/>
            <p:cNvSpPr/>
            <p:nvPr/>
          </p:nvSpPr>
          <p:spPr>
            <a:xfrm>
              <a:off x="1487200" y="2731050"/>
              <a:ext cx="483125" cy="368025"/>
            </a:xfrm>
            <a:custGeom>
              <a:avLst/>
              <a:gdLst/>
              <a:ahLst/>
              <a:cxnLst/>
              <a:rect l="l" t="t" r="r" b="b"/>
              <a:pathLst>
                <a:path w="19325" h="14721" extrusionOk="0">
                  <a:moveTo>
                    <a:pt x="4566" y="1232"/>
                  </a:moveTo>
                  <a:cubicBezTo>
                    <a:pt x="4994" y="1386"/>
                    <a:pt x="5342" y="1703"/>
                    <a:pt x="5535" y="2117"/>
                  </a:cubicBezTo>
                  <a:cubicBezTo>
                    <a:pt x="5630" y="2320"/>
                    <a:pt x="5833" y="2444"/>
                    <a:pt x="6050" y="2444"/>
                  </a:cubicBezTo>
                  <a:cubicBezTo>
                    <a:pt x="6094" y="2444"/>
                    <a:pt x="6139" y="2439"/>
                    <a:pt x="6184" y="2428"/>
                  </a:cubicBezTo>
                  <a:cubicBezTo>
                    <a:pt x="6580" y="2322"/>
                    <a:pt x="6987" y="2268"/>
                    <a:pt x="7398" y="2265"/>
                  </a:cubicBezTo>
                  <a:lnTo>
                    <a:pt x="11927" y="2265"/>
                  </a:lnTo>
                  <a:cubicBezTo>
                    <a:pt x="14738" y="2265"/>
                    <a:pt x="17024" y="4551"/>
                    <a:pt x="17024" y="7362"/>
                  </a:cubicBezTo>
                  <a:cubicBezTo>
                    <a:pt x="17021" y="9385"/>
                    <a:pt x="15819" y="11215"/>
                    <a:pt x="13965" y="12024"/>
                  </a:cubicBezTo>
                  <a:cubicBezTo>
                    <a:pt x="13760" y="12114"/>
                    <a:pt x="13624" y="12320"/>
                    <a:pt x="13627" y="12543"/>
                  </a:cubicBezTo>
                  <a:lnTo>
                    <a:pt x="13627" y="13588"/>
                  </a:lnTo>
                  <a:lnTo>
                    <a:pt x="12495" y="13588"/>
                  </a:lnTo>
                  <a:lnTo>
                    <a:pt x="12495" y="13023"/>
                  </a:lnTo>
                  <a:cubicBezTo>
                    <a:pt x="12495" y="12709"/>
                    <a:pt x="12241" y="12456"/>
                    <a:pt x="11927" y="12456"/>
                  </a:cubicBezTo>
                  <a:lnTo>
                    <a:pt x="7398" y="12456"/>
                  </a:lnTo>
                  <a:cubicBezTo>
                    <a:pt x="7084" y="12456"/>
                    <a:pt x="6833" y="12709"/>
                    <a:pt x="6833" y="13023"/>
                  </a:cubicBezTo>
                  <a:lnTo>
                    <a:pt x="6833" y="13588"/>
                  </a:lnTo>
                  <a:lnTo>
                    <a:pt x="5701" y="13588"/>
                  </a:lnTo>
                  <a:lnTo>
                    <a:pt x="5701" y="12537"/>
                  </a:lnTo>
                  <a:cubicBezTo>
                    <a:pt x="5698" y="12314"/>
                    <a:pt x="5565" y="12108"/>
                    <a:pt x="5360" y="12021"/>
                  </a:cubicBezTo>
                  <a:cubicBezTo>
                    <a:pt x="4185" y="11508"/>
                    <a:pt x="3249" y="10572"/>
                    <a:pt x="2733" y="9400"/>
                  </a:cubicBezTo>
                  <a:cubicBezTo>
                    <a:pt x="2642" y="9192"/>
                    <a:pt x="2440" y="9059"/>
                    <a:pt x="2213" y="9059"/>
                  </a:cubicBezTo>
                  <a:lnTo>
                    <a:pt x="1132" y="9059"/>
                  </a:lnTo>
                  <a:lnTo>
                    <a:pt x="1132" y="6794"/>
                  </a:lnTo>
                  <a:lnTo>
                    <a:pt x="1851" y="6794"/>
                  </a:lnTo>
                  <a:cubicBezTo>
                    <a:pt x="2120" y="6794"/>
                    <a:pt x="2349" y="6604"/>
                    <a:pt x="2404" y="6341"/>
                  </a:cubicBezTo>
                  <a:cubicBezTo>
                    <a:pt x="2651" y="5130"/>
                    <a:pt x="3349" y="4046"/>
                    <a:pt x="4369" y="3286"/>
                  </a:cubicBezTo>
                  <a:cubicBezTo>
                    <a:pt x="4566" y="3138"/>
                    <a:pt x="4644" y="2884"/>
                    <a:pt x="4569" y="2652"/>
                  </a:cubicBezTo>
                  <a:lnTo>
                    <a:pt x="4566" y="2645"/>
                  </a:lnTo>
                  <a:lnTo>
                    <a:pt x="4566" y="1232"/>
                  </a:lnTo>
                  <a:close/>
                  <a:moveTo>
                    <a:pt x="4001" y="0"/>
                  </a:moveTo>
                  <a:cubicBezTo>
                    <a:pt x="3687" y="0"/>
                    <a:pt x="3436" y="254"/>
                    <a:pt x="3436" y="568"/>
                  </a:cubicBezTo>
                  <a:lnTo>
                    <a:pt x="3436" y="2582"/>
                  </a:lnTo>
                  <a:cubicBezTo>
                    <a:pt x="2461" y="3379"/>
                    <a:pt x="1754" y="4454"/>
                    <a:pt x="1407" y="5662"/>
                  </a:cubicBezTo>
                  <a:lnTo>
                    <a:pt x="568" y="5662"/>
                  </a:lnTo>
                  <a:cubicBezTo>
                    <a:pt x="254" y="5662"/>
                    <a:pt x="0" y="5916"/>
                    <a:pt x="0" y="6230"/>
                  </a:cubicBezTo>
                  <a:lnTo>
                    <a:pt x="0" y="9626"/>
                  </a:lnTo>
                  <a:cubicBezTo>
                    <a:pt x="0" y="9937"/>
                    <a:pt x="254" y="10191"/>
                    <a:pt x="568" y="10191"/>
                  </a:cubicBezTo>
                  <a:lnTo>
                    <a:pt x="1857" y="10191"/>
                  </a:lnTo>
                  <a:cubicBezTo>
                    <a:pt x="2452" y="11357"/>
                    <a:pt x="3400" y="12302"/>
                    <a:pt x="4569" y="12897"/>
                  </a:cubicBezTo>
                  <a:lnTo>
                    <a:pt x="4569" y="14156"/>
                  </a:lnTo>
                  <a:cubicBezTo>
                    <a:pt x="4569" y="14467"/>
                    <a:pt x="4819" y="14720"/>
                    <a:pt x="5133" y="14720"/>
                  </a:cubicBezTo>
                  <a:lnTo>
                    <a:pt x="7398" y="14720"/>
                  </a:lnTo>
                  <a:cubicBezTo>
                    <a:pt x="7712" y="14720"/>
                    <a:pt x="7965" y="14467"/>
                    <a:pt x="7965" y="14156"/>
                  </a:cubicBezTo>
                  <a:lnTo>
                    <a:pt x="7965" y="13588"/>
                  </a:lnTo>
                  <a:lnTo>
                    <a:pt x="11362" y="13588"/>
                  </a:lnTo>
                  <a:lnTo>
                    <a:pt x="11362" y="14156"/>
                  </a:lnTo>
                  <a:cubicBezTo>
                    <a:pt x="11362" y="14467"/>
                    <a:pt x="11613" y="14720"/>
                    <a:pt x="11927" y="14720"/>
                  </a:cubicBezTo>
                  <a:lnTo>
                    <a:pt x="14192" y="14720"/>
                  </a:lnTo>
                  <a:cubicBezTo>
                    <a:pt x="14506" y="14720"/>
                    <a:pt x="14759" y="14467"/>
                    <a:pt x="14759" y="14156"/>
                  </a:cubicBezTo>
                  <a:lnTo>
                    <a:pt x="14759" y="12903"/>
                  </a:lnTo>
                  <a:cubicBezTo>
                    <a:pt x="16689" y="11915"/>
                    <a:pt x="17969" y="9998"/>
                    <a:pt x="18135" y="7839"/>
                  </a:cubicBezTo>
                  <a:cubicBezTo>
                    <a:pt x="18383" y="7754"/>
                    <a:pt x="18612" y="7618"/>
                    <a:pt x="18799" y="7437"/>
                  </a:cubicBezTo>
                  <a:cubicBezTo>
                    <a:pt x="19134" y="7123"/>
                    <a:pt x="19325" y="6685"/>
                    <a:pt x="19325" y="6230"/>
                  </a:cubicBezTo>
                  <a:lnTo>
                    <a:pt x="19325" y="5097"/>
                  </a:lnTo>
                  <a:cubicBezTo>
                    <a:pt x="19325" y="4783"/>
                    <a:pt x="19071" y="4530"/>
                    <a:pt x="18760" y="4530"/>
                  </a:cubicBezTo>
                  <a:cubicBezTo>
                    <a:pt x="18446" y="4530"/>
                    <a:pt x="18192" y="4783"/>
                    <a:pt x="18192" y="5097"/>
                  </a:cubicBezTo>
                  <a:lnTo>
                    <a:pt x="18192" y="6230"/>
                  </a:lnTo>
                  <a:cubicBezTo>
                    <a:pt x="18192" y="6332"/>
                    <a:pt x="18159" y="6435"/>
                    <a:pt x="18099" y="6522"/>
                  </a:cubicBezTo>
                  <a:cubicBezTo>
                    <a:pt x="17688" y="3482"/>
                    <a:pt x="15079" y="1133"/>
                    <a:pt x="11927" y="1133"/>
                  </a:cubicBezTo>
                  <a:lnTo>
                    <a:pt x="7398" y="1133"/>
                  </a:lnTo>
                  <a:cubicBezTo>
                    <a:pt x="7041" y="1136"/>
                    <a:pt x="6685" y="1169"/>
                    <a:pt x="6332" y="1238"/>
                  </a:cubicBezTo>
                  <a:cubicBezTo>
                    <a:pt x="5807" y="465"/>
                    <a:pt x="4934" y="3"/>
                    <a:pt x="40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4" name="Google Shape;15164;p81"/>
            <p:cNvSpPr/>
            <p:nvPr/>
          </p:nvSpPr>
          <p:spPr>
            <a:xfrm>
              <a:off x="1658025" y="2615925"/>
              <a:ext cx="141550" cy="143450"/>
            </a:xfrm>
            <a:custGeom>
              <a:avLst/>
              <a:gdLst/>
              <a:ahLst/>
              <a:cxnLst/>
              <a:rect l="l" t="t" r="r" b="b"/>
              <a:pathLst>
                <a:path w="5662" h="5738" extrusionOk="0">
                  <a:moveTo>
                    <a:pt x="2829" y="1133"/>
                  </a:moveTo>
                  <a:cubicBezTo>
                    <a:pt x="3750" y="1133"/>
                    <a:pt x="4529" y="1945"/>
                    <a:pt x="4529" y="2908"/>
                  </a:cubicBezTo>
                  <a:cubicBezTo>
                    <a:pt x="4526" y="3845"/>
                    <a:pt x="3768" y="4605"/>
                    <a:pt x="2829" y="4605"/>
                  </a:cubicBezTo>
                  <a:cubicBezTo>
                    <a:pt x="1890" y="4605"/>
                    <a:pt x="1132" y="3845"/>
                    <a:pt x="1132" y="2908"/>
                  </a:cubicBezTo>
                  <a:cubicBezTo>
                    <a:pt x="1132" y="1945"/>
                    <a:pt x="1908" y="1133"/>
                    <a:pt x="2829" y="1133"/>
                  </a:cubicBezTo>
                  <a:close/>
                  <a:moveTo>
                    <a:pt x="2829" y="1"/>
                  </a:moveTo>
                  <a:cubicBezTo>
                    <a:pt x="2075" y="1"/>
                    <a:pt x="1359" y="312"/>
                    <a:pt x="818" y="876"/>
                  </a:cubicBezTo>
                  <a:cubicBezTo>
                    <a:pt x="293" y="1423"/>
                    <a:pt x="0" y="2151"/>
                    <a:pt x="0" y="2908"/>
                  </a:cubicBezTo>
                  <a:cubicBezTo>
                    <a:pt x="0" y="4470"/>
                    <a:pt x="1265" y="5738"/>
                    <a:pt x="2829" y="5738"/>
                  </a:cubicBezTo>
                  <a:cubicBezTo>
                    <a:pt x="4393" y="5738"/>
                    <a:pt x="5662" y="4470"/>
                    <a:pt x="5662" y="2908"/>
                  </a:cubicBezTo>
                  <a:cubicBezTo>
                    <a:pt x="5659" y="2151"/>
                    <a:pt x="5366" y="1423"/>
                    <a:pt x="4840" y="876"/>
                  </a:cubicBezTo>
                  <a:cubicBezTo>
                    <a:pt x="4303" y="312"/>
                    <a:pt x="3584" y="1"/>
                    <a:pt x="282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65" name="Google Shape;15165;p81"/>
          <p:cNvGrpSpPr/>
          <p:nvPr/>
        </p:nvGrpSpPr>
        <p:grpSpPr>
          <a:xfrm>
            <a:off x="7852716" y="3049900"/>
            <a:ext cx="471419" cy="453581"/>
            <a:chOff x="2077575" y="2615925"/>
            <a:chExt cx="502150" cy="483150"/>
          </a:xfrm>
        </p:grpSpPr>
        <p:sp>
          <p:nvSpPr>
            <p:cNvPr id="15166" name="Google Shape;15166;p81"/>
            <p:cNvSpPr/>
            <p:nvPr/>
          </p:nvSpPr>
          <p:spPr>
            <a:xfrm>
              <a:off x="2213375" y="2817500"/>
              <a:ext cx="151225" cy="148400"/>
            </a:xfrm>
            <a:custGeom>
              <a:avLst/>
              <a:gdLst/>
              <a:ahLst/>
              <a:cxnLst/>
              <a:rect l="l" t="t" r="r" b="b"/>
              <a:pathLst>
                <a:path w="6049" h="5936" extrusionOk="0">
                  <a:moveTo>
                    <a:pt x="5426" y="0"/>
                  </a:moveTo>
                  <a:cubicBezTo>
                    <a:pt x="5281" y="0"/>
                    <a:pt x="5136" y="56"/>
                    <a:pt x="5025" y="166"/>
                  </a:cubicBezTo>
                  <a:lnTo>
                    <a:pt x="4557" y="634"/>
                  </a:lnTo>
                  <a:cubicBezTo>
                    <a:pt x="4322" y="522"/>
                    <a:pt x="4072" y="468"/>
                    <a:pt x="3825" y="468"/>
                  </a:cubicBezTo>
                  <a:cubicBezTo>
                    <a:pt x="3288" y="468"/>
                    <a:pt x="2764" y="723"/>
                    <a:pt x="2437" y="1186"/>
                  </a:cubicBezTo>
                  <a:cubicBezTo>
                    <a:pt x="1957" y="1863"/>
                    <a:pt x="2038" y="2784"/>
                    <a:pt x="2624" y="3369"/>
                  </a:cubicBezTo>
                  <a:cubicBezTo>
                    <a:pt x="2980" y="3726"/>
                    <a:pt x="2727" y="4336"/>
                    <a:pt x="2223" y="4336"/>
                  </a:cubicBezTo>
                  <a:cubicBezTo>
                    <a:pt x="1718" y="4336"/>
                    <a:pt x="1468" y="3726"/>
                    <a:pt x="1824" y="3369"/>
                  </a:cubicBezTo>
                  <a:cubicBezTo>
                    <a:pt x="2044" y="3149"/>
                    <a:pt x="2044" y="2790"/>
                    <a:pt x="1824" y="2569"/>
                  </a:cubicBezTo>
                  <a:cubicBezTo>
                    <a:pt x="1714" y="2458"/>
                    <a:pt x="1569" y="2402"/>
                    <a:pt x="1424" y="2402"/>
                  </a:cubicBezTo>
                  <a:cubicBezTo>
                    <a:pt x="1279" y="2402"/>
                    <a:pt x="1134" y="2458"/>
                    <a:pt x="1024" y="2569"/>
                  </a:cubicBezTo>
                  <a:cubicBezTo>
                    <a:pt x="514" y="3077"/>
                    <a:pt x="381" y="3853"/>
                    <a:pt x="692" y="4502"/>
                  </a:cubicBezTo>
                  <a:lnTo>
                    <a:pt x="221" y="4970"/>
                  </a:lnTo>
                  <a:cubicBezTo>
                    <a:pt x="0" y="5190"/>
                    <a:pt x="0" y="5549"/>
                    <a:pt x="221" y="5770"/>
                  </a:cubicBezTo>
                  <a:cubicBezTo>
                    <a:pt x="332" y="5880"/>
                    <a:pt x="477" y="5935"/>
                    <a:pt x="622" y="5935"/>
                  </a:cubicBezTo>
                  <a:cubicBezTo>
                    <a:pt x="767" y="5935"/>
                    <a:pt x="912" y="5880"/>
                    <a:pt x="1024" y="5770"/>
                  </a:cubicBezTo>
                  <a:lnTo>
                    <a:pt x="1492" y="5302"/>
                  </a:lnTo>
                  <a:cubicBezTo>
                    <a:pt x="1726" y="5414"/>
                    <a:pt x="1975" y="5467"/>
                    <a:pt x="2220" y="5467"/>
                  </a:cubicBezTo>
                  <a:cubicBezTo>
                    <a:pt x="2758" y="5467"/>
                    <a:pt x="3281" y="5211"/>
                    <a:pt x="3608" y="4749"/>
                  </a:cubicBezTo>
                  <a:cubicBezTo>
                    <a:pt x="4089" y="4073"/>
                    <a:pt x="4010" y="3152"/>
                    <a:pt x="3424" y="2569"/>
                  </a:cubicBezTo>
                  <a:cubicBezTo>
                    <a:pt x="3068" y="2210"/>
                    <a:pt x="3322" y="1600"/>
                    <a:pt x="3826" y="1600"/>
                  </a:cubicBezTo>
                  <a:cubicBezTo>
                    <a:pt x="4330" y="1600"/>
                    <a:pt x="4581" y="2210"/>
                    <a:pt x="4224" y="2569"/>
                  </a:cubicBezTo>
                  <a:cubicBezTo>
                    <a:pt x="4004" y="2790"/>
                    <a:pt x="4004" y="3146"/>
                    <a:pt x="4224" y="3369"/>
                  </a:cubicBezTo>
                  <a:cubicBezTo>
                    <a:pt x="4335" y="3480"/>
                    <a:pt x="4480" y="3535"/>
                    <a:pt x="4624" y="3535"/>
                  </a:cubicBezTo>
                  <a:cubicBezTo>
                    <a:pt x="4769" y="3535"/>
                    <a:pt x="4914" y="3480"/>
                    <a:pt x="5025" y="3369"/>
                  </a:cubicBezTo>
                  <a:cubicBezTo>
                    <a:pt x="5535" y="2859"/>
                    <a:pt x="5668" y="2086"/>
                    <a:pt x="5360" y="1434"/>
                  </a:cubicBezTo>
                  <a:lnTo>
                    <a:pt x="5828" y="966"/>
                  </a:lnTo>
                  <a:cubicBezTo>
                    <a:pt x="6048" y="745"/>
                    <a:pt x="6048" y="386"/>
                    <a:pt x="5828" y="166"/>
                  </a:cubicBezTo>
                  <a:cubicBezTo>
                    <a:pt x="5716" y="56"/>
                    <a:pt x="5571" y="0"/>
                    <a:pt x="542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7" name="Google Shape;15167;p81"/>
            <p:cNvSpPr/>
            <p:nvPr/>
          </p:nvSpPr>
          <p:spPr>
            <a:xfrm>
              <a:off x="2333550" y="2737450"/>
              <a:ext cx="51050" cy="48325"/>
            </a:xfrm>
            <a:custGeom>
              <a:avLst/>
              <a:gdLst/>
              <a:ahLst/>
              <a:cxnLst/>
              <a:rect l="l" t="t" r="r" b="b"/>
              <a:pathLst>
                <a:path w="2042" h="1933" extrusionOk="0">
                  <a:moveTo>
                    <a:pt x="619" y="1"/>
                  </a:moveTo>
                  <a:cubicBezTo>
                    <a:pt x="475" y="1"/>
                    <a:pt x="330" y="56"/>
                    <a:pt x="221" y="167"/>
                  </a:cubicBezTo>
                  <a:cubicBezTo>
                    <a:pt x="0" y="388"/>
                    <a:pt x="0" y="747"/>
                    <a:pt x="221" y="967"/>
                  </a:cubicBezTo>
                  <a:lnTo>
                    <a:pt x="1021" y="1767"/>
                  </a:lnTo>
                  <a:cubicBezTo>
                    <a:pt x="1131" y="1878"/>
                    <a:pt x="1276" y="1933"/>
                    <a:pt x="1421" y="1933"/>
                  </a:cubicBezTo>
                  <a:cubicBezTo>
                    <a:pt x="1566" y="1933"/>
                    <a:pt x="1711" y="1878"/>
                    <a:pt x="1821" y="1767"/>
                  </a:cubicBezTo>
                  <a:cubicBezTo>
                    <a:pt x="2041" y="1547"/>
                    <a:pt x="2041" y="1188"/>
                    <a:pt x="1821" y="967"/>
                  </a:cubicBezTo>
                  <a:lnTo>
                    <a:pt x="1021" y="167"/>
                  </a:lnTo>
                  <a:cubicBezTo>
                    <a:pt x="910" y="57"/>
                    <a:pt x="765" y="1"/>
                    <a:pt x="61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8" name="Google Shape;15168;p81"/>
            <p:cNvSpPr/>
            <p:nvPr/>
          </p:nvSpPr>
          <p:spPr>
            <a:xfrm>
              <a:off x="2393550" y="2797500"/>
              <a:ext cx="51125" cy="48375"/>
            </a:xfrm>
            <a:custGeom>
              <a:avLst/>
              <a:gdLst/>
              <a:ahLst/>
              <a:cxnLst/>
              <a:rect l="l" t="t" r="r" b="b"/>
              <a:pathLst>
                <a:path w="2045" h="1935" extrusionOk="0">
                  <a:moveTo>
                    <a:pt x="621" y="0"/>
                  </a:moveTo>
                  <a:cubicBezTo>
                    <a:pt x="476" y="0"/>
                    <a:pt x="331" y="55"/>
                    <a:pt x="221" y="166"/>
                  </a:cubicBezTo>
                  <a:cubicBezTo>
                    <a:pt x="1" y="386"/>
                    <a:pt x="1" y="745"/>
                    <a:pt x="221" y="966"/>
                  </a:cubicBezTo>
                  <a:lnTo>
                    <a:pt x="1021" y="1769"/>
                  </a:lnTo>
                  <a:cubicBezTo>
                    <a:pt x="1131" y="1879"/>
                    <a:pt x="1276" y="1934"/>
                    <a:pt x="1421" y="1934"/>
                  </a:cubicBezTo>
                  <a:cubicBezTo>
                    <a:pt x="1566" y="1934"/>
                    <a:pt x="1711" y="1879"/>
                    <a:pt x="1821" y="1769"/>
                  </a:cubicBezTo>
                  <a:cubicBezTo>
                    <a:pt x="2045" y="1545"/>
                    <a:pt x="2042" y="1189"/>
                    <a:pt x="1821" y="966"/>
                  </a:cubicBezTo>
                  <a:lnTo>
                    <a:pt x="1021" y="166"/>
                  </a:lnTo>
                  <a:cubicBezTo>
                    <a:pt x="911" y="55"/>
                    <a:pt x="766" y="0"/>
                    <a:pt x="62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9" name="Google Shape;15169;p81"/>
            <p:cNvSpPr/>
            <p:nvPr/>
          </p:nvSpPr>
          <p:spPr>
            <a:xfrm>
              <a:off x="2077575" y="2615925"/>
              <a:ext cx="502150" cy="483150"/>
            </a:xfrm>
            <a:custGeom>
              <a:avLst/>
              <a:gdLst/>
              <a:ahLst/>
              <a:cxnLst/>
              <a:rect l="l" t="t" r="r" b="b"/>
              <a:pathLst>
                <a:path w="20086" h="19326" extrusionOk="0">
                  <a:moveTo>
                    <a:pt x="14865" y="4061"/>
                  </a:moveTo>
                  <a:cubicBezTo>
                    <a:pt x="14901" y="4061"/>
                    <a:pt x="14937" y="4064"/>
                    <a:pt x="14974" y="4071"/>
                  </a:cubicBezTo>
                  <a:cubicBezTo>
                    <a:pt x="15239" y="4125"/>
                    <a:pt x="15430" y="4358"/>
                    <a:pt x="15430" y="4627"/>
                  </a:cubicBezTo>
                  <a:cubicBezTo>
                    <a:pt x="15430" y="4778"/>
                    <a:pt x="15369" y="4922"/>
                    <a:pt x="15264" y="5028"/>
                  </a:cubicBezTo>
                  <a:cubicBezTo>
                    <a:pt x="15153" y="5137"/>
                    <a:pt x="15008" y="5194"/>
                    <a:pt x="14862" y="5194"/>
                  </a:cubicBezTo>
                  <a:cubicBezTo>
                    <a:pt x="14753" y="5194"/>
                    <a:pt x="14643" y="5162"/>
                    <a:pt x="14548" y="5098"/>
                  </a:cubicBezTo>
                  <a:cubicBezTo>
                    <a:pt x="14324" y="4947"/>
                    <a:pt x="14237" y="4660"/>
                    <a:pt x="14340" y="4409"/>
                  </a:cubicBezTo>
                  <a:cubicBezTo>
                    <a:pt x="14428" y="4195"/>
                    <a:pt x="14638" y="4061"/>
                    <a:pt x="14865" y="4061"/>
                  </a:cubicBezTo>
                  <a:close/>
                  <a:moveTo>
                    <a:pt x="13258" y="1136"/>
                  </a:moveTo>
                  <a:cubicBezTo>
                    <a:pt x="14386" y="1136"/>
                    <a:pt x="15514" y="1507"/>
                    <a:pt x="16441" y="2247"/>
                  </a:cubicBezTo>
                  <a:lnTo>
                    <a:pt x="15593" y="3096"/>
                  </a:lnTo>
                  <a:cubicBezTo>
                    <a:pt x="15349" y="2979"/>
                    <a:pt x="15100" y="2926"/>
                    <a:pt x="14858" y="2926"/>
                  </a:cubicBezTo>
                  <a:cubicBezTo>
                    <a:pt x="13865" y="2926"/>
                    <a:pt x="12999" y="3824"/>
                    <a:pt x="13186" y="4916"/>
                  </a:cubicBezTo>
                  <a:cubicBezTo>
                    <a:pt x="13295" y="5541"/>
                    <a:pt x="13742" y="6055"/>
                    <a:pt x="14346" y="6248"/>
                  </a:cubicBezTo>
                  <a:cubicBezTo>
                    <a:pt x="14514" y="6301"/>
                    <a:pt x="14688" y="6327"/>
                    <a:pt x="14859" y="6327"/>
                  </a:cubicBezTo>
                  <a:cubicBezTo>
                    <a:pt x="15304" y="6327"/>
                    <a:pt x="15739" y="6153"/>
                    <a:pt x="16064" y="5828"/>
                  </a:cubicBezTo>
                  <a:cubicBezTo>
                    <a:pt x="16571" y="5321"/>
                    <a:pt x="16704" y="4545"/>
                    <a:pt x="16396" y="3896"/>
                  </a:cubicBezTo>
                  <a:lnTo>
                    <a:pt x="17241" y="3050"/>
                  </a:lnTo>
                  <a:lnTo>
                    <a:pt x="17241" y="3050"/>
                  </a:lnTo>
                  <a:cubicBezTo>
                    <a:pt x="18842" y="5046"/>
                    <a:pt x="18715" y="7981"/>
                    <a:pt x="16864" y="9832"/>
                  </a:cubicBezTo>
                  <a:lnTo>
                    <a:pt x="16462" y="10231"/>
                  </a:lnTo>
                  <a:lnTo>
                    <a:pt x="16064" y="9832"/>
                  </a:lnTo>
                  <a:cubicBezTo>
                    <a:pt x="15952" y="9722"/>
                    <a:pt x="15806" y="9666"/>
                    <a:pt x="15661" y="9666"/>
                  </a:cubicBezTo>
                  <a:cubicBezTo>
                    <a:pt x="15516" y="9666"/>
                    <a:pt x="15372" y="9721"/>
                    <a:pt x="15261" y="9832"/>
                  </a:cubicBezTo>
                  <a:cubicBezTo>
                    <a:pt x="15040" y="10053"/>
                    <a:pt x="15040" y="10412"/>
                    <a:pt x="15261" y="10632"/>
                  </a:cubicBezTo>
                  <a:lnTo>
                    <a:pt x="15662" y="11034"/>
                  </a:lnTo>
                  <a:lnTo>
                    <a:pt x="8666" y="18027"/>
                  </a:lnTo>
                  <a:cubicBezTo>
                    <a:pt x="8556" y="18137"/>
                    <a:pt x="8411" y="18192"/>
                    <a:pt x="8266" y="18192"/>
                  </a:cubicBezTo>
                  <a:cubicBezTo>
                    <a:pt x="8121" y="18192"/>
                    <a:pt x="7976" y="18137"/>
                    <a:pt x="7866" y="18027"/>
                  </a:cubicBezTo>
                  <a:lnTo>
                    <a:pt x="1462" y="11623"/>
                  </a:lnTo>
                  <a:cubicBezTo>
                    <a:pt x="1241" y="11402"/>
                    <a:pt x="1241" y="11043"/>
                    <a:pt x="1462" y="10822"/>
                  </a:cubicBezTo>
                  <a:lnTo>
                    <a:pt x="8458" y="3826"/>
                  </a:lnTo>
                  <a:lnTo>
                    <a:pt x="8856" y="4228"/>
                  </a:lnTo>
                  <a:cubicBezTo>
                    <a:pt x="8966" y="4338"/>
                    <a:pt x="9111" y="4393"/>
                    <a:pt x="9256" y="4393"/>
                  </a:cubicBezTo>
                  <a:cubicBezTo>
                    <a:pt x="9401" y="4393"/>
                    <a:pt x="9546" y="4338"/>
                    <a:pt x="9656" y="4228"/>
                  </a:cubicBezTo>
                  <a:cubicBezTo>
                    <a:pt x="9880" y="4005"/>
                    <a:pt x="9877" y="3648"/>
                    <a:pt x="9656" y="3425"/>
                  </a:cubicBezTo>
                  <a:lnTo>
                    <a:pt x="9258" y="3026"/>
                  </a:lnTo>
                  <a:lnTo>
                    <a:pt x="9656" y="2625"/>
                  </a:lnTo>
                  <a:cubicBezTo>
                    <a:pt x="10649" y="1632"/>
                    <a:pt x="11954" y="1136"/>
                    <a:pt x="13258" y="1136"/>
                  </a:cubicBezTo>
                  <a:close/>
                  <a:moveTo>
                    <a:pt x="13261" y="1"/>
                  </a:moveTo>
                  <a:cubicBezTo>
                    <a:pt x="11661" y="1"/>
                    <a:pt x="10066" y="615"/>
                    <a:pt x="8856" y="1825"/>
                  </a:cubicBezTo>
                  <a:lnTo>
                    <a:pt x="8056" y="2625"/>
                  </a:lnTo>
                  <a:lnTo>
                    <a:pt x="661" y="10019"/>
                  </a:lnTo>
                  <a:cubicBezTo>
                    <a:pt x="0" y="10684"/>
                    <a:pt x="0" y="11759"/>
                    <a:pt x="661" y="12423"/>
                  </a:cubicBezTo>
                  <a:lnTo>
                    <a:pt x="7066" y="18827"/>
                  </a:lnTo>
                  <a:cubicBezTo>
                    <a:pt x="7398" y="19159"/>
                    <a:pt x="7833" y="19325"/>
                    <a:pt x="8267" y="19325"/>
                  </a:cubicBezTo>
                  <a:cubicBezTo>
                    <a:pt x="8702" y="19325"/>
                    <a:pt x="9137" y="19159"/>
                    <a:pt x="9469" y="18827"/>
                  </a:cubicBezTo>
                  <a:lnTo>
                    <a:pt x="17664" y="10632"/>
                  </a:lnTo>
                  <a:cubicBezTo>
                    <a:pt x="19956" y="8337"/>
                    <a:pt x="20086" y="4687"/>
                    <a:pt x="18044" y="2244"/>
                  </a:cubicBezTo>
                  <a:lnTo>
                    <a:pt x="19264" y="1024"/>
                  </a:lnTo>
                  <a:cubicBezTo>
                    <a:pt x="19485" y="804"/>
                    <a:pt x="19485" y="445"/>
                    <a:pt x="19264" y="224"/>
                  </a:cubicBezTo>
                  <a:cubicBezTo>
                    <a:pt x="19154" y="114"/>
                    <a:pt x="19009" y="59"/>
                    <a:pt x="18864" y="59"/>
                  </a:cubicBezTo>
                  <a:cubicBezTo>
                    <a:pt x="18719" y="59"/>
                    <a:pt x="18574" y="114"/>
                    <a:pt x="18464" y="224"/>
                  </a:cubicBezTo>
                  <a:lnTo>
                    <a:pt x="17244" y="1444"/>
                  </a:lnTo>
                  <a:cubicBezTo>
                    <a:pt x="16086" y="478"/>
                    <a:pt x="14671" y="1"/>
                    <a:pt x="1326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70" name="Google Shape;15170;p81"/>
          <p:cNvGrpSpPr/>
          <p:nvPr/>
        </p:nvGrpSpPr>
        <p:grpSpPr>
          <a:xfrm>
            <a:off x="8417768" y="3071269"/>
            <a:ext cx="446048" cy="410843"/>
            <a:chOff x="2680100" y="2638725"/>
            <a:chExt cx="475125" cy="437625"/>
          </a:xfrm>
        </p:grpSpPr>
        <p:sp>
          <p:nvSpPr>
            <p:cNvPr id="15171" name="Google Shape;15171;p81"/>
            <p:cNvSpPr/>
            <p:nvPr/>
          </p:nvSpPr>
          <p:spPr>
            <a:xfrm>
              <a:off x="2680100" y="2638725"/>
              <a:ext cx="475125" cy="437625"/>
            </a:xfrm>
            <a:custGeom>
              <a:avLst/>
              <a:gdLst/>
              <a:ahLst/>
              <a:cxnLst/>
              <a:rect l="l" t="t" r="r" b="b"/>
              <a:pathLst>
                <a:path w="19005" h="17505" extrusionOk="0">
                  <a:moveTo>
                    <a:pt x="11399" y="1133"/>
                  </a:moveTo>
                  <a:cubicBezTo>
                    <a:pt x="11803" y="1133"/>
                    <a:pt x="12130" y="1462"/>
                    <a:pt x="12133" y="1867"/>
                  </a:cubicBezTo>
                  <a:lnTo>
                    <a:pt x="12133" y="3301"/>
                  </a:lnTo>
                  <a:lnTo>
                    <a:pt x="6876" y="3301"/>
                  </a:lnTo>
                  <a:lnTo>
                    <a:pt x="6873" y="1867"/>
                  </a:lnTo>
                  <a:cubicBezTo>
                    <a:pt x="6876" y="1462"/>
                    <a:pt x="7202" y="1133"/>
                    <a:pt x="7606" y="1133"/>
                  </a:cubicBezTo>
                  <a:close/>
                  <a:moveTo>
                    <a:pt x="2815" y="4433"/>
                  </a:moveTo>
                  <a:lnTo>
                    <a:pt x="2815" y="5430"/>
                  </a:lnTo>
                  <a:cubicBezTo>
                    <a:pt x="2815" y="5880"/>
                    <a:pt x="2449" y="6245"/>
                    <a:pt x="1999" y="6245"/>
                  </a:cubicBezTo>
                  <a:lnTo>
                    <a:pt x="1133" y="6245"/>
                  </a:lnTo>
                  <a:lnTo>
                    <a:pt x="1133" y="4433"/>
                  </a:lnTo>
                  <a:close/>
                  <a:moveTo>
                    <a:pt x="17873" y="4433"/>
                  </a:moveTo>
                  <a:lnTo>
                    <a:pt x="17873" y="6248"/>
                  </a:lnTo>
                  <a:lnTo>
                    <a:pt x="17006" y="6248"/>
                  </a:lnTo>
                  <a:cubicBezTo>
                    <a:pt x="16556" y="6248"/>
                    <a:pt x="16191" y="5883"/>
                    <a:pt x="16191" y="5433"/>
                  </a:cubicBezTo>
                  <a:lnTo>
                    <a:pt x="16191" y="4433"/>
                  </a:lnTo>
                  <a:close/>
                  <a:moveTo>
                    <a:pt x="15058" y="4430"/>
                  </a:moveTo>
                  <a:lnTo>
                    <a:pt x="15058" y="5430"/>
                  </a:lnTo>
                  <a:cubicBezTo>
                    <a:pt x="15058" y="6505"/>
                    <a:pt x="15931" y="7377"/>
                    <a:pt x="17006" y="7377"/>
                  </a:cubicBezTo>
                  <a:lnTo>
                    <a:pt x="17873" y="7377"/>
                  </a:lnTo>
                  <a:lnTo>
                    <a:pt x="17873" y="13422"/>
                  </a:lnTo>
                  <a:lnTo>
                    <a:pt x="17006" y="13422"/>
                  </a:lnTo>
                  <a:cubicBezTo>
                    <a:pt x="15931" y="13425"/>
                    <a:pt x="15058" y="14295"/>
                    <a:pt x="15058" y="15373"/>
                  </a:cubicBezTo>
                  <a:lnTo>
                    <a:pt x="15058" y="16369"/>
                  </a:lnTo>
                  <a:lnTo>
                    <a:pt x="3947" y="16369"/>
                  </a:lnTo>
                  <a:lnTo>
                    <a:pt x="3947" y="15373"/>
                  </a:lnTo>
                  <a:cubicBezTo>
                    <a:pt x="3947" y="14295"/>
                    <a:pt x="3074" y="13425"/>
                    <a:pt x="1999" y="13422"/>
                  </a:cubicBezTo>
                  <a:lnTo>
                    <a:pt x="1133" y="13422"/>
                  </a:lnTo>
                  <a:lnTo>
                    <a:pt x="1133" y="7377"/>
                  </a:lnTo>
                  <a:lnTo>
                    <a:pt x="1999" y="7377"/>
                  </a:lnTo>
                  <a:cubicBezTo>
                    <a:pt x="3074" y="7377"/>
                    <a:pt x="3947" y="6505"/>
                    <a:pt x="3947" y="5430"/>
                  </a:cubicBezTo>
                  <a:lnTo>
                    <a:pt x="3947" y="4430"/>
                  </a:lnTo>
                  <a:close/>
                  <a:moveTo>
                    <a:pt x="1999" y="14557"/>
                  </a:moveTo>
                  <a:cubicBezTo>
                    <a:pt x="2449" y="14557"/>
                    <a:pt x="2815" y="14923"/>
                    <a:pt x="2815" y="15376"/>
                  </a:cubicBezTo>
                  <a:lnTo>
                    <a:pt x="2815" y="16372"/>
                  </a:lnTo>
                  <a:lnTo>
                    <a:pt x="1133" y="16372"/>
                  </a:lnTo>
                  <a:lnTo>
                    <a:pt x="1133" y="14557"/>
                  </a:lnTo>
                  <a:close/>
                  <a:moveTo>
                    <a:pt x="17873" y="14557"/>
                  </a:moveTo>
                  <a:lnTo>
                    <a:pt x="17873" y="16372"/>
                  </a:lnTo>
                  <a:lnTo>
                    <a:pt x="16191" y="16372"/>
                  </a:lnTo>
                  <a:lnTo>
                    <a:pt x="16191" y="15376"/>
                  </a:lnTo>
                  <a:cubicBezTo>
                    <a:pt x="16191" y="14923"/>
                    <a:pt x="16556" y="14557"/>
                    <a:pt x="17006" y="14557"/>
                  </a:cubicBezTo>
                  <a:close/>
                  <a:moveTo>
                    <a:pt x="7606" y="1"/>
                  </a:moveTo>
                  <a:cubicBezTo>
                    <a:pt x="6577" y="1"/>
                    <a:pt x="5743" y="837"/>
                    <a:pt x="5743" y="1867"/>
                  </a:cubicBezTo>
                  <a:lnTo>
                    <a:pt x="5743" y="3301"/>
                  </a:lnTo>
                  <a:lnTo>
                    <a:pt x="1133" y="3301"/>
                  </a:lnTo>
                  <a:cubicBezTo>
                    <a:pt x="508" y="3301"/>
                    <a:pt x="0" y="3808"/>
                    <a:pt x="0" y="4433"/>
                  </a:cubicBezTo>
                  <a:lnTo>
                    <a:pt x="0" y="16372"/>
                  </a:lnTo>
                  <a:cubicBezTo>
                    <a:pt x="0" y="16997"/>
                    <a:pt x="508" y="17504"/>
                    <a:pt x="1133" y="17504"/>
                  </a:cubicBezTo>
                  <a:lnTo>
                    <a:pt x="17873" y="17504"/>
                  </a:lnTo>
                  <a:cubicBezTo>
                    <a:pt x="18498" y="17504"/>
                    <a:pt x="19005" y="16997"/>
                    <a:pt x="19005" y="16372"/>
                  </a:cubicBezTo>
                  <a:lnTo>
                    <a:pt x="19005" y="4430"/>
                  </a:lnTo>
                  <a:cubicBezTo>
                    <a:pt x="19005" y="3805"/>
                    <a:pt x="18498" y="3298"/>
                    <a:pt x="17873" y="3298"/>
                  </a:cubicBezTo>
                  <a:lnTo>
                    <a:pt x="13265" y="3298"/>
                  </a:lnTo>
                  <a:lnTo>
                    <a:pt x="13265" y="1864"/>
                  </a:lnTo>
                  <a:cubicBezTo>
                    <a:pt x="13262" y="834"/>
                    <a:pt x="12428" y="1"/>
                    <a:pt x="1139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2" name="Google Shape;15172;p81"/>
            <p:cNvSpPr/>
            <p:nvPr/>
          </p:nvSpPr>
          <p:spPr>
            <a:xfrm>
              <a:off x="2795000" y="2810525"/>
              <a:ext cx="237800" cy="164300"/>
            </a:xfrm>
            <a:custGeom>
              <a:avLst/>
              <a:gdLst/>
              <a:ahLst/>
              <a:cxnLst/>
              <a:rect l="l" t="t" r="r" b="b"/>
              <a:pathLst>
                <a:path w="9512" h="6572" extrusionOk="0">
                  <a:moveTo>
                    <a:pt x="8379" y="1133"/>
                  </a:moveTo>
                  <a:lnTo>
                    <a:pt x="8379" y="5439"/>
                  </a:lnTo>
                  <a:lnTo>
                    <a:pt x="1132" y="5439"/>
                  </a:lnTo>
                  <a:lnTo>
                    <a:pt x="1132" y="1133"/>
                  </a:lnTo>
                  <a:close/>
                  <a:moveTo>
                    <a:pt x="568" y="1"/>
                  </a:moveTo>
                  <a:cubicBezTo>
                    <a:pt x="254" y="1"/>
                    <a:pt x="0" y="255"/>
                    <a:pt x="0" y="566"/>
                  </a:cubicBezTo>
                  <a:lnTo>
                    <a:pt x="0" y="6007"/>
                  </a:lnTo>
                  <a:cubicBezTo>
                    <a:pt x="0" y="6318"/>
                    <a:pt x="254" y="6571"/>
                    <a:pt x="568" y="6571"/>
                  </a:cubicBezTo>
                  <a:lnTo>
                    <a:pt x="8947" y="6571"/>
                  </a:lnTo>
                  <a:cubicBezTo>
                    <a:pt x="9258" y="6571"/>
                    <a:pt x="9511" y="6318"/>
                    <a:pt x="9511" y="6007"/>
                  </a:cubicBezTo>
                  <a:lnTo>
                    <a:pt x="9511" y="566"/>
                  </a:lnTo>
                  <a:cubicBezTo>
                    <a:pt x="9511" y="255"/>
                    <a:pt x="9258" y="1"/>
                    <a:pt x="894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3" name="Google Shape;15173;p81"/>
            <p:cNvSpPr/>
            <p:nvPr/>
          </p:nvSpPr>
          <p:spPr>
            <a:xfrm>
              <a:off x="2871900" y="2856725"/>
              <a:ext cx="91525" cy="28350"/>
            </a:xfrm>
            <a:custGeom>
              <a:avLst/>
              <a:gdLst/>
              <a:ahLst/>
              <a:cxnLst/>
              <a:rect l="l" t="t" r="r" b="b"/>
              <a:pathLst>
                <a:path w="3661" h="1134" extrusionOk="0">
                  <a:moveTo>
                    <a:pt x="565" y="1"/>
                  </a:moveTo>
                  <a:cubicBezTo>
                    <a:pt x="254" y="1"/>
                    <a:pt x="1" y="254"/>
                    <a:pt x="1" y="565"/>
                  </a:cubicBezTo>
                  <a:cubicBezTo>
                    <a:pt x="1" y="879"/>
                    <a:pt x="254" y="1133"/>
                    <a:pt x="565" y="1133"/>
                  </a:cubicBezTo>
                  <a:lnTo>
                    <a:pt x="3096" y="1133"/>
                  </a:lnTo>
                  <a:cubicBezTo>
                    <a:pt x="3407" y="1133"/>
                    <a:pt x="3660" y="879"/>
                    <a:pt x="3660" y="565"/>
                  </a:cubicBezTo>
                  <a:cubicBezTo>
                    <a:pt x="3660" y="254"/>
                    <a:pt x="3407" y="1"/>
                    <a:pt x="309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4" name="Google Shape;15174;p81"/>
            <p:cNvSpPr/>
            <p:nvPr/>
          </p:nvSpPr>
          <p:spPr>
            <a:xfrm>
              <a:off x="2845500" y="2900300"/>
              <a:ext cx="144350" cy="28325"/>
            </a:xfrm>
            <a:custGeom>
              <a:avLst/>
              <a:gdLst/>
              <a:ahLst/>
              <a:cxnLst/>
              <a:rect l="l" t="t" r="r" b="b"/>
              <a:pathLst>
                <a:path w="5774" h="1133" extrusionOk="0">
                  <a:moveTo>
                    <a:pt x="565" y="0"/>
                  </a:moveTo>
                  <a:cubicBezTo>
                    <a:pt x="254" y="0"/>
                    <a:pt x="0" y="254"/>
                    <a:pt x="0" y="568"/>
                  </a:cubicBezTo>
                  <a:cubicBezTo>
                    <a:pt x="0" y="879"/>
                    <a:pt x="254" y="1132"/>
                    <a:pt x="565" y="1132"/>
                  </a:cubicBezTo>
                  <a:lnTo>
                    <a:pt x="5209" y="1132"/>
                  </a:lnTo>
                  <a:cubicBezTo>
                    <a:pt x="5520" y="1132"/>
                    <a:pt x="5773" y="879"/>
                    <a:pt x="5773" y="568"/>
                  </a:cubicBezTo>
                  <a:cubicBezTo>
                    <a:pt x="5773" y="254"/>
                    <a:pt x="5520" y="0"/>
                    <a:pt x="520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75" name="Google Shape;15175;p81"/>
          <p:cNvGrpSpPr/>
          <p:nvPr/>
        </p:nvGrpSpPr>
        <p:grpSpPr>
          <a:xfrm>
            <a:off x="9038621" y="3049900"/>
            <a:ext cx="318911" cy="453581"/>
            <a:chOff x="3342275" y="2615925"/>
            <a:chExt cx="339700" cy="483150"/>
          </a:xfrm>
        </p:grpSpPr>
        <p:sp>
          <p:nvSpPr>
            <p:cNvPr id="15176" name="Google Shape;15176;p81"/>
            <p:cNvSpPr/>
            <p:nvPr/>
          </p:nvSpPr>
          <p:spPr>
            <a:xfrm>
              <a:off x="3342275" y="2615925"/>
              <a:ext cx="339700" cy="483150"/>
            </a:xfrm>
            <a:custGeom>
              <a:avLst/>
              <a:gdLst/>
              <a:ahLst/>
              <a:cxnLst/>
              <a:rect l="l" t="t" r="r" b="b"/>
              <a:pathLst>
                <a:path w="13588" h="19326" extrusionOk="0">
                  <a:moveTo>
                    <a:pt x="11891" y="1133"/>
                  </a:moveTo>
                  <a:cubicBezTo>
                    <a:pt x="12202" y="1133"/>
                    <a:pt x="12455" y="1387"/>
                    <a:pt x="12455" y="1701"/>
                  </a:cubicBezTo>
                  <a:lnTo>
                    <a:pt x="12455" y="2265"/>
                  </a:lnTo>
                  <a:lnTo>
                    <a:pt x="1132" y="2265"/>
                  </a:lnTo>
                  <a:lnTo>
                    <a:pt x="1132" y="1701"/>
                  </a:lnTo>
                  <a:cubicBezTo>
                    <a:pt x="1132" y="1387"/>
                    <a:pt x="1386" y="1133"/>
                    <a:pt x="1700" y="1133"/>
                  </a:cubicBezTo>
                  <a:close/>
                  <a:moveTo>
                    <a:pt x="12455" y="3398"/>
                  </a:moveTo>
                  <a:lnTo>
                    <a:pt x="12455" y="14796"/>
                  </a:lnTo>
                  <a:lnTo>
                    <a:pt x="1132" y="14796"/>
                  </a:lnTo>
                  <a:lnTo>
                    <a:pt x="1132" y="3398"/>
                  </a:lnTo>
                  <a:close/>
                  <a:moveTo>
                    <a:pt x="12455" y="15928"/>
                  </a:moveTo>
                  <a:lnTo>
                    <a:pt x="12455" y="17628"/>
                  </a:lnTo>
                  <a:cubicBezTo>
                    <a:pt x="12455" y="17939"/>
                    <a:pt x="12202" y="18193"/>
                    <a:pt x="11891" y="18193"/>
                  </a:cubicBezTo>
                  <a:lnTo>
                    <a:pt x="1700" y="18193"/>
                  </a:lnTo>
                  <a:cubicBezTo>
                    <a:pt x="1386" y="18193"/>
                    <a:pt x="1132" y="17939"/>
                    <a:pt x="1132" y="17628"/>
                  </a:cubicBezTo>
                  <a:lnTo>
                    <a:pt x="1132" y="15928"/>
                  </a:lnTo>
                  <a:close/>
                  <a:moveTo>
                    <a:pt x="1700" y="1"/>
                  </a:moveTo>
                  <a:cubicBezTo>
                    <a:pt x="761" y="1"/>
                    <a:pt x="0" y="762"/>
                    <a:pt x="0" y="1701"/>
                  </a:cubicBezTo>
                  <a:lnTo>
                    <a:pt x="0" y="17628"/>
                  </a:lnTo>
                  <a:cubicBezTo>
                    <a:pt x="0" y="18564"/>
                    <a:pt x="761" y="19325"/>
                    <a:pt x="1700" y="19325"/>
                  </a:cubicBezTo>
                  <a:lnTo>
                    <a:pt x="11891" y="19325"/>
                  </a:lnTo>
                  <a:cubicBezTo>
                    <a:pt x="12827" y="19325"/>
                    <a:pt x="13588" y="18564"/>
                    <a:pt x="13588" y="17628"/>
                  </a:cubicBezTo>
                  <a:lnTo>
                    <a:pt x="13588" y="1701"/>
                  </a:lnTo>
                  <a:cubicBezTo>
                    <a:pt x="13588" y="762"/>
                    <a:pt x="12827" y="1"/>
                    <a:pt x="1189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7" name="Google Shape;15177;p81"/>
            <p:cNvSpPr/>
            <p:nvPr/>
          </p:nvSpPr>
          <p:spPr>
            <a:xfrm>
              <a:off x="3461600" y="3030200"/>
              <a:ext cx="101025" cy="28325"/>
            </a:xfrm>
            <a:custGeom>
              <a:avLst/>
              <a:gdLst/>
              <a:ahLst/>
              <a:cxnLst/>
              <a:rect l="l" t="t" r="r" b="b"/>
              <a:pathLst>
                <a:path w="4041" h="1133" extrusionOk="0">
                  <a:moveTo>
                    <a:pt x="568" y="1"/>
                  </a:moveTo>
                  <a:cubicBezTo>
                    <a:pt x="254" y="1"/>
                    <a:pt x="1" y="251"/>
                    <a:pt x="1" y="565"/>
                  </a:cubicBezTo>
                  <a:cubicBezTo>
                    <a:pt x="1" y="879"/>
                    <a:pt x="254" y="1133"/>
                    <a:pt x="568" y="1133"/>
                  </a:cubicBezTo>
                  <a:lnTo>
                    <a:pt x="3473" y="1133"/>
                  </a:lnTo>
                  <a:cubicBezTo>
                    <a:pt x="3787" y="1133"/>
                    <a:pt x="4041" y="879"/>
                    <a:pt x="4041" y="565"/>
                  </a:cubicBezTo>
                  <a:cubicBezTo>
                    <a:pt x="4041" y="251"/>
                    <a:pt x="3787" y="1"/>
                    <a:pt x="347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78" name="Google Shape;15178;p81"/>
          <p:cNvSpPr/>
          <p:nvPr/>
        </p:nvSpPr>
        <p:spPr>
          <a:xfrm>
            <a:off x="9562950" y="3049467"/>
            <a:ext cx="372069" cy="453581"/>
          </a:xfrm>
          <a:custGeom>
            <a:avLst/>
            <a:gdLst/>
            <a:ahLst/>
            <a:cxnLst/>
            <a:rect l="l" t="t" r="r" b="b"/>
            <a:pathLst>
              <a:path w="15853" h="19326" extrusionOk="0">
                <a:moveTo>
                  <a:pt x="9627" y="1133"/>
                </a:moveTo>
                <a:cubicBezTo>
                  <a:pt x="9938" y="1133"/>
                  <a:pt x="10191" y="1387"/>
                  <a:pt x="10191" y="1701"/>
                </a:cubicBezTo>
                <a:lnTo>
                  <a:pt x="10191" y="2265"/>
                </a:lnTo>
                <a:lnTo>
                  <a:pt x="1133" y="2265"/>
                </a:lnTo>
                <a:lnTo>
                  <a:pt x="1133" y="1701"/>
                </a:lnTo>
                <a:cubicBezTo>
                  <a:pt x="1133" y="1387"/>
                  <a:pt x="1387" y="1133"/>
                  <a:pt x="1701" y="1133"/>
                </a:cubicBezTo>
                <a:close/>
                <a:moveTo>
                  <a:pt x="10191" y="3398"/>
                </a:moveTo>
                <a:lnTo>
                  <a:pt x="10191" y="8063"/>
                </a:lnTo>
                <a:cubicBezTo>
                  <a:pt x="10009" y="7998"/>
                  <a:pt x="9817" y="7965"/>
                  <a:pt x="9625" y="7965"/>
                </a:cubicBezTo>
                <a:cubicBezTo>
                  <a:pt x="9434" y="7965"/>
                  <a:pt x="9242" y="7998"/>
                  <a:pt x="9059" y="8063"/>
                </a:cubicBezTo>
                <a:lnTo>
                  <a:pt x="9059" y="6230"/>
                </a:lnTo>
                <a:cubicBezTo>
                  <a:pt x="9059" y="5291"/>
                  <a:pt x="8298" y="4530"/>
                  <a:pt x="7362" y="4530"/>
                </a:cubicBezTo>
                <a:cubicBezTo>
                  <a:pt x="6423" y="4530"/>
                  <a:pt x="5662" y="5291"/>
                  <a:pt x="5662" y="6230"/>
                </a:cubicBezTo>
                <a:lnTo>
                  <a:pt x="5662" y="10285"/>
                </a:lnTo>
                <a:cubicBezTo>
                  <a:pt x="4346" y="10557"/>
                  <a:pt x="3401" y="11716"/>
                  <a:pt x="3398" y="13060"/>
                </a:cubicBezTo>
                <a:lnTo>
                  <a:pt x="3398" y="14231"/>
                </a:lnTo>
                <a:cubicBezTo>
                  <a:pt x="3398" y="14419"/>
                  <a:pt x="3404" y="14609"/>
                  <a:pt x="3413" y="14796"/>
                </a:cubicBezTo>
                <a:lnTo>
                  <a:pt x="1133" y="14796"/>
                </a:lnTo>
                <a:lnTo>
                  <a:pt x="1133" y="3398"/>
                </a:lnTo>
                <a:close/>
                <a:moveTo>
                  <a:pt x="3543" y="15928"/>
                </a:moveTo>
                <a:cubicBezTo>
                  <a:pt x="3606" y="16312"/>
                  <a:pt x="3694" y="16689"/>
                  <a:pt x="3802" y="17061"/>
                </a:cubicBezTo>
                <a:lnTo>
                  <a:pt x="1701" y="17061"/>
                </a:lnTo>
                <a:cubicBezTo>
                  <a:pt x="1387" y="17061"/>
                  <a:pt x="1133" y="16807"/>
                  <a:pt x="1133" y="16496"/>
                </a:cubicBezTo>
                <a:lnTo>
                  <a:pt x="1133" y="15928"/>
                </a:lnTo>
                <a:close/>
                <a:moveTo>
                  <a:pt x="7362" y="5662"/>
                </a:moveTo>
                <a:cubicBezTo>
                  <a:pt x="7673" y="5662"/>
                  <a:pt x="7927" y="5916"/>
                  <a:pt x="7927" y="6230"/>
                </a:cubicBezTo>
                <a:lnTo>
                  <a:pt x="7927" y="11928"/>
                </a:lnTo>
                <a:cubicBezTo>
                  <a:pt x="7927" y="12242"/>
                  <a:pt x="8181" y="12492"/>
                  <a:pt x="8495" y="12492"/>
                </a:cubicBezTo>
                <a:cubicBezTo>
                  <a:pt x="8806" y="12492"/>
                  <a:pt x="9059" y="12242"/>
                  <a:pt x="9059" y="11928"/>
                </a:cubicBezTo>
                <a:lnTo>
                  <a:pt x="9059" y="9663"/>
                </a:lnTo>
                <a:cubicBezTo>
                  <a:pt x="9059" y="9349"/>
                  <a:pt x="9313" y="9098"/>
                  <a:pt x="9627" y="9098"/>
                </a:cubicBezTo>
                <a:cubicBezTo>
                  <a:pt x="9938" y="9098"/>
                  <a:pt x="10191" y="9349"/>
                  <a:pt x="10191" y="9663"/>
                </a:cubicBezTo>
                <a:lnTo>
                  <a:pt x="10191" y="11928"/>
                </a:lnTo>
                <a:cubicBezTo>
                  <a:pt x="10191" y="12242"/>
                  <a:pt x="10445" y="12492"/>
                  <a:pt x="10759" y="12492"/>
                </a:cubicBezTo>
                <a:cubicBezTo>
                  <a:pt x="11070" y="12492"/>
                  <a:pt x="11324" y="12242"/>
                  <a:pt x="11324" y="11928"/>
                </a:cubicBezTo>
                <a:lnTo>
                  <a:pt x="11324" y="10795"/>
                </a:lnTo>
                <a:cubicBezTo>
                  <a:pt x="11324" y="10481"/>
                  <a:pt x="11577" y="10231"/>
                  <a:pt x="11891" y="10231"/>
                </a:cubicBezTo>
                <a:cubicBezTo>
                  <a:pt x="12202" y="10231"/>
                  <a:pt x="12456" y="10481"/>
                  <a:pt x="12456" y="10795"/>
                </a:cubicBezTo>
                <a:lnTo>
                  <a:pt x="12456" y="13060"/>
                </a:lnTo>
                <a:cubicBezTo>
                  <a:pt x="12456" y="13374"/>
                  <a:pt x="12710" y="13625"/>
                  <a:pt x="13024" y="13625"/>
                </a:cubicBezTo>
                <a:cubicBezTo>
                  <a:pt x="13335" y="13625"/>
                  <a:pt x="13588" y="13374"/>
                  <a:pt x="13588" y="13060"/>
                </a:cubicBezTo>
                <a:lnTo>
                  <a:pt x="13588" y="11928"/>
                </a:lnTo>
                <a:cubicBezTo>
                  <a:pt x="13588" y="11614"/>
                  <a:pt x="13842" y="11363"/>
                  <a:pt x="14156" y="11363"/>
                </a:cubicBezTo>
                <a:cubicBezTo>
                  <a:pt x="14467" y="11363"/>
                  <a:pt x="14721" y="11614"/>
                  <a:pt x="14721" y="11928"/>
                </a:cubicBezTo>
                <a:lnTo>
                  <a:pt x="14721" y="14231"/>
                </a:lnTo>
                <a:cubicBezTo>
                  <a:pt x="14718" y="15602"/>
                  <a:pt x="14407" y="16958"/>
                  <a:pt x="13806" y="18193"/>
                </a:cubicBezTo>
                <a:lnTo>
                  <a:pt x="5448" y="18193"/>
                </a:lnTo>
                <a:cubicBezTo>
                  <a:pt x="4844" y="16958"/>
                  <a:pt x="4533" y="15602"/>
                  <a:pt x="4530" y="14231"/>
                </a:cubicBezTo>
                <a:lnTo>
                  <a:pt x="4530" y="13060"/>
                </a:lnTo>
                <a:cubicBezTo>
                  <a:pt x="4530" y="12341"/>
                  <a:pt x="4983" y="11698"/>
                  <a:pt x="5662" y="11460"/>
                </a:cubicBezTo>
                <a:lnTo>
                  <a:pt x="5662" y="14231"/>
                </a:lnTo>
                <a:cubicBezTo>
                  <a:pt x="5662" y="14542"/>
                  <a:pt x="5916" y="14796"/>
                  <a:pt x="6230" y="14796"/>
                </a:cubicBezTo>
                <a:cubicBezTo>
                  <a:pt x="6541" y="14796"/>
                  <a:pt x="6795" y="14542"/>
                  <a:pt x="6795" y="14231"/>
                </a:cubicBezTo>
                <a:lnTo>
                  <a:pt x="6795" y="6230"/>
                </a:lnTo>
                <a:cubicBezTo>
                  <a:pt x="6795" y="5916"/>
                  <a:pt x="7048" y="5662"/>
                  <a:pt x="7362" y="5662"/>
                </a:cubicBezTo>
                <a:close/>
                <a:moveTo>
                  <a:pt x="1701" y="1"/>
                </a:moveTo>
                <a:cubicBezTo>
                  <a:pt x="762" y="1"/>
                  <a:pt x="1" y="762"/>
                  <a:pt x="1" y="1701"/>
                </a:cubicBezTo>
                <a:lnTo>
                  <a:pt x="1" y="16496"/>
                </a:lnTo>
                <a:cubicBezTo>
                  <a:pt x="1" y="17432"/>
                  <a:pt x="762" y="18193"/>
                  <a:pt x="1701" y="18193"/>
                </a:cubicBezTo>
                <a:lnTo>
                  <a:pt x="4204" y="18193"/>
                </a:lnTo>
                <a:cubicBezTo>
                  <a:pt x="4285" y="18389"/>
                  <a:pt x="4376" y="18582"/>
                  <a:pt x="4470" y="18773"/>
                </a:cubicBezTo>
                <a:lnTo>
                  <a:pt x="4590" y="19011"/>
                </a:lnTo>
                <a:cubicBezTo>
                  <a:pt x="4687" y="19204"/>
                  <a:pt x="4880" y="19325"/>
                  <a:pt x="5098" y="19325"/>
                </a:cubicBezTo>
                <a:lnTo>
                  <a:pt x="14156" y="19325"/>
                </a:lnTo>
                <a:cubicBezTo>
                  <a:pt x="14370" y="19325"/>
                  <a:pt x="14564" y="19204"/>
                  <a:pt x="14660" y="19011"/>
                </a:cubicBezTo>
                <a:lnTo>
                  <a:pt x="14781" y="18773"/>
                </a:lnTo>
                <a:cubicBezTo>
                  <a:pt x="15485" y="17363"/>
                  <a:pt x="15850" y="15808"/>
                  <a:pt x="15853" y="14231"/>
                </a:cubicBezTo>
                <a:lnTo>
                  <a:pt x="15853" y="11928"/>
                </a:lnTo>
                <a:cubicBezTo>
                  <a:pt x="15853" y="10953"/>
                  <a:pt x="15054" y="10228"/>
                  <a:pt x="14155" y="10228"/>
                </a:cubicBezTo>
                <a:cubicBezTo>
                  <a:pt x="13949" y="10228"/>
                  <a:pt x="13737" y="10266"/>
                  <a:pt x="13528" y="10348"/>
                </a:cubicBezTo>
                <a:cubicBezTo>
                  <a:pt x="13326" y="9609"/>
                  <a:pt x="12655" y="9098"/>
                  <a:pt x="11891" y="9098"/>
                </a:cubicBezTo>
                <a:cubicBezTo>
                  <a:pt x="11883" y="9098"/>
                  <a:pt x="11875" y="9098"/>
                  <a:pt x="11867" y="9098"/>
                </a:cubicBezTo>
                <a:cubicBezTo>
                  <a:pt x="11682" y="9098"/>
                  <a:pt x="11497" y="9131"/>
                  <a:pt x="11324" y="9195"/>
                </a:cubicBezTo>
                <a:lnTo>
                  <a:pt x="11324" y="1701"/>
                </a:lnTo>
                <a:cubicBezTo>
                  <a:pt x="11324" y="762"/>
                  <a:pt x="10563" y="1"/>
                  <a:pt x="962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9" name="Google Shape;15179;p81"/>
          <p:cNvSpPr/>
          <p:nvPr/>
        </p:nvSpPr>
        <p:spPr>
          <a:xfrm>
            <a:off x="10086995" y="3063640"/>
            <a:ext cx="453581" cy="425229"/>
          </a:xfrm>
          <a:custGeom>
            <a:avLst/>
            <a:gdLst/>
            <a:ahLst/>
            <a:cxnLst/>
            <a:rect l="l" t="t" r="r" b="b"/>
            <a:pathLst>
              <a:path w="19326" h="18118" extrusionOk="0">
                <a:moveTo>
                  <a:pt x="17628" y="6794"/>
                </a:moveTo>
                <a:cubicBezTo>
                  <a:pt x="17939" y="6794"/>
                  <a:pt x="18193" y="7048"/>
                  <a:pt x="18193" y="7362"/>
                </a:cubicBezTo>
                <a:lnTo>
                  <a:pt x="18193" y="7927"/>
                </a:lnTo>
                <a:lnTo>
                  <a:pt x="12532" y="7927"/>
                </a:lnTo>
                <a:lnTo>
                  <a:pt x="12532" y="7362"/>
                </a:lnTo>
                <a:cubicBezTo>
                  <a:pt x="12532" y="7048"/>
                  <a:pt x="12785" y="6794"/>
                  <a:pt x="13099" y="6794"/>
                </a:cubicBezTo>
                <a:close/>
                <a:moveTo>
                  <a:pt x="17628" y="1133"/>
                </a:moveTo>
                <a:cubicBezTo>
                  <a:pt x="17939" y="1133"/>
                  <a:pt x="18193" y="1387"/>
                  <a:pt x="18193" y="1701"/>
                </a:cubicBezTo>
                <a:lnTo>
                  <a:pt x="18193" y="5759"/>
                </a:lnTo>
                <a:cubicBezTo>
                  <a:pt x="18012" y="5695"/>
                  <a:pt x="17819" y="5662"/>
                  <a:pt x="17628" y="5662"/>
                </a:cubicBezTo>
                <a:lnTo>
                  <a:pt x="13099" y="5662"/>
                </a:lnTo>
                <a:cubicBezTo>
                  <a:pt x="12160" y="5662"/>
                  <a:pt x="11399" y="6423"/>
                  <a:pt x="11399" y="7362"/>
                </a:cubicBezTo>
                <a:lnTo>
                  <a:pt x="11399" y="11324"/>
                </a:lnTo>
                <a:lnTo>
                  <a:pt x="1133" y="11324"/>
                </a:lnTo>
                <a:lnTo>
                  <a:pt x="1133" y="1701"/>
                </a:lnTo>
                <a:cubicBezTo>
                  <a:pt x="1133" y="1387"/>
                  <a:pt x="1387" y="1133"/>
                  <a:pt x="1701" y="1133"/>
                </a:cubicBezTo>
                <a:close/>
                <a:moveTo>
                  <a:pt x="11399" y="12456"/>
                </a:moveTo>
                <a:lnTo>
                  <a:pt x="11399" y="13588"/>
                </a:lnTo>
                <a:lnTo>
                  <a:pt x="1701" y="13588"/>
                </a:lnTo>
                <a:cubicBezTo>
                  <a:pt x="1387" y="13588"/>
                  <a:pt x="1133" y="13335"/>
                  <a:pt x="1133" y="13024"/>
                </a:cubicBezTo>
                <a:lnTo>
                  <a:pt x="1133" y="12456"/>
                </a:lnTo>
                <a:close/>
                <a:moveTo>
                  <a:pt x="18193" y="9059"/>
                </a:moveTo>
                <a:lnTo>
                  <a:pt x="18193" y="14720"/>
                </a:lnTo>
                <a:lnTo>
                  <a:pt x="12532" y="14720"/>
                </a:lnTo>
                <a:lnTo>
                  <a:pt x="12532" y="9059"/>
                </a:lnTo>
                <a:close/>
                <a:moveTo>
                  <a:pt x="11399" y="14720"/>
                </a:moveTo>
                <a:lnTo>
                  <a:pt x="11399" y="16420"/>
                </a:lnTo>
                <a:cubicBezTo>
                  <a:pt x="11399" y="16611"/>
                  <a:pt x="11432" y="16804"/>
                  <a:pt x="11496" y="16985"/>
                </a:cubicBezTo>
                <a:lnTo>
                  <a:pt x="7051" y="16985"/>
                </a:lnTo>
                <a:lnTo>
                  <a:pt x="7806" y="14720"/>
                </a:lnTo>
                <a:close/>
                <a:moveTo>
                  <a:pt x="18193" y="15853"/>
                </a:moveTo>
                <a:lnTo>
                  <a:pt x="18193" y="16420"/>
                </a:lnTo>
                <a:cubicBezTo>
                  <a:pt x="18193" y="16731"/>
                  <a:pt x="17939" y="16985"/>
                  <a:pt x="17628" y="16985"/>
                </a:cubicBezTo>
                <a:lnTo>
                  <a:pt x="13099" y="16985"/>
                </a:lnTo>
                <a:cubicBezTo>
                  <a:pt x="12785" y="16985"/>
                  <a:pt x="12532" y="16731"/>
                  <a:pt x="12532" y="16420"/>
                </a:cubicBezTo>
                <a:lnTo>
                  <a:pt x="12532" y="15853"/>
                </a:lnTo>
                <a:close/>
                <a:moveTo>
                  <a:pt x="1701" y="1"/>
                </a:moveTo>
                <a:cubicBezTo>
                  <a:pt x="762" y="1"/>
                  <a:pt x="1" y="762"/>
                  <a:pt x="1" y="1701"/>
                </a:cubicBezTo>
                <a:lnTo>
                  <a:pt x="1" y="13024"/>
                </a:lnTo>
                <a:cubicBezTo>
                  <a:pt x="1" y="13960"/>
                  <a:pt x="762" y="14720"/>
                  <a:pt x="1701" y="14720"/>
                </a:cubicBezTo>
                <a:lnTo>
                  <a:pt x="6613" y="14720"/>
                </a:lnTo>
                <a:lnTo>
                  <a:pt x="5859" y="16985"/>
                </a:lnTo>
                <a:lnTo>
                  <a:pt x="4002" y="16985"/>
                </a:lnTo>
                <a:cubicBezTo>
                  <a:pt x="3688" y="16985"/>
                  <a:pt x="3437" y="17239"/>
                  <a:pt x="3437" y="17553"/>
                </a:cubicBezTo>
                <a:cubicBezTo>
                  <a:pt x="3437" y="17864"/>
                  <a:pt x="3688" y="18117"/>
                  <a:pt x="4002" y="18117"/>
                </a:cubicBezTo>
                <a:lnTo>
                  <a:pt x="17628" y="18117"/>
                </a:lnTo>
                <a:cubicBezTo>
                  <a:pt x="18564" y="18117"/>
                  <a:pt x="19325" y="17356"/>
                  <a:pt x="19325" y="16420"/>
                </a:cubicBezTo>
                <a:lnTo>
                  <a:pt x="19325" y="1701"/>
                </a:lnTo>
                <a:cubicBezTo>
                  <a:pt x="19325" y="762"/>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0" name="Google Shape;15180;p81"/>
          <p:cNvSpPr/>
          <p:nvPr/>
        </p:nvSpPr>
        <p:spPr>
          <a:xfrm>
            <a:off x="10653468" y="3063640"/>
            <a:ext cx="453581" cy="425229"/>
          </a:xfrm>
          <a:custGeom>
            <a:avLst/>
            <a:gdLst/>
            <a:ahLst/>
            <a:cxnLst/>
            <a:rect l="l" t="t" r="r" b="b"/>
            <a:pathLst>
              <a:path w="19326" h="18118" extrusionOk="0">
                <a:moveTo>
                  <a:pt x="17628" y="1133"/>
                </a:moveTo>
                <a:cubicBezTo>
                  <a:pt x="17939" y="1133"/>
                  <a:pt x="18193" y="1387"/>
                  <a:pt x="18193" y="1701"/>
                </a:cubicBezTo>
                <a:lnTo>
                  <a:pt x="18193" y="11324"/>
                </a:lnTo>
                <a:lnTo>
                  <a:pt x="1133" y="11324"/>
                </a:lnTo>
                <a:lnTo>
                  <a:pt x="1133" y="1701"/>
                </a:lnTo>
                <a:cubicBezTo>
                  <a:pt x="1133" y="1387"/>
                  <a:pt x="1387" y="1133"/>
                  <a:pt x="1701" y="1133"/>
                </a:cubicBezTo>
                <a:close/>
                <a:moveTo>
                  <a:pt x="18193" y="12456"/>
                </a:moveTo>
                <a:lnTo>
                  <a:pt x="18193" y="13024"/>
                </a:lnTo>
                <a:cubicBezTo>
                  <a:pt x="18193" y="13335"/>
                  <a:pt x="17939" y="13588"/>
                  <a:pt x="17628" y="13588"/>
                </a:cubicBezTo>
                <a:lnTo>
                  <a:pt x="1701" y="13588"/>
                </a:lnTo>
                <a:cubicBezTo>
                  <a:pt x="1387" y="13588"/>
                  <a:pt x="1133" y="13335"/>
                  <a:pt x="1133" y="13024"/>
                </a:cubicBezTo>
                <a:lnTo>
                  <a:pt x="1133" y="12456"/>
                </a:lnTo>
                <a:close/>
                <a:moveTo>
                  <a:pt x="11520" y="14720"/>
                </a:moveTo>
                <a:lnTo>
                  <a:pt x="12275" y="16985"/>
                </a:lnTo>
                <a:lnTo>
                  <a:pt x="7051" y="16985"/>
                </a:lnTo>
                <a:lnTo>
                  <a:pt x="7806" y="14720"/>
                </a:lnTo>
                <a:close/>
                <a:moveTo>
                  <a:pt x="1701" y="1"/>
                </a:moveTo>
                <a:cubicBezTo>
                  <a:pt x="762" y="1"/>
                  <a:pt x="1" y="762"/>
                  <a:pt x="1" y="1701"/>
                </a:cubicBezTo>
                <a:lnTo>
                  <a:pt x="1" y="13024"/>
                </a:lnTo>
                <a:cubicBezTo>
                  <a:pt x="1" y="13960"/>
                  <a:pt x="762" y="14720"/>
                  <a:pt x="1701" y="14720"/>
                </a:cubicBezTo>
                <a:lnTo>
                  <a:pt x="6614" y="14720"/>
                </a:lnTo>
                <a:lnTo>
                  <a:pt x="5859" y="16985"/>
                </a:lnTo>
                <a:lnTo>
                  <a:pt x="4002" y="16985"/>
                </a:lnTo>
                <a:cubicBezTo>
                  <a:pt x="3688" y="16985"/>
                  <a:pt x="3437" y="17239"/>
                  <a:pt x="3437" y="17553"/>
                </a:cubicBezTo>
                <a:cubicBezTo>
                  <a:pt x="3437" y="17864"/>
                  <a:pt x="3688" y="18117"/>
                  <a:pt x="4002" y="18117"/>
                </a:cubicBezTo>
                <a:lnTo>
                  <a:pt x="15325" y="18117"/>
                </a:lnTo>
                <a:cubicBezTo>
                  <a:pt x="15639" y="18117"/>
                  <a:pt x="15889" y="17864"/>
                  <a:pt x="15889" y="17553"/>
                </a:cubicBezTo>
                <a:cubicBezTo>
                  <a:pt x="15889" y="17239"/>
                  <a:pt x="15639" y="16985"/>
                  <a:pt x="15325" y="16985"/>
                </a:cubicBezTo>
                <a:lnTo>
                  <a:pt x="13468" y="16985"/>
                </a:lnTo>
                <a:lnTo>
                  <a:pt x="12713" y="14720"/>
                </a:lnTo>
                <a:lnTo>
                  <a:pt x="17628" y="14720"/>
                </a:lnTo>
                <a:cubicBezTo>
                  <a:pt x="18565" y="14720"/>
                  <a:pt x="19325" y="13960"/>
                  <a:pt x="19325" y="13024"/>
                </a:cubicBezTo>
                <a:lnTo>
                  <a:pt x="19325" y="1701"/>
                </a:lnTo>
                <a:cubicBezTo>
                  <a:pt x="19325" y="762"/>
                  <a:pt x="18565"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81" name="Google Shape;15181;p81"/>
          <p:cNvGrpSpPr/>
          <p:nvPr/>
        </p:nvGrpSpPr>
        <p:grpSpPr>
          <a:xfrm>
            <a:off x="8554461" y="5275236"/>
            <a:ext cx="452643" cy="452361"/>
            <a:chOff x="5648900" y="2616600"/>
            <a:chExt cx="482150" cy="481850"/>
          </a:xfrm>
        </p:grpSpPr>
        <p:sp>
          <p:nvSpPr>
            <p:cNvPr id="15182" name="Google Shape;15182;p81"/>
            <p:cNvSpPr/>
            <p:nvPr/>
          </p:nvSpPr>
          <p:spPr>
            <a:xfrm>
              <a:off x="5811500" y="2777025"/>
              <a:ext cx="156875" cy="148275"/>
            </a:xfrm>
            <a:custGeom>
              <a:avLst/>
              <a:gdLst/>
              <a:ahLst/>
              <a:cxnLst/>
              <a:rect l="l" t="t" r="r" b="b"/>
              <a:pathLst>
                <a:path w="6275" h="5931" extrusionOk="0">
                  <a:moveTo>
                    <a:pt x="3137" y="1265"/>
                  </a:moveTo>
                  <a:lnTo>
                    <a:pt x="4994" y="2615"/>
                  </a:lnTo>
                  <a:lnTo>
                    <a:pt x="4285" y="4798"/>
                  </a:lnTo>
                  <a:lnTo>
                    <a:pt x="1990" y="4798"/>
                  </a:lnTo>
                  <a:lnTo>
                    <a:pt x="1280" y="2615"/>
                  </a:lnTo>
                  <a:lnTo>
                    <a:pt x="3137" y="1265"/>
                  </a:lnTo>
                  <a:close/>
                  <a:moveTo>
                    <a:pt x="3137" y="0"/>
                  </a:moveTo>
                  <a:cubicBezTo>
                    <a:pt x="3020" y="0"/>
                    <a:pt x="2903" y="37"/>
                    <a:pt x="2805" y="109"/>
                  </a:cubicBezTo>
                  <a:lnTo>
                    <a:pt x="281" y="1942"/>
                  </a:lnTo>
                  <a:cubicBezTo>
                    <a:pt x="85" y="2087"/>
                    <a:pt x="0" y="2340"/>
                    <a:pt x="76" y="2573"/>
                  </a:cubicBezTo>
                  <a:lnTo>
                    <a:pt x="1039" y="5541"/>
                  </a:lnTo>
                  <a:cubicBezTo>
                    <a:pt x="1117" y="5773"/>
                    <a:pt x="1335" y="5930"/>
                    <a:pt x="1579" y="5930"/>
                  </a:cubicBezTo>
                  <a:lnTo>
                    <a:pt x="4695" y="5930"/>
                  </a:lnTo>
                  <a:cubicBezTo>
                    <a:pt x="4943" y="5930"/>
                    <a:pt x="5160" y="5773"/>
                    <a:pt x="5236" y="5541"/>
                  </a:cubicBezTo>
                  <a:lnTo>
                    <a:pt x="6199" y="2573"/>
                  </a:lnTo>
                  <a:cubicBezTo>
                    <a:pt x="6275" y="2340"/>
                    <a:pt x="6190" y="2087"/>
                    <a:pt x="5994" y="1942"/>
                  </a:cubicBezTo>
                  <a:lnTo>
                    <a:pt x="3469" y="109"/>
                  </a:lnTo>
                  <a:cubicBezTo>
                    <a:pt x="3371" y="37"/>
                    <a:pt x="3254" y="0"/>
                    <a:pt x="313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3" name="Google Shape;15183;p81"/>
            <p:cNvSpPr/>
            <p:nvPr/>
          </p:nvSpPr>
          <p:spPr>
            <a:xfrm>
              <a:off x="5648900" y="2616600"/>
              <a:ext cx="482150" cy="481850"/>
            </a:xfrm>
            <a:custGeom>
              <a:avLst/>
              <a:gdLst/>
              <a:ahLst/>
              <a:cxnLst/>
              <a:rect l="l" t="t" r="r" b="b"/>
              <a:pathLst>
                <a:path w="19286" h="19274" extrusionOk="0">
                  <a:moveTo>
                    <a:pt x="9641" y="1133"/>
                  </a:moveTo>
                  <a:cubicBezTo>
                    <a:pt x="9936" y="1133"/>
                    <a:pt x="10230" y="1148"/>
                    <a:pt x="10523" y="1179"/>
                  </a:cubicBezTo>
                  <a:cubicBezTo>
                    <a:pt x="10547" y="1182"/>
                    <a:pt x="10571" y="1185"/>
                    <a:pt x="10595" y="1185"/>
                  </a:cubicBezTo>
                  <a:cubicBezTo>
                    <a:pt x="10641" y="1191"/>
                    <a:pt x="10686" y="1197"/>
                    <a:pt x="10731" y="1203"/>
                  </a:cubicBezTo>
                  <a:cubicBezTo>
                    <a:pt x="10958" y="1230"/>
                    <a:pt x="11181" y="1269"/>
                    <a:pt x="11402" y="1314"/>
                  </a:cubicBezTo>
                  <a:lnTo>
                    <a:pt x="11501" y="1622"/>
                  </a:lnTo>
                  <a:lnTo>
                    <a:pt x="9644" y="2969"/>
                  </a:lnTo>
                  <a:lnTo>
                    <a:pt x="7787" y="1622"/>
                  </a:lnTo>
                  <a:lnTo>
                    <a:pt x="7887" y="1314"/>
                  </a:lnTo>
                  <a:cubicBezTo>
                    <a:pt x="8038" y="1281"/>
                    <a:pt x="8192" y="1254"/>
                    <a:pt x="8349" y="1230"/>
                  </a:cubicBezTo>
                  <a:lnTo>
                    <a:pt x="8352" y="1230"/>
                  </a:lnTo>
                  <a:cubicBezTo>
                    <a:pt x="8418" y="1221"/>
                    <a:pt x="8488" y="1209"/>
                    <a:pt x="8554" y="1203"/>
                  </a:cubicBezTo>
                  <a:cubicBezTo>
                    <a:pt x="8606" y="1194"/>
                    <a:pt x="8660" y="1188"/>
                    <a:pt x="8714" y="1185"/>
                  </a:cubicBezTo>
                  <a:lnTo>
                    <a:pt x="8760" y="1179"/>
                  </a:lnTo>
                  <a:cubicBezTo>
                    <a:pt x="9053" y="1148"/>
                    <a:pt x="9347" y="1133"/>
                    <a:pt x="9641" y="1133"/>
                  </a:cubicBezTo>
                  <a:close/>
                  <a:moveTo>
                    <a:pt x="2591" y="5394"/>
                  </a:moveTo>
                  <a:lnTo>
                    <a:pt x="3300" y="7577"/>
                  </a:lnTo>
                  <a:lnTo>
                    <a:pt x="1444" y="8926"/>
                  </a:lnTo>
                  <a:lnTo>
                    <a:pt x="1184" y="8736"/>
                  </a:lnTo>
                  <a:cubicBezTo>
                    <a:pt x="1187" y="8700"/>
                    <a:pt x="1193" y="8661"/>
                    <a:pt x="1199" y="8621"/>
                  </a:cubicBezTo>
                  <a:cubicBezTo>
                    <a:pt x="1202" y="8594"/>
                    <a:pt x="1205" y="8567"/>
                    <a:pt x="1208" y="8540"/>
                  </a:cubicBezTo>
                  <a:cubicBezTo>
                    <a:pt x="1211" y="8498"/>
                    <a:pt x="1220" y="8455"/>
                    <a:pt x="1226" y="8413"/>
                  </a:cubicBezTo>
                  <a:cubicBezTo>
                    <a:pt x="1229" y="8383"/>
                    <a:pt x="1232" y="8353"/>
                    <a:pt x="1238" y="8326"/>
                  </a:cubicBezTo>
                  <a:cubicBezTo>
                    <a:pt x="1244" y="8286"/>
                    <a:pt x="1250" y="8247"/>
                    <a:pt x="1256" y="8208"/>
                  </a:cubicBezTo>
                  <a:cubicBezTo>
                    <a:pt x="1265" y="8169"/>
                    <a:pt x="1268" y="8141"/>
                    <a:pt x="1274" y="8108"/>
                  </a:cubicBezTo>
                  <a:cubicBezTo>
                    <a:pt x="1280" y="8075"/>
                    <a:pt x="1290" y="8036"/>
                    <a:pt x="1296" y="7999"/>
                  </a:cubicBezTo>
                  <a:cubicBezTo>
                    <a:pt x="1302" y="7966"/>
                    <a:pt x="1308" y="7930"/>
                    <a:pt x="1317" y="7894"/>
                  </a:cubicBezTo>
                  <a:cubicBezTo>
                    <a:pt x="1323" y="7861"/>
                    <a:pt x="1332" y="7824"/>
                    <a:pt x="1338" y="7791"/>
                  </a:cubicBezTo>
                  <a:cubicBezTo>
                    <a:pt x="1347" y="7755"/>
                    <a:pt x="1356" y="7719"/>
                    <a:pt x="1362" y="7682"/>
                  </a:cubicBezTo>
                  <a:cubicBezTo>
                    <a:pt x="1371" y="7649"/>
                    <a:pt x="1380" y="7613"/>
                    <a:pt x="1389" y="7577"/>
                  </a:cubicBezTo>
                  <a:cubicBezTo>
                    <a:pt x="1398" y="7541"/>
                    <a:pt x="1407" y="7510"/>
                    <a:pt x="1413" y="7477"/>
                  </a:cubicBezTo>
                  <a:cubicBezTo>
                    <a:pt x="1425" y="7441"/>
                    <a:pt x="1434" y="7399"/>
                    <a:pt x="1447" y="7359"/>
                  </a:cubicBezTo>
                  <a:cubicBezTo>
                    <a:pt x="1456" y="7332"/>
                    <a:pt x="1462" y="7305"/>
                    <a:pt x="1471" y="7278"/>
                  </a:cubicBezTo>
                  <a:cubicBezTo>
                    <a:pt x="1483" y="7233"/>
                    <a:pt x="1495" y="7187"/>
                    <a:pt x="1510" y="7142"/>
                  </a:cubicBezTo>
                  <a:cubicBezTo>
                    <a:pt x="1516" y="7124"/>
                    <a:pt x="1522" y="7106"/>
                    <a:pt x="1528" y="7085"/>
                  </a:cubicBezTo>
                  <a:cubicBezTo>
                    <a:pt x="1546" y="7030"/>
                    <a:pt x="1561" y="6976"/>
                    <a:pt x="1579" y="6925"/>
                  </a:cubicBezTo>
                  <a:lnTo>
                    <a:pt x="1588" y="6900"/>
                  </a:lnTo>
                  <a:cubicBezTo>
                    <a:pt x="1767" y="6375"/>
                    <a:pt x="1996" y="5871"/>
                    <a:pt x="2274" y="5394"/>
                  </a:cubicBezTo>
                  <a:close/>
                  <a:moveTo>
                    <a:pt x="17012" y="5394"/>
                  </a:moveTo>
                  <a:cubicBezTo>
                    <a:pt x="17253" y="5813"/>
                    <a:pt x="17462" y="6257"/>
                    <a:pt x="17628" y="6713"/>
                  </a:cubicBezTo>
                  <a:lnTo>
                    <a:pt x="17628" y="6719"/>
                  </a:lnTo>
                  <a:cubicBezTo>
                    <a:pt x="17649" y="6774"/>
                    <a:pt x="17670" y="6831"/>
                    <a:pt x="17688" y="6888"/>
                  </a:cubicBezTo>
                  <a:cubicBezTo>
                    <a:pt x="17694" y="6906"/>
                    <a:pt x="17700" y="6922"/>
                    <a:pt x="17706" y="6937"/>
                  </a:cubicBezTo>
                  <a:cubicBezTo>
                    <a:pt x="17721" y="6982"/>
                    <a:pt x="17736" y="7027"/>
                    <a:pt x="17749" y="7072"/>
                  </a:cubicBezTo>
                  <a:cubicBezTo>
                    <a:pt x="17758" y="7103"/>
                    <a:pt x="17767" y="7130"/>
                    <a:pt x="17776" y="7157"/>
                  </a:cubicBezTo>
                  <a:cubicBezTo>
                    <a:pt x="17788" y="7196"/>
                    <a:pt x="17797" y="7230"/>
                    <a:pt x="17809" y="7266"/>
                  </a:cubicBezTo>
                  <a:cubicBezTo>
                    <a:pt x="17818" y="7305"/>
                    <a:pt x="17830" y="7341"/>
                    <a:pt x="17839" y="7377"/>
                  </a:cubicBezTo>
                  <a:cubicBezTo>
                    <a:pt x="17848" y="7408"/>
                    <a:pt x="17857" y="7438"/>
                    <a:pt x="17863" y="7468"/>
                  </a:cubicBezTo>
                  <a:cubicBezTo>
                    <a:pt x="17875" y="7510"/>
                    <a:pt x="17887" y="7553"/>
                    <a:pt x="17896" y="7598"/>
                  </a:cubicBezTo>
                  <a:lnTo>
                    <a:pt x="17915" y="7673"/>
                  </a:lnTo>
                  <a:cubicBezTo>
                    <a:pt x="17927" y="7722"/>
                    <a:pt x="17936" y="7767"/>
                    <a:pt x="17948" y="7812"/>
                  </a:cubicBezTo>
                  <a:lnTo>
                    <a:pt x="17963" y="7885"/>
                  </a:lnTo>
                  <a:cubicBezTo>
                    <a:pt x="17972" y="7933"/>
                    <a:pt x="17981" y="7978"/>
                    <a:pt x="17990" y="8027"/>
                  </a:cubicBezTo>
                  <a:cubicBezTo>
                    <a:pt x="17996" y="8051"/>
                    <a:pt x="18002" y="8075"/>
                    <a:pt x="18005" y="8099"/>
                  </a:cubicBezTo>
                  <a:cubicBezTo>
                    <a:pt x="18014" y="8144"/>
                    <a:pt x="18020" y="8193"/>
                    <a:pt x="18029" y="8238"/>
                  </a:cubicBezTo>
                  <a:cubicBezTo>
                    <a:pt x="18032" y="8265"/>
                    <a:pt x="18038" y="8289"/>
                    <a:pt x="18041" y="8317"/>
                  </a:cubicBezTo>
                  <a:cubicBezTo>
                    <a:pt x="18050" y="8362"/>
                    <a:pt x="18057" y="8404"/>
                    <a:pt x="18063" y="8449"/>
                  </a:cubicBezTo>
                  <a:cubicBezTo>
                    <a:pt x="18066" y="8477"/>
                    <a:pt x="18069" y="8507"/>
                    <a:pt x="18075" y="8534"/>
                  </a:cubicBezTo>
                  <a:cubicBezTo>
                    <a:pt x="18078" y="8576"/>
                    <a:pt x="18084" y="8621"/>
                    <a:pt x="18090" y="8664"/>
                  </a:cubicBezTo>
                  <a:cubicBezTo>
                    <a:pt x="18093" y="8688"/>
                    <a:pt x="18096" y="8712"/>
                    <a:pt x="18096" y="8739"/>
                  </a:cubicBezTo>
                  <a:lnTo>
                    <a:pt x="17836" y="8926"/>
                  </a:lnTo>
                  <a:lnTo>
                    <a:pt x="15979" y="7580"/>
                  </a:lnTo>
                  <a:lnTo>
                    <a:pt x="16689" y="5397"/>
                  </a:lnTo>
                  <a:lnTo>
                    <a:pt x="17012" y="5394"/>
                  </a:lnTo>
                  <a:close/>
                  <a:moveTo>
                    <a:pt x="5722" y="15029"/>
                  </a:moveTo>
                  <a:lnTo>
                    <a:pt x="6432" y="17212"/>
                  </a:lnTo>
                  <a:lnTo>
                    <a:pt x="6172" y="17402"/>
                  </a:lnTo>
                  <a:cubicBezTo>
                    <a:pt x="5091" y="16916"/>
                    <a:pt x="4125" y="16209"/>
                    <a:pt x="3331" y="15331"/>
                  </a:cubicBezTo>
                  <a:lnTo>
                    <a:pt x="3427" y="15029"/>
                  </a:lnTo>
                  <a:close/>
                  <a:moveTo>
                    <a:pt x="15855" y="15029"/>
                  </a:moveTo>
                  <a:lnTo>
                    <a:pt x="15952" y="15331"/>
                  </a:lnTo>
                  <a:cubicBezTo>
                    <a:pt x="15158" y="16209"/>
                    <a:pt x="14192" y="16916"/>
                    <a:pt x="13111" y="17402"/>
                  </a:cubicBezTo>
                  <a:lnTo>
                    <a:pt x="12851" y="17212"/>
                  </a:lnTo>
                  <a:lnTo>
                    <a:pt x="13561" y="15029"/>
                  </a:lnTo>
                  <a:close/>
                  <a:moveTo>
                    <a:pt x="6571" y="1707"/>
                  </a:moveTo>
                  <a:cubicBezTo>
                    <a:pt x="6516" y="1927"/>
                    <a:pt x="6604" y="2160"/>
                    <a:pt x="6788" y="2296"/>
                  </a:cubicBezTo>
                  <a:lnTo>
                    <a:pt x="9309" y="4129"/>
                  </a:lnTo>
                  <a:cubicBezTo>
                    <a:pt x="9409" y="4199"/>
                    <a:pt x="9526" y="4235"/>
                    <a:pt x="9643" y="4235"/>
                  </a:cubicBezTo>
                  <a:cubicBezTo>
                    <a:pt x="9760" y="4235"/>
                    <a:pt x="9877" y="4199"/>
                    <a:pt x="9976" y="4129"/>
                  </a:cubicBezTo>
                  <a:lnTo>
                    <a:pt x="12498" y="2296"/>
                  </a:lnTo>
                  <a:cubicBezTo>
                    <a:pt x="12682" y="2160"/>
                    <a:pt x="12769" y="1927"/>
                    <a:pt x="12715" y="1707"/>
                  </a:cubicBezTo>
                  <a:lnTo>
                    <a:pt x="12715" y="1707"/>
                  </a:lnTo>
                  <a:cubicBezTo>
                    <a:pt x="14089" y="2241"/>
                    <a:pt x="15300" y="3123"/>
                    <a:pt x="16230" y="4264"/>
                  </a:cubicBezTo>
                  <a:cubicBezTo>
                    <a:pt x="16003" y="4283"/>
                    <a:pt x="15813" y="4437"/>
                    <a:pt x="15744" y="4651"/>
                  </a:cubicBezTo>
                  <a:lnTo>
                    <a:pt x="14777" y="7616"/>
                  </a:lnTo>
                  <a:cubicBezTo>
                    <a:pt x="14702" y="7852"/>
                    <a:pt x="14786" y="8105"/>
                    <a:pt x="14986" y="8250"/>
                  </a:cubicBezTo>
                  <a:lnTo>
                    <a:pt x="17507" y="10083"/>
                  </a:lnTo>
                  <a:cubicBezTo>
                    <a:pt x="17605" y="10155"/>
                    <a:pt x="17721" y="10192"/>
                    <a:pt x="17838" y="10192"/>
                  </a:cubicBezTo>
                  <a:cubicBezTo>
                    <a:pt x="17940" y="10192"/>
                    <a:pt x="18043" y="10164"/>
                    <a:pt x="18135" y="10107"/>
                  </a:cubicBezTo>
                  <a:lnTo>
                    <a:pt x="18135" y="10107"/>
                  </a:lnTo>
                  <a:cubicBezTo>
                    <a:pt x="18053" y="11581"/>
                    <a:pt x="17592" y="13006"/>
                    <a:pt x="16788" y="14244"/>
                  </a:cubicBezTo>
                  <a:cubicBezTo>
                    <a:pt x="16701" y="14032"/>
                    <a:pt x="16495" y="13896"/>
                    <a:pt x="16269" y="13896"/>
                  </a:cubicBezTo>
                  <a:lnTo>
                    <a:pt x="13150" y="13896"/>
                  </a:lnTo>
                  <a:cubicBezTo>
                    <a:pt x="12905" y="13896"/>
                    <a:pt x="12688" y="14053"/>
                    <a:pt x="12612" y="14289"/>
                  </a:cubicBezTo>
                  <a:lnTo>
                    <a:pt x="11649" y="17254"/>
                  </a:lnTo>
                  <a:cubicBezTo>
                    <a:pt x="11577" y="17471"/>
                    <a:pt x="11646" y="17710"/>
                    <a:pt x="11818" y="17858"/>
                  </a:cubicBezTo>
                  <a:cubicBezTo>
                    <a:pt x="11106" y="18045"/>
                    <a:pt x="10374" y="18139"/>
                    <a:pt x="9643" y="18139"/>
                  </a:cubicBezTo>
                  <a:cubicBezTo>
                    <a:pt x="8911" y="18139"/>
                    <a:pt x="8180" y="18045"/>
                    <a:pt x="7467" y="17858"/>
                  </a:cubicBezTo>
                  <a:cubicBezTo>
                    <a:pt x="7639" y="17710"/>
                    <a:pt x="7709" y="17471"/>
                    <a:pt x="7636" y="17254"/>
                  </a:cubicBezTo>
                  <a:lnTo>
                    <a:pt x="6673" y="14289"/>
                  </a:lnTo>
                  <a:cubicBezTo>
                    <a:pt x="6598" y="14053"/>
                    <a:pt x="6380" y="13896"/>
                    <a:pt x="6136" y="13896"/>
                  </a:cubicBezTo>
                  <a:lnTo>
                    <a:pt x="3020" y="13896"/>
                  </a:lnTo>
                  <a:cubicBezTo>
                    <a:pt x="2790" y="13896"/>
                    <a:pt x="2585" y="14032"/>
                    <a:pt x="2497" y="14244"/>
                  </a:cubicBezTo>
                  <a:cubicBezTo>
                    <a:pt x="1694" y="13006"/>
                    <a:pt x="1229" y="11581"/>
                    <a:pt x="1151" y="10107"/>
                  </a:cubicBezTo>
                  <a:lnTo>
                    <a:pt x="1151" y="10107"/>
                  </a:lnTo>
                  <a:cubicBezTo>
                    <a:pt x="1240" y="10163"/>
                    <a:pt x="1342" y="10191"/>
                    <a:pt x="1443" y="10191"/>
                  </a:cubicBezTo>
                  <a:cubicBezTo>
                    <a:pt x="1560" y="10191"/>
                    <a:pt x="1677" y="10154"/>
                    <a:pt x="1776" y="10083"/>
                  </a:cubicBezTo>
                  <a:lnTo>
                    <a:pt x="4300" y="8250"/>
                  </a:lnTo>
                  <a:cubicBezTo>
                    <a:pt x="4496" y="8105"/>
                    <a:pt x="4581" y="7852"/>
                    <a:pt x="4505" y="7616"/>
                  </a:cubicBezTo>
                  <a:lnTo>
                    <a:pt x="3542" y="4654"/>
                  </a:lnTo>
                  <a:cubicBezTo>
                    <a:pt x="3473" y="4440"/>
                    <a:pt x="3279" y="4286"/>
                    <a:pt x="3053" y="4264"/>
                  </a:cubicBezTo>
                  <a:cubicBezTo>
                    <a:pt x="3986" y="3123"/>
                    <a:pt x="5197" y="2241"/>
                    <a:pt x="6568" y="1707"/>
                  </a:cubicBezTo>
                  <a:close/>
                  <a:moveTo>
                    <a:pt x="9641" y="1"/>
                  </a:moveTo>
                  <a:cubicBezTo>
                    <a:pt x="9566" y="1"/>
                    <a:pt x="9490" y="1"/>
                    <a:pt x="9412" y="4"/>
                  </a:cubicBezTo>
                  <a:lnTo>
                    <a:pt x="9394" y="4"/>
                  </a:lnTo>
                  <a:cubicBezTo>
                    <a:pt x="9318" y="7"/>
                    <a:pt x="9246" y="7"/>
                    <a:pt x="9173" y="13"/>
                  </a:cubicBezTo>
                  <a:lnTo>
                    <a:pt x="9137" y="13"/>
                  </a:lnTo>
                  <a:cubicBezTo>
                    <a:pt x="9077" y="16"/>
                    <a:pt x="9019" y="19"/>
                    <a:pt x="8959" y="22"/>
                  </a:cubicBezTo>
                  <a:lnTo>
                    <a:pt x="8908" y="25"/>
                  </a:lnTo>
                  <a:cubicBezTo>
                    <a:pt x="8850" y="31"/>
                    <a:pt x="8790" y="37"/>
                    <a:pt x="8732" y="40"/>
                  </a:cubicBezTo>
                  <a:lnTo>
                    <a:pt x="8630" y="52"/>
                  </a:lnTo>
                  <a:lnTo>
                    <a:pt x="8551" y="61"/>
                  </a:lnTo>
                  <a:cubicBezTo>
                    <a:pt x="8476" y="67"/>
                    <a:pt x="8400" y="76"/>
                    <a:pt x="8325" y="88"/>
                  </a:cubicBezTo>
                  <a:lnTo>
                    <a:pt x="8313" y="88"/>
                  </a:lnTo>
                  <a:cubicBezTo>
                    <a:pt x="3965" y="695"/>
                    <a:pt x="574" y="4162"/>
                    <a:pt x="67" y="8522"/>
                  </a:cubicBezTo>
                  <a:lnTo>
                    <a:pt x="67" y="8525"/>
                  </a:lnTo>
                  <a:lnTo>
                    <a:pt x="67" y="8537"/>
                  </a:lnTo>
                  <a:cubicBezTo>
                    <a:pt x="61" y="8609"/>
                    <a:pt x="52" y="8685"/>
                    <a:pt x="46" y="8760"/>
                  </a:cubicBezTo>
                  <a:cubicBezTo>
                    <a:pt x="42" y="8794"/>
                    <a:pt x="39" y="8827"/>
                    <a:pt x="36" y="8860"/>
                  </a:cubicBezTo>
                  <a:cubicBezTo>
                    <a:pt x="33" y="8893"/>
                    <a:pt x="33" y="8920"/>
                    <a:pt x="30" y="8951"/>
                  </a:cubicBezTo>
                  <a:lnTo>
                    <a:pt x="30" y="8966"/>
                  </a:lnTo>
                  <a:cubicBezTo>
                    <a:pt x="30" y="8969"/>
                    <a:pt x="30" y="8972"/>
                    <a:pt x="30" y="8975"/>
                  </a:cubicBezTo>
                  <a:cubicBezTo>
                    <a:pt x="15" y="9195"/>
                    <a:pt x="6" y="9416"/>
                    <a:pt x="6" y="9636"/>
                  </a:cubicBezTo>
                  <a:cubicBezTo>
                    <a:pt x="0" y="12000"/>
                    <a:pt x="870" y="14286"/>
                    <a:pt x="2449" y="16046"/>
                  </a:cubicBezTo>
                  <a:lnTo>
                    <a:pt x="2458" y="16055"/>
                  </a:lnTo>
                  <a:cubicBezTo>
                    <a:pt x="2576" y="16191"/>
                    <a:pt x="2703" y="16321"/>
                    <a:pt x="2829" y="16451"/>
                  </a:cubicBezTo>
                  <a:lnTo>
                    <a:pt x="2860" y="16478"/>
                  </a:lnTo>
                  <a:lnTo>
                    <a:pt x="2866" y="16484"/>
                  </a:lnTo>
                  <a:cubicBezTo>
                    <a:pt x="2932" y="16551"/>
                    <a:pt x="2999" y="16617"/>
                    <a:pt x="3068" y="16680"/>
                  </a:cubicBezTo>
                  <a:lnTo>
                    <a:pt x="3077" y="16689"/>
                  </a:lnTo>
                  <a:cubicBezTo>
                    <a:pt x="4927" y="18412"/>
                    <a:pt x="7285" y="19274"/>
                    <a:pt x="9643" y="19274"/>
                  </a:cubicBezTo>
                  <a:cubicBezTo>
                    <a:pt x="12000" y="19274"/>
                    <a:pt x="14357" y="18413"/>
                    <a:pt x="16206" y="16692"/>
                  </a:cubicBezTo>
                  <a:lnTo>
                    <a:pt x="16224" y="16677"/>
                  </a:lnTo>
                  <a:cubicBezTo>
                    <a:pt x="16287" y="16620"/>
                    <a:pt x="16351" y="16560"/>
                    <a:pt x="16411" y="16496"/>
                  </a:cubicBezTo>
                  <a:lnTo>
                    <a:pt x="16435" y="16475"/>
                  </a:lnTo>
                  <a:lnTo>
                    <a:pt x="16459" y="16451"/>
                  </a:lnTo>
                  <a:cubicBezTo>
                    <a:pt x="16583" y="16324"/>
                    <a:pt x="16704" y="16197"/>
                    <a:pt x="16822" y="16067"/>
                  </a:cubicBezTo>
                  <a:lnTo>
                    <a:pt x="16861" y="16025"/>
                  </a:lnTo>
                  <a:cubicBezTo>
                    <a:pt x="16912" y="15965"/>
                    <a:pt x="16963" y="15907"/>
                    <a:pt x="17015" y="15847"/>
                  </a:cubicBezTo>
                  <a:lnTo>
                    <a:pt x="17030" y="15829"/>
                  </a:lnTo>
                  <a:lnTo>
                    <a:pt x="17036" y="15823"/>
                  </a:lnTo>
                  <a:cubicBezTo>
                    <a:pt x="18491" y="14090"/>
                    <a:pt x="19285" y="11898"/>
                    <a:pt x="19279" y="9636"/>
                  </a:cubicBezTo>
                  <a:cubicBezTo>
                    <a:pt x="19279" y="9413"/>
                    <a:pt x="19270" y="9189"/>
                    <a:pt x="19255" y="8969"/>
                  </a:cubicBezTo>
                  <a:cubicBezTo>
                    <a:pt x="19255" y="8969"/>
                    <a:pt x="19255" y="8969"/>
                    <a:pt x="19255" y="8966"/>
                  </a:cubicBezTo>
                  <a:lnTo>
                    <a:pt x="19255" y="8963"/>
                  </a:lnTo>
                  <a:cubicBezTo>
                    <a:pt x="19252" y="8923"/>
                    <a:pt x="19249" y="8881"/>
                    <a:pt x="19246" y="8842"/>
                  </a:cubicBezTo>
                  <a:lnTo>
                    <a:pt x="19243" y="8788"/>
                  </a:lnTo>
                  <a:cubicBezTo>
                    <a:pt x="18848" y="4319"/>
                    <a:pt x="15421" y="714"/>
                    <a:pt x="10976" y="92"/>
                  </a:cubicBezTo>
                  <a:lnTo>
                    <a:pt x="10946" y="85"/>
                  </a:lnTo>
                  <a:cubicBezTo>
                    <a:pt x="10879" y="76"/>
                    <a:pt x="10810" y="70"/>
                    <a:pt x="10740" y="61"/>
                  </a:cubicBezTo>
                  <a:lnTo>
                    <a:pt x="10650" y="52"/>
                  </a:lnTo>
                  <a:lnTo>
                    <a:pt x="10553" y="40"/>
                  </a:lnTo>
                  <a:cubicBezTo>
                    <a:pt x="10496" y="37"/>
                    <a:pt x="10435" y="31"/>
                    <a:pt x="10375" y="25"/>
                  </a:cubicBezTo>
                  <a:lnTo>
                    <a:pt x="10327" y="22"/>
                  </a:lnTo>
                  <a:cubicBezTo>
                    <a:pt x="10266" y="19"/>
                    <a:pt x="10206" y="16"/>
                    <a:pt x="10146" y="13"/>
                  </a:cubicBezTo>
                  <a:lnTo>
                    <a:pt x="10112" y="13"/>
                  </a:lnTo>
                  <a:cubicBezTo>
                    <a:pt x="10040" y="7"/>
                    <a:pt x="9964" y="4"/>
                    <a:pt x="9892" y="4"/>
                  </a:cubicBezTo>
                  <a:lnTo>
                    <a:pt x="9871" y="4"/>
                  </a:lnTo>
                  <a:cubicBezTo>
                    <a:pt x="9795" y="1"/>
                    <a:pt x="9720" y="1"/>
                    <a:pt x="964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84" name="Google Shape;15184;p81"/>
          <p:cNvGrpSpPr/>
          <p:nvPr/>
        </p:nvGrpSpPr>
        <p:grpSpPr>
          <a:xfrm>
            <a:off x="6313507" y="5284189"/>
            <a:ext cx="434168" cy="434259"/>
            <a:chOff x="6242825" y="2615925"/>
            <a:chExt cx="483125" cy="483225"/>
          </a:xfrm>
        </p:grpSpPr>
        <p:sp>
          <p:nvSpPr>
            <p:cNvPr id="15185" name="Google Shape;15185;p81"/>
            <p:cNvSpPr/>
            <p:nvPr/>
          </p:nvSpPr>
          <p:spPr>
            <a:xfrm>
              <a:off x="6242825" y="2672550"/>
              <a:ext cx="483125" cy="426600"/>
            </a:xfrm>
            <a:custGeom>
              <a:avLst/>
              <a:gdLst/>
              <a:ahLst/>
              <a:cxnLst/>
              <a:rect l="l" t="t" r="r" b="b"/>
              <a:pathLst>
                <a:path w="19325" h="17064" extrusionOk="0">
                  <a:moveTo>
                    <a:pt x="10230" y="2331"/>
                  </a:moveTo>
                  <a:cubicBezTo>
                    <a:pt x="11387" y="2603"/>
                    <a:pt x="12437" y="3687"/>
                    <a:pt x="13056" y="5299"/>
                  </a:cubicBezTo>
                  <a:cubicBezTo>
                    <a:pt x="13144" y="5524"/>
                    <a:pt x="13357" y="5662"/>
                    <a:pt x="13583" y="5662"/>
                  </a:cubicBezTo>
                  <a:cubicBezTo>
                    <a:pt x="13652" y="5662"/>
                    <a:pt x="13722" y="5649"/>
                    <a:pt x="13790" y="5623"/>
                  </a:cubicBezTo>
                  <a:cubicBezTo>
                    <a:pt x="14083" y="5511"/>
                    <a:pt x="14228" y="5185"/>
                    <a:pt x="14113" y="4892"/>
                  </a:cubicBezTo>
                  <a:cubicBezTo>
                    <a:pt x="13790" y="4049"/>
                    <a:pt x="13349" y="3307"/>
                    <a:pt x="12830" y="2712"/>
                  </a:cubicBezTo>
                  <a:lnTo>
                    <a:pt x="12830" y="2712"/>
                  </a:lnTo>
                  <a:cubicBezTo>
                    <a:pt x="13911" y="3029"/>
                    <a:pt x="14901" y="3512"/>
                    <a:pt x="15750" y="4143"/>
                  </a:cubicBezTo>
                  <a:cubicBezTo>
                    <a:pt x="16882" y="4988"/>
                    <a:pt x="17649" y="6024"/>
                    <a:pt x="17990" y="7147"/>
                  </a:cubicBezTo>
                  <a:cubicBezTo>
                    <a:pt x="17519" y="6915"/>
                    <a:pt x="17000" y="6794"/>
                    <a:pt x="16476" y="6794"/>
                  </a:cubicBezTo>
                  <a:cubicBezTo>
                    <a:pt x="16469" y="6794"/>
                    <a:pt x="16463" y="6794"/>
                    <a:pt x="16456" y="6794"/>
                  </a:cubicBezTo>
                  <a:cubicBezTo>
                    <a:pt x="15729" y="6794"/>
                    <a:pt x="15040" y="7012"/>
                    <a:pt x="14515" y="7404"/>
                  </a:cubicBezTo>
                  <a:cubicBezTo>
                    <a:pt x="14400" y="7492"/>
                    <a:pt x="14291" y="7588"/>
                    <a:pt x="14192" y="7694"/>
                  </a:cubicBezTo>
                  <a:cubicBezTo>
                    <a:pt x="14092" y="7588"/>
                    <a:pt x="13983" y="7492"/>
                    <a:pt x="13869" y="7404"/>
                  </a:cubicBezTo>
                  <a:cubicBezTo>
                    <a:pt x="13343" y="7012"/>
                    <a:pt x="12655" y="6794"/>
                    <a:pt x="11927" y="6794"/>
                  </a:cubicBezTo>
                  <a:cubicBezTo>
                    <a:pt x="11199" y="6794"/>
                    <a:pt x="10511" y="7012"/>
                    <a:pt x="9986" y="7404"/>
                  </a:cubicBezTo>
                  <a:cubicBezTo>
                    <a:pt x="9871" y="7492"/>
                    <a:pt x="9762" y="7588"/>
                    <a:pt x="9662" y="7694"/>
                  </a:cubicBezTo>
                  <a:cubicBezTo>
                    <a:pt x="9563" y="7588"/>
                    <a:pt x="9454" y="7492"/>
                    <a:pt x="9339" y="7404"/>
                  </a:cubicBezTo>
                  <a:cubicBezTo>
                    <a:pt x="8814" y="7012"/>
                    <a:pt x="8126" y="6794"/>
                    <a:pt x="7398" y="6794"/>
                  </a:cubicBezTo>
                  <a:cubicBezTo>
                    <a:pt x="6670" y="6794"/>
                    <a:pt x="5982" y="7012"/>
                    <a:pt x="5456" y="7404"/>
                  </a:cubicBezTo>
                  <a:cubicBezTo>
                    <a:pt x="5342" y="7492"/>
                    <a:pt x="5233" y="7588"/>
                    <a:pt x="5133" y="7694"/>
                  </a:cubicBezTo>
                  <a:cubicBezTo>
                    <a:pt x="5034" y="7588"/>
                    <a:pt x="4925" y="7492"/>
                    <a:pt x="4810" y="7404"/>
                  </a:cubicBezTo>
                  <a:cubicBezTo>
                    <a:pt x="4285" y="7012"/>
                    <a:pt x="3596" y="6794"/>
                    <a:pt x="2869" y="6794"/>
                  </a:cubicBezTo>
                  <a:cubicBezTo>
                    <a:pt x="2862" y="6794"/>
                    <a:pt x="2856" y="6794"/>
                    <a:pt x="2849" y="6794"/>
                  </a:cubicBezTo>
                  <a:cubicBezTo>
                    <a:pt x="2324" y="6794"/>
                    <a:pt x="1806" y="6915"/>
                    <a:pt x="1335" y="7147"/>
                  </a:cubicBezTo>
                  <a:cubicBezTo>
                    <a:pt x="1676" y="6024"/>
                    <a:pt x="2443" y="4988"/>
                    <a:pt x="3578" y="4143"/>
                  </a:cubicBezTo>
                  <a:cubicBezTo>
                    <a:pt x="4424" y="3512"/>
                    <a:pt x="5414" y="3029"/>
                    <a:pt x="6498" y="2712"/>
                  </a:cubicBezTo>
                  <a:lnTo>
                    <a:pt x="6498" y="2712"/>
                  </a:lnTo>
                  <a:cubicBezTo>
                    <a:pt x="5976" y="3307"/>
                    <a:pt x="5538" y="4049"/>
                    <a:pt x="5212" y="4892"/>
                  </a:cubicBezTo>
                  <a:cubicBezTo>
                    <a:pt x="5097" y="5185"/>
                    <a:pt x="5245" y="5511"/>
                    <a:pt x="5535" y="5623"/>
                  </a:cubicBezTo>
                  <a:cubicBezTo>
                    <a:pt x="5603" y="5649"/>
                    <a:pt x="5673" y="5662"/>
                    <a:pt x="5742" y="5662"/>
                  </a:cubicBezTo>
                  <a:cubicBezTo>
                    <a:pt x="5968" y="5662"/>
                    <a:pt x="6181" y="5524"/>
                    <a:pt x="6269" y="5299"/>
                  </a:cubicBezTo>
                  <a:cubicBezTo>
                    <a:pt x="6891" y="3687"/>
                    <a:pt x="7941" y="2603"/>
                    <a:pt x="9098" y="2331"/>
                  </a:cubicBezTo>
                  <a:lnTo>
                    <a:pt x="9098" y="5097"/>
                  </a:lnTo>
                  <a:cubicBezTo>
                    <a:pt x="9098" y="5408"/>
                    <a:pt x="9351" y="5662"/>
                    <a:pt x="9662" y="5662"/>
                  </a:cubicBezTo>
                  <a:cubicBezTo>
                    <a:pt x="9976" y="5662"/>
                    <a:pt x="10230" y="5408"/>
                    <a:pt x="10230" y="5097"/>
                  </a:cubicBezTo>
                  <a:lnTo>
                    <a:pt x="10230" y="2331"/>
                  </a:lnTo>
                  <a:close/>
                  <a:moveTo>
                    <a:pt x="9662" y="0"/>
                  </a:moveTo>
                  <a:cubicBezTo>
                    <a:pt x="9348" y="0"/>
                    <a:pt x="9098" y="254"/>
                    <a:pt x="9098" y="568"/>
                  </a:cubicBezTo>
                  <a:lnTo>
                    <a:pt x="9098" y="1145"/>
                  </a:lnTo>
                  <a:cubicBezTo>
                    <a:pt x="6764" y="1247"/>
                    <a:pt x="4584" y="1981"/>
                    <a:pt x="2899" y="3234"/>
                  </a:cubicBezTo>
                  <a:cubicBezTo>
                    <a:pt x="1030" y="4629"/>
                    <a:pt x="0" y="6495"/>
                    <a:pt x="0" y="8494"/>
                  </a:cubicBezTo>
                  <a:lnTo>
                    <a:pt x="0" y="9059"/>
                  </a:lnTo>
                  <a:cubicBezTo>
                    <a:pt x="0" y="9373"/>
                    <a:pt x="254" y="9626"/>
                    <a:pt x="568" y="9626"/>
                  </a:cubicBezTo>
                  <a:cubicBezTo>
                    <a:pt x="879" y="9626"/>
                    <a:pt x="1133" y="9373"/>
                    <a:pt x="1133" y="9059"/>
                  </a:cubicBezTo>
                  <a:cubicBezTo>
                    <a:pt x="1133" y="8455"/>
                    <a:pt x="1945" y="7926"/>
                    <a:pt x="2869" y="7926"/>
                  </a:cubicBezTo>
                  <a:cubicBezTo>
                    <a:pt x="3793" y="7926"/>
                    <a:pt x="4569" y="8446"/>
                    <a:pt x="4569" y="9059"/>
                  </a:cubicBezTo>
                  <a:cubicBezTo>
                    <a:pt x="4569" y="9373"/>
                    <a:pt x="4819" y="9623"/>
                    <a:pt x="5133" y="9623"/>
                  </a:cubicBezTo>
                  <a:cubicBezTo>
                    <a:pt x="5447" y="9623"/>
                    <a:pt x="5701" y="9373"/>
                    <a:pt x="5701" y="9059"/>
                  </a:cubicBezTo>
                  <a:cubicBezTo>
                    <a:pt x="5701" y="8446"/>
                    <a:pt x="6477" y="7926"/>
                    <a:pt x="7398" y="7926"/>
                  </a:cubicBezTo>
                  <a:cubicBezTo>
                    <a:pt x="8319" y="7926"/>
                    <a:pt x="9098" y="8446"/>
                    <a:pt x="9098" y="9059"/>
                  </a:cubicBezTo>
                  <a:lnTo>
                    <a:pt x="9098" y="9475"/>
                  </a:lnTo>
                  <a:cubicBezTo>
                    <a:pt x="9098" y="9500"/>
                    <a:pt x="9098" y="9527"/>
                    <a:pt x="9101" y="9551"/>
                  </a:cubicBezTo>
                  <a:cubicBezTo>
                    <a:pt x="9098" y="9575"/>
                    <a:pt x="9098" y="9602"/>
                    <a:pt x="9098" y="9626"/>
                  </a:cubicBezTo>
                  <a:lnTo>
                    <a:pt x="9098" y="14799"/>
                  </a:lnTo>
                  <a:cubicBezTo>
                    <a:pt x="9098" y="15424"/>
                    <a:pt x="8591" y="15931"/>
                    <a:pt x="7966" y="15931"/>
                  </a:cubicBezTo>
                  <a:cubicBezTo>
                    <a:pt x="7337" y="15931"/>
                    <a:pt x="6833" y="15424"/>
                    <a:pt x="6833" y="14799"/>
                  </a:cubicBezTo>
                  <a:lnTo>
                    <a:pt x="6833" y="14231"/>
                  </a:lnTo>
                  <a:cubicBezTo>
                    <a:pt x="6833" y="13920"/>
                    <a:pt x="6580" y="13666"/>
                    <a:pt x="6266" y="13666"/>
                  </a:cubicBezTo>
                  <a:cubicBezTo>
                    <a:pt x="5952" y="13666"/>
                    <a:pt x="5701" y="13920"/>
                    <a:pt x="5701" y="14231"/>
                  </a:cubicBezTo>
                  <a:lnTo>
                    <a:pt x="5701" y="14799"/>
                  </a:lnTo>
                  <a:cubicBezTo>
                    <a:pt x="5701" y="16049"/>
                    <a:pt x="6712" y="17063"/>
                    <a:pt x="7966" y="17063"/>
                  </a:cubicBezTo>
                  <a:cubicBezTo>
                    <a:pt x="9216" y="17063"/>
                    <a:pt x="10230" y="16049"/>
                    <a:pt x="10230" y="14799"/>
                  </a:cubicBezTo>
                  <a:lnTo>
                    <a:pt x="10230" y="9626"/>
                  </a:lnTo>
                  <a:cubicBezTo>
                    <a:pt x="10227" y="9599"/>
                    <a:pt x="10227" y="9575"/>
                    <a:pt x="10224" y="9551"/>
                  </a:cubicBezTo>
                  <a:cubicBezTo>
                    <a:pt x="10227" y="9524"/>
                    <a:pt x="10227" y="9500"/>
                    <a:pt x="10230" y="9475"/>
                  </a:cubicBezTo>
                  <a:lnTo>
                    <a:pt x="10230" y="9059"/>
                  </a:lnTo>
                  <a:cubicBezTo>
                    <a:pt x="10230" y="8446"/>
                    <a:pt x="11006" y="7926"/>
                    <a:pt x="11927" y="7926"/>
                  </a:cubicBezTo>
                  <a:cubicBezTo>
                    <a:pt x="12848" y="7926"/>
                    <a:pt x="13627" y="8446"/>
                    <a:pt x="13627" y="9059"/>
                  </a:cubicBezTo>
                  <a:cubicBezTo>
                    <a:pt x="13627" y="9373"/>
                    <a:pt x="13878" y="9623"/>
                    <a:pt x="14192" y="9623"/>
                  </a:cubicBezTo>
                  <a:cubicBezTo>
                    <a:pt x="14506" y="9623"/>
                    <a:pt x="14759" y="9373"/>
                    <a:pt x="14759" y="9059"/>
                  </a:cubicBezTo>
                  <a:cubicBezTo>
                    <a:pt x="14759" y="8446"/>
                    <a:pt x="15535" y="7926"/>
                    <a:pt x="16456" y="7926"/>
                  </a:cubicBezTo>
                  <a:cubicBezTo>
                    <a:pt x="17377" y="7926"/>
                    <a:pt x="18192" y="8455"/>
                    <a:pt x="18192" y="9059"/>
                  </a:cubicBezTo>
                  <a:cubicBezTo>
                    <a:pt x="18192" y="9373"/>
                    <a:pt x="18446" y="9623"/>
                    <a:pt x="18760" y="9623"/>
                  </a:cubicBezTo>
                  <a:cubicBezTo>
                    <a:pt x="19071" y="9623"/>
                    <a:pt x="19325" y="9373"/>
                    <a:pt x="19325" y="9059"/>
                  </a:cubicBezTo>
                  <a:lnTo>
                    <a:pt x="19325" y="8494"/>
                  </a:lnTo>
                  <a:cubicBezTo>
                    <a:pt x="19325" y="6495"/>
                    <a:pt x="18295" y="4629"/>
                    <a:pt x="16426" y="3234"/>
                  </a:cubicBezTo>
                  <a:cubicBezTo>
                    <a:pt x="14744" y="1981"/>
                    <a:pt x="12561" y="1247"/>
                    <a:pt x="10230" y="1145"/>
                  </a:cubicBezTo>
                  <a:lnTo>
                    <a:pt x="10230" y="568"/>
                  </a:lnTo>
                  <a:cubicBezTo>
                    <a:pt x="10230" y="254"/>
                    <a:pt x="9976" y="0"/>
                    <a:pt x="96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6" name="Google Shape;15186;p81"/>
            <p:cNvSpPr/>
            <p:nvPr/>
          </p:nvSpPr>
          <p:spPr>
            <a:xfrm>
              <a:off x="6413650"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7" name="Google Shape;15187;p81"/>
            <p:cNvSpPr/>
            <p:nvPr/>
          </p:nvSpPr>
          <p:spPr>
            <a:xfrm>
              <a:off x="6526875"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8" name="Google Shape;15188;p81"/>
            <p:cNvSpPr/>
            <p:nvPr/>
          </p:nvSpPr>
          <p:spPr>
            <a:xfrm>
              <a:off x="6611800"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9" name="Google Shape;15189;p81"/>
            <p:cNvSpPr/>
            <p:nvPr/>
          </p:nvSpPr>
          <p:spPr>
            <a:xfrm>
              <a:off x="6328725"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90" name="Google Shape;15190;p81"/>
          <p:cNvSpPr/>
          <p:nvPr/>
        </p:nvSpPr>
        <p:spPr>
          <a:xfrm>
            <a:off x="6738013" y="3621522"/>
            <a:ext cx="461303" cy="428233"/>
          </a:xfrm>
          <a:custGeom>
            <a:avLst/>
            <a:gdLst/>
            <a:ahLst/>
            <a:cxnLst/>
            <a:rect l="l" t="t" r="r" b="b"/>
            <a:pathLst>
              <a:path w="19655" h="18246" extrusionOk="0">
                <a:moveTo>
                  <a:pt x="9829" y="1835"/>
                </a:moveTo>
                <a:lnTo>
                  <a:pt x="12133" y="6452"/>
                </a:lnTo>
                <a:cubicBezTo>
                  <a:pt x="12218" y="6618"/>
                  <a:pt x="12375" y="6733"/>
                  <a:pt x="12559" y="6760"/>
                </a:cubicBezTo>
                <a:lnTo>
                  <a:pt x="17698" y="7500"/>
                </a:lnTo>
                <a:lnTo>
                  <a:pt x="13984" y="11078"/>
                </a:lnTo>
                <a:cubicBezTo>
                  <a:pt x="13848" y="11211"/>
                  <a:pt x="13788" y="11398"/>
                  <a:pt x="13821" y="11582"/>
                </a:cubicBezTo>
                <a:lnTo>
                  <a:pt x="14700" y="16646"/>
                </a:lnTo>
                <a:lnTo>
                  <a:pt x="10092" y="14251"/>
                </a:lnTo>
                <a:cubicBezTo>
                  <a:pt x="10009" y="14209"/>
                  <a:pt x="9919" y="14188"/>
                  <a:pt x="9830" y="14188"/>
                </a:cubicBezTo>
                <a:cubicBezTo>
                  <a:pt x="9740" y="14188"/>
                  <a:pt x="9651" y="14209"/>
                  <a:pt x="9570" y="14251"/>
                </a:cubicBezTo>
                <a:lnTo>
                  <a:pt x="4962" y="16646"/>
                </a:lnTo>
                <a:lnTo>
                  <a:pt x="5838" y="11582"/>
                </a:lnTo>
                <a:cubicBezTo>
                  <a:pt x="5871" y="11398"/>
                  <a:pt x="5810" y="11208"/>
                  <a:pt x="5674" y="11078"/>
                </a:cubicBezTo>
                <a:lnTo>
                  <a:pt x="1961" y="7500"/>
                </a:lnTo>
                <a:lnTo>
                  <a:pt x="7100" y="6760"/>
                </a:lnTo>
                <a:cubicBezTo>
                  <a:pt x="7284" y="6733"/>
                  <a:pt x="7441" y="6618"/>
                  <a:pt x="7525" y="6452"/>
                </a:cubicBezTo>
                <a:lnTo>
                  <a:pt x="9829" y="1835"/>
                </a:lnTo>
                <a:close/>
                <a:moveTo>
                  <a:pt x="9828" y="1"/>
                </a:moveTo>
                <a:cubicBezTo>
                  <a:pt x="9627" y="1"/>
                  <a:pt x="9426" y="105"/>
                  <a:pt x="9322" y="313"/>
                </a:cubicBezTo>
                <a:lnTo>
                  <a:pt x="6641" y="5682"/>
                </a:lnTo>
                <a:lnTo>
                  <a:pt x="653" y="6543"/>
                </a:lnTo>
                <a:cubicBezTo>
                  <a:pt x="188" y="6609"/>
                  <a:pt x="1" y="7183"/>
                  <a:pt x="339" y="7509"/>
                </a:cubicBezTo>
                <a:lnTo>
                  <a:pt x="4672" y="11685"/>
                </a:lnTo>
                <a:lnTo>
                  <a:pt x="3648" y="17579"/>
                </a:lnTo>
                <a:cubicBezTo>
                  <a:pt x="3584" y="17947"/>
                  <a:pt x="3875" y="18245"/>
                  <a:pt x="4207" y="18245"/>
                </a:cubicBezTo>
                <a:cubicBezTo>
                  <a:pt x="4293" y="18245"/>
                  <a:pt x="4383" y="18225"/>
                  <a:pt x="4470" y="18180"/>
                </a:cubicBezTo>
                <a:lnTo>
                  <a:pt x="9829" y="15393"/>
                </a:lnTo>
                <a:lnTo>
                  <a:pt x="15189" y="18180"/>
                </a:lnTo>
                <a:cubicBezTo>
                  <a:pt x="15275" y="18225"/>
                  <a:pt x="15365" y="18245"/>
                  <a:pt x="15452" y="18245"/>
                </a:cubicBezTo>
                <a:cubicBezTo>
                  <a:pt x="15782" y="18245"/>
                  <a:pt x="16072" y="17948"/>
                  <a:pt x="16007" y="17582"/>
                </a:cubicBezTo>
                <a:lnTo>
                  <a:pt x="14986" y="11685"/>
                </a:lnTo>
                <a:lnTo>
                  <a:pt x="19316" y="7512"/>
                </a:lnTo>
                <a:cubicBezTo>
                  <a:pt x="19655" y="7183"/>
                  <a:pt x="19470" y="6609"/>
                  <a:pt x="19005" y="6543"/>
                </a:cubicBezTo>
                <a:lnTo>
                  <a:pt x="13015" y="5682"/>
                </a:lnTo>
                <a:lnTo>
                  <a:pt x="10333" y="313"/>
                </a:lnTo>
                <a:cubicBezTo>
                  <a:pt x="10229" y="105"/>
                  <a:pt x="10029" y="1"/>
                  <a:pt x="98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91" name="Google Shape;15191;p81"/>
          <p:cNvGrpSpPr/>
          <p:nvPr/>
        </p:nvGrpSpPr>
        <p:grpSpPr>
          <a:xfrm>
            <a:off x="7318173" y="3609382"/>
            <a:ext cx="456116" cy="453581"/>
            <a:chOff x="1487200" y="3210375"/>
            <a:chExt cx="485850" cy="483150"/>
          </a:xfrm>
        </p:grpSpPr>
        <p:sp>
          <p:nvSpPr>
            <p:cNvPr id="15192" name="Google Shape;15192;p81"/>
            <p:cNvSpPr/>
            <p:nvPr/>
          </p:nvSpPr>
          <p:spPr>
            <a:xfrm>
              <a:off x="1712075" y="3294975"/>
              <a:ext cx="146750" cy="141525"/>
            </a:xfrm>
            <a:custGeom>
              <a:avLst/>
              <a:gdLst/>
              <a:ahLst/>
              <a:cxnLst/>
              <a:rect l="l" t="t" r="r" b="b"/>
              <a:pathLst>
                <a:path w="5870" h="5661" extrusionOk="0">
                  <a:moveTo>
                    <a:pt x="2935" y="1832"/>
                  </a:moveTo>
                  <a:lnTo>
                    <a:pt x="3183" y="2327"/>
                  </a:lnTo>
                  <a:cubicBezTo>
                    <a:pt x="3237" y="2438"/>
                    <a:pt x="3327" y="2526"/>
                    <a:pt x="3436" y="2580"/>
                  </a:cubicBezTo>
                  <a:lnTo>
                    <a:pt x="3931" y="2831"/>
                  </a:lnTo>
                  <a:lnTo>
                    <a:pt x="3436" y="3079"/>
                  </a:lnTo>
                  <a:cubicBezTo>
                    <a:pt x="3327" y="3133"/>
                    <a:pt x="3237" y="3220"/>
                    <a:pt x="3183" y="3332"/>
                  </a:cubicBezTo>
                  <a:lnTo>
                    <a:pt x="2935" y="3827"/>
                  </a:lnTo>
                  <a:lnTo>
                    <a:pt x="2684" y="3332"/>
                  </a:lnTo>
                  <a:cubicBezTo>
                    <a:pt x="2630" y="3220"/>
                    <a:pt x="2542" y="3133"/>
                    <a:pt x="2431" y="3079"/>
                  </a:cubicBezTo>
                  <a:lnTo>
                    <a:pt x="1936" y="2831"/>
                  </a:lnTo>
                  <a:lnTo>
                    <a:pt x="2431" y="2580"/>
                  </a:lnTo>
                  <a:cubicBezTo>
                    <a:pt x="2542" y="2526"/>
                    <a:pt x="2630" y="2438"/>
                    <a:pt x="2684" y="2327"/>
                  </a:cubicBezTo>
                  <a:lnTo>
                    <a:pt x="2935" y="1832"/>
                  </a:lnTo>
                  <a:close/>
                  <a:moveTo>
                    <a:pt x="2933" y="0"/>
                  </a:moveTo>
                  <a:cubicBezTo>
                    <a:pt x="2733" y="0"/>
                    <a:pt x="2532" y="104"/>
                    <a:pt x="2428" y="313"/>
                  </a:cubicBezTo>
                  <a:lnTo>
                    <a:pt x="1757" y="1653"/>
                  </a:lnTo>
                  <a:lnTo>
                    <a:pt x="417" y="2324"/>
                  </a:lnTo>
                  <a:cubicBezTo>
                    <a:pt x="0" y="2532"/>
                    <a:pt x="0" y="3127"/>
                    <a:pt x="417" y="3335"/>
                  </a:cubicBezTo>
                  <a:lnTo>
                    <a:pt x="1757" y="4006"/>
                  </a:lnTo>
                  <a:lnTo>
                    <a:pt x="2428" y="5346"/>
                  </a:lnTo>
                  <a:cubicBezTo>
                    <a:pt x="2532" y="5556"/>
                    <a:pt x="2733" y="5661"/>
                    <a:pt x="2933" y="5661"/>
                  </a:cubicBezTo>
                  <a:cubicBezTo>
                    <a:pt x="3134" y="5661"/>
                    <a:pt x="3335" y="5556"/>
                    <a:pt x="3439" y="5346"/>
                  </a:cubicBezTo>
                  <a:lnTo>
                    <a:pt x="4110" y="4006"/>
                  </a:lnTo>
                  <a:lnTo>
                    <a:pt x="5453" y="3335"/>
                  </a:lnTo>
                  <a:cubicBezTo>
                    <a:pt x="5870" y="3127"/>
                    <a:pt x="5870" y="2532"/>
                    <a:pt x="5453" y="2324"/>
                  </a:cubicBezTo>
                  <a:lnTo>
                    <a:pt x="4110" y="1653"/>
                  </a:lnTo>
                  <a:lnTo>
                    <a:pt x="3439" y="313"/>
                  </a:lnTo>
                  <a:cubicBezTo>
                    <a:pt x="3335" y="104"/>
                    <a:pt x="3134" y="0"/>
                    <a:pt x="293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3" name="Google Shape;15193;p81"/>
            <p:cNvSpPr/>
            <p:nvPr/>
          </p:nvSpPr>
          <p:spPr>
            <a:xfrm>
              <a:off x="1825300" y="3408200"/>
              <a:ext cx="147750" cy="141550"/>
            </a:xfrm>
            <a:custGeom>
              <a:avLst/>
              <a:gdLst/>
              <a:ahLst/>
              <a:cxnLst/>
              <a:rect l="l" t="t" r="r" b="b"/>
              <a:pathLst>
                <a:path w="5910" h="5662" extrusionOk="0">
                  <a:moveTo>
                    <a:pt x="2935" y="1832"/>
                  </a:moveTo>
                  <a:lnTo>
                    <a:pt x="3183" y="2327"/>
                  </a:lnTo>
                  <a:cubicBezTo>
                    <a:pt x="3237" y="2439"/>
                    <a:pt x="3328" y="2529"/>
                    <a:pt x="3442" y="2584"/>
                  </a:cubicBezTo>
                  <a:lnTo>
                    <a:pt x="3944" y="2831"/>
                  </a:lnTo>
                  <a:lnTo>
                    <a:pt x="3442" y="3076"/>
                  </a:lnTo>
                  <a:cubicBezTo>
                    <a:pt x="3328" y="3130"/>
                    <a:pt x="3237" y="3221"/>
                    <a:pt x="3183" y="3332"/>
                  </a:cubicBezTo>
                  <a:lnTo>
                    <a:pt x="2935" y="3828"/>
                  </a:lnTo>
                  <a:lnTo>
                    <a:pt x="2685" y="3332"/>
                  </a:lnTo>
                  <a:cubicBezTo>
                    <a:pt x="2630" y="3221"/>
                    <a:pt x="2543" y="3133"/>
                    <a:pt x="2434" y="3079"/>
                  </a:cubicBezTo>
                  <a:lnTo>
                    <a:pt x="1936" y="2831"/>
                  </a:lnTo>
                  <a:lnTo>
                    <a:pt x="2434" y="2581"/>
                  </a:lnTo>
                  <a:cubicBezTo>
                    <a:pt x="2543" y="2526"/>
                    <a:pt x="2630" y="2439"/>
                    <a:pt x="2685" y="2327"/>
                  </a:cubicBezTo>
                  <a:lnTo>
                    <a:pt x="2935" y="1832"/>
                  </a:lnTo>
                  <a:close/>
                  <a:moveTo>
                    <a:pt x="2934" y="0"/>
                  </a:moveTo>
                  <a:cubicBezTo>
                    <a:pt x="2733" y="0"/>
                    <a:pt x="2532" y="105"/>
                    <a:pt x="2428" y="313"/>
                  </a:cubicBezTo>
                  <a:lnTo>
                    <a:pt x="1758" y="1654"/>
                  </a:lnTo>
                  <a:lnTo>
                    <a:pt x="417" y="2324"/>
                  </a:lnTo>
                  <a:cubicBezTo>
                    <a:pt x="0" y="2532"/>
                    <a:pt x="0" y="3127"/>
                    <a:pt x="417" y="3335"/>
                  </a:cubicBezTo>
                  <a:lnTo>
                    <a:pt x="1758" y="4006"/>
                  </a:lnTo>
                  <a:lnTo>
                    <a:pt x="2428" y="5346"/>
                  </a:lnTo>
                  <a:cubicBezTo>
                    <a:pt x="2532" y="5556"/>
                    <a:pt x="2733" y="5661"/>
                    <a:pt x="2934" y="5661"/>
                  </a:cubicBezTo>
                  <a:cubicBezTo>
                    <a:pt x="3134" y="5661"/>
                    <a:pt x="3335" y="5556"/>
                    <a:pt x="3439" y="5346"/>
                  </a:cubicBezTo>
                  <a:lnTo>
                    <a:pt x="4110" y="4009"/>
                  </a:lnTo>
                  <a:lnTo>
                    <a:pt x="5484" y="3338"/>
                  </a:lnTo>
                  <a:cubicBezTo>
                    <a:pt x="5909" y="3133"/>
                    <a:pt x="5909" y="2526"/>
                    <a:pt x="5484" y="2321"/>
                  </a:cubicBezTo>
                  <a:lnTo>
                    <a:pt x="4110" y="1651"/>
                  </a:lnTo>
                  <a:lnTo>
                    <a:pt x="3439" y="313"/>
                  </a:lnTo>
                  <a:cubicBezTo>
                    <a:pt x="3335" y="105"/>
                    <a:pt x="3134" y="0"/>
                    <a:pt x="293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4" name="Google Shape;15194;p81"/>
            <p:cNvSpPr/>
            <p:nvPr/>
          </p:nvSpPr>
          <p:spPr>
            <a:xfrm>
              <a:off x="1487200" y="3210375"/>
              <a:ext cx="410350" cy="483150"/>
            </a:xfrm>
            <a:custGeom>
              <a:avLst/>
              <a:gdLst/>
              <a:ahLst/>
              <a:cxnLst/>
              <a:rect l="l" t="t" r="r" b="b"/>
              <a:pathLst>
                <a:path w="16414" h="19326" extrusionOk="0">
                  <a:moveTo>
                    <a:pt x="9662" y="1133"/>
                  </a:moveTo>
                  <a:cubicBezTo>
                    <a:pt x="9744" y="1133"/>
                    <a:pt x="9825" y="1133"/>
                    <a:pt x="9910" y="1136"/>
                  </a:cubicBezTo>
                  <a:cubicBezTo>
                    <a:pt x="7953" y="2866"/>
                    <a:pt x="6830" y="5351"/>
                    <a:pt x="6833" y="7966"/>
                  </a:cubicBezTo>
                  <a:cubicBezTo>
                    <a:pt x="6833" y="12311"/>
                    <a:pt x="9907" y="16049"/>
                    <a:pt x="14170" y="16889"/>
                  </a:cubicBezTo>
                  <a:cubicBezTo>
                    <a:pt x="12821" y="17740"/>
                    <a:pt x="11260" y="18193"/>
                    <a:pt x="9662" y="18193"/>
                  </a:cubicBezTo>
                  <a:cubicBezTo>
                    <a:pt x="4958" y="18193"/>
                    <a:pt x="1132" y="14368"/>
                    <a:pt x="1132" y="9663"/>
                  </a:cubicBezTo>
                  <a:cubicBezTo>
                    <a:pt x="1132" y="4959"/>
                    <a:pt x="4958" y="1133"/>
                    <a:pt x="9662" y="1133"/>
                  </a:cubicBezTo>
                  <a:close/>
                  <a:moveTo>
                    <a:pt x="9662" y="1"/>
                  </a:moveTo>
                  <a:cubicBezTo>
                    <a:pt x="7093" y="1"/>
                    <a:pt x="4668" y="1009"/>
                    <a:pt x="2838" y="2839"/>
                  </a:cubicBezTo>
                  <a:cubicBezTo>
                    <a:pt x="1009" y="4669"/>
                    <a:pt x="0" y="7094"/>
                    <a:pt x="0" y="9663"/>
                  </a:cubicBezTo>
                  <a:cubicBezTo>
                    <a:pt x="0" y="12233"/>
                    <a:pt x="1009" y="14657"/>
                    <a:pt x="2838" y="16487"/>
                  </a:cubicBezTo>
                  <a:cubicBezTo>
                    <a:pt x="4668" y="18317"/>
                    <a:pt x="7090" y="19325"/>
                    <a:pt x="9662" y="19325"/>
                  </a:cubicBezTo>
                  <a:cubicBezTo>
                    <a:pt x="12008" y="19322"/>
                    <a:pt x="14273" y="18462"/>
                    <a:pt x="16027" y="16907"/>
                  </a:cubicBezTo>
                  <a:cubicBezTo>
                    <a:pt x="16414" y="16566"/>
                    <a:pt x="16181" y="15932"/>
                    <a:pt x="15668" y="15916"/>
                  </a:cubicBezTo>
                  <a:cubicBezTo>
                    <a:pt x="11420" y="15799"/>
                    <a:pt x="7965" y="12233"/>
                    <a:pt x="7965" y="7966"/>
                  </a:cubicBezTo>
                  <a:cubicBezTo>
                    <a:pt x="7965" y="5243"/>
                    <a:pt x="9391" y="2658"/>
                    <a:pt x="11688" y="1215"/>
                  </a:cubicBezTo>
                  <a:cubicBezTo>
                    <a:pt x="12123" y="943"/>
                    <a:pt x="11999" y="276"/>
                    <a:pt x="11495" y="179"/>
                  </a:cubicBezTo>
                  <a:cubicBezTo>
                    <a:pt x="10891" y="61"/>
                    <a:pt x="10278" y="4"/>
                    <a:pt x="96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95" name="Google Shape;15195;p81"/>
          <p:cNvSpPr/>
          <p:nvPr/>
        </p:nvSpPr>
        <p:spPr>
          <a:xfrm>
            <a:off x="7861326" y="3653000"/>
            <a:ext cx="453557" cy="365264"/>
          </a:xfrm>
          <a:custGeom>
            <a:avLst/>
            <a:gdLst/>
            <a:ahLst/>
            <a:cxnLst/>
            <a:rect l="l" t="t" r="r" b="b"/>
            <a:pathLst>
              <a:path w="19325" h="15563" extrusionOk="0">
                <a:moveTo>
                  <a:pt x="13582" y="1135"/>
                </a:moveTo>
                <a:cubicBezTo>
                  <a:pt x="14814" y="1135"/>
                  <a:pt x="15946" y="1812"/>
                  <a:pt x="16532" y="2896"/>
                </a:cubicBezTo>
                <a:cubicBezTo>
                  <a:pt x="17118" y="3983"/>
                  <a:pt x="17060" y="5302"/>
                  <a:pt x="16381" y="6332"/>
                </a:cubicBezTo>
                <a:cubicBezTo>
                  <a:pt x="15881" y="6149"/>
                  <a:pt x="15358" y="6058"/>
                  <a:pt x="14835" y="6058"/>
                </a:cubicBezTo>
                <a:cubicBezTo>
                  <a:pt x="14169" y="6058"/>
                  <a:pt x="13503" y="6206"/>
                  <a:pt x="12890" y="6501"/>
                </a:cubicBezTo>
                <a:cubicBezTo>
                  <a:pt x="12326" y="5429"/>
                  <a:pt x="11381" y="4611"/>
                  <a:pt x="10239" y="4203"/>
                </a:cubicBezTo>
                <a:cubicBezTo>
                  <a:pt x="10390" y="2470"/>
                  <a:pt x="11843" y="1138"/>
                  <a:pt x="13582" y="1135"/>
                </a:cubicBezTo>
                <a:close/>
                <a:moveTo>
                  <a:pt x="8612" y="5055"/>
                </a:moveTo>
                <a:cubicBezTo>
                  <a:pt x="8920" y="5055"/>
                  <a:pt x="9222" y="5094"/>
                  <a:pt x="9518" y="5172"/>
                </a:cubicBezTo>
                <a:cubicBezTo>
                  <a:pt x="10710" y="5489"/>
                  <a:pt x="11673" y="6413"/>
                  <a:pt x="12093" y="7639"/>
                </a:cubicBezTo>
                <a:cubicBezTo>
                  <a:pt x="12176" y="7879"/>
                  <a:pt x="12400" y="8020"/>
                  <a:pt x="12631" y="8020"/>
                </a:cubicBezTo>
                <a:cubicBezTo>
                  <a:pt x="12744" y="8020"/>
                  <a:pt x="12859" y="7986"/>
                  <a:pt x="12960" y="7914"/>
                </a:cubicBezTo>
                <a:cubicBezTo>
                  <a:pt x="13506" y="7519"/>
                  <a:pt x="14164" y="7304"/>
                  <a:pt x="14838" y="7304"/>
                </a:cubicBezTo>
                <a:cubicBezTo>
                  <a:pt x="14844" y="7304"/>
                  <a:pt x="14850" y="7304"/>
                  <a:pt x="14856" y="7304"/>
                </a:cubicBezTo>
                <a:cubicBezTo>
                  <a:pt x="15360" y="7304"/>
                  <a:pt x="15858" y="7428"/>
                  <a:pt x="16308" y="7663"/>
                </a:cubicBezTo>
                <a:cubicBezTo>
                  <a:pt x="17471" y="8267"/>
                  <a:pt x="18192" y="9493"/>
                  <a:pt x="18192" y="10864"/>
                </a:cubicBezTo>
                <a:cubicBezTo>
                  <a:pt x="18192" y="12830"/>
                  <a:pt x="16689" y="14427"/>
                  <a:pt x="14838" y="14427"/>
                </a:cubicBezTo>
                <a:lnTo>
                  <a:pt x="3904" y="14427"/>
                </a:lnTo>
                <a:cubicBezTo>
                  <a:pt x="2377" y="14427"/>
                  <a:pt x="1133" y="13104"/>
                  <a:pt x="1133" y="11480"/>
                </a:cubicBezTo>
                <a:cubicBezTo>
                  <a:pt x="1133" y="9853"/>
                  <a:pt x="2377" y="8530"/>
                  <a:pt x="3904" y="8530"/>
                </a:cubicBezTo>
                <a:cubicBezTo>
                  <a:pt x="4052" y="8533"/>
                  <a:pt x="4200" y="8545"/>
                  <a:pt x="4345" y="8569"/>
                </a:cubicBezTo>
                <a:cubicBezTo>
                  <a:pt x="4377" y="8575"/>
                  <a:pt x="4409" y="8577"/>
                  <a:pt x="4441" y="8577"/>
                </a:cubicBezTo>
                <a:cubicBezTo>
                  <a:pt x="4704" y="8577"/>
                  <a:pt x="4941" y="8393"/>
                  <a:pt x="4994" y="8128"/>
                </a:cubicBezTo>
                <a:cubicBezTo>
                  <a:pt x="5369" y="6347"/>
                  <a:pt x="6891" y="5055"/>
                  <a:pt x="8612" y="5055"/>
                </a:cubicBezTo>
                <a:close/>
                <a:moveTo>
                  <a:pt x="13579" y="1"/>
                </a:moveTo>
                <a:cubicBezTo>
                  <a:pt x="11392" y="1"/>
                  <a:pt x="9410" y="1624"/>
                  <a:pt x="9128" y="3953"/>
                </a:cubicBezTo>
                <a:cubicBezTo>
                  <a:pt x="8954" y="3933"/>
                  <a:pt x="8780" y="3923"/>
                  <a:pt x="8607" y="3923"/>
                </a:cubicBezTo>
                <a:cubicBezTo>
                  <a:pt x="7490" y="3923"/>
                  <a:pt x="6402" y="4324"/>
                  <a:pt x="5550" y="5064"/>
                </a:cubicBezTo>
                <a:cubicBezTo>
                  <a:pt x="4831" y="5686"/>
                  <a:pt x="4300" y="6495"/>
                  <a:pt x="4016" y="7401"/>
                </a:cubicBezTo>
                <a:lnTo>
                  <a:pt x="3901" y="7401"/>
                </a:lnTo>
                <a:cubicBezTo>
                  <a:pt x="1752" y="7401"/>
                  <a:pt x="0" y="9231"/>
                  <a:pt x="0" y="11480"/>
                </a:cubicBezTo>
                <a:cubicBezTo>
                  <a:pt x="0" y="13730"/>
                  <a:pt x="1749" y="15562"/>
                  <a:pt x="3901" y="15562"/>
                </a:cubicBezTo>
                <a:lnTo>
                  <a:pt x="14838" y="15562"/>
                </a:lnTo>
                <a:cubicBezTo>
                  <a:pt x="17311" y="15562"/>
                  <a:pt x="19325" y="13455"/>
                  <a:pt x="19325" y="10867"/>
                </a:cubicBezTo>
                <a:cubicBezTo>
                  <a:pt x="19325" y="9985"/>
                  <a:pt x="19086" y="9122"/>
                  <a:pt x="18633" y="8364"/>
                </a:cubicBezTo>
                <a:cubicBezTo>
                  <a:pt x="18301" y="7808"/>
                  <a:pt x="17854" y="7331"/>
                  <a:pt x="17326" y="6960"/>
                </a:cubicBezTo>
                <a:cubicBezTo>
                  <a:pt x="18917" y="4544"/>
                  <a:pt x="17842" y="1274"/>
                  <a:pt x="15125" y="278"/>
                </a:cubicBezTo>
                <a:cubicBezTo>
                  <a:pt x="14611" y="89"/>
                  <a:pt x="14089" y="1"/>
                  <a:pt x="1357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6" name="Google Shape;15196;p81"/>
          <p:cNvSpPr/>
          <p:nvPr/>
        </p:nvSpPr>
        <p:spPr>
          <a:xfrm>
            <a:off x="8413566" y="3699052"/>
            <a:ext cx="453628" cy="273144"/>
          </a:xfrm>
          <a:custGeom>
            <a:avLst/>
            <a:gdLst/>
            <a:ahLst/>
            <a:cxnLst/>
            <a:rect l="l" t="t" r="r" b="b"/>
            <a:pathLst>
              <a:path w="19328" h="11638" extrusionOk="0">
                <a:moveTo>
                  <a:pt x="8612" y="1133"/>
                </a:moveTo>
                <a:cubicBezTo>
                  <a:pt x="8920" y="1133"/>
                  <a:pt x="9222" y="1172"/>
                  <a:pt x="9518" y="1251"/>
                </a:cubicBezTo>
                <a:cubicBezTo>
                  <a:pt x="10710" y="1571"/>
                  <a:pt x="11674" y="2492"/>
                  <a:pt x="12093" y="3718"/>
                </a:cubicBezTo>
                <a:cubicBezTo>
                  <a:pt x="12176" y="3959"/>
                  <a:pt x="12399" y="4099"/>
                  <a:pt x="12630" y="4099"/>
                </a:cubicBezTo>
                <a:cubicBezTo>
                  <a:pt x="12743" y="4099"/>
                  <a:pt x="12858" y="4065"/>
                  <a:pt x="12960" y="3992"/>
                </a:cubicBezTo>
                <a:cubicBezTo>
                  <a:pt x="13506" y="3597"/>
                  <a:pt x="14165" y="3382"/>
                  <a:pt x="14838" y="3382"/>
                </a:cubicBezTo>
                <a:cubicBezTo>
                  <a:pt x="14844" y="3382"/>
                  <a:pt x="14850" y="3382"/>
                  <a:pt x="14856" y="3382"/>
                </a:cubicBezTo>
                <a:cubicBezTo>
                  <a:pt x="15360" y="3382"/>
                  <a:pt x="15858" y="3506"/>
                  <a:pt x="16308" y="3742"/>
                </a:cubicBezTo>
                <a:cubicBezTo>
                  <a:pt x="17471" y="4346"/>
                  <a:pt x="18193" y="5572"/>
                  <a:pt x="18193" y="6942"/>
                </a:cubicBezTo>
                <a:cubicBezTo>
                  <a:pt x="18193" y="8908"/>
                  <a:pt x="16689" y="10505"/>
                  <a:pt x="14838" y="10505"/>
                </a:cubicBezTo>
                <a:lnTo>
                  <a:pt x="3905" y="10505"/>
                </a:lnTo>
                <a:cubicBezTo>
                  <a:pt x="2377" y="10505"/>
                  <a:pt x="1133" y="9183"/>
                  <a:pt x="1133" y="7558"/>
                </a:cubicBezTo>
                <a:cubicBezTo>
                  <a:pt x="1133" y="5931"/>
                  <a:pt x="2377" y="4611"/>
                  <a:pt x="3905" y="4611"/>
                </a:cubicBezTo>
                <a:cubicBezTo>
                  <a:pt x="4053" y="4611"/>
                  <a:pt x="4200" y="4623"/>
                  <a:pt x="4345" y="4648"/>
                </a:cubicBezTo>
                <a:cubicBezTo>
                  <a:pt x="4378" y="4653"/>
                  <a:pt x="4410" y="4656"/>
                  <a:pt x="4442" y="4656"/>
                </a:cubicBezTo>
                <a:cubicBezTo>
                  <a:pt x="4704" y="4656"/>
                  <a:pt x="4941" y="4473"/>
                  <a:pt x="4995" y="4207"/>
                </a:cubicBezTo>
                <a:cubicBezTo>
                  <a:pt x="5369" y="2425"/>
                  <a:pt x="6891" y="1133"/>
                  <a:pt x="8612" y="1133"/>
                </a:cubicBezTo>
                <a:close/>
                <a:moveTo>
                  <a:pt x="8612" y="1"/>
                </a:moveTo>
                <a:cubicBezTo>
                  <a:pt x="7489" y="4"/>
                  <a:pt x="6405" y="408"/>
                  <a:pt x="5553" y="1142"/>
                </a:cubicBezTo>
                <a:cubicBezTo>
                  <a:pt x="4832" y="1764"/>
                  <a:pt x="4300" y="2573"/>
                  <a:pt x="4016" y="3479"/>
                </a:cubicBezTo>
                <a:lnTo>
                  <a:pt x="3905" y="3479"/>
                </a:lnTo>
                <a:cubicBezTo>
                  <a:pt x="1752" y="3479"/>
                  <a:pt x="0" y="5309"/>
                  <a:pt x="0" y="7558"/>
                </a:cubicBezTo>
                <a:cubicBezTo>
                  <a:pt x="0" y="9808"/>
                  <a:pt x="1752" y="11638"/>
                  <a:pt x="3905" y="11638"/>
                </a:cubicBezTo>
                <a:lnTo>
                  <a:pt x="14838" y="11638"/>
                </a:lnTo>
                <a:cubicBezTo>
                  <a:pt x="17314" y="11638"/>
                  <a:pt x="19325" y="9533"/>
                  <a:pt x="19325" y="6945"/>
                </a:cubicBezTo>
                <a:cubicBezTo>
                  <a:pt x="19328" y="6064"/>
                  <a:pt x="19089" y="5197"/>
                  <a:pt x="18636" y="4442"/>
                </a:cubicBezTo>
                <a:cubicBezTo>
                  <a:pt x="18202" y="3718"/>
                  <a:pt x="17577" y="3129"/>
                  <a:pt x="16831" y="2736"/>
                </a:cubicBezTo>
                <a:cubicBezTo>
                  <a:pt x="16206" y="2412"/>
                  <a:pt x="15522" y="2249"/>
                  <a:pt x="14838" y="2249"/>
                </a:cubicBezTo>
                <a:cubicBezTo>
                  <a:pt x="14173" y="2249"/>
                  <a:pt x="13508" y="2403"/>
                  <a:pt x="12896" y="2709"/>
                </a:cubicBezTo>
                <a:cubicBezTo>
                  <a:pt x="12265" y="1447"/>
                  <a:pt x="11151" y="514"/>
                  <a:pt x="9811" y="158"/>
                </a:cubicBezTo>
                <a:cubicBezTo>
                  <a:pt x="9421" y="55"/>
                  <a:pt x="9016" y="1"/>
                  <a:pt x="861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97" name="Google Shape;15197;p81"/>
          <p:cNvGrpSpPr/>
          <p:nvPr/>
        </p:nvGrpSpPr>
        <p:grpSpPr>
          <a:xfrm>
            <a:off x="8970651" y="3609370"/>
            <a:ext cx="454848" cy="453605"/>
            <a:chOff x="3269875" y="3210400"/>
            <a:chExt cx="484500" cy="483175"/>
          </a:xfrm>
        </p:grpSpPr>
        <p:sp>
          <p:nvSpPr>
            <p:cNvPr id="15198" name="Google Shape;15198;p81"/>
            <p:cNvSpPr/>
            <p:nvPr/>
          </p:nvSpPr>
          <p:spPr>
            <a:xfrm>
              <a:off x="3364000" y="3303850"/>
              <a:ext cx="296300" cy="296300"/>
            </a:xfrm>
            <a:custGeom>
              <a:avLst/>
              <a:gdLst/>
              <a:ahLst/>
              <a:cxnLst/>
              <a:rect l="l" t="t" r="r" b="b"/>
              <a:pathLst>
                <a:path w="11852" h="11852" extrusionOk="0">
                  <a:moveTo>
                    <a:pt x="5925" y="1132"/>
                  </a:moveTo>
                  <a:cubicBezTo>
                    <a:pt x="7863" y="1132"/>
                    <a:pt x="9612" y="2298"/>
                    <a:pt x="10354" y="4088"/>
                  </a:cubicBezTo>
                  <a:cubicBezTo>
                    <a:pt x="11094" y="5882"/>
                    <a:pt x="10683" y="7941"/>
                    <a:pt x="9313" y="9312"/>
                  </a:cubicBezTo>
                  <a:cubicBezTo>
                    <a:pt x="8395" y="10230"/>
                    <a:pt x="7169" y="10717"/>
                    <a:pt x="5920" y="10717"/>
                  </a:cubicBezTo>
                  <a:cubicBezTo>
                    <a:pt x="5304" y="10717"/>
                    <a:pt x="4682" y="10598"/>
                    <a:pt x="4089" y="10354"/>
                  </a:cubicBezTo>
                  <a:cubicBezTo>
                    <a:pt x="2298" y="9611"/>
                    <a:pt x="1133" y="7863"/>
                    <a:pt x="1133" y="5924"/>
                  </a:cubicBezTo>
                  <a:cubicBezTo>
                    <a:pt x="1133" y="3279"/>
                    <a:pt x="3280" y="1132"/>
                    <a:pt x="5925" y="1132"/>
                  </a:cubicBezTo>
                  <a:close/>
                  <a:moveTo>
                    <a:pt x="5925" y="0"/>
                  </a:moveTo>
                  <a:cubicBezTo>
                    <a:pt x="2658" y="0"/>
                    <a:pt x="1" y="2657"/>
                    <a:pt x="1" y="5924"/>
                  </a:cubicBezTo>
                  <a:cubicBezTo>
                    <a:pt x="1" y="9191"/>
                    <a:pt x="2658" y="11851"/>
                    <a:pt x="5925" y="11851"/>
                  </a:cubicBezTo>
                  <a:cubicBezTo>
                    <a:pt x="9192" y="11851"/>
                    <a:pt x="11852" y="9191"/>
                    <a:pt x="11852" y="5924"/>
                  </a:cubicBezTo>
                  <a:cubicBezTo>
                    <a:pt x="11852" y="2657"/>
                    <a:pt x="9192" y="0"/>
                    <a:pt x="592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9" name="Google Shape;15199;p81"/>
            <p:cNvSpPr/>
            <p:nvPr/>
          </p:nvSpPr>
          <p:spPr>
            <a:xfrm>
              <a:off x="3269875" y="3210400"/>
              <a:ext cx="484500" cy="483175"/>
            </a:xfrm>
            <a:custGeom>
              <a:avLst/>
              <a:gdLst/>
              <a:ahLst/>
              <a:cxnLst/>
              <a:rect l="l" t="t" r="r" b="b"/>
              <a:pathLst>
                <a:path w="19380" h="19327" extrusionOk="0">
                  <a:moveTo>
                    <a:pt x="9690" y="1208"/>
                  </a:moveTo>
                  <a:lnTo>
                    <a:pt x="11426" y="2126"/>
                  </a:lnTo>
                  <a:cubicBezTo>
                    <a:pt x="11507" y="2168"/>
                    <a:pt x="11598" y="2192"/>
                    <a:pt x="11692" y="2192"/>
                  </a:cubicBezTo>
                  <a:lnTo>
                    <a:pt x="13651" y="2192"/>
                  </a:lnTo>
                  <a:lnTo>
                    <a:pt x="14765" y="3817"/>
                  </a:lnTo>
                  <a:cubicBezTo>
                    <a:pt x="14817" y="3892"/>
                    <a:pt x="14886" y="3955"/>
                    <a:pt x="14968" y="3998"/>
                  </a:cubicBezTo>
                  <a:lnTo>
                    <a:pt x="16704" y="4916"/>
                  </a:lnTo>
                  <a:lnTo>
                    <a:pt x="16939" y="6878"/>
                  </a:lnTo>
                  <a:cubicBezTo>
                    <a:pt x="16952" y="6969"/>
                    <a:pt x="16985" y="7056"/>
                    <a:pt x="17036" y="7132"/>
                  </a:cubicBezTo>
                  <a:lnTo>
                    <a:pt x="18150" y="8759"/>
                  </a:lnTo>
                  <a:lnTo>
                    <a:pt x="17456" y="10610"/>
                  </a:lnTo>
                  <a:cubicBezTo>
                    <a:pt x="17423" y="10695"/>
                    <a:pt x="17410" y="10785"/>
                    <a:pt x="17423" y="10876"/>
                  </a:cubicBezTo>
                  <a:lnTo>
                    <a:pt x="17658" y="12842"/>
                  </a:lnTo>
                  <a:lnTo>
                    <a:pt x="16188" y="14155"/>
                  </a:lnTo>
                  <a:cubicBezTo>
                    <a:pt x="16121" y="14216"/>
                    <a:pt x="16067" y="14291"/>
                    <a:pt x="16037" y="14379"/>
                  </a:cubicBezTo>
                  <a:lnTo>
                    <a:pt x="15339" y="16226"/>
                  </a:lnTo>
                  <a:lnTo>
                    <a:pt x="13437" y="16701"/>
                  </a:lnTo>
                  <a:cubicBezTo>
                    <a:pt x="13346" y="16722"/>
                    <a:pt x="13265" y="16764"/>
                    <a:pt x="13195" y="16827"/>
                  </a:cubicBezTo>
                  <a:lnTo>
                    <a:pt x="11728" y="18138"/>
                  </a:lnTo>
                  <a:lnTo>
                    <a:pt x="9826" y="17664"/>
                  </a:lnTo>
                  <a:cubicBezTo>
                    <a:pt x="9782" y="17653"/>
                    <a:pt x="9736" y="17648"/>
                    <a:pt x="9690" y="17648"/>
                  </a:cubicBezTo>
                  <a:cubicBezTo>
                    <a:pt x="9644" y="17648"/>
                    <a:pt x="9598" y="17653"/>
                    <a:pt x="9554" y="17664"/>
                  </a:cubicBezTo>
                  <a:lnTo>
                    <a:pt x="7652" y="18138"/>
                  </a:lnTo>
                  <a:lnTo>
                    <a:pt x="6184" y="16827"/>
                  </a:lnTo>
                  <a:cubicBezTo>
                    <a:pt x="6115" y="16767"/>
                    <a:pt x="6033" y="16722"/>
                    <a:pt x="5943" y="16701"/>
                  </a:cubicBezTo>
                  <a:lnTo>
                    <a:pt x="4040" y="16226"/>
                  </a:lnTo>
                  <a:lnTo>
                    <a:pt x="3343" y="14379"/>
                  </a:lnTo>
                  <a:cubicBezTo>
                    <a:pt x="3313" y="14291"/>
                    <a:pt x="3258" y="14216"/>
                    <a:pt x="3192" y="14155"/>
                  </a:cubicBezTo>
                  <a:lnTo>
                    <a:pt x="1721" y="12842"/>
                  </a:lnTo>
                  <a:lnTo>
                    <a:pt x="1960" y="10879"/>
                  </a:lnTo>
                  <a:cubicBezTo>
                    <a:pt x="1969" y="10788"/>
                    <a:pt x="1960" y="10695"/>
                    <a:pt x="1927" y="10610"/>
                  </a:cubicBezTo>
                  <a:lnTo>
                    <a:pt x="1229" y="8762"/>
                  </a:lnTo>
                  <a:lnTo>
                    <a:pt x="2346" y="7132"/>
                  </a:lnTo>
                  <a:cubicBezTo>
                    <a:pt x="2398" y="7056"/>
                    <a:pt x="2428" y="6969"/>
                    <a:pt x="2440" y="6878"/>
                  </a:cubicBezTo>
                  <a:lnTo>
                    <a:pt x="2679" y="4916"/>
                  </a:lnTo>
                  <a:lnTo>
                    <a:pt x="4415" y="3998"/>
                  </a:lnTo>
                  <a:cubicBezTo>
                    <a:pt x="4493" y="3955"/>
                    <a:pt x="4563" y="3892"/>
                    <a:pt x="4617" y="3817"/>
                  </a:cubicBezTo>
                  <a:lnTo>
                    <a:pt x="5731" y="2192"/>
                  </a:lnTo>
                  <a:lnTo>
                    <a:pt x="7691" y="2192"/>
                  </a:lnTo>
                  <a:cubicBezTo>
                    <a:pt x="7781" y="2192"/>
                    <a:pt x="7872" y="2168"/>
                    <a:pt x="7954" y="2126"/>
                  </a:cubicBezTo>
                  <a:lnTo>
                    <a:pt x="9690" y="1208"/>
                  </a:lnTo>
                  <a:close/>
                  <a:moveTo>
                    <a:pt x="9690" y="1"/>
                  </a:moveTo>
                  <a:cubicBezTo>
                    <a:pt x="9599" y="1"/>
                    <a:pt x="9509" y="23"/>
                    <a:pt x="9427" y="66"/>
                  </a:cubicBezTo>
                  <a:lnTo>
                    <a:pt x="7549" y="1057"/>
                  </a:lnTo>
                  <a:lnTo>
                    <a:pt x="5432" y="1057"/>
                  </a:lnTo>
                  <a:cubicBezTo>
                    <a:pt x="5245" y="1057"/>
                    <a:pt x="5070" y="1150"/>
                    <a:pt x="4964" y="1304"/>
                  </a:cubicBezTo>
                  <a:lnTo>
                    <a:pt x="3760" y="3062"/>
                  </a:lnTo>
                  <a:lnTo>
                    <a:pt x="1885" y="4052"/>
                  </a:lnTo>
                  <a:cubicBezTo>
                    <a:pt x="1721" y="4140"/>
                    <a:pt x="1610" y="4300"/>
                    <a:pt x="1586" y="4484"/>
                  </a:cubicBezTo>
                  <a:lnTo>
                    <a:pt x="1332" y="6607"/>
                  </a:lnTo>
                  <a:lnTo>
                    <a:pt x="127" y="8364"/>
                  </a:lnTo>
                  <a:cubicBezTo>
                    <a:pt x="22" y="8515"/>
                    <a:pt x="0" y="8711"/>
                    <a:pt x="67" y="8883"/>
                  </a:cubicBezTo>
                  <a:lnTo>
                    <a:pt x="819" y="10882"/>
                  </a:lnTo>
                  <a:lnTo>
                    <a:pt x="562" y="13002"/>
                  </a:lnTo>
                  <a:cubicBezTo>
                    <a:pt x="538" y="13186"/>
                    <a:pt x="607" y="13370"/>
                    <a:pt x="746" y="13494"/>
                  </a:cubicBezTo>
                  <a:lnTo>
                    <a:pt x="2331" y="14910"/>
                  </a:lnTo>
                  <a:lnTo>
                    <a:pt x="3083" y="16906"/>
                  </a:lnTo>
                  <a:cubicBezTo>
                    <a:pt x="3150" y="17081"/>
                    <a:pt x="3298" y="17211"/>
                    <a:pt x="3476" y="17256"/>
                  </a:cubicBezTo>
                  <a:lnTo>
                    <a:pt x="5535" y="17766"/>
                  </a:lnTo>
                  <a:lnTo>
                    <a:pt x="7120" y="19183"/>
                  </a:lnTo>
                  <a:cubicBezTo>
                    <a:pt x="7225" y="19276"/>
                    <a:pt x="7360" y="19326"/>
                    <a:pt x="7498" y="19326"/>
                  </a:cubicBezTo>
                  <a:cubicBezTo>
                    <a:pt x="7543" y="19326"/>
                    <a:pt x="7589" y="19321"/>
                    <a:pt x="7634" y="19309"/>
                  </a:cubicBezTo>
                  <a:lnTo>
                    <a:pt x="9690" y="18796"/>
                  </a:lnTo>
                  <a:lnTo>
                    <a:pt x="11746" y="19306"/>
                  </a:lnTo>
                  <a:cubicBezTo>
                    <a:pt x="11791" y="19318"/>
                    <a:pt x="11837" y="19324"/>
                    <a:pt x="11882" y="19324"/>
                  </a:cubicBezTo>
                  <a:cubicBezTo>
                    <a:pt x="12021" y="19324"/>
                    <a:pt x="12157" y="19273"/>
                    <a:pt x="12259" y="19180"/>
                  </a:cubicBezTo>
                  <a:lnTo>
                    <a:pt x="13845" y="17763"/>
                  </a:lnTo>
                  <a:lnTo>
                    <a:pt x="15901" y="17253"/>
                  </a:lnTo>
                  <a:cubicBezTo>
                    <a:pt x="16082" y="17208"/>
                    <a:pt x="16230" y="17078"/>
                    <a:pt x="16296" y="16903"/>
                  </a:cubicBezTo>
                  <a:lnTo>
                    <a:pt x="17048" y="14907"/>
                  </a:lnTo>
                  <a:lnTo>
                    <a:pt x="18633" y="13491"/>
                  </a:lnTo>
                  <a:cubicBezTo>
                    <a:pt x="18769" y="13367"/>
                    <a:pt x="18839" y="13183"/>
                    <a:pt x="18818" y="12999"/>
                  </a:cubicBezTo>
                  <a:lnTo>
                    <a:pt x="18561" y="10879"/>
                  </a:lnTo>
                  <a:lnTo>
                    <a:pt x="19313" y="8880"/>
                  </a:lnTo>
                  <a:cubicBezTo>
                    <a:pt x="19379" y="8708"/>
                    <a:pt x="19355" y="8515"/>
                    <a:pt x="19249" y="8361"/>
                  </a:cubicBezTo>
                  <a:lnTo>
                    <a:pt x="18048" y="6607"/>
                  </a:lnTo>
                  <a:lnTo>
                    <a:pt x="17794" y="4484"/>
                  </a:lnTo>
                  <a:cubicBezTo>
                    <a:pt x="17770" y="4300"/>
                    <a:pt x="17658" y="4140"/>
                    <a:pt x="17495" y="4052"/>
                  </a:cubicBezTo>
                  <a:lnTo>
                    <a:pt x="15620" y="3059"/>
                  </a:lnTo>
                  <a:lnTo>
                    <a:pt x="14415" y="1301"/>
                  </a:lnTo>
                  <a:cubicBezTo>
                    <a:pt x="14310" y="1147"/>
                    <a:pt x="14134" y="1057"/>
                    <a:pt x="13947" y="1057"/>
                  </a:cubicBezTo>
                  <a:lnTo>
                    <a:pt x="11831" y="1057"/>
                  </a:lnTo>
                  <a:lnTo>
                    <a:pt x="9955" y="66"/>
                  </a:lnTo>
                  <a:cubicBezTo>
                    <a:pt x="9872" y="23"/>
                    <a:pt x="9781" y="1"/>
                    <a:pt x="969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00" name="Google Shape;15200;p81"/>
          <p:cNvGrpSpPr/>
          <p:nvPr/>
        </p:nvGrpSpPr>
        <p:grpSpPr>
          <a:xfrm>
            <a:off x="9636109" y="3608889"/>
            <a:ext cx="226955" cy="454567"/>
            <a:chOff x="3985700" y="3210375"/>
            <a:chExt cx="241750" cy="484200"/>
          </a:xfrm>
        </p:grpSpPr>
        <p:sp>
          <p:nvSpPr>
            <p:cNvPr id="15201" name="Google Shape;15201;p81"/>
            <p:cNvSpPr/>
            <p:nvPr/>
          </p:nvSpPr>
          <p:spPr>
            <a:xfrm>
              <a:off x="4042700" y="3294475"/>
              <a:ext cx="127750" cy="339425"/>
            </a:xfrm>
            <a:custGeom>
              <a:avLst/>
              <a:gdLst/>
              <a:ahLst/>
              <a:cxnLst/>
              <a:rect l="l" t="t" r="r" b="b"/>
              <a:pathLst>
                <a:path w="5110" h="13577" extrusionOk="0">
                  <a:moveTo>
                    <a:pt x="2554" y="9854"/>
                  </a:moveTo>
                  <a:cubicBezTo>
                    <a:pt x="2721" y="9854"/>
                    <a:pt x="2890" y="9887"/>
                    <a:pt x="3050" y="9953"/>
                  </a:cubicBezTo>
                  <a:cubicBezTo>
                    <a:pt x="3533" y="10155"/>
                    <a:pt x="3850" y="10626"/>
                    <a:pt x="3850" y="11151"/>
                  </a:cubicBezTo>
                  <a:cubicBezTo>
                    <a:pt x="3850" y="11864"/>
                    <a:pt x="3271" y="12444"/>
                    <a:pt x="2555" y="12447"/>
                  </a:cubicBezTo>
                  <a:cubicBezTo>
                    <a:pt x="2030" y="12447"/>
                    <a:pt x="1558" y="12130"/>
                    <a:pt x="1356" y="11647"/>
                  </a:cubicBezTo>
                  <a:cubicBezTo>
                    <a:pt x="1157" y="11164"/>
                    <a:pt x="1269" y="10605"/>
                    <a:pt x="1637" y="10234"/>
                  </a:cubicBezTo>
                  <a:cubicBezTo>
                    <a:pt x="1885" y="9985"/>
                    <a:pt x="2217" y="9854"/>
                    <a:pt x="2554" y="9854"/>
                  </a:cubicBezTo>
                  <a:close/>
                  <a:moveTo>
                    <a:pt x="2555" y="1"/>
                  </a:moveTo>
                  <a:cubicBezTo>
                    <a:pt x="2241" y="1"/>
                    <a:pt x="1990" y="254"/>
                    <a:pt x="1990" y="565"/>
                  </a:cubicBezTo>
                  <a:lnTo>
                    <a:pt x="1990" y="8790"/>
                  </a:lnTo>
                  <a:cubicBezTo>
                    <a:pt x="792" y="9077"/>
                    <a:pt x="0" y="10215"/>
                    <a:pt x="145" y="11435"/>
                  </a:cubicBezTo>
                  <a:cubicBezTo>
                    <a:pt x="287" y="12658"/>
                    <a:pt x="1326" y="13576"/>
                    <a:pt x="2555" y="13576"/>
                  </a:cubicBezTo>
                  <a:cubicBezTo>
                    <a:pt x="3784" y="13576"/>
                    <a:pt x="4823" y="12658"/>
                    <a:pt x="4964" y="11435"/>
                  </a:cubicBezTo>
                  <a:cubicBezTo>
                    <a:pt x="5109" y="10215"/>
                    <a:pt x="4318" y="9077"/>
                    <a:pt x="3123" y="8790"/>
                  </a:cubicBezTo>
                  <a:lnTo>
                    <a:pt x="3123" y="565"/>
                  </a:lnTo>
                  <a:cubicBezTo>
                    <a:pt x="3123" y="254"/>
                    <a:pt x="2869" y="1"/>
                    <a:pt x="255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02" name="Google Shape;15202;p81"/>
            <p:cNvSpPr/>
            <p:nvPr/>
          </p:nvSpPr>
          <p:spPr>
            <a:xfrm>
              <a:off x="3985700" y="3210375"/>
              <a:ext cx="241750" cy="484200"/>
            </a:xfrm>
            <a:custGeom>
              <a:avLst/>
              <a:gdLst/>
              <a:ahLst/>
              <a:cxnLst/>
              <a:rect l="l" t="t" r="r" b="b"/>
              <a:pathLst>
                <a:path w="9670" h="19368" extrusionOk="0">
                  <a:moveTo>
                    <a:pt x="4835" y="1133"/>
                  </a:moveTo>
                  <a:cubicBezTo>
                    <a:pt x="5792" y="1133"/>
                    <a:pt x="6571" y="1909"/>
                    <a:pt x="6571" y="2869"/>
                  </a:cubicBezTo>
                  <a:lnTo>
                    <a:pt x="6574" y="10853"/>
                  </a:lnTo>
                  <a:lnTo>
                    <a:pt x="6574" y="10871"/>
                  </a:lnTo>
                  <a:cubicBezTo>
                    <a:pt x="6568" y="11073"/>
                    <a:pt x="6668" y="11260"/>
                    <a:pt x="6837" y="11369"/>
                  </a:cubicBezTo>
                  <a:cubicBezTo>
                    <a:pt x="7869" y="12027"/>
                    <a:pt x="8513" y="13232"/>
                    <a:pt x="8513" y="14512"/>
                  </a:cubicBezTo>
                  <a:cubicBezTo>
                    <a:pt x="8510" y="16545"/>
                    <a:pt x="6864" y="18190"/>
                    <a:pt x="4835" y="18193"/>
                  </a:cubicBezTo>
                  <a:cubicBezTo>
                    <a:pt x="2803" y="18190"/>
                    <a:pt x="1157" y="16545"/>
                    <a:pt x="1157" y="14515"/>
                  </a:cubicBezTo>
                  <a:cubicBezTo>
                    <a:pt x="1157" y="13280"/>
                    <a:pt x="1818" y="12043"/>
                    <a:pt x="2842" y="11363"/>
                  </a:cubicBezTo>
                  <a:cubicBezTo>
                    <a:pt x="2987" y="11267"/>
                    <a:pt x="3078" y="11110"/>
                    <a:pt x="3093" y="10934"/>
                  </a:cubicBezTo>
                  <a:cubicBezTo>
                    <a:pt x="3096" y="10907"/>
                    <a:pt x="3099" y="10880"/>
                    <a:pt x="3099" y="10856"/>
                  </a:cubicBezTo>
                  <a:lnTo>
                    <a:pt x="3099" y="2869"/>
                  </a:lnTo>
                  <a:cubicBezTo>
                    <a:pt x="3099" y="1909"/>
                    <a:pt x="3875" y="1133"/>
                    <a:pt x="4835" y="1133"/>
                  </a:cubicBezTo>
                  <a:close/>
                  <a:moveTo>
                    <a:pt x="4835" y="1"/>
                  </a:moveTo>
                  <a:cubicBezTo>
                    <a:pt x="3250" y="1"/>
                    <a:pt x="1966" y="1284"/>
                    <a:pt x="1966" y="2869"/>
                  </a:cubicBezTo>
                  <a:lnTo>
                    <a:pt x="1966" y="10596"/>
                  </a:lnTo>
                  <a:cubicBezTo>
                    <a:pt x="750" y="11532"/>
                    <a:pt x="34" y="12979"/>
                    <a:pt x="25" y="14515"/>
                  </a:cubicBezTo>
                  <a:cubicBezTo>
                    <a:pt x="1" y="17188"/>
                    <a:pt x="2163" y="19368"/>
                    <a:pt x="4835" y="19368"/>
                  </a:cubicBezTo>
                  <a:cubicBezTo>
                    <a:pt x="7510" y="19368"/>
                    <a:pt x="9669" y="17188"/>
                    <a:pt x="9648" y="14515"/>
                  </a:cubicBezTo>
                  <a:cubicBezTo>
                    <a:pt x="9648" y="13688"/>
                    <a:pt x="9443" y="12879"/>
                    <a:pt x="9053" y="12151"/>
                  </a:cubicBezTo>
                  <a:cubicBezTo>
                    <a:pt x="8724" y="11541"/>
                    <a:pt x="8265" y="11010"/>
                    <a:pt x="7709" y="10596"/>
                  </a:cubicBezTo>
                  <a:lnTo>
                    <a:pt x="7703" y="2869"/>
                  </a:lnTo>
                  <a:cubicBezTo>
                    <a:pt x="7703" y="1284"/>
                    <a:pt x="6420" y="1"/>
                    <a:pt x="483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03" name="Google Shape;15203;p81"/>
          <p:cNvGrpSpPr/>
          <p:nvPr/>
        </p:nvGrpSpPr>
        <p:grpSpPr>
          <a:xfrm>
            <a:off x="10088469" y="3610238"/>
            <a:ext cx="452009" cy="451868"/>
            <a:chOff x="4460225" y="3211300"/>
            <a:chExt cx="481475" cy="481325"/>
          </a:xfrm>
        </p:grpSpPr>
        <p:sp>
          <p:nvSpPr>
            <p:cNvPr id="15204" name="Google Shape;15204;p81"/>
            <p:cNvSpPr/>
            <p:nvPr/>
          </p:nvSpPr>
          <p:spPr>
            <a:xfrm>
              <a:off x="4602350" y="3353250"/>
              <a:ext cx="205125" cy="197375"/>
            </a:xfrm>
            <a:custGeom>
              <a:avLst/>
              <a:gdLst/>
              <a:ahLst/>
              <a:cxnLst/>
              <a:rect l="l" t="t" r="r" b="b"/>
              <a:pathLst>
                <a:path w="8205" h="7895" extrusionOk="0">
                  <a:moveTo>
                    <a:pt x="3947" y="1134"/>
                  </a:moveTo>
                  <a:cubicBezTo>
                    <a:pt x="5085" y="1134"/>
                    <a:pt x="6112" y="1819"/>
                    <a:pt x="6547" y="2870"/>
                  </a:cubicBezTo>
                  <a:cubicBezTo>
                    <a:pt x="6982" y="3924"/>
                    <a:pt x="6743" y="5132"/>
                    <a:pt x="5937" y="5938"/>
                  </a:cubicBezTo>
                  <a:cubicBezTo>
                    <a:pt x="5398" y="6477"/>
                    <a:pt x="4680" y="6762"/>
                    <a:pt x="3948" y="6762"/>
                  </a:cubicBezTo>
                  <a:cubicBezTo>
                    <a:pt x="3585" y="6762"/>
                    <a:pt x="3218" y="6692"/>
                    <a:pt x="2869" y="6548"/>
                  </a:cubicBezTo>
                  <a:cubicBezTo>
                    <a:pt x="1818" y="6113"/>
                    <a:pt x="1133" y="5087"/>
                    <a:pt x="1133" y="3948"/>
                  </a:cubicBezTo>
                  <a:cubicBezTo>
                    <a:pt x="1133" y="2393"/>
                    <a:pt x="2392" y="1134"/>
                    <a:pt x="3947" y="1134"/>
                  </a:cubicBezTo>
                  <a:close/>
                  <a:moveTo>
                    <a:pt x="3944" y="1"/>
                  </a:moveTo>
                  <a:cubicBezTo>
                    <a:pt x="3436" y="1"/>
                    <a:pt x="2925" y="99"/>
                    <a:pt x="2437" y="301"/>
                  </a:cubicBezTo>
                  <a:cubicBezTo>
                    <a:pt x="961" y="914"/>
                    <a:pt x="1" y="2351"/>
                    <a:pt x="1" y="3948"/>
                  </a:cubicBezTo>
                  <a:cubicBezTo>
                    <a:pt x="4" y="6128"/>
                    <a:pt x="1767" y="7892"/>
                    <a:pt x="3947" y="7895"/>
                  </a:cubicBezTo>
                  <a:cubicBezTo>
                    <a:pt x="5544" y="7895"/>
                    <a:pt x="6982" y="6934"/>
                    <a:pt x="7595" y="5458"/>
                  </a:cubicBezTo>
                  <a:cubicBezTo>
                    <a:pt x="8204" y="3984"/>
                    <a:pt x="7866" y="2287"/>
                    <a:pt x="6737" y="1158"/>
                  </a:cubicBezTo>
                  <a:cubicBezTo>
                    <a:pt x="5981" y="402"/>
                    <a:pt x="4971" y="1"/>
                    <a:pt x="394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05" name="Google Shape;15205;p81"/>
            <p:cNvSpPr/>
            <p:nvPr/>
          </p:nvSpPr>
          <p:spPr>
            <a:xfrm>
              <a:off x="4460225" y="3211300"/>
              <a:ext cx="481475" cy="481325"/>
            </a:xfrm>
            <a:custGeom>
              <a:avLst/>
              <a:gdLst/>
              <a:ahLst/>
              <a:cxnLst/>
              <a:rect l="l" t="t" r="r" b="b"/>
              <a:pathLst>
                <a:path w="19259" h="19253" extrusionOk="0">
                  <a:moveTo>
                    <a:pt x="9632" y="1126"/>
                  </a:moveTo>
                  <a:cubicBezTo>
                    <a:pt x="10704" y="1126"/>
                    <a:pt x="11649" y="1824"/>
                    <a:pt x="11972" y="2845"/>
                  </a:cubicBezTo>
                  <a:cubicBezTo>
                    <a:pt x="12049" y="3090"/>
                    <a:pt x="12276" y="3240"/>
                    <a:pt x="12513" y="3240"/>
                  </a:cubicBezTo>
                  <a:cubicBezTo>
                    <a:pt x="12600" y="3240"/>
                    <a:pt x="12689" y="3220"/>
                    <a:pt x="12772" y="3177"/>
                  </a:cubicBezTo>
                  <a:cubicBezTo>
                    <a:pt x="13131" y="2990"/>
                    <a:pt x="13520" y="2899"/>
                    <a:pt x="13906" y="2899"/>
                  </a:cubicBezTo>
                  <a:cubicBezTo>
                    <a:pt x="14542" y="2899"/>
                    <a:pt x="15169" y="3146"/>
                    <a:pt x="15641" y="3617"/>
                  </a:cubicBezTo>
                  <a:cubicBezTo>
                    <a:pt x="16399" y="4375"/>
                    <a:pt x="16577" y="5535"/>
                    <a:pt x="16082" y="6486"/>
                  </a:cubicBezTo>
                  <a:cubicBezTo>
                    <a:pt x="15922" y="6797"/>
                    <a:pt x="16079" y="7180"/>
                    <a:pt x="16414" y="7286"/>
                  </a:cubicBezTo>
                  <a:cubicBezTo>
                    <a:pt x="17434" y="7609"/>
                    <a:pt x="18132" y="8554"/>
                    <a:pt x="18132" y="9626"/>
                  </a:cubicBezTo>
                  <a:cubicBezTo>
                    <a:pt x="18132" y="10698"/>
                    <a:pt x="17434" y="11643"/>
                    <a:pt x="16414" y="11966"/>
                  </a:cubicBezTo>
                  <a:cubicBezTo>
                    <a:pt x="16079" y="12072"/>
                    <a:pt x="15922" y="12455"/>
                    <a:pt x="16082" y="12766"/>
                  </a:cubicBezTo>
                  <a:cubicBezTo>
                    <a:pt x="16577" y="13718"/>
                    <a:pt x="16399" y="14877"/>
                    <a:pt x="15641" y="15635"/>
                  </a:cubicBezTo>
                  <a:cubicBezTo>
                    <a:pt x="15169" y="16107"/>
                    <a:pt x="14542" y="16354"/>
                    <a:pt x="13906" y="16354"/>
                  </a:cubicBezTo>
                  <a:cubicBezTo>
                    <a:pt x="13520" y="16354"/>
                    <a:pt x="13131" y="16263"/>
                    <a:pt x="12772" y="16076"/>
                  </a:cubicBezTo>
                  <a:cubicBezTo>
                    <a:pt x="12689" y="16033"/>
                    <a:pt x="12600" y="16013"/>
                    <a:pt x="12513" y="16013"/>
                  </a:cubicBezTo>
                  <a:cubicBezTo>
                    <a:pt x="12276" y="16013"/>
                    <a:pt x="12049" y="16163"/>
                    <a:pt x="11972" y="16408"/>
                  </a:cubicBezTo>
                  <a:cubicBezTo>
                    <a:pt x="11649" y="17428"/>
                    <a:pt x="10704" y="18126"/>
                    <a:pt x="9632" y="18126"/>
                  </a:cubicBezTo>
                  <a:cubicBezTo>
                    <a:pt x="8560" y="18126"/>
                    <a:pt x="7615" y="17428"/>
                    <a:pt x="7292" y="16408"/>
                  </a:cubicBezTo>
                  <a:cubicBezTo>
                    <a:pt x="7215" y="16163"/>
                    <a:pt x="6988" y="16013"/>
                    <a:pt x="6751" y="16013"/>
                  </a:cubicBezTo>
                  <a:cubicBezTo>
                    <a:pt x="6664" y="16013"/>
                    <a:pt x="6575" y="16033"/>
                    <a:pt x="6492" y="16076"/>
                  </a:cubicBezTo>
                  <a:cubicBezTo>
                    <a:pt x="6133" y="16263"/>
                    <a:pt x="5744" y="16354"/>
                    <a:pt x="5358" y="16354"/>
                  </a:cubicBezTo>
                  <a:cubicBezTo>
                    <a:pt x="4722" y="16354"/>
                    <a:pt x="4095" y="16107"/>
                    <a:pt x="3623" y="15635"/>
                  </a:cubicBezTo>
                  <a:cubicBezTo>
                    <a:pt x="2865" y="14877"/>
                    <a:pt x="2687" y="13718"/>
                    <a:pt x="3183" y="12766"/>
                  </a:cubicBezTo>
                  <a:cubicBezTo>
                    <a:pt x="3343" y="12455"/>
                    <a:pt x="3186" y="12072"/>
                    <a:pt x="2850" y="11966"/>
                  </a:cubicBezTo>
                  <a:cubicBezTo>
                    <a:pt x="1830" y="11643"/>
                    <a:pt x="1132" y="10698"/>
                    <a:pt x="1132" y="9626"/>
                  </a:cubicBezTo>
                  <a:cubicBezTo>
                    <a:pt x="1132" y="8554"/>
                    <a:pt x="1830" y="7609"/>
                    <a:pt x="2850" y="7286"/>
                  </a:cubicBezTo>
                  <a:cubicBezTo>
                    <a:pt x="3186" y="7180"/>
                    <a:pt x="3343" y="6797"/>
                    <a:pt x="3183" y="6486"/>
                  </a:cubicBezTo>
                  <a:cubicBezTo>
                    <a:pt x="2687" y="5535"/>
                    <a:pt x="2865" y="4375"/>
                    <a:pt x="3623" y="3617"/>
                  </a:cubicBezTo>
                  <a:cubicBezTo>
                    <a:pt x="4095" y="3146"/>
                    <a:pt x="4722" y="2899"/>
                    <a:pt x="5358" y="2899"/>
                  </a:cubicBezTo>
                  <a:cubicBezTo>
                    <a:pt x="5744" y="2899"/>
                    <a:pt x="6133" y="2990"/>
                    <a:pt x="6492" y="3177"/>
                  </a:cubicBezTo>
                  <a:cubicBezTo>
                    <a:pt x="6575" y="3220"/>
                    <a:pt x="6664" y="3240"/>
                    <a:pt x="6751" y="3240"/>
                  </a:cubicBezTo>
                  <a:cubicBezTo>
                    <a:pt x="6988" y="3240"/>
                    <a:pt x="7215" y="3090"/>
                    <a:pt x="7292" y="2845"/>
                  </a:cubicBezTo>
                  <a:cubicBezTo>
                    <a:pt x="7615" y="1824"/>
                    <a:pt x="8560" y="1126"/>
                    <a:pt x="9632" y="1126"/>
                  </a:cubicBezTo>
                  <a:close/>
                  <a:moveTo>
                    <a:pt x="9632" y="0"/>
                  </a:moveTo>
                  <a:cubicBezTo>
                    <a:pt x="8291" y="0"/>
                    <a:pt x="7062" y="746"/>
                    <a:pt x="6447" y="1936"/>
                  </a:cubicBezTo>
                  <a:cubicBezTo>
                    <a:pt x="6091" y="1823"/>
                    <a:pt x="5726" y="1768"/>
                    <a:pt x="5364" y="1768"/>
                  </a:cubicBezTo>
                  <a:cubicBezTo>
                    <a:pt x="4426" y="1768"/>
                    <a:pt x="3508" y="2136"/>
                    <a:pt x="2826" y="2820"/>
                  </a:cubicBezTo>
                  <a:cubicBezTo>
                    <a:pt x="1878" y="3765"/>
                    <a:pt x="1537" y="5163"/>
                    <a:pt x="1942" y="6441"/>
                  </a:cubicBezTo>
                  <a:cubicBezTo>
                    <a:pt x="749" y="7054"/>
                    <a:pt x="0" y="8286"/>
                    <a:pt x="6" y="9626"/>
                  </a:cubicBezTo>
                  <a:cubicBezTo>
                    <a:pt x="0" y="10967"/>
                    <a:pt x="749" y="12199"/>
                    <a:pt x="1942" y="12812"/>
                  </a:cubicBezTo>
                  <a:cubicBezTo>
                    <a:pt x="1537" y="14089"/>
                    <a:pt x="1878" y="15487"/>
                    <a:pt x="2826" y="16432"/>
                  </a:cubicBezTo>
                  <a:cubicBezTo>
                    <a:pt x="3508" y="17116"/>
                    <a:pt x="4426" y="17484"/>
                    <a:pt x="5364" y="17484"/>
                  </a:cubicBezTo>
                  <a:cubicBezTo>
                    <a:pt x="5726" y="17484"/>
                    <a:pt x="6091" y="17429"/>
                    <a:pt x="6447" y="17317"/>
                  </a:cubicBezTo>
                  <a:cubicBezTo>
                    <a:pt x="7062" y="18506"/>
                    <a:pt x="8291" y="19252"/>
                    <a:pt x="9632" y="19252"/>
                  </a:cubicBezTo>
                  <a:cubicBezTo>
                    <a:pt x="10973" y="19252"/>
                    <a:pt x="12202" y="18506"/>
                    <a:pt x="12818" y="17317"/>
                  </a:cubicBezTo>
                  <a:cubicBezTo>
                    <a:pt x="13173" y="17429"/>
                    <a:pt x="13538" y="17484"/>
                    <a:pt x="13900" y="17484"/>
                  </a:cubicBezTo>
                  <a:cubicBezTo>
                    <a:pt x="14838" y="17484"/>
                    <a:pt x="15756" y="17116"/>
                    <a:pt x="16438" y="16432"/>
                  </a:cubicBezTo>
                  <a:cubicBezTo>
                    <a:pt x="17386" y="15487"/>
                    <a:pt x="17727" y="14089"/>
                    <a:pt x="17323" y="12812"/>
                  </a:cubicBezTo>
                  <a:cubicBezTo>
                    <a:pt x="18512" y="12196"/>
                    <a:pt x="19258" y="10967"/>
                    <a:pt x="19258" y="9626"/>
                  </a:cubicBezTo>
                  <a:cubicBezTo>
                    <a:pt x="19258" y="8286"/>
                    <a:pt x="18512" y="7057"/>
                    <a:pt x="17323" y="6441"/>
                  </a:cubicBezTo>
                  <a:cubicBezTo>
                    <a:pt x="17727" y="5163"/>
                    <a:pt x="17386" y="3765"/>
                    <a:pt x="16438" y="2820"/>
                  </a:cubicBezTo>
                  <a:cubicBezTo>
                    <a:pt x="15756" y="2136"/>
                    <a:pt x="14838" y="1768"/>
                    <a:pt x="13900" y="1768"/>
                  </a:cubicBezTo>
                  <a:cubicBezTo>
                    <a:pt x="13538" y="1768"/>
                    <a:pt x="13173" y="1823"/>
                    <a:pt x="12818" y="1936"/>
                  </a:cubicBezTo>
                  <a:cubicBezTo>
                    <a:pt x="12202" y="746"/>
                    <a:pt x="10973" y="0"/>
                    <a:pt x="963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06" name="Google Shape;15206;p81"/>
          <p:cNvSpPr/>
          <p:nvPr/>
        </p:nvSpPr>
        <p:spPr>
          <a:xfrm>
            <a:off x="10653468" y="3635273"/>
            <a:ext cx="453581" cy="400727"/>
          </a:xfrm>
          <a:custGeom>
            <a:avLst/>
            <a:gdLst/>
            <a:ahLst/>
            <a:cxnLst/>
            <a:rect l="l" t="t" r="r" b="b"/>
            <a:pathLst>
              <a:path w="19326" h="17074" extrusionOk="0">
                <a:moveTo>
                  <a:pt x="14226" y="1132"/>
                </a:moveTo>
                <a:cubicBezTo>
                  <a:pt x="15314" y="1132"/>
                  <a:pt x="16352" y="1605"/>
                  <a:pt x="17070" y="2425"/>
                </a:cubicBezTo>
                <a:cubicBezTo>
                  <a:pt x="17798" y="3252"/>
                  <a:pt x="18196" y="4366"/>
                  <a:pt x="18196" y="5568"/>
                </a:cubicBezTo>
                <a:cubicBezTo>
                  <a:pt x="18193" y="8476"/>
                  <a:pt x="15599" y="10686"/>
                  <a:pt x="11671" y="14032"/>
                </a:cubicBezTo>
                <a:cubicBezTo>
                  <a:pt x="11025" y="14581"/>
                  <a:pt x="10364" y="15146"/>
                  <a:pt x="9663" y="15756"/>
                </a:cubicBezTo>
                <a:cubicBezTo>
                  <a:pt x="8963" y="15146"/>
                  <a:pt x="8301" y="14581"/>
                  <a:pt x="7655" y="14032"/>
                </a:cubicBezTo>
                <a:cubicBezTo>
                  <a:pt x="3727" y="10686"/>
                  <a:pt x="1133" y="8476"/>
                  <a:pt x="1133" y="5568"/>
                </a:cubicBezTo>
                <a:cubicBezTo>
                  <a:pt x="1133" y="4366"/>
                  <a:pt x="1535" y="3252"/>
                  <a:pt x="2259" y="2425"/>
                </a:cubicBezTo>
                <a:cubicBezTo>
                  <a:pt x="2977" y="1605"/>
                  <a:pt x="4015" y="1132"/>
                  <a:pt x="5103" y="1132"/>
                </a:cubicBezTo>
                <a:cubicBezTo>
                  <a:pt x="5113" y="1132"/>
                  <a:pt x="5124" y="1132"/>
                  <a:pt x="5134" y="1132"/>
                </a:cubicBezTo>
                <a:cubicBezTo>
                  <a:pt x="6686" y="1132"/>
                  <a:pt x="7691" y="2090"/>
                  <a:pt x="8259" y="2890"/>
                </a:cubicBezTo>
                <a:cubicBezTo>
                  <a:pt x="8631" y="3421"/>
                  <a:pt x="8920" y="4001"/>
                  <a:pt x="9126" y="4614"/>
                </a:cubicBezTo>
                <a:cubicBezTo>
                  <a:pt x="9212" y="4875"/>
                  <a:pt x="9438" y="5006"/>
                  <a:pt x="9665" y="5006"/>
                </a:cubicBezTo>
                <a:cubicBezTo>
                  <a:pt x="9891" y="5006"/>
                  <a:pt x="10118" y="4875"/>
                  <a:pt x="10204" y="4614"/>
                </a:cubicBezTo>
                <a:cubicBezTo>
                  <a:pt x="10409" y="4001"/>
                  <a:pt x="10699" y="3421"/>
                  <a:pt x="11070" y="2890"/>
                </a:cubicBezTo>
                <a:cubicBezTo>
                  <a:pt x="11641" y="2090"/>
                  <a:pt x="12643" y="1132"/>
                  <a:pt x="14195" y="1132"/>
                </a:cubicBezTo>
                <a:cubicBezTo>
                  <a:pt x="14206" y="1132"/>
                  <a:pt x="14216" y="1132"/>
                  <a:pt x="14226" y="1132"/>
                </a:cubicBezTo>
                <a:close/>
                <a:moveTo>
                  <a:pt x="5103" y="0"/>
                </a:moveTo>
                <a:cubicBezTo>
                  <a:pt x="3689" y="0"/>
                  <a:pt x="2343" y="612"/>
                  <a:pt x="1411" y="1676"/>
                </a:cubicBezTo>
                <a:cubicBezTo>
                  <a:pt x="502" y="2709"/>
                  <a:pt x="1" y="4092"/>
                  <a:pt x="1" y="5568"/>
                </a:cubicBezTo>
                <a:cubicBezTo>
                  <a:pt x="1" y="7174"/>
                  <a:pt x="629" y="8672"/>
                  <a:pt x="1976" y="10275"/>
                </a:cubicBezTo>
                <a:cubicBezTo>
                  <a:pt x="3180" y="11710"/>
                  <a:pt x="4914" y="13183"/>
                  <a:pt x="6922" y="14895"/>
                </a:cubicBezTo>
                <a:cubicBezTo>
                  <a:pt x="7670" y="15532"/>
                  <a:pt x="8443" y="16191"/>
                  <a:pt x="9265" y="16909"/>
                </a:cubicBezTo>
                <a:lnTo>
                  <a:pt x="9292" y="16933"/>
                </a:lnTo>
                <a:cubicBezTo>
                  <a:pt x="9397" y="17027"/>
                  <a:pt x="9530" y="17074"/>
                  <a:pt x="9664" y="17074"/>
                </a:cubicBezTo>
                <a:cubicBezTo>
                  <a:pt x="9797" y="17074"/>
                  <a:pt x="9930" y="17027"/>
                  <a:pt x="10038" y="16933"/>
                </a:cubicBezTo>
                <a:lnTo>
                  <a:pt x="10062" y="16909"/>
                </a:lnTo>
                <a:cubicBezTo>
                  <a:pt x="10883" y="16191"/>
                  <a:pt x="11659" y="15532"/>
                  <a:pt x="12405" y="14895"/>
                </a:cubicBezTo>
                <a:cubicBezTo>
                  <a:pt x="14413" y="13183"/>
                  <a:pt x="16146" y="11707"/>
                  <a:pt x="17351" y="10275"/>
                </a:cubicBezTo>
                <a:cubicBezTo>
                  <a:pt x="18697" y="8672"/>
                  <a:pt x="19325" y="7174"/>
                  <a:pt x="19325" y="5568"/>
                </a:cubicBezTo>
                <a:cubicBezTo>
                  <a:pt x="19325" y="4092"/>
                  <a:pt x="18824" y="2709"/>
                  <a:pt x="17915" y="1676"/>
                </a:cubicBezTo>
                <a:cubicBezTo>
                  <a:pt x="16983" y="612"/>
                  <a:pt x="15637" y="0"/>
                  <a:pt x="14224" y="0"/>
                </a:cubicBezTo>
                <a:cubicBezTo>
                  <a:pt x="14213" y="0"/>
                  <a:pt x="14203" y="0"/>
                  <a:pt x="14192" y="0"/>
                </a:cubicBezTo>
                <a:cubicBezTo>
                  <a:pt x="12157" y="0"/>
                  <a:pt x="10868" y="1217"/>
                  <a:pt x="10143" y="2238"/>
                </a:cubicBezTo>
                <a:cubicBezTo>
                  <a:pt x="9968" y="2485"/>
                  <a:pt x="9808" y="2748"/>
                  <a:pt x="9663" y="3017"/>
                </a:cubicBezTo>
                <a:cubicBezTo>
                  <a:pt x="9518" y="2748"/>
                  <a:pt x="9358" y="2485"/>
                  <a:pt x="9183" y="2238"/>
                </a:cubicBezTo>
                <a:cubicBezTo>
                  <a:pt x="8458" y="1217"/>
                  <a:pt x="7169" y="0"/>
                  <a:pt x="5134" y="0"/>
                </a:cubicBezTo>
                <a:cubicBezTo>
                  <a:pt x="5124" y="0"/>
                  <a:pt x="5113" y="0"/>
                  <a:pt x="510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07" name="Google Shape;15207;p81"/>
          <p:cNvGrpSpPr/>
          <p:nvPr/>
        </p:nvGrpSpPr>
        <p:grpSpPr>
          <a:xfrm>
            <a:off x="9146251" y="5314342"/>
            <a:ext cx="456045" cy="374205"/>
            <a:chOff x="5647000" y="3252650"/>
            <a:chExt cx="485775" cy="398600"/>
          </a:xfrm>
        </p:grpSpPr>
        <p:sp>
          <p:nvSpPr>
            <p:cNvPr id="15208" name="Google Shape;15208;p81"/>
            <p:cNvSpPr/>
            <p:nvPr/>
          </p:nvSpPr>
          <p:spPr>
            <a:xfrm>
              <a:off x="5762575" y="3252650"/>
              <a:ext cx="113250" cy="143825"/>
            </a:xfrm>
            <a:custGeom>
              <a:avLst/>
              <a:gdLst/>
              <a:ahLst/>
              <a:cxnLst/>
              <a:rect l="l" t="t" r="r" b="b"/>
              <a:pathLst>
                <a:path w="4530" h="5753" extrusionOk="0">
                  <a:moveTo>
                    <a:pt x="2265" y="1133"/>
                  </a:moveTo>
                  <a:cubicBezTo>
                    <a:pt x="2383" y="1133"/>
                    <a:pt x="2667" y="1348"/>
                    <a:pt x="2960" y="1930"/>
                  </a:cubicBezTo>
                  <a:cubicBezTo>
                    <a:pt x="3246" y="2501"/>
                    <a:pt x="3397" y="3147"/>
                    <a:pt x="3397" y="3488"/>
                  </a:cubicBezTo>
                  <a:cubicBezTo>
                    <a:pt x="3397" y="4113"/>
                    <a:pt x="2890" y="4621"/>
                    <a:pt x="2265" y="4621"/>
                  </a:cubicBezTo>
                  <a:cubicBezTo>
                    <a:pt x="1637" y="4621"/>
                    <a:pt x="1133" y="4113"/>
                    <a:pt x="1133" y="3488"/>
                  </a:cubicBezTo>
                  <a:cubicBezTo>
                    <a:pt x="1133" y="3147"/>
                    <a:pt x="1284" y="2501"/>
                    <a:pt x="1568" y="1930"/>
                  </a:cubicBezTo>
                  <a:cubicBezTo>
                    <a:pt x="1860" y="1348"/>
                    <a:pt x="2144" y="1133"/>
                    <a:pt x="2265" y="1133"/>
                  </a:cubicBezTo>
                  <a:close/>
                  <a:moveTo>
                    <a:pt x="2265" y="1"/>
                  </a:moveTo>
                  <a:cubicBezTo>
                    <a:pt x="1613" y="1"/>
                    <a:pt x="1024" y="493"/>
                    <a:pt x="556" y="1423"/>
                  </a:cubicBezTo>
                  <a:cubicBezTo>
                    <a:pt x="218" y="2096"/>
                    <a:pt x="1" y="2909"/>
                    <a:pt x="1" y="3488"/>
                  </a:cubicBezTo>
                  <a:cubicBezTo>
                    <a:pt x="1" y="4738"/>
                    <a:pt x="1012" y="5750"/>
                    <a:pt x="2265" y="5753"/>
                  </a:cubicBezTo>
                  <a:cubicBezTo>
                    <a:pt x="3515" y="5750"/>
                    <a:pt x="4527" y="4738"/>
                    <a:pt x="4530" y="3488"/>
                  </a:cubicBezTo>
                  <a:cubicBezTo>
                    <a:pt x="4530" y="2909"/>
                    <a:pt x="4309" y="2096"/>
                    <a:pt x="3971" y="1423"/>
                  </a:cubicBezTo>
                  <a:cubicBezTo>
                    <a:pt x="3503" y="493"/>
                    <a:pt x="2914" y="1"/>
                    <a:pt x="22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09" name="Google Shape;15209;p81"/>
            <p:cNvSpPr/>
            <p:nvPr/>
          </p:nvSpPr>
          <p:spPr>
            <a:xfrm>
              <a:off x="5647000" y="3371750"/>
              <a:ext cx="124425" cy="136450"/>
            </a:xfrm>
            <a:custGeom>
              <a:avLst/>
              <a:gdLst/>
              <a:ahLst/>
              <a:cxnLst/>
              <a:rect l="l" t="t" r="r" b="b"/>
              <a:pathLst>
                <a:path w="4977" h="5458" extrusionOk="0">
                  <a:moveTo>
                    <a:pt x="1510" y="1131"/>
                  </a:moveTo>
                  <a:cubicBezTo>
                    <a:pt x="1680" y="1131"/>
                    <a:pt x="1994" y="1221"/>
                    <a:pt x="2422" y="1496"/>
                  </a:cubicBezTo>
                  <a:cubicBezTo>
                    <a:pt x="2969" y="1852"/>
                    <a:pt x="3425" y="2333"/>
                    <a:pt x="3594" y="2625"/>
                  </a:cubicBezTo>
                  <a:cubicBezTo>
                    <a:pt x="3908" y="3166"/>
                    <a:pt x="3721" y="3860"/>
                    <a:pt x="3180" y="4171"/>
                  </a:cubicBezTo>
                  <a:cubicBezTo>
                    <a:pt x="3000" y="4276"/>
                    <a:pt x="2801" y="4325"/>
                    <a:pt x="2603" y="4325"/>
                  </a:cubicBezTo>
                  <a:cubicBezTo>
                    <a:pt x="2200" y="4325"/>
                    <a:pt x="1804" y="4120"/>
                    <a:pt x="1595" y="3758"/>
                  </a:cubicBezTo>
                  <a:cubicBezTo>
                    <a:pt x="1423" y="3462"/>
                    <a:pt x="1233" y="2828"/>
                    <a:pt x="1193" y="2191"/>
                  </a:cubicBezTo>
                  <a:cubicBezTo>
                    <a:pt x="1157" y="1538"/>
                    <a:pt x="1296" y="1212"/>
                    <a:pt x="1399" y="1155"/>
                  </a:cubicBezTo>
                  <a:cubicBezTo>
                    <a:pt x="1432" y="1137"/>
                    <a:pt x="1471" y="1131"/>
                    <a:pt x="1510" y="1131"/>
                  </a:cubicBezTo>
                  <a:close/>
                  <a:moveTo>
                    <a:pt x="1512" y="1"/>
                  </a:moveTo>
                  <a:cubicBezTo>
                    <a:pt x="1262" y="1"/>
                    <a:pt x="1033" y="59"/>
                    <a:pt x="831" y="177"/>
                  </a:cubicBezTo>
                  <a:cubicBezTo>
                    <a:pt x="269" y="500"/>
                    <a:pt x="1" y="1221"/>
                    <a:pt x="61" y="2260"/>
                  </a:cubicBezTo>
                  <a:cubicBezTo>
                    <a:pt x="106" y="3012"/>
                    <a:pt x="324" y="3821"/>
                    <a:pt x="614" y="4325"/>
                  </a:cubicBezTo>
                  <a:cubicBezTo>
                    <a:pt x="919" y="4851"/>
                    <a:pt x="1420" y="5231"/>
                    <a:pt x="2009" y="5382"/>
                  </a:cubicBezTo>
                  <a:cubicBezTo>
                    <a:pt x="2205" y="5431"/>
                    <a:pt x="2404" y="5458"/>
                    <a:pt x="2607" y="5458"/>
                  </a:cubicBezTo>
                  <a:cubicBezTo>
                    <a:pt x="2609" y="5458"/>
                    <a:pt x="2612" y="5458"/>
                    <a:pt x="2615" y="5458"/>
                  </a:cubicBezTo>
                  <a:cubicBezTo>
                    <a:pt x="3421" y="5458"/>
                    <a:pt x="4166" y="5026"/>
                    <a:pt x="4572" y="4328"/>
                  </a:cubicBezTo>
                  <a:cubicBezTo>
                    <a:pt x="4977" y="3628"/>
                    <a:pt x="4977" y="2761"/>
                    <a:pt x="4572" y="2061"/>
                  </a:cubicBezTo>
                  <a:cubicBezTo>
                    <a:pt x="4282" y="1560"/>
                    <a:pt x="3678" y="968"/>
                    <a:pt x="3035" y="548"/>
                  </a:cubicBezTo>
                  <a:cubicBezTo>
                    <a:pt x="2471" y="185"/>
                    <a:pt x="1957" y="1"/>
                    <a:pt x="151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0" name="Google Shape;15210;p81"/>
            <p:cNvSpPr/>
            <p:nvPr/>
          </p:nvSpPr>
          <p:spPr>
            <a:xfrm>
              <a:off x="5904100" y="3252650"/>
              <a:ext cx="113275" cy="143825"/>
            </a:xfrm>
            <a:custGeom>
              <a:avLst/>
              <a:gdLst/>
              <a:ahLst/>
              <a:cxnLst/>
              <a:rect l="l" t="t" r="r" b="b"/>
              <a:pathLst>
                <a:path w="4531" h="5753" extrusionOk="0">
                  <a:moveTo>
                    <a:pt x="2266" y="1133"/>
                  </a:moveTo>
                  <a:cubicBezTo>
                    <a:pt x="2383" y="1133"/>
                    <a:pt x="2667" y="1348"/>
                    <a:pt x="2960" y="1930"/>
                  </a:cubicBezTo>
                  <a:cubicBezTo>
                    <a:pt x="3247" y="2501"/>
                    <a:pt x="3398" y="3147"/>
                    <a:pt x="3398" y="3488"/>
                  </a:cubicBezTo>
                  <a:cubicBezTo>
                    <a:pt x="3398" y="4113"/>
                    <a:pt x="2891" y="4621"/>
                    <a:pt x="2266" y="4621"/>
                  </a:cubicBezTo>
                  <a:cubicBezTo>
                    <a:pt x="1638" y="4621"/>
                    <a:pt x="1133" y="4113"/>
                    <a:pt x="1133" y="3488"/>
                  </a:cubicBezTo>
                  <a:cubicBezTo>
                    <a:pt x="1133" y="3147"/>
                    <a:pt x="1284" y="2501"/>
                    <a:pt x="1568" y="1930"/>
                  </a:cubicBezTo>
                  <a:cubicBezTo>
                    <a:pt x="1861" y="1348"/>
                    <a:pt x="2145" y="1133"/>
                    <a:pt x="2266" y="1133"/>
                  </a:cubicBezTo>
                  <a:close/>
                  <a:moveTo>
                    <a:pt x="2266" y="1"/>
                  </a:moveTo>
                  <a:cubicBezTo>
                    <a:pt x="1613" y="1"/>
                    <a:pt x="1025" y="493"/>
                    <a:pt x="557" y="1423"/>
                  </a:cubicBezTo>
                  <a:cubicBezTo>
                    <a:pt x="218" y="2096"/>
                    <a:pt x="1" y="2909"/>
                    <a:pt x="1" y="3488"/>
                  </a:cubicBezTo>
                  <a:cubicBezTo>
                    <a:pt x="1" y="4738"/>
                    <a:pt x="1012" y="5753"/>
                    <a:pt x="2266" y="5753"/>
                  </a:cubicBezTo>
                  <a:cubicBezTo>
                    <a:pt x="3516" y="5753"/>
                    <a:pt x="4530" y="4738"/>
                    <a:pt x="4530" y="3488"/>
                  </a:cubicBezTo>
                  <a:cubicBezTo>
                    <a:pt x="4530" y="2909"/>
                    <a:pt x="4310" y="2096"/>
                    <a:pt x="3972" y="1423"/>
                  </a:cubicBezTo>
                  <a:cubicBezTo>
                    <a:pt x="3507" y="493"/>
                    <a:pt x="2915" y="1"/>
                    <a:pt x="22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1" name="Google Shape;15211;p81"/>
            <p:cNvSpPr/>
            <p:nvPr/>
          </p:nvSpPr>
          <p:spPr>
            <a:xfrm>
              <a:off x="5996750" y="3371150"/>
              <a:ext cx="136025" cy="136525"/>
            </a:xfrm>
            <a:custGeom>
              <a:avLst/>
              <a:gdLst/>
              <a:ahLst/>
              <a:cxnLst/>
              <a:rect l="l" t="t" r="r" b="b"/>
              <a:pathLst>
                <a:path w="5441" h="5461" extrusionOk="0">
                  <a:moveTo>
                    <a:pt x="3955" y="1136"/>
                  </a:moveTo>
                  <a:cubicBezTo>
                    <a:pt x="3986" y="1136"/>
                    <a:pt x="4019" y="1143"/>
                    <a:pt x="4049" y="1158"/>
                  </a:cubicBezTo>
                  <a:cubicBezTo>
                    <a:pt x="4152" y="1218"/>
                    <a:pt x="4290" y="1541"/>
                    <a:pt x="4251" y="2194"/>
                  </a:cubicBezTo>
                  <a:cubicBezTo>
                    <a:pt x="4215" y="2834"/>
                    <a:pt x="4022" y="3468"/>
                    <a:pt x="3853" y="3761"/>
                  </a:cubicBezTo>
                  <a:cubicBezTo>
                    <a:pt x="3644" y="4124"/>
                    <a:pt x="3246" y="4329"/>
                    <a:pt x="2842" y="4329"/>
                  </a:cubicBezTo>
                  <a:cubicBezTo>
                    <a:pt x="2645" y="4329"/>
                    <a:pt x="2447" y="4280"/>
                    <a:pt x="2267" y="4177"/>
                  </a:cubicBezTo>
                  <a:cubicBezTo>
                    <a:pt x="2008" y="4026"/>
                    <a:pt x="1815" y="3779"/>
                    <a:pt x="1739" y="3489"/>
                  </a:cubicBezTo>
                  <a:cubicBezTo>
                    <a:pt x="1661" y="3199"/>
                    <a:pt x="1703" y="2888"/>
                    <a:pt x="1854" y="2628"/>
                  </a:cubicBezTo>
                  <a:cubicBezTo>
                    <a:pt x="2020" y="2338"/>
                    <a:pt x="2479" y="1855"/>
                    <a:pt x="3025" y="1502"/>
                  </a:cubicBezTo>
                  <a:cubicBezTo>
                    <a:pt x="3451" y="1224"/>
                    <a:pt x="3768" y="1137"/>
                    <a:pt x="3937" y="1137"/>
                  </a:cubicBezTo>
                  <a:cubicBezTo>
                    <a:pt x="3943" y="1136"/>
                    <a:pt x="3949" y="1136"/>
                    <a:pt x="3955" y="1136"/>
                  </a:cubicBezTo>
                  <a:close/>
                  <a:moveTo>
                    <a:pt x="3932" y="1"/>
                  </a:moveTo>
                  <a:cubicBezTo>
                    <a:pt x="3486" y="1"/>
                    <a:pt x="2972" y="186"/>
                    <a:pt x="2409" y="551"/>
                  </a:cubicBezTo>
                  <a:cubicBezTo>
                    <a:pt x="1766" y="968"/>
                    <a:pt x="1162" y="1562"/>
                    <a:pt x="872" y="2064"/>
                  </a:cubicBezTo>
                  <a:cubicBezTo>
                    <a:pt x="1" y="3572"/>
                    <a:pt x="1091" y="5461"/>
                    <a:pt x="2834" y="5461"/>
                  </a:cubicBezTo>
                  <a:cubicBezTo>
                    <a:pt x="2835" y="5461"/>
                    <a:pt x="2837" y="5461"/>
                    <a:pt x="2838" y="5461"/>
                  </a:cubicBezTo>
                  <a:cubicBezTo>
                    <a:pt x="3037" y="5461"/>
                    <a:pt x="3240" y="5433"/>
                    <a:pt x="3436" y="5385"/>
                  </a:cubicBezTo>
                  <a:cubicBezTo>
                    <a:pt x="4022" y="5234"/>
                    <a:pt x="4526" y="4854"/>
                    <a:pt x="4831" y="4328"/>
                  </a:cubicBezTo>
                  <a:cubicBezTo>
                    <a:pt x="5121" y="3824"/>
                    <a:pt x="5335" y="3015"/>
                    <a:pt x="5380" y="2260"/>
                  </a:cubicBezTo>
                  <a:cubicBezTo>
                    <a:pt x="5441" y="1221"/>
                    <a:pt x="5175" y="503"/>
                    <a:pt x="4614" y="177"/>
                  </a:cubicBezTo>
                  <a:cubicBezTo>
                    <a:pt x="4410" y="59"/>
                    <a:pt x="4182" y="1"/>
                    <a:pt x="393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2" name="Google Shape;15212;p81"/>
            <p:cNvSpPr/>
            <p:nvPr/>
          </p:nvSpPr>
          <p:spPr>
            <a:xfrm>
              <a:off x="5734275" y="3424700"/>
              <a:ext cx="311325" cy="226550"/>
            </a:xfrm>
            <a:custGeom>
              <a:avLst/>
              <a:gdLst/>
              <a:ahLst/>
              <a:cxnLst/>
              <a:rect l="l" t="t" r="r" b="b"/>
              <a:pathLst>
                <a:path w="12453" h="9062" extrusionOk="0">
                  <a:moveTo>
                    <a:pt x="6226" y="1135"/>
                  </a:moveTo>
                  <a:cubicBezTo>
                    <a:pt x="8575" y="1135"/>
                    <a:pt x="9059" y="1815"/>
                    <a:pt x="9059" y="2832"/>
                  </a:cubicBezTo>
                  <a:lnTo>
                    <a:pt x="9059" y="3159"/>
                  </a:lnTo>
                  <a:cubicBezTo>
                    <a:pt x="9056" y="3850"/>
                    <a:pt x="9472" y="4472"/>
                    <a:pt x="10115" y="4732"/>
                  </a:cubicBezTo>
                  <a:cubicBezTo>
                    <a:pt x="10846" y="5031"/>
                    <a:pt x="11323" y="5619"/>
                    <a:pt x="11323" y="6229"/>
                  </a:cubicBezTo>
                  <a:cubicBezTo>
                    <a:pt x="11323" y="6658"/>
                    <a:pt x="11103" y="7069"/>
                    <a:pt x="10704" y="7389"/>
                  </a:cubicBezTo>
                  <a:cubicBezTo>
                    <a:pt x="10269" y="7736"/>
                    <a:pt x="9687" y="7929"/>
                    <a:pt x="9059" y="7929"/>
                  </a:cubicBezTo>
                  <a:cubicBezTo>
                    <a:pt x="9046" y="7929"/>
                    <a:pt x="9034" y="7929"/>
                    <a:pt x="9021" y="7929"/>
                  </a:cubicBezTo>
                  <a:cubicBezTo>
                    <a:pt x="8787" y="7929"/>
                    <a:pt x="8554" y="7902"/>
                    <a:pt x="8328" y="7848"/>
                  </a:cubicBezTo>
                  <a:cubicBezTo>
                    <a:pt x="7639" y="7673"/>
                    <a:pt x="6933" y="7585"/>
                    <a:pt x="6223" y="7585"/>
                  </a:cubicBezTo>
                  <a:cubicBezTo>
                    <a:pt x="5517" y="7585"/>
                    <a:pt x="4813" y="7673"/>
                    <a:pt x="4128" y="7848"/>
                  </a:cubicBezTo>
                  <a:cubicBezTo>
                    <a:pt x="3901" y="7902"/>
                    <a:pt x="3666" y="7929"/>
                    <a:pt x="3434" y="7929"/>
                  </a:cubicBezTo>
                  <a:cubicBezTo>
                    <a:pt x="3422" y="7929"/>
                    <a:pt x="3409" y="7929"/>
                    <a:pt x="3397" y="7929"/>
                  </a:cubicBezTo>
                  <a:cubicBezTo>
                    <a:pt x="2769" y="7929"/>
                    <a:pt x="2183" y="7736"/>
                    <a:pt x="1748" y="7389"/>
                  </a:cubicBezTo>
                  <a:cubicBezTo>
                    <a:pt x="1350" y="7069"/>
                    <a:pt x="1133" y="6658"/>
                    <a:pt x="1133" y="6229"/>
                  </a:cubicBezTo>
                  <a:cubicBezTo>
                    <a:pt x="1133" y="5619"/>
                    <a:pt x="1604" y="5031"/>
                    <a:pt x="2340" y="4732"/>
                  </a:cubicBezTo>
                  <a:cubicBezTo>
                    <a:pt x="2980" y="4472"/>
                    <a:pt x="3397" y="3850"/>
                    <a:pt x="3397" y="3159"/>
                  </a:cubicBezTo>
                  <a:lnTo>
                    <a:pt x="3397" y="2832"/>
                  </a:lnTo>
                  <a:cubicBezTo>
                    <a:pt x="3397" y="1815"/>
                    <a:pt x="3877" y="1135"/>
                    <a:pt x="6226" y="1135"/>
                  </a:cubicBezTo>
                  <a:close/>
                  <a:moveTo>
                    <a:pt x="6226" y="0"/>
                  </a:moveTo>
                  <a:cubicBezTo>
                    <a:pt x="5034" y="0"/>
                    <a:pt x="4185" y="157"/>
                    <a:pt x="3557" y="498"/>
                  </a:cubicBezTo>
                  <a:cubicBezTo>
                    <a:pt x="2700" y="960"/>
                    <a:pt x="2262" y="1745"/>
                    <a:pt x="2262" y="2829"/>
                  </a:cubicBezTo>
                  <a:lnTo>
                    <a:pt x="2262" y="3156"/>
                  </a:lnTo>
                  <a:cubicBezTo>
                    <a:pt x="2265" y="3388"/>
                    <a:pt x="2123" y="3593"/>
                    <a:pt x="1912" y="3681"/>
                  </a:cubicBezTo>
                  <a:cubicBezTo>
                    <a:pt x="749" y="4158"/>
                    <a:pt x="0" y="5157"/>
                    <a:pt x="0" y="6229"/>
                  </a:cubicBezTo>
                  <a:cubicBezTo>
                    <a:pt x="0" y="7790"/>
                    <a:pt x="1522" y="9062"/>
                    <a:pt x="3397" y="9062"/>
                  </a:cubicBezTo>
                  <a:cubicBezTo>
                    <a:pt x="3409" y="9062"/>
                    <a:pt x="3421" y="9062"/>
                    <a:pt x="3433" y="9062"/>
                  </a:cubicBezTo>
                  <a:cubicBezTo>
                    <a:pt x="3760" y="9062"/>
                    <a:pt x="4088" y="9022"/>
                    <a:pt x="4409" y="8944"/>
                  </a:cubicBezTo>
                  <a:cubicBezTo>
                    <a:pt x="5005" y="8793"/>
                    <a:pt x="5616" y="8717"/>
                    <a:pt x="6228" y="8717"/>
                  </a:cubicBezTo>
                  <a:cubicBezTo>
                    <a:pt x="6839" y="8717"/>
                    <a:pt x="7451" y="8793"/>
                    <a:pt x="8047" y="8944"/>
                  </a:cubicBezTo>
                  <a:cubicBezTo>
                    <a:pt x="8366" y="9022"/>
                    <a:pt x="8691" y="9059"/>
                    <a:pt x="9017" y="9059"/>
                  </a:cubicBezTo>
                  <a:cubicBezTo>
                    <a:pt x="9030" y="9059"/>
                    <a:pt x="9043" y="9059"/>
                    <a:pt x="9056" y="9059"/>
                  </a:cubicBezTo>
                  <a:cubicBezTo>
                    <a:pt x="10931" y="9059"/>
                    <a:pt x="12452" y="7787"/>
                    <a:pt x="12452" y="6226"/>
                  </a:cubicBezTo>
                  <a:cubicBezTo>
                    <a:pt x="12452" y="5154"/>
                    <a:pt x="11704" y="4155"/>
                    <a:pt x="10541" y="3681"/>
                  </a:cubicBezTo>
                  <a:cubicBezTo>
                    <a:pt x="10330" y="3593"/>
                    <a:pt x="10188" y="3388"/>
                    <a:pt x="10188" y="3156"/>
                  </a:cubicBezTo>
                  <a:lnTo>
                    <a:pt x="10188" y="2829"/>
                  </a:lnTo>
                  <a:cubicBezTo>
                    <a:pt x="10188" y="1745"/>
                    <a:pt x="9753" y="960"/>
                    <a:pt x="8896" y="498"/>
                  </a:cubicBezTo>
                  <a:cubicBezTo>
                    <a:pt x="8267" y="157"/>
                    <a:pt x="7419" y="0"/>
                    <a:pt x="622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13" name="Google Shape;15213;p81"/>
          <p:cNvGrpSpPr/>
          <p:nvPr/>
        </p:nvGrpSpPr>
        <p:grpSpPr>
          <a:xfrm>
            <a:off x="6886838" y="5322357"/>
            <a:ext cx="435381" cy="357939"/>
            <a:chOff x="6242450" y="3252800"/>
            <a:chExt cx="484475" cy="398300"/>
          </a:xfrm>
        </p:grpSpPr>
        <p:sp>
          <p:nvSpPr>
            <p:cNvPr id="15214" name="Google Shape;15214;p81"/>
            <p:cNvSpPr/>
            <p:nvPr/>
          </p:nvSpPr>
          <p:spPr>
            <a:xfrm>
              <a:off x="6626825" y="3427175"/>
              <a:ext cx="28325" cy="28350"/>
            </a:xfrm>
            <a:custGeom>
              <a:avLst/>
              <a:gdLst/>
              <a:ahLst/>
              <a:cxnLst/>
              <a:rect l="l" t="t" r="r" b="b"/>
              <a:pathLst>
                <a:path w="1133" h="1134" extrusionOk="0">
                  <a:moveTo>
                    <a:pt x="568" y="1"/>
                  </a:moveTo>
                  <a:cubicBezTo>
                    <a:pt x="254" y="1"/>
                    <a:pt x="0" y="254"/>
                    <a:pt x="0" y="565"/>
                  </a:cubicBezTo>
                  <a:cubicBezTo>
                    <a:pt x="0" y="879"/>
                    <a:pt x="254" y="1133"/>
                    <a:pt x="568" y="1133"/>
                  </a:cubicBezTo>
                  <a:cubicBezTo>
                    <a:pt x="879" y="1133"/>
                    <a:pt x="1132" y="879"/>
                    <a:pt x="1132" y="565"/>
                  </a:cubicBezTo>
                  <a:cubicBezTo>
                    <a:pt x="1132" y="254"/>
                    <a:pt x="879" y="1"/>
                    <a:pt x="5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5" name="Google Shape;15215;p81"/>
            <p:cNvSpPr/>
            <p:nvPr/>
          </p:nvSpPr>
          <p:spPr>
            <a:xfrm>
              <a:off x="6508150" y="3418300"/>
              <a:ext cx="45550" cy="68400"/>
            </a:xfrm>
            <a:custGeom>
              <a:avLst/>
              <a:gdLst/>
              <a:ahLst/>
              <a:cxnLst/>
              <a:rect l="l" t="t" r="r" b="b"/>
              <a:pathLst>
                <a:path w="1822" h="2736" extrusionOk="0">
                  <a:moveTo>
                    <a:pt x="1062" y="0"/>
                  </a:moveTo>
                  <a:cubicBezTo>
                    <a:pt x="917" y="0"/>
                    <a:pt x="772" y="55"/>
                    <a:pt x="662" y="166"/>
                  </a:cubicBezTo>
                  <a:cubicBezTo>
                    <a:pt x="1" y="830"/>
                    <a:pt x="1" y="1905"/>
                    <a:pt x="662" y="2569"/>
                  </a:cubicBezTo>
                  <a:cubicBezTo>
                    <a:pt x="768" y="2675"/>
                    <a:pt x="912" y="2732"/>
                    <a:pt x="1063" y="2735"/>
                  </a:cubicBezTo>
                  <a:cubicBezTo>
                    <a:pt x="1568" y="2732"/>
                    <a:pt x="1821" y="2122"/>
                    <a:pt x="1462" y="1766"/>
                  </a:cubicBezTo>
                  <a:cubicBezTo>
                    <a:pt x="1242" y="1545"/>
                    <a:pt x="1242" y="1186"/>
                    <a:pt x="1462" y="966"/>
                  </a:cubicBezTo>
                  <a:cubicBezTo>
                    <a:pt x="1685" y="745"/>
                    <a:pt x="1685" y="386"/>
                    <a:pt x="1462" y="166"/>
                  </a:cubicBezTo>
                  <a:cubicBezTo>
                    <a:pt x="1352" y="55"/>
                    <a:pt x="1207" y="0"/>
                    <a:pt x="10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6" name="Google Shape;15216;p81"/>
            <p:cNvSpPr/>
            <p:nvPr/>
          </p:nvSpPr>
          <p:spPr>
            <a:xfrm>
              <a:off x="6242450" y="3252800"/>
              <a:ext cx="484475" cy="398300"/>
            </a:xfrm>
            <a:custGeom>
              <a:avLst/>
              <a:gdLst/>
              <a:ahLst/>
              <a:cxnLst/>
              <a:rect l="l" t="t" r="r" b="b"/>
              <a:pathLst>
                <a:path w="19379" h="15932" extrusionOk="0">
                  <a:moveTo>
                    <a:pt x="9593" y="1178"/>
                  </a:moveTo>
                  <a:cubicBezTo>
                    <a:pt x="11124" y="1417"/>
                    <a:pt x="12374" y="2528"/>
                    <a:pt x="12794" y="4017"/>
                  </a:cubicBezTo>
                  <a:cubicBezTo>
                    <a:pt x="12443" y="4032"/>
                    <a:pt x="12093" y="4065"/>
                    <a:pt x="11746" y="4116"/>
                  </a:cubicBezTo>
                  <a:cubicBezTo>
                    <a:pt x="10595" y="3543"/>
                    <a:pt x="9792" y="2450"/>
                    <a:pt x="9593" y="1178"/>
                  </a:cubicBezTo>
                  <a:close/>
                  <a:moveTo>
                    <a:pt x="1697" y="2890"/>
                  </a:moveTo>
                  <a:cubicBezTo>
                    <a:pt x="3790" y="2894"/>
                    <a:pt x="5520" y="4524"/>
                    <a:pt x="5653" y="6613"/>
                  </a:cubicBezTo>
                  <a:lnTo>
                    <a:pt x="4360" y="5321"/>
                  </a:lnTo>
                  <a:cubicBezTo>
                    <a:pt x="4250" y="5211"/>
                    <a:pt x="4105" y="5156"/>
                    <a:pt x="3960" y="5156"/>
                  </a:cubicBezTo>
                  <a:cubicBezTo>
                    <a:pt x="3815" y="5156"/>
                    <a:pt x="3670" y="5211"/>
                    <a:pt x="3560" y="5321"/>
                  </a:cubicBezTo>
                  <a:cubicBezTo>
                    <a:pt x="3340" y="5542"/>
                    <a:pt x="3340" y="5901"/>
                    <a:pt x="3560" y="6121"/>
                  </a:cubicBezTo>
                  <a:lnTo>
                    <a:pt x="4852" y="7414"/>
                  </a:lnTo>
                  <a:cubicBezTo>
                    <a:pt x="2763" y="7281"/>
                    <a:pt x="1132" y="5551"/>
                    <a:pt x="1132" y="3458"/>
                  </a:cubicBezTo>
                  <a:lnTo>
                    <a:pt x="1129" y="3458"/>
                  </a:lnTo>
                  <a:lnTo>
                    <a:pt x="1129" y="2890"/>
                  </a:lnTo>
                  <a:close/>
                  <a:moveTo>
                    <a:pt x="15511" y="5593"/>
                  </a:moveTo>
                  <a:cubicBezTo>
                    <a:pt x="16553" y="6067"/>
                    <a:pt x="17477" y="6888"/>
                    <a:pt x="18135" y="7966"/>
                  </a:cubicBezTo>
                  <a:cubicBezTo>
                    <a:pt x="17471" y="9056"/>
                    <a:pt x="16532" y="9887"/>
                    <a:pt x="15472" y="10358"/>
                  </a:cubicBezTo>
                  <a:cubicBezTo>
                    <a:pt x="13748" y="9228"/>
                    <a:pt x="13766" y="6695"/>
                    <a:pt x="15511" y="5593"/>
                  </a:cubicBezTo>
                  <a:close/>
                  <a:moveTo>
                    <a:pt x="13326" y="5134"/>
                  </a:moveTo>
                  <a:cubicBezTo>
                    <a:pt x="13345" y="5134"/>
                    <a:pt x="13363" y="5134"/>
                    <a:pt x="13382" y="5134"/>
                  </a:cubicBezTo>
                  <a:cubicBezTo>
                    <a:pt x="13417" y="5140"/>
                    <a:pt x="13451" y="5143"/>
                    <a:pt x="13485" y="5143"/>
                  </a:cubicBezTo>
                  <a:cubicBezTo>
                    <a:pt x="13504" y="5143"/>
                    <a:pt x="13523" y="5142"/>
                    <a:pt x="13542" y="5140"/>
                  </a:cubicBezTo>
                  <a:cubicBezTo>
                    <a:pt x="13548" y="5140"/>
                    <a:pt x="13554" y="5137"/>
                    <a:pt x="13560" y="5137"/>
                  </a:cubicBezTo>
                  <a:cubicBezTo>
                    <a:pt x="13775" y="5143"/>
                    <a:pt x="13989" y="5161"/>
                    <a:pt x="14204" y="5197"/>
                  </a:cubicBezTo>
                  <a:cubicBezTo>
                    <a:pt x="12688" y="6728"/>
                    <a:pt x="12676" y="9189"/>
                    <a:pt x="14170" y="10738"/>
                  </a:cubicBezTo>
                  <a:cubicBezTo>
                    <a:pt x="13968" y="10771"/>
                    <a:pt x="13763" y="10789"/>
                    <a:pt x="13560" y="10792"/>
                  </a:cubicBezTo>
                  <a:lnTo>
                    <a:pt x="13542" y="10792"/>
                  </a:lnTo>
                  <a:cubicBezTo>
                    <a:pt x="13520" y="10789"/>
                    <a:pt x="13497" y="10787"/>
                    <a:pt x="13475" y="10787"/>
                  </a:cubicBezTo>
                  <a:cubicBezTo>
                    <a:pt x="13444" y="10787"/>
                    <a:pt x="13414" y="10790"/>
                    <a:pt x="13382" y="10795"/>
                  </a:cubicBezTo>
                  <a:cubicBezTo>
                    <a:pt x="13362" y="10796"/>
                    <a:pt x="13341" y="10796"/>
                    <a:pt x="13321" y="10796"/>
                  </a:cubicBezTo>
                  <a:cubicBezTo>
                    <a:pt x="12807" y="10796"/>
                    <a:pt x="12296" y="10759"/>
                    <a:pt x="11788" y="10684"/>
                  </a:cubicBezTo>
                  <a:cubicBezTo>
                    <a:pt x="11755" y="10675"/>
                    <a:pt x="11722" y="10672"/>
                    <a:pt x="11691" y="10669"/>
                  </a:cubicBezTo>
                  <a:cubicBezTo>
                    <a:pt x="9931" y="10370"/>
                    <a:pt x="8938" y="9530"/>
                    <a:pt x="7114" y="7990"/>
                  </a:cubicBezTo>
                  <a:lnTo>
                    <a:pt x="7105" y="7987"/>
                  </a:lnTo>
                  <a:lnTo>
                    <a:pt x="7177" y="7927"/>
                  </a:lnTo>
                  <a:cubicBezTo>
                    <a:pt x="8986" y="6402"/>
                    <a:pt x="9973" y="5569"/>
                    <a:pt x="11691" y="5267"/>
                  </a:cubicBezTo>
                  <a:cubicBezTo>
                    <a:pt x="11731" y="5264"/>
                    <a:pt x="11767" y="5258"/>
                    <a:pt x="11806" y="5249"/>
                  </a:cubicBezTo>
                  <a:cubicBezTo>
                    <a:pt x="12310" y="5173"/>
                    <a:pt x="12816" y="5134"/>
                    <a:pt x="13326" y="5134"/>
                  </a:cubicBezTo>
                  <a:close/>
                  <a:moveTo>
                    <a:pt x="4852" y="8561"/>
                  </a:moveTo>
                  <a:lnTo>
                    <a:pt x="3560" y="9850"/>
                  </a:lnTo>
                  <a:cubicBezTo>
                    <a:pt x="3340" y="10071"/>
                    <a:pt x="3340" y="10430"/>
                    <a:pt x="3560" y="10650"/>
                  </a:cubicBezTo>
                  <a:cubicBezTo>
                    <a:pt x="3670" y="10762"/>
                    <a:pt x="3815" y="10818"/>
                    <a:pt x="3960" y="10818"/>
                  </a:cubicBezTo>
                  <a:cubicBezTo>
                    <a:pt x="4105" y="10818"/>
                    <a:pt x="4250" y="10762"/>
                    <a:pt x="4360" y="10650"/>
                  </a:cubicBezTo>
                  <a:lnTo>
                    <a:pt x="5653" y="9361"/>
                  </a:lnTo>
                  <a:lnTo>
                    <a:pt x="5653" y="9361"/>
                  </a:lnTo>
                  <a:cubicBezTo>
                    <a:pt x="5520" y="11451"/>
                    <a:pt x="3790" y="13078"/>
                    <a:pt x="1697" y="13081"/>
                  </a:cubicBezTo>
                  <a:lnTo>
                    <a:pt x="1129" y="13081"/>
                  </a:lnTo>
                  <a:lnTo>
                    <a:pt x="1129" y="12517"/>
                  </a:lnTo>
                  <a:cubicBezTo>
                    <a:pt x="1132" y="10421"/>
                    <a:pt x="2760" y="8691"/>
                    <a:pt x="4852" y="8561"/>
                  </a:cubicBezTo>
                  <a:close/>
                  <a:moveTo>
                    <a:pt x="11734" y="11822"/>
                  </a:moveTo>
                  <a:cubicBezTo>
                    <a:pt x="12066" y="11870"/>
                    <a:pt x="12416" y="11901"/>
                    <a:pt x="12794" y="11916"/>
                  </a:cubicBezTo>
                  <a:cubicBezTo>
                    <a:pt x="12374" y="13407"/>
                    <a:pt x="11121" y="14515"/>
                    <a:pt x="9593" y="14754"/>
                  </a:cubicBezTo>
                  <a:cubicBezTo>
                    <a:pt x="9792" y="13489"/>
                    <a:pt x="10589" y="12396"/>
                    <a:pt x="11734" y="11822"/>
                  </a:cubicBezTo>
                  <a:close/>
                  <a:moveTo>
                    <a:pt x="8986" y="1"/>
                  </a:moveTo>
                  <a:cubicBezTo>
                    <a:pt x="8984" y="1"/>
                    <a:pt x="8982" y="1"/>
                    <a:pt x="8980" y="1"/>
                  </a:cubicBezTo>
                  <a:cubicBezTo>
                    <a:pt x="8666" y="1"/>
                    <a:pt x="8412" y="255"/>
                    <a:pt x="8412" y="566"/>
                  </a:cubicBezTo>
                  <a:cubicBezTo>
                    <a:pt x="8415" y="2084"/>
                    <a:pt x="9092" y="3522"/>
                    <a:pt x="10257" y="4491"/>
                  </a:cubicBezTo>
                  <a:cubicBezTo>
                    <a:pt x="9019" y="4950"/>
                    <a:pt x="8044" y="5720"/>
                    <a:pt x="6794" y="6774"/>
                  </a:cubicBezTo>
                  <a:cubicBezTo>
                    <a:pt x="6749" y="4002"/>
                    <a:pt x="4481" y="1761"/>
                    <a:pt x="1697" y="1761"/>
                  </a:cubicBezTo>
                  <a:lnTo>
                    <a:pt x="565" y="1761"/>
                  </a:lnTo>
                  <a:cubicBezTo>
                    <a:pt x="251" y="1761"/>
                    <a:pt x="0" y="2015"/>
                    <a:pt x="0" y="2326"/>
                  </a:cubicBezTo>
                  <a:lnTo>
                    <a:pt x="0" y="3458"/>
                  </a:lnTo>
                  <a:cubicBezTo>
                    <a:pt x="0" y="5366"/>
                    <a:pt x="1066" y="7115"/>
                    <a:pt x="2763" y="7987"/>
                  </a:cubicBezTo>
                  <a:cubicBezTo>
                    <a:pt x="1066" y="8863"/>
                    <a:pt x="0" y="10611"/>
                    <a:pt x="0" y="12517"/>
                  </a:cubicBezTo>
                  <a:lnTo>
                    <a:pt x="0" y="13649"/>
                  </a:lnTo>
                  <a:cubicBezTo>
                    <a:pt x="0" y="13963"/>
                    <a:pt x="254" y="14213"/>
                    <a:pt x="565" y="14213"/>
                  </a:cubicBezTo>
                  <a:lnTo>
                    <a:pt x="1697" y="14213"/>
                  </a:lnTo>
                  <a:cubicBezTo>
                    <a:pt x="4478" y="14213"/>
                    <a:pt x="6746" y="11973"/>
                    <a:pt x="6794" y="9204"/>
                  </a:cubicBezTo>
                  <a:cubicBezTo>
                    <a:pt x="7808" y="10056"/>
                    <a:pt x="8606" y="10693"/>
                    <a:pt x="9523" y="11149"/>
                  </a:cubicBezTo>
                  <a:cubicBezTo>
                    <a:pt x="9756" y="11263"/>
                    <a:pt x="9998" y="11366"/>
                    <a:pt x="10242" y="11457"/>
                  </a:cubicBezTo>
                  <a:cubicBezTo>
                    <a:pt x="9086" y="12426"/>
                    <a:pt x="8415" y="13857"/>
                    <a:pt x="8412" y="15367"/>
                  </a:cubicBezTo>
                  <a:cubicBezTo>
                    <a:pt x="8412" y="15678"/>
                    <a:pt x="8666" y="15932"/>
                    <a:pt x="8980" y="15932"/>
                  </a:cubicBezTo>
                  <a:cubicBezTo>
                    <a:pt x="8982" y="15932"/>
                    <a:pt x="8984" y="15932"/>
                    <a:pt x="8986" y="15932"/>
                  </a:cubicBezTo>
                  <a:cubicBezTo>
                    <a:pt x="11387" y="15932"/>
                    <a:pt x="13461" y="14254"/>
                    <a:pt x="13962" y="11907"/>
                  </a:cubicBezTo>
                  <a:cubicBezTo>
                    <a:pt x="14971" y="11813"/>
                    <a:pt x="15943" y="11481"/>
                    <a:pt x="16794" y="10934"/>
                  </a:cubicBezTo>
                  <a:cubicBezTo>
                    <a:pt x="17812" y="10288"/>
                    <a:pt x="18672" y="9355"/>
                    <a:pt x="19285" y="8238"/>
                  </a:cubicBezTo>
                  <a:cubicBezTo>
                    <a:pt x="19379" y="8069"/>
                    <a:pt x="19379" y="7864"/>
                    <a:pt x="19285" y="7694"/>
                  </a:cubicBezTo>
                  <a:cubicBezTo>
                    <a:pt x="18672" y="6577"/>
                    <a:pt x="17809" y="5644"/>
                    <a:pt x="16794" y="4998"/>
                  </a:cubicBezTo>
                  <a:cubicBezTo>
                    <a:pt x="15943" y="4452"/>
                    <a:pt x="14971" y="4119"/>
                    <a:pt x="13962" y="4026"/>
                  </a:cubicBezTo>
                  <a:cubicBezTo>
                    <a:pt x="13461" y="1679"/>
                    <a:pt x="11387" y="1"/>
                    <a:pt x="898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17" name="Google Shape;15217;p81"/>
          <p:cNvGrpSpPr/>
          <p:nvPr/>
        </p:nvGrpSpPr>
        <p:grpSpPr>
          <a:xfrm>
            <a:off x="6769482" y="4168136"/>
            <a:ext cx="398637" cy="453557"/>
            <a:chOff x="922025" y="3804850"/>
            <a:chExt cx="424625" cy="483125"/>
          </a:xfrm>
        </p:grpSpPr>
        <p:sp>
          <p:nvSpPr>
            <p:cNvPr id="15218" name="Google Shape;15218;p81"/>
            <p:cNvSpPr/>
            <p:nvPr/>
          </p:nvSpPr>
          <p:spPr>
            <a:xfrm>
              <a:off x="922025" y="3804850"/>
              <a:ext cx="424625" cy="483125"/>
            </a:xfrm>
            <a:custGeom>
              <a:avLst/>
              <a:gdLst/>
              <a:ahLst/>
              <a:cxnLst/>
              <a:rect l="l" t="t" r="r" b="b"/>
              <a:pathLst>
                <a:path w="16985" h="19325" extrusionOk="0">
                  <a:moveTo>
                    <a:pt x="14153" y="1132"/>
                  </a:moveTo>
                  <a:cubicBezTo>
                    <a:pt x="15092" y="1132"/>
                    <a:pt x="15850" y="1893"/>
                    <a:pt x="15853" y="2832"/>
                  </a:cubicBezTo>
                  <a:lnTo>
                    <a:pt x="15853" y="3560"/>
                  </a:lnTo>
                  <a:cubicBezTo>
                    <a:pt x="15472" y="3162"/>
                    <a:pt x="15037" y="2769"/>
                    <a:pt x="14648" y="2558"/>
                  </a:cubicBezTo>
                  <a:cubicBezTo>
                    <a:pt x="14158" y="2296"/>
                    <a:pt x="13305" y="2239"/>
                    <a:pt x="12660" y="2239"/>
                  </a:cubicBezTo>
                  <a:cubicBezTo>
                    <a:pt x="12589" y="2239"/>
                    <a:pt x="12521" y="2239"/>
                    <a:pt x="12456" y="2241"/>
                  </a:cubicBezTo>
                  <a:lnTo>
                    <a:pt x="12456" y="1132"/>
                  </a:lnTo>
                  <a:close/>
                  <a:moveTo>
                    <a:pt x="12611" y="3372"/>
                  </a:moveTo>
                  <a:cubicBezTo>
                    <a:pt x="13207" y="3372"/>
                    <a:pt x="13858" y="3421"/>
                    <a:pt x="14110" y="3557"/>
                  </a:cubicBezTo>
                  <a:cubicBezTo>
                    <a:pt x="14430" y="3726"/>
                    <a:pt x="14844" y="4128"/>
                    <a:pt x="15209" y="4529"/>
                  </a:cubicBezTo>
                  <a:lnTo>
                    <a:pt x="12456" y="4529"/>
                  </a:lnTo>
                  <a:lnTo>
                    <a:pt x="12456" y="3373"/>
                  </a:lnTo>
                  <a:cubicBezTo>
                    <a:pt x="12507" y="3372"/>
                    <a:pt x="12559" y="3372"/>
                    <a:pt x="12611" y="3372"/>
                  </a:cubicBezTo>
                  <a:close/>
                  <a:moveTo>
                    <a:pt x="7927" y="6794"/>
                  </a:moveTo>
                  <a:lnTo>
                    <a:pt x="7927" y="9626"/>
                  </a:lnTo>
                  <a:cubicBezTo>
                    <a:pt x="7924" y="11812"/>
                    <a:pt x="6151" y="13585"/>
                    <a:pt x="3962" y="13588"/>
                  </a:cubicBezTo>
                  <a:lnTo>
                    <a:pt x="3397" y="13588"/>
                  </a:lnTo>
                  <a:lnTo>
                    <a:pt x="3397" y="12455"/>
                  </a:lnTo>
                  <a:lnTo>
                    <a:pt x="3962" y="12455"/>
                  </a:lnTo>
                  <a:cubicBezTo>
                    <a:pt x="5526" y="12452"/>
                    <a:pt x="6791" y="11187"/>
                    <a:pt x="6794" y="9626"/>
                  </a:cubicBezTo>
                  <a:cubicBezTo>
                    <a:pt x="6794" y="9312"/>
                    <a:pt x="6541" y="9058"/>
                    <a:pt x="6227" y="9058"/>
                  </a:cubicBezTo>
                  <a:cubicBezTo>
                    <a:pt x="5913" y="9058"/>
                    <a:pt x="5662" y="9312"/>
                    <a:pt x="5662" y="9626"/>
                  </a:cubicBezTo>
                  <a:cubicBezTo>
                    <a:pt x="5659" y="10562"/>
                    <a:pt x="4901" y="11323"/>
                    <a:pt x="3962" y="11323"/>
                  </a:cubicBezTo>
                  <a:lnTo>
                    <a:pt x="3397" y="11323"/>
                  </a:lnTo>
                  <a:lnTo>
                    <a:pt x="3397" y="10758"/>
                  </a:lnTo>
                  <a:cubicBezTo>
                    <a:pt x="3397" y="8569"/>
                    <a:pt x="5170" y="6797"/>
                    <a:pt x="7359" y="6794"/>
                  </a:cubicBezTo>
                  <a:close/>
                  <a:moveTo>
                    <a:pt x="11323" y="1132"/>
                  </a:moveTo>
                  <a:lnTo>
                    <a:pt x="11323" y="10758"/>
                  </a:lnTo>
                  <a:cubicBezTo>
                    <a:pt x="11320" y="12320"/>
                    <a:pt x="10055" y="13585"/>
                    <a:pt x="8491" y="13588"/>
                  </a:cubicBezTo>
                  <a:lnTo>
                    <a:pt x="7160" y="13588"/>
                  </a:lnTo>
                  <a:cubicBezTo>
                    <a:pt x="8361" y="12621"/>
                    <a:pt x="9059" y="11166"/>
                    <a:pt x="9059" y="9626"/>
                  </a:cubicBezTo>
                  <a:lnTo>
                    <a:pt x="9059" y="6229"/>
                  </a:lnTo>
                  <a:cubicBezTo>
                    <a:pt x="9059" y="5915"/>
                    <a:pt x="8805" y="5662"/>
                    <a:pt x="8491" y="5662"/>
                  </a:cubicBezTo>
                  <a:lnTo>
                    <a:pt x="7359" y="5662"/>
                  </a:lnTo>
                  <a:cubicBezTo>
                    <a:pt x="6779" y="5662"/>
                    <a:pt x="6206" y="5761"/>
                    <a:pt x="5662" y="5954"/>
                  </a:cubicBezTo>
                  <a:lnTo>
                    <a:pt x="5662" y="5097"/>
                  </a:lnTo>
                  <a:cubicBezTo>
                    <a:pt x="5662" y="2908"/>
                    <a:pt x="7434" y="1135"/>
                    <a:pt x="9624" y="1132"/>
                  </a:cubicBezTo>
                  <a:close/>
                  <a:moveTo>
                    <a:pt x="6794" y="14720"/>
                  </a:moveTo>
                  <a:lnTo>
                    <a:pt x="6794" y="16957"/>
                  </a:lnTo>
                  <a:cubicBezTo>
                    <a:pt x="6115" y="16698"/>
                    <a:pt x="5665" y="16049"/>
                    <a:pt x="5662" y="15324"/>
                  </a:cubicBezTo>
                  <a:lnTo>
                    <a:pt x="5662" y="14720"/>
                  </a:lnTo>
                  <a:close/>
                  <a:moveTo>
                    <a:pt x="4530" y="14720"/>
                  </a:moveTo>
                  <a:lnTo>
                    <a:pt x="4530" y="18096"/>
                  </a:lnTo>
                  <a:cubicBezTo>
                    <a:pt x="3850" y="17854"/>
                    <a:pt x="3397" y="17214"/>
                    <a:pt x="3397" y="16495"/>
                  </a:cubicBezTo>
                  <a:lnTo>
                    <a:pt x="3397" y="14720"/>
                  </a:lnTo>
                  <a:close/>
                  <a:moveTo>
                    <a:pt x="3326" y="1"/>
                  </a:moveTo>
                  <a:cubicBezTo>
                    <a:pt x="3182" y="1"/>
                    <a:pt x="3037" y="56"/>
                    <a:pt x="2926" y="166"/>
                  </a:cubicBezTo>
                  <a:cubicBezTo>
                    <a:pt x="2480" y="613"/>
                    <a:pt x="2265" y="1114"/>
                    <a:pt x="2265" y="1700"/>
                  </a:cubicBezTo>
                  <a:cubicBezTo>
                    <a:pt x="2265" y="2950"/>
                    <a:pt x="3277" y="3965"/>
                    <a:pt x="4530" y="3965"/>
                  </a:cubicBezTo>
                  <a:cubicBezTo>
                    <a:pt x="4572" y="3965"/>
                    <a:pt x="4614" y="3965"/>
                    <a:pt x="4657" y="3959"/>
                  </a:cubicBezTo>
                  <a:lnTo>
                    <a:pt x="4657" y="3959"/>
                  </a:lnTo>
                  <a:cubicBezTo>
                    <a:pt x="4572" y="4333"/>
                    <a:pt x="4527" y="4714"/>
                    <a:pt x="4530" y="5097"/>
                  </a:cubicBezTo>
                  <a:lnTo>
                    <a:pt x="4530" y="6522"/>
                  </a:lnTo>
                  <a:cubicBezTo>
                    <a:pt x="3114" y="7467"/>
                    <a:pt x="2265" y="9055"/>
                    <a:pt x="2265" y="10758"/>
                  </a:cubicBezTo>
                  <a:lnTo>
                    <a:pt x="2265" y="13588"/>
                  </a:lnTo>
                  <a:lnTo>
                    <a:pt x="565" y="13588"/>
                  </a:lnTo>
                  <a:cubicBezTo>
                    <a:pt x="251" y="13588"/>
                    <a:pt x="1" y="13841"/>
                    <a:pt x="1" y="14155"/>
                  </a:cubicBezTo>
                  <a:cubicBezTo>
                    <a:pt x="1" y="14466"/>
                    <a:pt x="251" y="14720"/>
                    <a:pt x="565" y="14720"/>
                  </a:cubicBezTo>
                  <a:lnTo>
                    <a:pt x="2265" y="14720"/>
                  </a:lnTo>
                  <a:lnTo>
                    <a:pt x="2265" y="16495"/>
                  </a:lnTo>
                  <a:cubicBezTo>
                    <a:pt x="2265" y="18056"/>
                    <a:pt x="3530" y="19322"/>
                    <a:pt x="5094" y="19325"/>
                  </a:cubicBezTo>
                  <a:cubicBezTo>
                    <a:pt x="5408" y="19325"/>
                    <a:pt x="5662" y="19071"/>
                    <a:pt x="5662" y="18760"/>
                  </a:cubicBezTo>
                  <a:lnTo>
                    <a:pt x="5662" y="17613"/>
                  </a:lnTo>
                  <a:cubicBezTo>
                    <a:pt x="6148" y="17990"/>
                    <a:pt x="6743" y="18192"/>
                    <a:pt x="7359" y="18192"/>
                  </a:cubicBezTo>
                  <a:cubicBezTo>
                    <a:pt x="7673" y="18192"/>
                    <a:pt x="7927" y="17939"/>
                    <a:pt x="7927" y="17628"/>
                  </a:cubicBezTo>
                  <a:lnTo>
                    <a:pt x="7927" y="14720"/>
                  </a:lnTo>
                  <a:lnTo>
                    <a:pt x="9059" y="14720"/>
                  </a:lnTo>
                  <a:lnTo>
                    <a:pt x="9059" y="18760"/>
                  </a:lnTo>
                  <a:cubicBezTo>
                    <a:pt x="9059" y="19071"/>
                    <a:pt x="9309" y="19325"/>
                    <a:pt x="9624" y="19325"/>
                  </a:cubicBezTo>
                  <a:cubicBezTo>
                    <a:pt x="9938" y="19325"/>
                    <a:pt x="10191" y="19071"/>
                    <a:pt x="10191" y="18760"/>
                  </a:cubicBezTo>
                  <a:lnTo>
                    <a:pt x="10191" y="14720"/>
                  </a:lnTo>
                  <a:lnTo>
                    <a:pt x="16417" y="14720"/>
                  </a:lnTo>
                  <a:cubicBezTo>
                    <a:pt x="16731" y="14720"/>
                    <a:pt x="16982" y="14466"/>
                    <a:pt x="16982" y="14155"/>
                  </a:cubicBezTo>
                  <a:cubicBezTo>
                    <a:pt x="16982" y="13841"/>
                    <a:pt x="16731" y="13588"/>
                    <a:pt x="16417" y="13588"/>
                  </a:cubicBezTo>
                  <a:lnTo>
                    <a:pt x="11263" y="13588"/>
                  </a:lnTo>
                  <a:cubicBezTo>
                    <a:pt x="12024" y="12845"/>
                    <a:pt x="12456" y="11821"/>
                    <a:pt x="12456" y="10758"/>
                  </a:cubicBezTo>
                  <a:lnTo>
                    <a:pt x="12456" y="5662"/>
                  </a:lnTo>
                  <a:lnTo>
                    <a:pt x="16417" y="5662"/>
                  </a:lnTo>
                  <a:cubicBezTo>
                    <a:pt x="16435" y="5662"/>
                    <a:pt x="16454" y="5662"/>
                    <a:pt x="16472" y="5659"/>
                  </a:cubicBezTo>
                  <a:lnTo>
                    <a:pt x="16484" y="5659"/>
                  </a:lnTo>
                  <a:cubicBezTo>
                    <a:pt x="16496" y="5659"/>
                    <a:pt x="16511" y="5656"/>
                    <a:pt x="16523" y="5653"/>
                  </a:cubicBezTo>
                  <a:cubicBezTo>
                    <a:pt x="16529" y="5653"/>
                    <a:pt x="16535" y="5653"/>
                    <a:pt x="16538" y="5650"/>
                  </a:cubicBezTo>
                  <a:cubicBezTo>
                    <a:pt x="16550" y="5647"/>
                    <a:pt x="16562" y="5643"/>
                    <a:pt x="16577" y="5640"/>
                  </a:cubicBezTo>
                  <a:lnTo>
                    <a:pt x="16592" y="5637"/>
                  </a:lnTo>
                  <a:cubicBezTo>
                    <a:pt x="16607" y="5631"/>
                    <a:pt x="16623" y="5625"/>
                    <a:pt x="16638" y="5619"/>
                  </a:cubicBezTo>
                  <a:lnTo>
                    <a:pt x="16644" y="5616"/>
                  </a:lnTo>
                  <a:cubicBezTo>
                    <a:pt x="16659" y="5610"/>
                    <a:pt x="16671" y="5604"/>
                    <a:pt x="16683" y="5598"/>
                  </a:cubicBezTo>
                  <a:lnTo>
                    <a:pt x="16701" y="5586"/>
                  </a:lnTo>
                  <a:cubicBezTo>
                    <a:pt x="16710" y="5583"/>
                    <a:pt x="16719" y="5577"/>
                    <a:pt x="16728" y="5571"/>
                  </a:cubicBezTo>
                  <a:cubicBezTo>
                    <a:pt x="16734" y="5568"/>
                    <a:pt x="16740" y="5562"/>
                    <a:pt x="16746" y="5559"/>
                  </a:cubicBezTo>
                  <a:lnTo>
                    <a:pt x="16758" y="5550"/>
                  </a:lnTo>
                  <a:lnTo>
                    <a:pt x="16768" y="5541"/>
                  </a:lnTo>
                  <a:lnTo>
                    <a:pt x="16792" y="5523"/>
                  </a:lnTo>
                  <a:cubicBezTo>
                    <a:pt x="16798" y="5517"/>
                    <a:pt x="16807" y="5511"/>
                    <a:pt x="16813" y="5505"/>
                  </a:cubicBezTo>
                  <a:lnTo>
                    <a:pt x="16831" y="5486"/>
                  </a:lnTo>
                  <a:lnTo>
                    <a:pt x="16849" y="5462"/>
                  </a:lnTo>
                  <a:lnTo>
                    <a:pt x="16864" y="5444"/>
                  </a:lnTo>
                  <a:cubicBezTo>
                    <a:pt x="16870" y="5435"/>
                    <a:pt x="16879" y="5429"/>
                    <a:pt x="16885" y="5420"/>
                  </a:cubicBezTo>
                  <a:lnTo>
                    <a:pt x="16897" y="5399"/>
                  </a:lnTo>
                  <a:cubicBezTo>
                    <a:pt x="16903" y="5390"/>
                    <a:pt x="16906" y="5381"/>
                    <a:pt x="16912" y="5375"/>
                  </a:cubicBezTo>
                  <a:lnTo>
                    <a:pt x="16925" y="5351"/>
                  </a:lnTo>
                  <a:cubicBezTo>
                    <a:pt x="16928" y="5342"/>
                    <a:pt x="16934" y="5332"/>
                    <a:pt x="16937" y="5326"/>
                  </a:cubicBezTo>
                  <a:cubicBezTo>
                    <a:pt x="16940" y="5317"/>
                    <a:pt x="16943" y="5305"/>
                    <a:pt x="16949" y="5296"/>
                  </a:cubicBezTo>
                  <a:cubicBezTo>
                    <a:pt x="16952" y="5287"/>
                    <a:pt x="16955" y="5281"/>
                    <a:pt x="16958" y="5275"/>
                  </a:cubicBezTo>
                  <a:cubicBezTo>
                    <a:pt x="16958" y="5266"/>
                    <a:pt x="16964" y="5254"/>
                    <a:pt x="16964" y="5245"/>
                  </a:cubicBezTo>
                  <a:cubicBezTo>
                    <a:pt x="16967" y="5236"/>
                    <a:pt x="16970" y="5230"/>
                    <a:pt x="16970" y="5221"/>
                  </a:cubicBezTo>
                  <a:cubicBezTo>
                    <a:pt x="16973" y="5215"/>
                    <a:pt x="16976" y="5203"/>
                    <a:pt x="16976" y="5194"/>
                  </a:cubicBezTo>
                  <a:cubicBezTo>
                    <a:pt x="16979" y="5182"/>
                    <a:pt x="16979" y="5175"/>
                    <a:pt x="16982" y="5166"/>
                  </a:cubicBezTo>
                  <a:cubicBezTo>
                    <a:pt x="16982" y="5157"/>
                    <a:pt x="16982" y="5148"/>
                    <a:pt x="16982" y="5139"/>
                  </a:cubicBezTo>
                  <a:cubicBezTo>
                    <a:pt x="16982" y="5130"/>
                    <a:pt x="16982" y="5118"/>
                    <a:pt x="16985" y="5109"/>
                  </a:cubicBezTo>
                  <a:lnTo>
                    <a:pt x="16985" y="5097"/>
                  </a:lnTo>
                  <a:lnTo>
                    <a:pt x="16985" y="2832"/>
                  </a:lnTo>
                  <a:cubicBezTo>
                    <a:pt x="16982" y="1271"/>
                    <a:pt x="15717" y="3"/>
                    <a:pt x="14153" y="3"/>
                  </a:cubicBezTo>
                  <a:lnTo>
                    <a:pt x="9624" y="3"/>
                  </a:lnTo>
                  <a:cubicBezTo>
                    <a:pt x="7754" y="3"/>
                    <a:pt x="6033" y="1027"/>
                    <a:pt x="5143" y="2672"/>
                  </a:cubicBezTo>
                  <a:cubicBezTo>
                    <a:pt x="5106" y="2681"/>
                    <a:pt x="5067" y="2697"/>
                    <a:pt x="5034" y="2715"/>
                  </a:cubicBezTo>
                  <a:cubicBezTo>
                    <a:pt x="4869" y="2797"/>
                    <a:pt x="4697" y="2834"/>
                    <a:pt x="4530" y="2834"/>
                  </a:cubicBezTo>
                  <a:cubicBezTo>
                    <a:pt x="3934" y="2834"/>
                    <a:pt x="3395" y="2356"/>
                    <a:pt x="3397" y="1700"/>
                  </a:cubicBezTo>
                  <a:cubicBezTo>
                    <a:pt x="3397" y="1419"/>
                    <a:pt x="3494" y="1199"/>
                    <a:pt x="3727" y="966"/>
                  </a:cubicBezTo>
                  <a:cubicBezTo>
                    <a:pt x="3950" y="746"/>
                    <a:pt x="3950" y="387"/>
                    <a:pt x="3727" y="166"/>
                  </a:cubicBezTo>
                  <a:cubicBezTo>
                    <a:pt x="3616" y="56"/>
                    <a:pt x="3471" y="1"/>
                    <a:pt x="332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9" name="Google Shape;15219;p81"/>
            <p:cNvSpPr/>
            <p:nvPr/>
          </p:nvSpPr>
          <p:spPr>
            <a:xfrm>
              <a:off x="1135200" y="3869900"/>
              <a:ext cx="37850" cy="28400"/>
            </a:xfrm>
            <a:custGeom>
              <a:avLst/>
              <a:gdLst/>
              <a:ahLst/>
              <a:cxnLst/>
              <a:rect l="l" t="t" r="r" b="b"/>
              <a:pathLst>
                <a:path w="1514" h="1136" extrusionOk="0">
                  <a:moveTo>
                    <a:pt x="758" y="1"/>
                  </a:moveTo>
                  <a:cubicBezTo>
                    <a:pt x="254" y="1"/>
                    <a:pt x="0" y="611"/>
                    <a:pt x="357" y="970"/>
                  </a:cubicBezTo>
                  <a:cubicBezTo>
                    <a:pt x="467" y="1080"/>
                    <a:pt x="612" y="1135"/>
                    <a:pt x="757" y="1135"/>
                  </a:cubicBezTo>
                  <a:cubicBezTo>
                    <a:pt x="902" y="1135"/>
                    <a:pt x="1047" y="1080"/>
                    <a:pt x="1157" y="970"/>
                  </a:cubicBezTo>
                  <a:cubicBezTo>
                    <a:pt x="1513" y="611"/>
                    <a:pt x="1263" y="1"/>
                    <a:pt x="75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20" name="Google Shape;15220;p81"/>
          <p:cNvSpPr/>
          <p:nvPr/>
        </p:nvSpPr>
        <p:spPr>
          <a:xfrm>
            <a:off x="7313802" y="4166672"/>
            <a:ext cx="464401" cy="455224"/>
          </a:xfrm>
          <a:custGeom>
            <a:avLst/>
            <a:gdLst/>
            <a:ahLst/>
            <a:cxnLst/>
            <a:rect l="l" t="t" r="r" b="b"/>
            <a:pathLst>
              <a:path w="19787" h="19396" extrusionOk="0">
                <a:moveTo>
                  <a:pt x="16583" y="1203"/>
                </a:moveTo>
                <a:cubicBezTo>
                  <a:pt x="17017" y="1203"/>
                  <a:pt x="17451" y="1370"/>
                  <a:pt x="17782" y="1702"/>
                </a:cubicBezTo>
                <a:cubicBezTo>
                  <a:pt x="18446" y="2363"/>
                  <a:pt x="18446" y="3438"/>
                  <a:pt x="17782" y="4102"/>
                </a:cubicBezTo>
                <a:lnTo>
                  <a:pt x="16565" y="5319"/>
                </a:lnTo>
                <a:lnTo>
                  <a:pt x="14165" y="2918"/>
                </a:lnTo>
                <a:lnTo>
                  <a:pt x="15382" y="1702"/>
                </a:lnTo>
                <a:cubicBezTo>
                  <a:pt x="15714" y="1370"/>
                  <a:pt x="16149" y="1203"/>
                  <a:pt x="16583" y="1203"/>
                </a:cubicBezTo>
                <a:close/>
                <a:moveTo>
                  <a:pt x="13362" y="3719"/>
                </a:moveTo>
                <a:lnTo>
                  <a:pt x="14162" y="4519"/>
                </a:lnTo>
                <a:lnTo>
                  <a:pt x="4587" y="14096"/>
                </a:lnTo>
                <a:cubicBezTo>
                  <a:pt x="4255" y="13861"/>
                  <a:pt x="3884" y="13692"/>
                  <a:pt x="3488" y="13595"/>
                </a:cubicBezTo>
                <a:lnTo>
                  <a:pt x="13310" y="3770"/>
                </a:lnTo>
                <a:lnTo>
                  <a:pt x="13362" y="3719"/>
                </a:lnTo>
                <a:close/>
                <a:moveTo>
                  <a:pt x="14965" y="5322"/>
                </a:moveTo>
                <a:lnTo>
                  <a:pt x="15765" y="6122"/>
                </a:lnTo>
                <a:lnTo>
                  <a:pt x="15714" y="6173"/>
                </a:lnTo>
                <a:lnTo>
                  <a:pt x="5888" y="15996"/>
                </a:lnTo>
                <a:cubicBezTo>
                  <a:pt x="5792" y="15600"/>
                  <a:pt x="5623" y="15229"/>
                  <a:pt x="5387" y="14897"/>
                </a:cubicBezTo>
                <a:lnTo>
                  <a:pt x="14965" y="5322"/>
                </a:lnTo>
                <a:close/>
                <a:moveTo>
                  <a:pt x="2704" y="14631"/>
                </a:moveTo>
                <a:cubicBezTo>
                  <a:pt x="3925" y="14631"/>
                  <a:pt x="4911" y="15655"/>
                  <a:pt x="4850" y="16889"/>
                </a:cubicBezTo>
                <a:lnTo>
                  <a:pt x="3736" y="17249"/>
                </a:lnTo>
                <a:cubicBezTo>
                  <a:pt x="3449" y="16572"/>
                  <a:pt x="2911" y="16035"/>
                  <a:pt x="2235" y="15748"/>
                </a:cubicBezTo>
                <a:lnTo>
                  <a:pt x="2594" y="14634"/>
                </a:lnTo>
                <a:cubicBezTo>
                  <a:pt x="2631" y="14632"/>
                  <a:pt x="2667" y="14631"/>
                  <a:pt x="2704" y="14631"/>
                </a:cubicBezTo>
                <a:close/>
                <a:moveTo>
                  <a:pt x="1888" y="16835"/>
                </a:moveTo>
                <a:cubicBezTo>
                  <a:pt x="2217" y="17001"/>
                  <a:pt x="2483" y="17267"/>
                  <a:pt x="2649" y="17596"/>
                </a:cubicBezTo>
                <a:lnTo>
                  <a:pt x="1528" y="17955"/>
                </a:lnTo>
                <a:lnTo>
                  <a:pt x="1888" y="16835"/>
                </a:lnTo>
                <a:close/>
                <a:moveTo>
                  <a:pt x="16654" y="1"/>
                </a:moveTo>
                <a:cubicBezTo>
                  <a:pt x="15897" y="1"/>
                  <a:pt x="15141" y="302"/>
                  <a:pt x="14581" y="901"/>
                </a:cubicBezTo>
                <a:lnTo>
                  <a:pt x="11710" y="3770"/>
                </a:lnTo>
                <a:lnTo>
                  <a:pt x="1882" y="13601"/>
                </a:lnTo>
                <a:cubicBezTo>
                  <a:pt x="1861" y="13619"/>
                  <a:pt x="1842" y="13641"/>
                  <a:pt x="1827" y="13662"/>
                </a:cubicBezTo>
                <a:lnTo>
                  <a:pt x="1809" y="13677"/>
                </a:lnTo>
                <a:lnTo>
                  <a:pt x="1788" y="13695"/>
                </a:lnTo>
                <a:cubicBezTo>
                  <a:pt x="1782" y="13701"/>
                  <a:pt x="1773" y="13707"/>
                  <a:pt x="1767" y="13716"/>
                </a:cubicBezTo>
                <a:cubicBezTo>
                  <a:pt x="1761" y="13722"/>
                  <a:pt x="1755" y="13725"/>
                  <a:pt x="1752" y="13731"/>
                </a:cubicBezTo>
                <a:cubicBezTo>
                  <a:pt x="1746" y="13737"/>
                  <a:pt x="1737" y="13746"/>
                  <a:pt x="1728" y="13755"/>
                </a:cubicBezTo>
                <a:lnTo>
                  <a:pt x="1716" y="13773"/>
                </a:lnTo>
                <a:cubicBezTo>
                  <a:pt x="1710" y="13782"/>
                  <a:pt x="1704" y="13789"/>
                  <a:pt x="1698" y="13801"/>
                </a:cubicBezTo>
                <a:cubicBezTo>
                  <a:pt x="1688" y="13810"/>
                  <a:pt x="1688" y="13813"/>
                  <a:pt x="1685" y="13819"/>
                </a:cubicBezTo>
                <a:cubicBezTo>
                  <a:pt x="1679" y="13825"/>
                  <a:pt x="1673" y="13837"/>
                  <a:pt x="1667" y="13846"/>
                </a:cubicBezTo>
                <a:cubicBezTo>
                  <a:pt x="1661" y="13855"/>
                  <a:pt x="1658" y="13861"/>
                  <a:pt x="1655" y="13870"/>
                </a:cubicBezTo>
                <a:cubicBezTo>
                  <a:pt x="1652" y="13879"/>
                  <a:pt x="1646" y="13885"/>
                  <a:pt x="1643" y="13894"/>
                </a:cubicBezTo>
                <a:cubicBezTo>
                  <a:pt x="1640" y="13903"/>
                  <a:pt x="1634" y="13918"/>
                  <a:pt x="1631" y="13933"/>
                </a:cubicBezTo>
                <a:cubicBezTo>
                  <a:pt x="1631" y="13936"/>
                  <a:pt x="1625" y="13939"/>
                  <a:pt x="1625" y="13943"/>
                </a:cubicBezTo>
                <a:lnTo>
                  <a:pt x="1625" y="13949"/>
                </a:lnTo>
                <a:cubicBezTo>
                  <a:pt x="1625" y="13949"/>
                  <a:pt x="1625" y="13952"/>
                  <a:pt x="1625" y="13952"/>
                </a:cubicBezTo>
                <a:lnTo>
                  <a:pt x="118" y="18656"/>
                </a:lnTo>
                <a:cubicBezTo>
                  <a:pt x="1" y="19021"/>
                  <a:pt x="272" y="19393"/>
                  <a:pt x="656" y="19396"/>
                </a:cubicBezTo>
                <a:cubicBezTo>
                  <a:pt x="713" y="19396"/>
                  <a:pt x="771" y="19387"/>
                  <a:pt x="828" y="19368"/>
                </a:cubicBezTo>
                <a:lnTo>
                  <a:pt x="5538" y="17859"/>
                </a:lnTo>
                <a:lnTo>
                  <a:pt x="5547" y="17856"/>
                </a:lnTo>
                <a:cubicBezTo>
                  <a:pt x="5559" y="17853"/>
                  <a:pt x="5571" y="17847"/>
                  <a:pt x="5584" y="17844"/>
                </a:cubicBezTo>
                <a:lnTo>
                  <a:pt x="5599" y="17838"/>
                </a:lnTo>
                <a:cubicBezTo>
                  <a:pt x="5611" y="17832"/>
                  <a:pt x="5623" y="17826"/>
                  <a:pt x="5635" y="17819"/>
                </a:cubicBezTo>
                <a:cubicBezTo>
                  <a:pt x="5650" y="17810"/>
                  <a:pt x="5653" y="17810"/>
                  <a:pt x="5659" y="17804"/>
                </a:cubicBezTo>
                <a:cubicBezTo>
                  <a:pt x="5668" y="17798"/>
                  <a:pt x="5680" y="17792"/>
                  <a:pt x="5689" y="17786"/>
                </a:cubicBezTo>
                <a:cubicBezTo>
                  <a:pt x="5698" y="17780"/>
                  <a:pt x="5701" y="17777"/>
                  <a:pt x="5710" y="17771"/>
                </a:cubicBezTo>
                <a:lnTo>
                  <a:pt x="5728" y="17756"/>
                </a:lnTo>
                <a:lnTo>
                  <a:pt x="5750" y="17738"/>
                </a:lnTo>
                <a:cubicBezTo>
                  <a:pt x="5756" y="17732"/>
                  <a:pt x="5762" y="17726"/>
                  <a:pt x="5768" y="17720"/>
                </a:cubicBezTo>
                <a:cubicBezTo>
                  <a:pt x="5774" y="17714"/>
                  <a:pt x="5780" y="17708"/>
                  <a:pt x="5783" y="17702"/>
                </a:cubicBezTo>
                <a:lnTo>
                  <a:pt x="5798" y="17687"/>
                </a:lnTo>
                <a:cubicBezTo>
                  <a:pt x="5810" y="17678"/>
                  <a:pt x="5819" y="17669"/>
                  <a:pt x="5828" y="17659"/>
                </a:cubicBezTo>
                <a:lnTo>
                  <a:pt x="15714" y="7777"/>
                </a:lnTo>
                <a:lnTo>
                  <a:pt x="18582" y="4902"/>
                </a:lnTo>
                <a:cubicBezTo>
                  <a:pt x="19754" y="3809"/>
                  <a:pt x="19787" y="1961"/>
                  <a:pt x="18655" y="829"/>
                </a:cubicBezTo>
                <a:cubicBezTo>
                  <a:pt x="18102" y="276"/>
                  <a:pt x="17378" y="1"/>
                  <a:pt x="1665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21" name="Google Shape;15221;p81"/>
          <p:cNvGrpSpPr/>
          <p:nvPr/>
        </p:nvGrpSpPr>
        <p:grpSpPr>
          <a:xfrm>
            <a:off x="7879789" y="4168136"/>
            <a:ext cx="417273" cy="453557"/>
            <a:chOff x="2100300" y="3804850"/>
            <a:chExt cx="444475" cy="483125"/>
          </a:xfrm>
        </p:grpSpPr>
        <p:sp>
          <p:nvSpPr>
            <p:cNvPr id="15222" name="Google Shape;15222;p81"/>
            <p:cNvSpPr/>
            <p:nvPr/>
          </p:nvSpPr>
          <p:spPr>
            <a:xfrm>
              <a:off x="2100300" y="3804850"/>
              <a:ext cx="444475" cy="483125"/>
            </a:xfrm>
            <a:custGeom>
              <a:avLst/>
              <a:gdLst/>
              <a:ahLst/>
              <a:cxnLst/>
              <a:rect l="l" t="t" r="r" b="b"/>
              <a:pathLst>
                <a:path w="17779" h="19325" extrusionOk="0">
                  <a:moveTo>
                    <a:pt x="2123" y="4001"/>
                  </a:moveTo>
                  <a:cubicBezTo>
                    <a:pt x="2627" y="4001"/>
                    <a:pt x="2881" y="4611"/>
                    <a:pt x="2524" y="4967"/>
                  </a:cubicBezTo>
                  <a:cubicBezTo>
                    <a:pt x="2408" y="5083"/>
                    <a:pt x="2265" y="5134"/>
                    <a:pt x="2126" y="5134"/>
                  </a:cubicBezTo>
                  <a:cubicBezTo>
                    <a:pt x="1835" y="5134"/>
                    <a:pt x="1558" y="4909"/>
                    <a:pt x="1558" y="4569"/>
                  </a:cubicBezTo>
                  <a:cubicBezTo>
                    <a:pt x="1558" y="4255"/>
                    <a:pt x="1809" y="4001"/>
                    <a:pt x="2123" y="4001"/>
                  </a:cubicBezTo>
                  <a:close/>
                  <a:moveTo>
                    <a:pt x="15710" y="4001"/>
                  </a:moveTo>
                  <a:cubicBezTo>
                    <a:pt x="16215" y="4001"/>
                    <a:pt x="16468" y="4611"/>
                    <a:pt x="16112" y="4967"/>
                  </a:cubicBezTo>
                  <a:cubicBezTo>
                    <a:pt x="15995" y="5083"/>
                    <a:pt x="15853" y="5134"/>
                    <a:pt x="15714" y="5134"/>
                  </a:cubicBezTo>
                  <a:cubicBezTo>
                    <a:pt x="15423" y="5134"/>
                    <a:pt x="15146" y="4909"/>
                    <a:pt x="15146" y="4569"/>
                  </a:cubicBezTo>
                  <a:cubicBezTo>
                    <a:pt x="15146" y="4255"/>
                    <a:pt x="15396" y="4001"/>
                    <a:pt x="15710" y="4001"/>
                  </a:cubicBezTo>
                  <a:close/>
                  <a:moveTo>
                    <a:pt x="8917" y="1132"/>
                  </a:moveTo>
                  <a:cubicBezTo>
                    <a:pt x="9551" y="1132"/>
                    <a:pt x="10251" y="1993"/>
                    <a:pt x="10789" y="3436"/>
                  </a:cubicBezTo>
                  <a:cubicBezTo>
                    <a:pt x="10894" y="3723"/>
                    <a:pt x="10994" y="4028"/>
                    <a:pt x="11084" y="4345"/>
                  </a:cubicBezTo>
                  <a:cubicBezTo>
                    <a:pt x="10345" y="4590"/>
                    <a:pt x="9623" y="4877"/>
                    <a:pt x="8917" y="5203"/>
                  </a:cubicBezTo>
                  <a:cubicBezTo>
                    <a:pt x="8210" y="4877"/>
                    <a:pt x="7488" y="4590"/>
                    <a:pt x="6749" y="4345"/>
                  </a:cubicBezTo>
                  <a:cubicBezTo>
                    <a:pt x="6842" y="4028"/>
                    <a:pt x="6939" y="3723"/>
                    <a:pt x="7044" y="3436"/>
                  </a:cubicBezTo>
                  <a:cubicBezTo>
                    <a:pt x="7582" y="1993"/>
                    <a:pt x="8282" y="1132"/>
                    <a:pt x="8917" y="1132"/>
                  </a:cubicBezTo>
                  <a:close/>
                  <a:moveTo>
                    <a:pt x="6483" y="5453"/>
                  </a:moveTo>
                  <a:cubicBezTo>
                    <a:pt x="6845" y="5577"/>
                    <a:pt x="7217" y="5713"/>
                    <a:pt x="7591" y="5867"/>
                  </a:cubicBezTo>
                  <a:cubicBezTo>
                    <a:pt x="7371" y="5985"/>
                    <a:pt x="7153" y="6105"/>
                    <a:pt x="6936" y="6229"/>
                  </a:cubicBezTo>
                  <a:cubicBezTo>
                    <a:pt x="6715" y="6356"/>
                    <a:pt x="6501" y="6486"/>
                    <a:pt x="6287" y="6619"/>
                  </a:cubicBezTo>
                  <a:cubicBezTo>
                    <a:pt x="6341" y="6217"/>
                    <a:pt x="6407" y="5831"/>
                    <a:pt x="6483" y="5453"/>
                  </a:cubicBezTo>
                  <a:close/>
                  <a:moveTo>
                    <a:pt x="11350" y="5453"/>
                  </a:moveTo>
                  <a:cubicBezTo>
                    <a:pt x="11426" y="5831"/>
                    <a:pt x="11492" y="6217"/>
                    <a:pt x="11546" y="6619"/>
                  </a:cubicBezTo>
                  <a:cubicBezTo>
                    <a:pt x="11335" y="6486"/>
                    <a:pt x="11118" y="6356"/>
                    <a:pt x="10897" y="6229"/>
                  </a:cubicBezTo>
                  <a:cubicBezTo>
                    <a:pt x="10677" y="6102"/>
                    <a:pt x="10459" y="5982"/>
                    <a:pt x="10242" y="5867"/>
                  </a:cubicBezTo>
                  <a:cubicBezTo>
                    <a:pt x="10619" y="5716"/>
                    <a:pt x="10988" y="5574"/>
                    <a:pt x="11350" y="5453"/>
                  </a:cubicBezTo>
                  <a:close/>
                  <a:moveTo>
                    <a:pt x="3799" y="4852"/>
                  </a:moveTo>
                  <a:cubicBezTo>
                    <a:pt x="4336" y="4904"/>
                    <a:pt x="4870" y="4997"/>
                    <a:pt x="5396" y="5133"/>
                  </a:cubicBezTo>
                  <a:cubicBezTo>
                    <a:pt x="5239" y="5894"/>
                    <a:pt x="5124" y="6661"/>
                    <a:pt x="5055" y="7434"/>
                  </a:cubicBezTo>
                  <a:cubicBezTo>
                    <a:pt x="4421" y="7881"/>
                    <a:pt x="3811" y="8361"/>
                    <a:pt x="3231" y="8877"/>
                  </a:cubicBezTo>
                  <a:cubicBezTo>
                    <a:pt x="3004" y="8645"/>
                    <a:pt x="2796" y="8412"/>
                    <a:pt x="2606" y="8180"/>
                  </a:cubicBezTo>
                  <a:cubicBezTo>
                    <a:pt x="1969" y="7404"/>
                    <a:pt x="1579" y="6691"/>
                    <a:pt x="1483" y="6139"/>
                  </a:cubicBezTo>
                  <a:lnTo>
                    <a:pt x="1483" y="6139"/>
                  </a:lnTo>
                  <a:cubicBezTo>
                    <a:pt x="1695" y="6225"/>
                    <a:pt x="1912" y="6266"/>
                    <a:pt x="2125" y="6266"/>
                  </a:cubicBezTo>
                  <a:cubicBezTo>
                    <a:pt x="2922" y="6266"/>
                    <a:pt x="3656" y="5698"/>
                    <a:pt x="3799" y="4852"/>
                  </a:cubicBezTo>
                  <a:close/>
                  <a:moveTo>
                    <a:pt x="14037" y="4852"/>
                  </a:moveTo>
                  <a:cubicBezTo>
                    <a:pt x="14180" y="5698"/>
                    <a:pt x="14914" y="6266"/>
                    <a:pt x="15711" y="6266"/>
                  </a:cubicBezTo>
                  <a:cubicBezTo>
                    <a:pt x="15924" y="6266"/>
                    <a:pt x="16141" y="6225"/>
                    <a:pt x="16353" y="6139"/>
                  </a:cubicBezTo>
                  <a:lnTo>
                    <a:pt x="16353" y="6139"/>
                  </a:lnTo>
                  <a:cubicBezTo>
                    <a:pt x="16254" y="6691"/>
                    <a:pt x="15867" y="7404"/>
                    <a:pt x="15227" y="8180"/>
                  </a:cubicBezTo>
                  <a:cubicBezTo>
                    <a:pt x="15037" y="8412"/>
                    <a:pt x="14829" y="8645"/>
                    <a:pt x="14602" y="8877"/>
                  </a:cubicBezTo>
                  <a:cubicBezTo>
                    <a:pt x="14022" y="8361"/>
                    <a:pt x="13412" y="7881"/>
                    <a:pt x="12778" y="7434"/>
                  </a:cubicBezTo>
                  <a:cubicBezTo>
                    <a:pt x="12709" y="6661"/>
                    <a:pt x="12594" y="5894"/>
                    <a:pt x="12440" y="5133"/>
                  </a:cubicBezTo>
                  <a:cubicBezTo>
                    <a:pt x="12963" y="4997"/>
                    <a:pt x="13497" y="4904"/>
                    <a:pt x="14037" y="4852"/>
                  </a:cubicBezTo>
                  <a:close/>
                  <a:moveTo>
                    <a:pt x="4964" y="8908"/>
                  </a:moveTo>
                  <a:lnTo>
                    <a:pt x="4964" y="8908"/>
                  </a:lnTo>
                  <a:cubicBezTo>
                    <a:pt x="4958" y="9158"/>
                    <a:pt x="4955" y="9409"/>
                    <a:pt x="4955" y="9662"/>
                  </a:cubicBezTo>
                  <a:cubicBezTo>
                    <a:pt x="4952" y="9916"/>
                    <a:pt x="4958" y="10167"/>
                    <a:pt x="4964" y="10417"/>
                  </a:cubicBezTo>
                  <a:cubicBezTo>
                    <a:pt x="4644" y="10170"/>
                    <a:pt x="4339" y="9916"/>
                    <a:pt x="4052" y="9662"/>
                  </a:cubicBezTo>
                  <a:cubicBezTo>
                    <a:pt x="4339" y="9409"/>
                    <a:pt x="4644" y="9155"/>
                    <a:pt x="4964" y="8908"/>
                  </a:cubicBezTo>
                  <a:close/>
                  <a:moveTo>
                    <a:pt x="12869" y="8908"/>
                  </a:moveTo>
                  <a:lnTo>
                    <a:pt x="12869" y="8908"/>
                  </a:lnTo>
                  <a:cubicBezTo>
                    <a:pt x="13189" y="9155"/>
                    <a:pt x="13491" y="9409"/>
                    <a:pt x="13781" y="9662"/>
                  </a:cubicBezTo>
                  <a:cubicBezTo>
                    <a:pt x="13494" y="9916"/>
                    <a:pt x="13189" y="10170"/>
                    <a:pt x="12869" y="10417"/>
                  </a:cubicBezTo>
                  <a:cubicBezTo>
                    <a:pt x="12875" y="10167"/>
                    <a:pt x="12878" y="9916"/>
                    <a:pt x="12881" y="9662"/>
                  </a:cubicBezTo>
                  <a:cubicBezTo>
                    <a:pt x="12881" y="9409"/>
                    <a:pt x="12875" y="9158"/>
                    <a:pt x="12869" y="8908"/>
                  </a:cubicBezTo>
                  <a:close/>
                  <a:moveTo>
                    <a:pt x="8917" y="6459"/>
                  </a:moveTo>
                  <a:cubicBezTo>
                    <a:pt x="9391" y="6688"/>
                    <a:pt x="9865" y="6942"/>
                    <a:pt x="10333" y="7211"/>
                  </a:cubicBezTo>
                  <a:cubicBezTo>
                    <a:pt x="10801" y="7482"/>
                    <a:pt x="11260" y="7766"/>
                    <a:pt x="11694" y="8059"/>
                  </a:cubicBezTo>
                  <a:cubicBezTo>
                    <a:pt x="11728" y="8581"/>
                    <a:pt x="11749" y="9119"/>
                    <a:pt x="11749" y="9662"/>
                  </a:cubicBezTo>
                  <a:cubicBezTo>
                    <a:pt x="11749" y="10206"/>
                    <a:pt x="11728" y="10743"/>
                    <a:pt x="11694" y="11266"/>
                  </a:cubicBezTo>
                  <a:cubicBezTo>
                    <a:pt x="11260" y="11559"/>
                    <a:pt x="10804" y="11839"/>
                    <a:pt x="10333" y="12114"/>
                  </a:cubicBezTo>
                  <a:cubicBezTo>
                    <a:pt x="9862" y="12386"/>
                    <a:pt x="9388" y="12637"/>
                    <a:pt x="8920" y="12869"/>
                  </a:cubicBezTo>
                  <a:cubicBezTo>
                    <a:pt x="8445" y="12640"/>
                    <a:pt x="7971" y="12386"/>
                    <a:pt x="7500" y="12114"/>
                  </a:cubicBezTo>
                  <a:cubicBezTo>
                    <a:pt x="7032" y="11842"/>
                    <a:pt x="6576" y="11559"/>
                    <a:pt x="6139" y="11266"/>
                  </a:cubicBezTo>
                  <a:cubicBezTo>
                    <a:pt x="6105" y="10743"/>
                    <a:pt x="6087" y="10206"/>
                    <a:pt x="6087" y="9662"/>
                  </a:cubicBezTo>
                  <a:cubicBezTo>
                    <a:pt x="6087" y="9119"/>
                    <a:pt x="6105" y="8581"/>
                    <a:pt x="6139" y="8059"/>
                  </a:cubicBezTo>
                  <a:cubicBezTo>
                    <a:pt x="6576" y="7766"/>
                    <a:pt x="7029" y="7485"/>
                    <a:pt x="7500" y="7211"/>
                  </a:cubicBezTo>
                  <a:cubicBezTo>
                    <a:pt x="7971" y="6942"/>
                    <a:pt x="8445" y="6688"/>
                    <a:pt x="8917" y="6459"/>
                  </a:cubicBezTo>
                  <a:close/>
                  <a:moveTo>
                    <a:pt x="11546" y="12706"/>
                  </a:moveTo>
                  <a:lnTo>
                    <a:pt x="11546" y="12706"/>
                  </a:lnTo>
                  <a:cubicBezTo>
                    <a:pt x="11492" y="13108"/>
                    <a:pt x="11426" y="13497"/>
                    <a:pt x="11350" y="13872"/>
                  </a:cubicBezTo>
                  <a:cubicBezTo>
                    <a:pt x="10988" y="13751"/>
                    <a:pt x="10619" y="13612"/>
                    <a:pt x="10242" y="13461"/>
                  </a:cubicBezTo>
                  <a:cubicBezTo>
                    <a:pt x="10462" y="13343"/>
                    <a:pt x="10680" y="13219"/>
                    <a:pt x="10897" y="13096"/>
                  </a:cubicBezTo>
                  <a:cubicBezTo>
                    <a:pt x="11115" y="12969"/>
                    <a:pt x="11332" y="12839"/>
                    <a:pt x="11546" y="12706"/>
                  </a:cubicBezTo>
                  <a:close/>
                  <a:moveTo>
                    <a:pt x="6287" y="12706"/>
                  </a:moveTo>
                  <a:cubicBezTo>
                    <a:pt x="6498" y="12836"/>
                    <a:pt x="6715" y="12966"/>
                    <a:pt x="6936" y="13092"/>
                  </a:cubicBezTo>
                  <a:cubicBezTo>
                    <a:pt x="7153" y="13219"/>
                    <a:pt x="7374" y="13343"/>
                    <a:pt x="7597" y="13461"/>
                  </a:cubicBezTo>
                  <a:lnTo>
                    <a:pt x="7594" y="13461"/>
                  </a:lnTo>
                  <a:cubicBezTo>
                    <a:pt x="7217" y="13615"/>
                    <a:pt x="6848" y="13754"/>
                    <a:pt x="6483" y="13875"/>
                  </a:cubicBezTo>
                  <a:cubicBezTo>
                    <a:pt x="6407" y="13497"/>
                    <a:pt x="6341" y="13108"/>
                    <a:pt x="6287" y="12706"/>
                  </a:cubicBezTo>
                  <a:close/>
                  <a:moveTo>
                    <a:pt x="14602" y="10447"/>
                  </a:moveTo>
                  <a:cubicBezTo>
                    <a:pt x="14829" y="10680"/>
                    <a:pt x="15037" y="10912"/>
                    <a:pt x="15227" y="11145"/>
                  </a:cubicBezTo>
                  <a:cubicBezTo>
                    <a:pt x="15867" y="11921"/>
                    <a:pt x="16254" y="12634"/>
                    <a:pt x="16353" y="13186"/>
                  </a:cubicBezTo>
                  <a:cubicBezTo>
                    <a:pt x="16141" y="13099"/>
                    <a:pt x="15923" y="13059"/>
                    <a:pt x="15710" y="13059"/>
                  </a:cubicBezTo>
                  <a:cubicBezTo>
                    <a:pt x="14912" y="13059"/>
                    <a:pt x="14180" y="13627"/>
                    <a:pt x="14034" y="14472"/>
                  </a:cubicBezTo>
                  <a:cubicBezTo>
                    <a:pt x="13497" y="14421"/>
                    <a:pt x="12963" y="14327"/>
                    <a:pt x="12440" y="14192"/>
                  </a:cubicBezTo>
                  <a:cubicBezTo>
                    <a:pt x="12594" y="13431"/>
                    <a:pt x="12709" y="12664"/>
                    <a:pt x="12778" y="11891"/>
                  </a:cubicBezTo>
                  <a:cubicBezTo>
                    <a:pt x="13412" y="11444"/>
                    <a:pt x="14022" y="10964"/>
                    <a:pt x="14602" y="10447"/>
                  </a:cubicBezTo>
                  <a:close/>
                  <a:moveTo>
                    <a:pt x="3231" y="10447"/>
                  </a:moveTo>
                  <a:cubicBezTo>
                    <a:pt x="3811" y="10964"/>
                    <a:pt x="4421" y="11444"/>
                    <a:pt x="5055" y="11891"/>
                  </a:cubicBezTo>
                  <a:cubicBezTo>
                    <a:pt x="5124" y="12664"/>
                    <a:pt x="5239" y="13434"/>
                    <a:pt x="5393" y="14195"/>
                  </a:cubicBezTo>
                  <a:cubicBezTo>
                    <a:pt x="5079" y="14273"/>
                    <a:pt x="4774" y="14336"/>
                    <a:pt x="4478" y="14388"/>
                  </a:cubicBezTo>
                  <a:cubicBezTo>
                    <a:pt x="4028" y="14462"/>
                    <a:pt x="3616" y="14499"/>
                    <a:pt x="3250" y="14499"/>
                  </a:cubicBezTo>
                  <a:cubicBezTo>
                    <a:pt x="2389" y="14499"/>
                    <a:pt x="1786" y="14296"/>
                    <a:pt x="1561" y="13908"/>
                  </a:cubicBezTo>
                  <a:cubicBezTo>
                    <a:pt x="1244" y="13358"/>
                    <a:pt x="1634" y="12326"/>
                    <a:pt x="2606" y="11145"/>
                  </a:cubicBezTo>
                  <a:cubicBezTo>
                    <a:pt x="2796" y="10912"/>
                    <a:pt x="3007" y="10680"/>
                    <a:pt x="3231" y="10447"/>
                  </a:cubicBezTo>
                  <a:close/>
                  <a:moveTo>
                    <a:pt x="15707" y="14191"/>
                  </a:moveTo>
                  <a:cubicBezTo>
                    <a:pt x="15999" y="14191"/>
                    <a:pt x="16278" y="14416"/>
                    <a:pt x="16278" y="14759"/>
                  </a:cubicBezTo>
                  <a:cubicBezTo>
                    <a:pt x="16278" y="15070"/>
                    <a:pt x="16024" y="15324"/>
                    <a:pt x="15710" y="15324"/>
                  </a:cubicBezTo>
                  <a:cubicBezTo>
                    <a:pt x="15206" y="15324"/>
                    <a:pt x="14952" y="14714"/>
                    <a:pt x="15309" y="14358"/>
                  </a:cubicBezTo>
                  <a:cubicBezTo>
                    <a:pt x="15425" y="14242"/>
                    <a:pt x="15568" y="14191"/>
                    <a:pt x="15707" y="14191"/>
                  </a:cubicBezTo>
                  <a:close/>
                  <a:moveTo>
                    <a:pt x="8917" y="14122"/>
                  </a:moveTo>
                  <a:cubicBezTo>
                    <a:pt x="9623" y="14448"/>
                    <a:pt x="10348" y="14735"/>
                    <a:pt x="11084" y="14980"/>
                  </a:cubicBezTo>
                  <a:cubicBezTo>
                    <a:pt x="10994" y="15297"/>
                    <a:pt x="10894" y="15602"/>
                    <a:pt x="10789" y="15892"/>
                  </a:cubicBezTo>
                  <a:cubicBezTo>
                    <a:pt x="10251" y="17332"/>
                    <a:pt x="9551" y="18192"/>
                    <a:pt x="8917" y="18192"/>
                  </a:cubicBezTo>
                  <a:cubicBezTo>
                    <a:pt x="8282" y="18192"/>
                    <a:pt x="7582" y="17332"/>
                    <a:pt x="7044" y="15892"/>
                  </a:cubicBezTo>
                  <a:cubicBezTo>
                    <a:pt x="6939" y="15602"/>
                    <a:pt x="6839" y="15300"/>
                    <a:pt x="6749" y="14980"/>
                  </a:cubicBezTo>
                  <a:cubicBezTo>
                    <a:pt x="7488" y="14735"/>
                    <a:pt x="8213" y="14448"/>
                    <a:pt x="8917" y="14122"/>
                  </a:cubicBezTo>
                  <a:close/>
                  <a:moveTo>
                    <a:pt x="8917" y="0"/>
                  </a:moveTo>
                  <a:cubicBezTo>
                    <a:pt x="7757" y="0"/>
                    <a:pt x="6715" y="1081"/>
                    <a:pt x="5985" y="3041"/>
                  </a:cubicBezTo>
                  <a:cubicBezTo>
                    <a:pt x="5867" y="3355"/>
                    <a:pt x="5758" y="3687"/>
                    <a:pt x="5662" y="4031"/>
                  </a:cubicBezTo>
                  <a:cubicBezTo>
                    <a:pt x="4919" y="3844"/>
                    <a:pt x="4215" y="3732"/>
                    <a:pt x="3587" y="3702"/>
                  </a:cubicBezTo>
                  <a:cubicBezTo>
                    <a:pt x="3271" y="3173"/>
                    <a:pt x="2709" y="2871"/>
                    <a:pt x="2126" y="2871"/>
                  </a:cubicBezTo>
                  <a:cubicBezTo>
                    <a:pt x="1901" y="2871"/>
                    <a:pt x="1673" y="2916"/>
                    <a:pt x="1455" y="3011"/>
                  </a:cubicBezTo>
                  <a:cubicBezTo>
                    <a:pt x="670" y="3346"/>
                    <a:pt x="260" y="4212"/>
                    <a:pt x="492" y="5034"/>
                  </a:cubicBezTo>
                  <a:cubicBezTo>
                    <a:pt x="54" y="6024"/>
                    <a:pt x="489" y="7389"/>
                    <a:pt x="1733" y="8898"/>
                  </a:cubicBezTo>
                  <a:cubicBezTo>
                    <a:pt x="1942" y="9152"/>
                    <a:pt x="2171" y="9409"/>
                    <a:pt x="2416" y="9662"/>
                  </a:cubicBezTo>
                  <a:cubicBezTo>
                    <a:pt x="2171" y="9916"/>
                    <a:pt x="1942" y="10170"/>
                    <a:pt x="1733" y="10426"/>
                  </a:cubicBezTo>
                  <a:cubicBezTo>
                    <a:pt x="411" y="12033"/>
                    <a:pt x="0" y="13470"/>
                    <a:pt x="583" y="14475"/>
                  </a:cubicBezTo>
                  <a:cubicBezTo>
                    <a:pt x="1021" y="15233"/>
                    <a:pt x="1954" y="15629"/>
                    <a:pt x="3270" y="15629"/>
                  </a:cubicBezTo>
                  <a:cubicBezTo>
                    <a:pt x="3738" y="15626"/>
                    <a:pt x="4203" y="15584"/>
                    <a:pt x="4662" y="15505"/>
                  </a:cubicBezTo>
                  <a:cubicBezTo>
                    <a:pt x="4985" y="15451"/>
                    <a:pt x="5320" y="15378"/>
                    <a:pt x="5662" y="15294"/>
                  </a:cubicBezTo>
                  <a:cubicBezTo>
                    <a:pt x="5761" y="15641"/>
                    <a:pt x="5867" y="15970"/>
                    <a:pt x="5985" y="16284"/>
                  </a:cubicBezTo>
                  <a:cubicBezTo>
                    <a:pt x="6715" y="18244"/>
                    <a:pt x="7757" y="19325"/>
                    <a:pt x="8917" y="19325"/>
                  </a:cubicBezTo>
                  <a:cubicBezTo>
                    <a:pt x="10076" y="19325"/>
                    <a:pt x="11118" y="18244"/>
                    <a:pt x="11848" y="16284"/>
                  </a:cubicBezTo>
                  <a:cubicBezTo>
                    <a:pt x="11966" y="15970"/>
                    <a:pt x="12075" y="15638"/>
                    <a:pt x="12171" y="15294"/>
                  </a:cubicBezTo>
                  <a:cubicBezTo>
                    <a:pt x="12917" y="15481"/>
                    <a:pt x="13618" y="15593"/>
                    <a:pt x="14246" y="15623"/>
                  </a:cubicBezTo>
                  <a:cubicBezTo>
                    <a:pt x="14562" y="16152"/>
                    <a:pt x="15123" y="16453"/>
                    <a:pt x="15705" y="16453"/>
                  </a:cubicBezTo>
                  <a:cubicBezTo>
                    <a:pt x="15930" y="16453"/>
                    <a:pt x="16159" y="16408"/>
                    <a:pt x="16378" y="16314"/>
                  </a:cubicBezTo>
                  <a:cubicBezTo>
                    <a:pt x="17163" y="15979"/>
                    <a:pt x="17573" y="15112"/>
                    <a:pt x="17341" y="14291"/>
                  </a:cubicBezTo>
                  <a:cubicBezTo>
                    <a:pt x="17779" y="13301"/>
                    <a:pt x="17344" y="11936"/>
                    <a:pt x="16100" y="10426"/>
                  </a:cubicBezTo>
                  <a:cubicBezTo>
                    <a:pt x="15891" y="10170"/>
                    <a:pt x="15662" y="9916"/>
                    <a:pt x="15417" y="9662"/>
                  </a:cubicBezTo>
                  <a:cubicBezTo>
                    <a:pt x="15662" y="9409"/>
                    <a:pt x="15891" y="9152"/>
                    <a:pt x="16100" y="8898"/>
                  </a:cubicBezTo>
                  <a:cubicBezTo>
                    <a:pt x="17347" y="7389"/>
                    <a:pt x="17779" y="6024"/>
                    <a:pt x="17341" y="5034"/>
                  </a:cubicBezTo>
                  <a:cubicBezTo>
                    <a:pt x="17573" y="4212"/>
                    <a:pt x="17163" y="3346"/>
                    <a:pt x="16378" y="3011"/>
                  </a:cubicBezTo>
                  <a:cubicBezTo>
                    <a:pt x="16159" y="2916"/>
                    <a:pt x="15930" y="2871"/>
                    <a:pt x="15705" y="2871"/>
                  </a:cubicBezTo>
                  <a:cubicBezTo>
                    <a:pt x="15123" y="2871"/>
                    <a:pt x="14562" y="3173"/>
                    <a:pt x="14246" y="3702"/>
                  </a:cubicBezTo>
                  <a:cubicBezTo>
                    <a:pt x="13615" y="3732"/>
                    <a:pt x="12914" y="3844"/>
                    <a:pt x="12171" y="4031"/>
                  </a:cubicBezTo>
                  <a:cubicBezTo>
                    <a:pt x="12075" y="3684"/>
                    <a:pt x="11966" y="3355"/>
                    <a:pt x="11848" y="3041"/>
                  </a:cubicBezTo>
                  <a:cubicBezTo>
                    <a:pt x="11118" y="1081"/>
                    <a:pt x="10076" y="0"/>
                    <a:pt x="891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3" name="Google Shape;15223;p81"/>
            <p:cNvSpPr/>
            <p:nvPr/>
          </p:nvSpPr>
          <p:spPr>
            <a:xfrm>
              <a:off x="2280775" y="4003900"/>
              <a:ext cx="88275" cy="85025"/>
            </a:xfrm>
            <a:custGeom>
              <a:avLst/>
              <a:gdLst/>
              <a:ahLst/>
              <a:cxnLst/>
              <a:rect l="l" t="t" r="r" b="b"/>
              <a:pathLst>
                <a:path w="3531" h="3401" extrusionOk="0">
                  <a:moveTo>
                    <a:pt x="1698" y="1136"/>
                  </a:moveTo>
                  <a:cubicBezTo>
                    <a:pt x="2202" y="1136"/>
                    <a:pt x="2455" y="1743"/>
                    <a:pt x="2099" y="2102"/>
                  </a:cubicBezTo>
                  <a:cubicBezTo>
                    <a:pt x="1983" y="2217"/>
                    <a:pt x="1841" y="2268"/>
                    <a:pt x="1703" y="2268"/>
                  </a:cubicBezTo>
                  <a:cubicBezTo>
                    <a:pt x="1411" y="2268"/>
                    <a:pt x="1133" y="2042"/>
                    <a:pt x="1133" y="1700"/>
                  </a:cubicBezTo>
                  <a:cubicBezTo>
                    <a:pt x="1133" y="1386"/>
                    <a:pt x="1383" y="1136"/>
                    <a:pt x="1698" y="1136"/>
                  </a:cubicBezTo>
                  <a:close/>
                  <a:moveTo>
                    <a:pt x="1698" y="1"/>
                  </a:moveTo>
                  <a:cubicBezTo>
                    <a:pt x="1479" y="1"/>
                    <a:pt x="1258" y="43"/>
                    <a:pt x="1048" y="130"/>
                  </a:cubicBezTo>
                  <a:cubicBezTo>
                    <a:pt x="414" y="393"/>
                    <a:pt x="1" y="1012"/>
                    <a:pt x="1" y="1700"/>
                  </a:cubicBezTo>
                  <a:cubicBezTo>
                    <a:pt x="1" y="2639"/>
                    <a:pt x="758" y="3397"/>
                    <a:pt x="1698" y="3400"/>
                  </a:cubicBezTo>
                  <a:cubicBezTo>
                    <a:pt x="2386" y="3400"/>
                    <a:pt x="3005" y="2984"/>
                    <a:pt x="3268" y="2350"/>
                  </a:cubicBezTo>
                  <a:cubicBezTo>
                    <a:pt x="3530" y="1715"/>
                    <a:pt x="3385" y="985"/>
                    <a:pt x="2899" y="499"/>
                  </a:cubicBezTo>
                  <a:cubicBezTo>
                    <a:pt x="2574" y="173"/>
                    <a:pt x="2140" y="1"/>
                    <a:pt x="169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24" name="Google Shape;15224;p81"/>
          <p:cNvGrpSpPr/>
          <p:nvPr/>
        </p:nvGrpSpPr>
        <p:grpSpPr>
          <a:xfrm>
            <a:off x="8444618" y="4168136"/>
            <a:ext cx="392348" cy="453557"/>
            <a:chOff x="2708700" y="3804850"/>
            <a:chExt cx="417925" cy="483125"/>
          </a:xfrm>
        </p:grpSpPr>
        <p:sp>
          <p:nvSpPr>
            <p:cNvPr id="15225" name="Google Shape;15225;p81"/>
            <p:cNvSpPr/>
            <p:nvPr/>
          </p:nvSpPr>
          <p:spPr>
            <a:xfrm>
              <a:off x="2708700" y="3804850"/>
              <a:ext cx="417925" cy="483125"/>
            </a:xfrm>
            <a:custGeom>
              <a:avLst/>
              <a:gdLst/>
              <a:ahLst/>
              <a:cxnLst/>
              <a:rect l="l" t="t" r="r" b="b"/>
              <a:pathLst>
                <a:path w="16717" h="19325" extrusionOk="0">
                  <a:moveTo>
                    <a:pt x="10354" y="1132"/>
                  </a:moveTo>
                  <a:lnTo>
                    <a:pt x="10354" y="8618"/>
                  </a:lnTo>
                  <a:cubicBezTo>
                    <a:pt x="10354" y="8714"/>
                    <a:pt x="10379" y="8811"/>
                    <a:pt x="10430" y="8898"/>
                  </a:cubicBezTo>
                  <a:lnTo>
                    <a:pt x="12447" y="12425"/>
                  </a:lnTo>
                  <a:lnTo>
                    <a:pt x="4273" y="12425"/>
                  </a:lnTo>
                  <a:lnTo>
                    <a:pt x="6290" y="8898"/>
                  </a:lnTo>
                  <a:cubicBezTo>
                    <a:pt x="6339" y="8811"/>
                    <a:pt x="6366" y="8714"/>
                    <a:pt x="6366" y="8618"/>
                  </a:cubicBezTo>
                  <a:lnTo>
                    <a:pt x="6366" y="1132"/>
                  </a:lnTo>
                  <a:close/>
                  <a:moveTo>
                    <a:pt x="13090" y="13557"/>
                  </a:moveTo>
                  <a:lnTo>
                    <a:pt x="15469" y="17718"/>
                  </a:lnTo>
                  <a:cubicBezTo>
                    <a:pt x="15527" y="17818"/>
                    <a:pt x="15530" y="17939"/>
                    <a:pt x="15472" y="18038"/>
                  </a:cubicBezTo>
                  <a:cubicBezTo>
                    <a:pt x="15418" y="18135"/>
                    <a:pt x="15318" y="18192"/>
                    <a:pt x="15210" y="18192"/>
                  </a:cubicBezTo>
                  <a:lnTo>
                    <a:pt x="1511" y="18192"/>
                  </a:lnTo>
                  <a:cubicBezTo>
                    <a:pt x="1399" y="18192"/>
                    <a:pt x="1299" y="18135"/>
                    <a:pt x="1245" y="18038"/>
                  </a:cubicBezTo>
                  <a:cubicBezTo>
                    <a:pt x="1187" y="17939"/>
                    <a:pt x="1187" y="17818"/>
                    <a:pt x="1245" y="17718"/>
                  </a:cubicBezTo>
                  <a:lnTo>
                    <a:pt x="3624" y="13557"/>
                  </a:lnTo>
                  <a:close/>
                  <a:moveTo>
                    <a:pt x="4717" y="0"/>
                  </a:moveTo>
                  <a:cubicBezTo>
                    <a:pt x="4403" y="0"/>
                    <a:pt x="4153" y="254"/>
                    <a:pt x="4153" y="568"/>
                  </a:cubicBezTo>
                  <a:cubicBezTo>
                    <a:pt x="4153" y="879"/>
                    <a:pt x="4403" y="1132"/>
                    <a:pt x="4717" y="1132"/>
                  </a:cubicBezTo>
                  <a:lnTo>
                    <a:pt x="5234" y="1132"/>
                  </a:lnTo>
                  <a:lnTo>
                    <a:pt x="5234" y="8467"/>
                  </a:lnTo>
                  <a:lnTo>
                    <a:pt x="264" y="17157"/>
                  </a:lnTo>
                  <a:cubicBezTo>
                    <a:pt x="1" y="17604"/>
                    <a:pt x="4" y="18159"/>
                    <a:pt x="267" y="18606"/>
                  </a:cubicBezTo>
                  <a:cubicBezTo>
                    <a:pt x="519" y="19050"/>
                    <a:pt x="992" y="19325"/>
                    <a:pt x="1502" y="19325"/>
                  </a:cubicBezTo>
                  <a:cubicBezTo>
                    <a:pt x="1505" y="19325"/>
                    <a:pt x="1508" y="19325"/>
                    <a:pt x="1511" y="19325"/>
                  </a:cubicBezTo>
                  <a:lnTo>
                    <a:pt x="15207" y="19325"/>
                  </a:lnTo>
                  <a:cubicBezTo>
                    <a:pt x="15210" y="19325"/>
                    <a:pt x="15212" y="19325"/>
                    <a:pt x="15215" y="19325"/>
                  </a:cubicBezTo>
                  <a:cubicBezTo>
                    <a:pt x="15725" y="19325"/>
                    <a:pt x="16198" y="19050"/>
                    <a:pt x="16451" y="18606"/>
                  </a:cubicBezTo>
                  <a:cubicBezTo>
                    <a:pt x="16713" y="18159"/>
                    <a:pt x="16716" y="17607"/>
                    <a:pt x="16454" y="17157"/>
                  </a:cubicBezTo>
                  <a:lnTo>
                    <a:pt x="11487" y="8467"/>
                  </a:lnTo>
                  <a:lnTo>
                    <a:pt x="11487" y="1132"/>
                  </a:lnTo>
                  <a:lnTo>
                    <a:pt x="12003" y="1132"/>
                  </a:lnTo>
                  <a:cubicBezTo>
                    <a:pt x="12314" y="1132"/>
                    <a:pt x="12568" y="879"/>
                    <a:pt x="12568" y="568"/>
                  </a:cubicBezTo>
                  <a:cubicBezTo>
                    <a:pt x="12568" y="254"/>
                    <a:pt x="12314" y="0"/>
                    <a:pt x="1200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6" name="Google Shape;15226;p81"/>
            <p:cNvSpPr/>
            <p:nvPr/>
          </p:nvSpPr>
          <p:spPr>
            <a:xfrm>
              <a:off x="2875975" y="4055200"/>
              <a:ext cx="33100" cy="28350"/>
            </a:xfrm>
            <a:custGeom>
              <a:avLst/>
              <a:gdLst/>
              <a:ahLst/>
              <a:cxnLst/>
              <a:rect l="l" t="t" r="r" b="b"/>
              <a:pathLst>
                <a:path w="1324" h="1134" extrusionOk="0">
                  <a:moveTo>
                    <a:pt x="570" y="1"/>
                  </a:moveTo>
                  <a:cubicBezTo>
                    <a:pt x="280" y="1"/>
                    <a:pt x="1" y="225"/>
                    <a:pt x="1" y="566"/>
                  </a:cubicBezTo>
                  <a:cubicBezTo>
                    <a:pt x="1" y="880"/>
                    <a:pt x="255" y="1134"/>
                    <a:pt x="569" y="1134"/>
                  </a:cubicBezTo>
                  <a:cubicBezTo>
                    <a:pt x="1073" y="1134"/>
                    <a:pt x="1323" y="524"/>
                    <a:pt x="967" y="168"/>
                  </a:cubicBezTo>
                  <a:cubicBezTo>
                    <a:pt x="852" y="52"/>
                    <a:pt x="710" y="1"/>
                    <a:pt x="57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7" name="Google Shape;15227;p81"/>
            <p:cNvSpPr/>
            <p:nvPr/>
          </p:nvSpPr>
          <p:spPr>
            <a:xfrm>
              <a:off x="2931025" y="4055200"/>
              <a:ext cx="33075" cy="28350"/>
            </a:xfrm>
            <a:custGeom>
              <a:avLst/>
              <a:gdLst/>
              <a:ahLst/>
              <a:cxnLst/>
              <a:rect l="l" t="t" r="r" b="b"/>
              <a:pathLst>
                <a:path w="1323" h="1134" extrusionOk="0">
                  <a:moveTo>
                    <a:pt x="569" y="1"/>
                  </a:moveTo>
                  <a:cubicBezTo>
                    <a:pt x="279" y="1"/>
                    <a:pt x="0" y="225"/>
                    <a:pt x="0" y="566"/>
                  </a:cubicBezTo>
                  <a:cubicBezTo>
                    <a:pt x="0" y="880"/>
                    <a:pt x="254" y="1134"/>
                    <a:pt x="565" y="1134"/>
                  </a:cubicBezTo>
                  <a:cubicBezTo>
                    <a:pt x="1069" y="1134"/>
                    <a:pt x="1323" y="524"/>
                    <a:pt x="966" y="168"/>
                  </a:cubicBezTo>
                  <a:cubicBezTo>
                    <a:pt x="851" y="52"/>
                    <a:pt x="709" y="1"/>
                    <a:pt x="56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8" name="Google Shape;15228;p81"/>
            <p:cNvSpPr/>
            <p:nvPr/>
          </p:nvSpPr>
          <p:spPr>
            <a:xfrm>
              <a:off x="2903525" y="4008200"/>
              <a:ext cx="28350" cy="28325"/>
            </a:xfrm>
            <a:custGeom>
              <a:avLst/>
              <a:gdLst/>
              <a:ahLst/>
              <a:cxnLst/>
              <a:rect l="l" t="t" r="r" b="b"/>
              <a:pathLst>
                <a:path w="1134" h="1133" extrusionOk="0">
                  <a:moveTo>
                    <a:pt x="566" y="1"/>
                  </a:moveTo>
                  <a:cubicBezTo>
                    <a:pt x="252" y="1"/>
                    <a:pt x="1" y="254"/>
                    <a:pt x="1" y="568"/>
                  </a:cubicBezTo>
                  <a:cubicBezTo>
                    <a:pt x="1" y="879"/>
                    <a:pt x="252" y="1133"/>
                    <a:pt x="566" y="1133"/>
                  </a:cubicBezTo>
                  <a:cubicBezTo>
                    <a:pt x="880" y="1133"/>
                    <a:pt x="1133" y="879"/>
                    <a:pt x="1133" y="568"/>
                  </a:cubicBezTo>
                  <a:cubicBezTo>
                    <a:pt x="1133" y="254"/>
                    <a:pt x="880" y="1"/>
                    <a:pt x="5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29" name="Google Shape;15229;p81"/>
          <p:cNvSpPr/>
          <p:nvPr/>
        </p:nvSpPr>
        <p:spPr>
          <a:xfrm>
            <a:off x="8970792" y="4221559"/>
            <a:ext cx="453557" cy="345432"/>
          </a:xfrm>
          <a:custGeom>
            <a:avLst/>
            <a:gdLst/>
            <a:ahLst/>
            <a:cxnLst/>
            <a:rect l="l" t="t" r="r" b="b"/>
            <a:pathLst>
              <a:path w="19325" h="14718" extrusionOk="0">
                <a:moveTo>
                  <a:pt x="14192" y="1133"/>
                </a:moveTo>
                <a:cubicBezTo>
                  <a:pt x="14974" y="1133"/>
                  <a:pt x="15520" y="1906"/>
                  <a:pt x="15261" y="2643"/>
                </a:cubicBezTo>
                <a:cubicBezTo>
                  <a:pt x="15131" y="3008"/>
                  <a:pt x="15403" y="3395"/>
                  <a:pt x="15792" y="3398"/>
                </a:cubicBezTo>
                <a:lnTo>
                  <a:pt x="17628" y="3398"/>
                </a:lnTo>
                <a:cubicBezTo>
                  <a:pt x="17939" y="3398"/>
                  <a:pt x="18193" y="3648"/>
                  <a:pt x="18193" y="3962"/>
                </a:cubicBezTo>
                <a:lnTo>
                  <a:pt x="18193" y="10756"/>
                </a:lnTo>
                <a:cubicBezTo>
                  <a:pt x="18193" y="11070"/>
                  <a:pt x="17939" y="11324"/>
                  <a:pt x="17628" y="11324"/>
                </a:cubicBezTo>
                <a:lnTo>
                  <a:pt x="10230" y="11324"/>
                </a:lnTo>
                <a:lnTo>
                  <a:pt x="10230" y="9624"/>
                </a:lnTo>
                <a:cubicBezTo>
                  <a:pt x="11480" y="9624"/>
                  <a:pt x="12492" y="8609"/>
                  <a:pt x="12492" y="7359"/>
                </a:cubicBezTo>
                <a:cubicBezTo>
                  <a:pt x="12492" y="6109"/>
                  <a:pt x="11480" y="5095"/>
                  <a:pt x="10230" y="5095"/>
                </a:cubicBezTo>
                <a:lnTo>
                  <a:pt x="10230" y="3398"/>
                </a:lnTo>
                <a:lnTo>
                  <a:pt x="12592" y="3398"/>
                </a:lnTo>
                <a:cubicBezTo>
                  <a:pt x="12981" y="3395"/>
                  <a:pt x="13253" y="3008"/>
                  <a:pt x="13123" y="2643"/>
                </a:cubicBezTo>
                <a:cubicBezTo>
                  <a:pt x="12863" y="1906"/>
                  <a:pt x="13410" y="1133"/>
                  <a:pt x="14192" y="1133"/>
                </a:cubicBezTo>
                <a:close/>
                <a:moveTo>
                  <a:pt x="9098" y="3398"/>
                </a:moveTo>
                <a:lnTo>
                  <a:pt x="9098" y="5759"/>
                </a:lnTo>
                <a:cubicBezTo>
                  <a:pt x="9098" y="6082"/>
                  <a:pt x="9363" y="6323"/>
                  <a:pt x="9663" y="6323"/>
                </a:cubicBezTo>
                <a:cubicBezTo>
                  <a:pt x="9726" y="6323"/>
                  <a:pt x="9790" y="6313"/>
                  <a:pt x="9853" y="6290"/>
                </a:cubicBezTo>
                <a:cubicBezTo>
                  <a:pt x="9979" y="6247"/>
                  <a:pt x="10105" y="6226"/>
                  <a:pt x="10229" y="6226"/>
                </a:cubicBezTo>
                <a:cubicBezTo>
                  <a:pt x="10828" y="6226"/>
                  <a:pt x="11357" y="6708"/>
                  <a:pt x="11360" y="7353"/>
                </a:cubicBezTo>
                <a:cubicBezTo>
                  <a:pt x="11362" y="8003"/>
                  <a:pt x="10832" y="8493"/>
                  <a:pt x="10229" y="8493"/>
                </a:cubicBezTo>
                <a:cubicBezTo>
                  <a:pt x="10108" y="8493"/>
                  <a:pt x="9985" y="8473"/>
                  <a:pt x="9862" y="8431"/>
                </a:cubicBezTo>
                <a:cubicBezTo>
                  <a:pt x="9829" y="8419"/>
                  <a:pt x="9796" y="8410"/>
                  <a:pt x="9759" y="8404"/>
                </a:cubicBezTo>
                <a:cubicBezTo>
                  <a:pt x="9726" y="8398"/>
                  <a:pt x="9692" y="8395"/>
                  <a:pt x="9659" y="8395"/>
                </a:cubicBezTo>
                <a:cubicBezTo>
                  <a:pt x="9350" y="8395"/>
                  <a:pt x="9090" y="8653"/>
                  <a:pt x="9098" y="8975"/>
                </a:cubicBezTo>
                <a:lnTo>
                  <a:pt x="9098" y="11324"/>
                </a:lnTo>
                <a:lnTo>
                  <a:pt x="6737" y="11324"/>
                </a:lnTo>
                <a:cubicBezTo>
                  <a:pt x="6344" y="11324"/>
                  <a:pt x="6073" y="11710"/>
                  <a:pt x="6202" y="12079"/>
                </a:cubicBezTo>
                <a:cubicBezTo>
                  <a:pt x="6462" y="12813"/>
                  <a:pt x="5916" y="13585"/>
                  <a:pt x="5134" y="13585"/>
                </a:cubicBezTo>
                <a:cubicBezTo>
                  <a:pt x="4352" y="13585"/>
                  <a:pt x="3805" y="12813"/>
                  <a:pt x="4065" y="12079"/>
                </a:cubicBezTo>
                <a:cubicBezTo>
                  <a:pt x="4195" y="11710"/>
                  <a:pt x="3923" y="11324"/>
                  <a:pt x="3533" y="11324"/>
                </a:cubicBezTo>
                <a:lnTo>
                  <a:pt x="1700" y="11324"/>
                </a:lnTo>
                <a:cubicBezTo>
                  <a:pt x="1386" y="11324"/>
                  <a:pt x="1133" y="11070"/>
                  <a:pt x="1133" y="10756"/>
                </a:cubicBezTo>
                <a:lnTo>
                  <a:pt x="1133" y="3962"/>
                </a:lnTo>
                <a:cubicBezTo>
                  <a:pt x="1133" y="3648"/>
                  <a:pt x="1386" y="3398"/>
                  <a:pt x="1700" y="3398"/>
                </a:cubicBezTo>
                <a:lnTo>
                  <a:pt x="2941" y="3398"/>
                </a:lnTo>
                <a:cubicBezTo>
                  <a:pt x="2570" y="4829"/>
                  <a:pt x="3654" y="6227"/>
                  <a:pt x="5134" y="6227"/>
                </a:cubicBezTo>
                <a:cubicBezTo>
                  <a:pt x="6613" y="6227"/>
                  <a:pt x="7697" y="4829"/>
                  <a:pt x="7326" y="3398"/>
                </a:cubicBezTo>
                <a:close/>
                <a:moveTo>
                  <a:pt x="14192" y="1"/>
                </a:moveTo>
                <a:cubicBezTo>
                  <a:pt x="12942" y="1"/>
                  <a:pt x="11927" y="1012"/>
                  <a:pt x="11927" y="2266"/>
                </a:cubicBezTo>
                <a:lnTo>
                  <a:pt x="6399" y="2266"/>
                </a:lnTo>
                <a:cubicBezTo>
                  <a:pt x="5910" y="2266"/>
                  <a:pt x="5650" y="2842"/>
                  <a:pt x="5979" y="3208"/>
                </a:cubicBezTo>
                <a:cubicBezTo>
                  <a:pt x="6631" y="3938"/>
                  <a:pt x="6112" y="5095"/>
                  <a:pt x="5134" y="5095"/>
                </a:cubicBezTo>
                <a:cubicBezTo>
                  <a:pt x="4155" y="5095"/>
                  <a:pt x="3636" y="3938"/>
                  <a:pt x="4291" y="3208"/>
                </a:cubicBezTo>
                <a:cubicBezTo>
                  <a:pt x="4617" y="2842"/>
                  <a:pt x="4358" y="2266"/>
                  <a:pt x="3868" y="2266"/>
                </a:cubicBezTo>
                <a:lnTo>
                  <a:pt x="1700" y="2266"/>
                </a:lnTo>
                <a:cubicBezTo>
                  <a:pt x="761" y="2266"/>
                  <a:pt x="1" y="3023"/>
                  <a:pt x="1" y="3962"/>
                </a:cubicBezTo>
                <a:lnTo>
                  <a:pt x="1" y="10756"/>
                </a:lnTo>
                <a:cubicBezTo>
                  <a:pt x="1" y="11695"/>
                  <a:pt x="761" y="12453"/>
                  <a:pt x="1700" y="12456"/>
                </a:cubicBezTo>
                <a:lnTo>
                  <a:pt x="2869" y="12456"/>
                </a:lnTo>
                <a:cubicBezTo>
                  <a:pt x="2869" y="13706"/>
                  <a:pt x="3884" y="14718"/>
                  <a:pt x="5134" y="14718"/>
                </a:cubicBezTo>
                <a:cubicBezTo>
                  <a:pt x="6384" y="14718"/>
                  <a:pt x="7398" y="13706"/>
                  <a:pt x="7398" y="12456"/>
                </a:cubicBezTo>
                <a:lnTo>
                  <a:pt x="17628" y="12456"/>
                </a:lnTo>
                <a:cubicBezTo>
                  <a:pt x="18564" y="12453"/>
                  <a:pt x="19325" y="11695"/>
                  <a:pt x="19325" y="10756"/>
                </a:cubicBezTo>
                <a:lnTo>
                  <a:pt x="19325" y="3962"/>
                </a:lnTo>
                <a:cubicBezTo>
                  <a:pt x="19325" y="3023"/>
                  <a:pt x="18564" y="2266"/>
                  <a:pt x="17628" y="2266"/>
                </a:cubicBezTo>
                <a:lnTo>
                  <a:pt x="16457" y="2266"/>
                </a:lnTo>
                <a:cubicBezTo>
                  <a:pt x="16457" y="1012"/>
                  <a:pt x="15442" y="1"/>
                  <a:pt x="1419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0" name="Google Shape;15230;p81"/>
          <p:cNvSpPr/>
          <p:nvPr/>
        </p:nvSpPr>
        <p:spPr>
          <a:xfrm>
            <a:off x="9539742" y="4167494"/>
            <a:ext cx="418493" cy="453581"/>
          </a:xfrm>
          <a:custGeom>
            <a:avLst/>
            <a:gdLst/>
            <a:ahLst/>
            <a:cxnLst/>
            <a:rect l="l" t="t" r="r" b="b"/>
            <a:pathLst>
              <a:path w="17831" h="19326" extrusionOk="0">
                <a:moveTo>
                  <a:pt x="7090" y="1417"/>
                </a:moveTo>
                <a:lnTo>
                  <a:pt x="7090" y="1417"/>
                </a:lnTo>
                <a:cubicBezTo>
                  <a:pt x="7570" y="1746"/>
                  <a:pt x="8228" y="2317"/>
                  <a:pt x="8533" y="3111"/>
                </a:cubicBezTo>
                <a:cubicBezTo>
                  <a:pt x="8835" y="3905"/>
                  <a:pt x="8727" y="4766"/>
                  <a:pt x="8591" y="5337"/>
                </a:cubicBezTo>
                <a:cubicBezTo>
                  <a:pt x="8111" y="5004"/>
                  <a:pt x="7452" y="4437"/>
                  <a:pt x="7148" y="3643"/>
                </a:cubicBezTo>
                <a:cubicBezTo>
                  <a:pt x="6843" y="2848"/>
                  <a:pt x="6954" y="1985"/>
                  <a:pt x="7090" y="1417"/>
                </a:cubicBezTo>
                <a:close/>
                <a:moveTo>
                  <a:pt x="12577" y="5533"/>
                </a:moveTo>
                <a:cubicBezTo>
                  <a:pt x="12772" y="5533"/>
                  <a:pt x="12967" y="5549"/>
                  <a:pt x="13162" y="5581"/>
                </a:cubicBezTo>
                <a:cubicBezTo>
                  <a:pt x="15215" y="5913"/>
                  <a:pt x="16623" y="7906"/>
                  <a:pt x="16299" y="10023"/>
                </a:cubicBezTo>
                <a:cubicBezTo>
                  <a:pt x="15711" y="13866"/>
                  <a:pt x="14596" y="16484"/>
                  <a:pt x="13078" y="17592"/>
                </a:cubicBezTo>
                <a:cubicBezTo>
                  <a:pt x="12526" y="17996"/>
                  <a:pt x="11929" y="18194"/>
                  <a:pt x="11264" y="18194"/>
                </a:cubicBezTo>
                <a:cubicBezTo>
                  <a:pt x="11073" y="18194"/>
                  <a:pt x="10877" y="18177"/>
                  <a:pt x="10674" y="18145"/>
                </a:cubicBezTo>
                <a:cubicBezTo>
                  <a:pt x="10119" y="18054"/>
                  <a:pt x="9681" y="17828"/>
                  <a:pt x="9334" y="17454"/>
                </a:cubicBezTo>
                <a:cubicBezTo>
                  <a:pt x="9222" y="17333"/>
                  <a:pt x="9070" y="17272"/>
                  <a:pt x="8918" y="17272"/>
                </a:cubicBezTo>
                <a:cubicBezTo>
                  <a:pt x="8767" y="17272"/>
                  <a:pt x="8615" y="17333"/>
                  <a:pt x="8503" y="17454"/>
                </a:cubicBezTo>
                <a:cubicBezTo>
                  <a:pt x="8156" y="17831"/>
                  <a:pt x="7715" y="18057"/>
                  <a:pt x="7160" y="18145"/>
                </a:cubicBezTo>
                <a:cubicBezTo>
                  <a:pt x="6958" y="18177"/>
                  <a:pt x="6762" y="18194"/>
                  <a:pt x="6571" y="18194"/>
                </a:cubicBezTo>
                <a:cubicBezTo>
                  <a:pt x="5907" y="18194"/>
                  <a:pt x="5310" y="17996"/>
                  <a:pt x="4756" y="17592"/>
                </a:cubicBezTo>
                <a:cubicBezTo>
                  <a:pt x="3237" y="16484"/>
                  <a:pt x="2126" y="13869"/>
                  <a:pt x="1537" y="10023"/>
                </a:cubicBezTo>
                <a:cubicBezTo>
                  <a:pt x="1214" y="7906"/>
                  <a:pt x="2621" y="5913"/>
                  <a:pt x="4675" y="5581"/>
                </a:cubicBezTo>
                <a:cubicBezTo>
                  <a:pt x="4869" y="5549"/>
                  <a:pt x="5065" y="5533"/>
                  <a:pt x="5260" y="5533"/>
                </a:cubicBezTo>
                <a:cubicBezTo>
                  <a:pt x="6062" y="5533"/>
                  <a:pt x="6848" y="5799"/>
                  <a:pt x="7492" y="6300"/>
                </a:cubicBezTo>
                <a:cubicBezTo>
                  <a:pt x="7913" y="6620"/>
                  <a:pt x="8416" y="6780"/>
                  <a:pt x="8918" y="6780"/>
                </a:cubicBezTo>
                <a:cubicBezTo>
                  <a:pt x="9421" y="6780"/>
                  <a:pt x="9924" y="6620"/>
                  <a:pt x="10345" y="6300"/>
                </a:cubicBezTo>
                <a:cubicBezTo>
                  <a:pt x="10989" y="5799"/>
                  <a:pt x="11775" y="5533"/>
                  <a:pt x="12577" y="5533"/>
                </a:cubicBezTo>
                <a:close/>
                <a:moveTo>
                  <a:pt x="6762" y="0"/>
                </a:moveTo>
                <a:cubicBezTo>
                  <a:pt x="6543" y="0"/>
                  <a:pt x="6335" y="128"/>
                  <a:pt x="6242" y="345"/>
                </a:cubicBezTo>
                <a:cubicBezTo>
                  <a:pt x="6208" y="424"/>
                  <a:pt x="5420" y="2302"/>
                  <a:pt x="6091" y="4047"/>
                </a:cubicBezTo>
                <a:cubicBezTo>
                  <a:pt x="6154" y="4207"/>
                  <a:pt x="6227" y="4364"/>
                  <a:pt x="6308" y="4518"/>
                </a:cubicBezTo>
                <a:cubicBezTo>
                  <a:pt x="5965" y="4440"/>
                  <a:pt x="5614" y="4401"/>
                  <a:pt x="5262" y="4401"/>
                </a:cubicBezTo>
                <a:cubicBezTo>
                  <a:pt x="5004" y="4401"/>
                  <a:pt x="4746" y="4422"/>
                  <a:pt x="4490" y="4464"/>
                </a:cubicBezTo>
                <a:cubicBezTo>
                  <a:pt x="1827" y="4893"/>
                  <a:pt x="0" y="7462"/>
                  <a:pt x="417" y="10192"/>
                </a:cubicBezTo>
                <a:cubicBezTo>
                  <a:pt x="713" y="12139"/>
                  <a:pt x="1148" y="13812"/>
                  <a:pt x="1706" y="15162"/>
                </a:cubicBezTo>
                <a:cubicBezTo>
                  <a:pt x="2341" y="16693"/>
                  <a:pt x="3141" y="17819"/>
                  <a:pt x="4086" y="18507"/>
                </a:cubicBezTo>
                <a:cubicBezTo>
                  <a:pt x="4833" y="19051"/>
                  <a:pt x="5666" y="19325"/>
                  <a:pt x="6571" y="19325"/>
                </a:cubicBezTo>
                <a:cubicBezTo>
                  <a:pt x="6821" y="19325"/>
                  <a:pt x="7077" y="19304"/>
                  <a:pt x="7338" y="19262"/>
                </a:cubicBezTo>
                <a:cubicBezTo>
                  <a:pt x="7942" y="19163"/>
                  <a:pt x="8470" y="18942"/>
                  <a:pt x="8914" y="18601"/>
                </a:cubicBezTo>
                <a:cubicBezTo>
                  <a:pt x="9361" y="18942"/>
                  <a:pt x="9889" y="19163"/>
                  <a:pt x="10493" y="19262"/>
                </a:cubicBezTo>
                <a:cubicBezTo>
                  <a:pt x="10747" y="19301"/>
                  <a:pt x="11000" y="19323"/>
                  <a:pt x="11260" y="19326"/>
                </a:cubicBezTo>
                <a:cubicBezTo>
                  <a:pt x="12163" y="19326"/>
                  <a:pt x="12996" y="19051"/>
                  <a:pt x="13742" y="18504"/>
                </a:cubicBezTo>
                <a:cubicBezTo>
                  <a:pt x="14687" y="17816"/>
                  <a:pt x="15490" y="16693"/>
                  <a:pt x="16124" y="15162"/>
                </a:cubicBezTo>
                <a:cubicBezTo>
                  <a:pt x="16686" y="13812"/>
                  <a:pt x="17121" y="12139"/>
                  <a:pt x="17417" y="10195"/>
                </a:cubicBezTo>
                <a:cubicBezTo>
                  <a:pt x="17830" y="7465"/>
                  <a:pt x="16007" y="4893"/>
                  <a:pt x="13343" y="4464"/>
                </a:cubicBezTo>
                <a:cubicBezTo>
                  <a:pt x="13086" y="4421"/>
                  <a:pt x="12827" y="4400"/>
                  <a:pt x="12570" y="4400"/>
                </a:cubicBezTo>
                <a:cubicBezTo>
                  <a:pt x="11637" y="4400"/>
                  <a:pt x="10720" y="4675"/>
                  <a:pt x="9934" y="5201"/>
                </a:cubicBezTo>
                <a:cubicBezTo>
                  <a:pt x="10233" y="4524"/>
                  <a:pt x="10710" y="3917"/>
                  <a:pt x="11360" y="3380"/>
                </a:cubicBezTo>
                <a:cubicBezTo>
                  <a:pt x="11807" y="3005"/>
                  <a:pt x="12305" y="2698"/>
                  <a:pt x="12842" y="2465"/>
                </a:cubicBezTo>
                <a:cubicBezTo>
                  <a:pt x="13132" y="2350"/>
                  <a:pt x="13277" y="2024"/>
                  <a:pt x="13165" y="1731"/>
                </a:cubicBezTo>
                <a:cubicBezTo>
                  <a:pt x="13080" y="1507"/>
                  <a:pt x="12866" y="1369"/>
                  <a:pt x="12640" y="1369"/>
                </a:cubicBezTo>
                <a:cubicBezTo>
                  <a:pt x="12572" y="1369"/>
                  <a:pt x="12502" y="1382"/>
                  <a:pt x="12435" y="1408"/>
                </a:cubicBezTo>
                <a:cubicBezTo>
                  <a:pt x="12398" y="1420"/>
                  <a:pt x="11565" y="1746"/>
                  <a:pt x="10668" y="2480"/>
                </a:cubicBezTo>
                <a:cubicBezTo>
                  <a:pt x="10345" y="2743"/>
                  <a:pt x="10046" y="3039"/>
                  <a:pt x="9777" y="3356"/>
                </a:cubicBezTo>
                <a:cubicBezTo>
                  <a:pt x="9732" y="3135"/>
                  <a:pt x="9669" y="2915"/>
                  <a:pt x="9590" y="2704"/>
                </a:cubicBezTo>
                <a:cubicBezTo>
                  <a:pt x="8920" y="958"/>
                  <a:pt x="7078" y="89"/>
                  <a:pt x="7000" y="52"/>
                </a:cubicBezTo>
                <a:cubicBezTo>
                  <a:pt x="6922" y="17"/>
                  <a:pt x="6842" y="0"/>
                  <a:pt x="67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31" name="Google Shape;15231;p81"/>
          <p:cNvGrpSpPr/>
          <p:nvPr/>
        </p:nvGrpSpPr>
        <p:grpSpPr>
          <a:xfrm>
            <a:off x="10093785" y="4169837"/>
            <a:ext cx="441377" cy="450155"/>
            <a:chOff x="4467450" y="3808475"/>
            <a:chExt cx="470150" cy="479500"/>
          </a:xfrm>
        </p:grpSpPr>
        <p:sp>
          <p:nvSpPr>
            <p:cNvPr id="15232" name="Google Shape;15232;p81"/>
            <p:cNvSpPr/>
            <p:nvPr/>
          </p:nvSpPr>
          <p:spPr>
            <a:xfrm>
              <a:off x="4729325" y="3808475"/>
              <a:ext cx="56625" cy="138200"/>
            </a:xfrm>
            <a:custGeom>
              <a:avLst/>
              <a:gdLst/>
              <a:ahLst/>
              <a:cxnLst/>
              <a:rect l="l" t="t" r="r" b="b"/>
              <a:pathLst>
                <a:path w="2265"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7" y="5341"/>
                  </a:cubicBezTo>
                  <a:cubicBezTo>
                    <a:pt x="1782" y="5103"/>
                    <a:pt x="1755" y="4735"/>
                    <a:pt x="1510" y="4529"/>
                  </a:cubicBezTo>
                  <a:cubicBezTo>
                    <a:pt x="1432" y="4457"/>
                    <a:pt x="1133" y="4128"/>
                    <a:pt x="1133" y="3820"/>
                  </a:cubicBezTo>
                  <a:cubicBezTo>
                    <a:pt x="1133" y="3521"/>
                    <a:pt x="1413"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3" name="Google Shape;15233;p81"/>
            <p:cNvSpPr/>
            <p:nvPr/>
          </p:nvSpPr>
          <p:spPr>
            <a:xfrm>
              <a:off x="4644400"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4" name="Google Shape;15234;p81"/>
            <p:cNvSpPr/>
            <p:nvPr/>
          </p:nvSpPr>
          <p:spPr>
            <a:xfrm>
              <a:off x="4559475"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1" y="2965"/>
                    <a:pt x="1" y="3820"/>
                  </a:cubicBezTo>
                  <a:cubicBezTo>
                    <a:pt x="1" y="4671"/>
                    <a:pt x="677" y="5302"/>
                    <a:pt x="755" y="5372"/>
                  </a:cubicBezTo>
                  <a:cubicBezTo>
                    <a:pt x="866" y="5476"/>
                    <a:pt x="1007" y="5528"/>
                    <a:pt x="1148" y="5528"/>
                  </a:cubicBezTo>
                  <a:cubicBezTo>
                    <a:pt x="1303"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5" name="Google Shape;15235;p81"/>
            <p:cNvSpPr/>
            <p:nvPr/>
          </p:nvSpPr>
          <p:spPr>
            <a:xfrm>
              <a:off x="4467450" y="3975675"/>
              <a:ext cx="470150" cy="312300"/>
            </a:xfrm>
            <a:custGeom>
              <a:avLst/>
              <a:gdLst/>
              <a:ahLst/>
              <a:cxnLst/>
              <a:rect l="l" t="t" r="r" b="b"/>
              <a:pathLst>
                <a:path w="18806" h="12492" extrusionOk="0">
                  <a:moveTo>
                    <a:pt x="16340" y="2263"/>
                  </a:moveTo>
                  <a:cubicBezTo>
                    <a:pt x="16709" y="2263"/>
                    <a:pt x="17020" y="2371"/>
                    <a:pt x="17233" y="2582"/>
                  </a:cubicBezTo>
                  <a:cubicBezTo>
                    <a:pt x="17622" y="2974"/>
                    <a:pt x="17571" y="3581"/>
                    <a:pt x="17505" y="3907"/>
                  </a:cubicBezTo>
                  <a:cubicBezTo>
                    <a:pt x="17375" y="4553"/>
                    <a:pt x="16994" y="5221"/>
                    <a:pt x="16430" y="5785"/>
                  </a:cubicBezTo>
                  <a:cubicBezTo>
                    <a:pt x="15793" y="6426"/>
                    <a:pt x="15014" y="6824"/>
                    <a:pt x="14337" y="6897"/>
                  </a:cubicBezTo>
                  <a:cubicBezTo>
                    <a:pt x="15056" y="5562"/>
                    <a:pt x="15539" y="4007"/>
                    <a:pt x="15744" y="2346"/>
                  </a:cubicBezTo>
                  <a:cubicBezTo>
                    <a:pt x="15954" y="2291"/>
                    <a:pt x="16154" y="2263"/>
                    <a:pt x="16340" y="2263"/>
                  </a:cubicBezTo>
                  <a:close/>
                  <a:moveTo>
                    <a:pt x="14709" y="1132"/>
                  </a:moveTo>
                  <a:cubicBezTo>
                    <a:pt x="14618" y="3340"/>
                    <a:pt x="13999" y="5390"/>
                    <a:pt x="12978" y="6987"/>
                  </a:cubicBezTo>
                  <a:cubicBezTo>
                    <a:pt x="12948" y="7023"/>
                    <a:pt x="12921" y="7066"/>
                    <a:pt x="12900" y="7108"/>
                  </a:cubicBezTo>
                  <a:cubicBezTo>
                    <a:pt x="12390" y="7881"/>
                    <a:pt x="11786" y="8542"/>
                    <a:pt x="11103" y="9059"/>
                  </a:cubicBezTo>
                  <a:lnTo>
                    <a:pt x="4750" y="9059"/>
                  </a:lnTo>
                  <a:cubicBezTo>
                    <a:pt x="2634" y="7461"/>
                    <a:pt x="1281" y="4478"/>
                    <a:pt x="1145" y="1132"/>
                  </a:cubicBezTo>
                  <a:close/>
                  <a:moveTo>
                    <a:pt x="13247" y="10191"/>
                  </a:moveTo>
                  <a:lnTo>
                    <a:pt x="12827" y="11048"/>
                  </a:lnTo>
                  <a:cubicBezTo>
                    <a:pt x="12731" y="11239"/>
                    <a:pt x="12538" y="11359"/>
                    <a:pt x="12326" y="11359"/>
                  </a:cubicBezTo>
                  <a:lnTo>
                    <a:pt x="3531" y="11359"/>
                  </a:lnTo>
                  <a:cubicBezTo>
                    <a:pt x="3316" y="11359"/>
                    <a:pt x="3120" y="11239"/>
                    <a:pt x="3026" y="11048"/>
                  </a:cubicBezTo>
                  <a:lnTo>
                    <a:pt x="2607" y="10191"/>
                  </a:lnTo>
                  <a:close/>
                  <a:moveTo>
                    <a:pt x="569" y="0"/>
                  </a:moveTo>
                  <a:cubicBezTo>
                    <a:pt x="255" y="0"/>
                    <a:pt x="1" y="254"/>
                    <a:pt x="1" y="565"/>
                  </a:cubicBezTo>
                  <a:cubicBezTo>
                    <a:pt x="1" y="3931"/>
                    <a:pt x="1145" y="7045"/>
                    <a:pt x="3060" y="9059"/>
                  </a:cubicBezTo>
                  <a:lnTo>
                    <a:pt x="569" y="9059"/>
                  </a:lnTo>
                  <a:cubicBezTo>
                    <a:pt x="255" y="9059"/>
                    <a:pt x="1" y="9312"/>
                    <a:pt x="1" y="9623"/>
                  </a:cubicBezTo>
                  <a:cubicBezTo>
                    <a:pt x="1" y="9937"/>
                    <a:pt x="255" y="10191"/>
                    <a:pt x="569" y="10191"/>
                  </a:cubicBezTo>
                  <a:lnTo>
                    <a:pt x="1348" y="10191"/>
                  </a:lnTo>
                  <a:lnTo>
                    <a:pt x="2012" y="11550"/>
                  </a:lnTo>
                  <a:lnTo>
                    <a:pt x="2012" y="11556"/>
                  </a:lnTo>
                  <a:cubicBezTo>
                    <a:pt x="2298" y="12127"/>
                    <a:pt x="2883" y="12492"/>
                    <a:pt x="3523" y="12492"/>
                  </a:cubicBezTo>
                  <a:cubicBezTo>
                    <a:pt x="3525" y="12492"/>
                    <a:pt x="3528" y="12492"/>
                    <a:pt x="3531" y="12492"/>
                  </a:cubicBezTo>
                  <a:lnTo>
                    <a:pt x="12326" y="12492"/>
                  </a:lnTo>
                  <a:cubicBezTo>
                    <a:pt x="12329" y="12492"/>
                    <a:pt x="12332" y="12492"/>
                    <a:pt x="12334" y="12492"/>
                  </a:cubicBezTo>
                  <a:cubicBezTo>
                    <a:pt x="12974" y="12492"/>
                    <a:pt x="13559" y="12127"/>
                    <a:pt x="13845" y="11553"/>
                  </a:cubicBezTo>
                  <a:lnTo>
                    <a:pt x="13845" y="11550"/>
                  </a:lnTo>
                  <a:lnTo>
                    <a:pt x="14509" y="10191"/>
                  </a:lnTo>
                  <a:lnTo>
                    <a:pt x="15288" y="10191"/>
                  </a:lnTo>
                  <a:cubicBezTo>
                    <a:pt x="15602" y="10191"/>
                    <a:pt x="15856" y="9937"/>
                    <a:pt x="15856" y="9623"/>
                  </a:cubicBezTo>
                  <a:cubicBezTo>
                    <a:pt x="15856" y="9309"/>
                    <a:pt x="15602" y="9059"/>
                    <a:pt x="15288" y="9059"/>
                  </a:cubicBezTo>
                  <a:lnTo>
                    <a:pt x="12797" y="9059"/>
                  </a:lnTo>
                  <a:cubicBezTo>
                    <a:pt x="13111" y="8726"/>
                    <a:pt x="13401" y="8373"/>
                    <a:pt x="13664" y="8002"/>
                  </a:cubicBezTo>
                  <a:cubicBezTo>
                    <a:pt x="13812" y="8026"/>
                    <a:pt x="13963" y="8038"/>
                    <a:pt x="14114" y="8038"/>
                  </a:cubicBezTo>
                  <a:cubicBezTo>
                    <a:pt x="15143" y="8038"/>
                    <a:pt x="16303" y="7516"/>
                    <a:pt x="17233" y="6589"/>
                  </a:cubicBezTo>
                  <a:cubicBezTo>
                    <a:pt x="17951" y="5867"/>
                    <a:pt x="18444" y="4994"/>
                    <a:pt x="18619" y="4131"/>
                  </a:cubicBezTo>
                  <a:cubicBezTo>
                    <a:pt x="18806" y="3183"/>
                    <a:pt x="18601" y="2349"/>
                    <a:pt x="18033" y="1785"/>
                  </a:cubicBezTo>
                  <a:cubicBezTo>
                    <a:pt x="17604" y="1353"/>
                    <a:pt x="17013" y="1132"/>
                    <a:pt x="16345" y="1132"/>
                  </a:cubicBezTo>
                  <a:cubicBezTo>
                    <a:pt x="16181" y="1132"/>
                    <a:pt x="16013" y="1145"/>
                    <a:pt x="15841" y="1172"/>
                  </a:cubicBezTo>
                  <a:cubicBezTo>
                    <a:pt x="15850" y="972"/>
                    <a:pt x="15853" y="770"/>
                    <a:pt x="15853" y="565"/>
                  </a:cubicBezTo>
                  <a:cubicBezTo>
                    <a:pt x="15853" y="254"/>
                    <a:pt x="15599" y="0"/>
                    <a:pt x="152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36" name="Google Shape;15236;p81"/>
          <p:cNvGrpSpPr/>
          <p:nvPr/>
        </p:nvGrpSpPr>
        <p:grpSpPr>
          <a:xfrm>
            <a:off x="10654247" y="4168136"/>
            <a:ext cx="453581" cy="453557"/>
            <a:chOff x="5053900" y="3804850"/>
            <a:chExt cx="483150" cy="483125"/>
          </a:xfrm>
        </p:grpSpPr>
        <p:sp>
          <p:nvSpPr>
            <p:cNvPr id="15237" name="Google Shape;15237;p81"/>
            <p:cNvSpPr/>
            <p:nvPr/>
          </p:nvSpPr>
          <p:spPr>
            <a:xfrm>
              <a:off x="5053900" y="3804850"/>
              <a:ext cx="483150" cy="483125"/>
            </a:xfrm>
            <a:custGeom>
              <a:avLst/>
              <a:gdLst/>
              <a:ahLst/>
              <a:cxnLst/>
              <a:rect l="l" t="t" r="r" b="b"/>
              <a:pathLst>
                <a:path w="19326" h="19325" extrusionOk="0">
                  <a:moveTo>
                    <a:pt x="9663" y="1132"/>
                  </a:moveTo>
                  <a:cubicBezTo>
                    <a:pt x="14367" y="1132"/>
                    <a:pt x="18193" y="4958"/>
                    <a:pt x="18193" y="9662"/>
                  </a:cubicBezTo>
                  <a:cubicBezTo>
                    <a:pt x="18193" y="14367"/>
                    <a:pt x="14367" y="18192"/>
                    <a:pt x="9663" y="18192"/>
                  </a:cubicBezTo>
                  <a:cubicBezTo>
                    <a:pt x="4959" y="18192"/>
                    <a:pt x="1133" y="14367"/>
                    <a:pt x="1133" y="9662"/>
                  </a:cubicBezTo>
                  <a:cubicBezTo>
                    <a:pt x="1133" y="4958"/>
                    <a:pt x="4959" y="1132"/>
                    <a:pt x="9663" y="1132"/>
                  </a:cubicBezTo>
                  <a:close/>
                  <a:moveTo>
                    <a:pt x="9663" y="0"/>
                  </a:moveTo>
                  <a:cubicBezTo>
                    <a:pt x="7094" y="0"/>
                    <a:pt x="4669" y="1009"/>
                    <a:pt x="2839" y="2838"/>
                  </a:cubicBezTo>
                  <a:cubicBezTo>
                    <a:pt x="1009" y="4668"/>
                    <a:pt x="1" y="7093"/>
                    <a:pt x="1" y="9662"/>
                  </a:cubicBezTo>
                  <a:cubicBezTo>
                    <a:pt x="1" y="12232"/>
                    <a:pt x="1009" y="14657"/>
                    <a:pt x="2839" y="16486"/>
                  </a:cubicBezTo>
                  <a:cubicBezTo>
                    <a:pt x="4669" y="18316"/>
                    <a:pt x="7094" y="19325"/>
                    <a:pt x="9663" y="19325"/>
                  </a:cubicBezTo>
                  <a:cubicBezTo>
                    <a:pt x="12233" y="19325"/>
                    <a:pt x="14657" y="18316"/>
                    <a:pt x="16487" y="16486"/>
                  </a:cubicBezTo>
                  <a:cubicBezTo>
                    <a:pt x="18317" y="14657"/>
                    <a:pt x="19325" y="12232"/>
                    <a:pt x="19325" y="9662"/>
                  </a:cubicBezTo>
                  <a:cubicBezTo>
                    <a:pt x="19325" y="7093"/>
                    <a:pt x="18317" y="4668"/>
                    <a:pt x="16487" y="2838"/>
                  </a:cubicBezTo>
                  <a:cubicBezTo>
                    <a:pt x="14657" y="1009"/>
                    <a:pt x="12233" y="0"/>
                    <a:pt x="966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8" name="Google Shape;15238;p81"/>
            <p:cNvSpPr/>
            <p:nvPr/>
          </p:nvSpPr>
          <p:spPr>
            <a:xfrm>
              <a:off x="516812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9" name="Google Shape;15239;p81"/>
            <p:cNvSpPr/>
            <p:nvPr/>
          </p:nvSpPr>
          <p:spPr>
            <a:xfrm>
              <a:off x="5334575" y="3947350"/>
              <a:ext cx="88325" cy="84950"/>
            </a:xfrm>
            <a:custGeom>
              <a:avLst/>
              <a:gdLst/>
              <a:ahLst/>
              <a:cxnLst/>
              <a:rect l="l" t="t" r="r" b="b"/>
              <a:pathLst>
                <a:path w="3533" h="3398" extrusionOk="0">
                  <a:moveTo>
                    <a:pt x="1829" y="1130"/>
                  </a:moveTo>
                  <a:cubicBezTo>
                    <a:pt x="2121" y="1130"/>
                    <a:pt x="2401" y="1356"/>
                    <a:pt x="2401" y="1698"/>
                  </a:cubicBezTo>
                  <a:cubicBezTo>
                    <a:pt x="2401" y="2012"/>
                    <a:pt x="2147" y="2265"/>
                    <a:pt x="1833" y="2265"/>
                  </a:cubicBezTo>
                  <a:cubicBezTo>
                    <a:pt x="1329" y="2265"/>
                    <a:pt x="1075" y="1656"/>
                    <a:pt x="1431" y="1296"/>
                  </a:cubicBezTo>
                  <a:cubicBezTo>
                    <a:pt x="1547" y="1181"/>
                    <a:pt x="1690" y="1130"/>
                    <a:pt x="1829" y="1130"/>
                  </a:cubicBezTo>
                  <a:close/>
                  <a:moveTo>
                    <a:pt x="1833" y="1"/>
                  </a:moveTo>
                  <a:cubicBezTo>
                    <a:pt x="1145" y="1"/>
                    <a:pt x="526" y="415"/>
                    <a:pt x="263" y="1049"/>
                  </a:cubicBezTo>
                  <a:cubicBezTo>
                    <a:pt x="0" y="1683"/>
                    <a:pt x="145" y="2413"/>
                    <a:pt x="631" y="2900"/>
                  </a:cubicBezTo>
                  <a:cubicBezTo>
                    <a:pt x="956" y="3225"/>
                    <a:pt x="1391" y="3397"/>
                    <a:pt x="1833" y="3397"/>
                  </a:cubicBezTo>
                  <a:cubicBezTo>
                    <a:pt x="2052" y="3397"/>
                    <a:pt x="2272" y="3355"/>
                    <a:pt x="2482" y="3268"/>
                  </a:cubicBezTo>
                  <a:cubicBezTo>
                    <a:pt x="3116" y="3005"/>
                    <a:pt x="3533" y="2386"/>
                    <a:pt x="3533" y="1698"/>
                  </a:cubicBezTo>
                  <a:cubicBezTo>
                    <a:pt x="3530" y="759"/>
                    <a:pt x="2772" y="1"/>
                    <a:pt x="183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0" name="Google Shape;15240;p81"/>
            <p:cNvSpPr/>
            <p:nvPr/>
          </p:nvSpPr>
          <p:spPr>
            <a:xfrm>
              <a:off x="5170150" y="4060600"/>
              <a:ext cx="250650" cy="113225"/>
            </a:xfrm>
            <a:custGeom>
              <a:avLst/>
              <a:gdLst/>
              <a:ahLst/>
              <a:cxnLst/>
              <a:rect l="l" t="t" r="r" b="b"/>
              <a:pathLst>
                <a:path w="10026" h="4529" extrusionOk="0">
                  <a:moveTo>
                    <a:pt x="5006" y="0"/>
                  </a:moveTo>
                  <a:cubicBezTo>
                    <a:pt x="2684" y="0"/>
                    <a:pt x="659" y="1572"/>
                    <a:pt x="79" y="3820"/>
                  </a:cubicBezTo>
                  <a:cubicBezTo>
                    <a:pt x="1" y="4125"/>
                    <a:pt x="182" y="4433"/>
                    <a:pt x="487" y="4511"/>
                  </a:cubicBezTo>
                  <a:cubicBezTo>
                    <a:pt x="533" y="4523"/>
                    <a:pt x="580" y="4528"/>
                    <a:pt x="625" y="4528"/>
                  </a:cubicBezTo>
                  <a:cubicBezTo>
                    <a:pt x="878" y="4528"/>
                    <a:pt x="1109" y="4359"/>
                    <a:pt x="1175" y="4103"/>
                  </a:cubicBezTo>
                  <a:cubicBezTo>
                    <a:pt x="1625" y="2352"/>
                    <a:pt x="3205" y="1126"/>
                    <a:pt x="5013" y="1126"/>
                  </a:cubicBezTo>
                  <a:cubicBezTo>
                    <a:pt x="6822" y="1126"/>
                    <a:pt x="8401" y="2352"/>
                    <a:pt x="8851" y="4103"/>
                  </a:cubicBezTo>
                  <a:cubicBezTo>
                    <a:pt x="8917" y="4359"/>
                    <a:pt x="9148" y="4528"/>
                    <a:pt x="9401" y="4528"/>
                  </a:cubicBezTo>
                  <a:cubicBezTo>
                    <a:pt x="9447" y="4528"/>
                    <a:pt x="9493" y="4523"/>
                    <a:pt x="9539" y="4511"/>
                  </a:cubicBezTo>
                  <a:cubicBezTo>
                    <a:pt x="9844" y="4433"/>
                    <a:pt x="10025" y="4125"/>
                    <a:pt x="9947" y="3820"/>
                  </a:cubicBezTo>
                  <a:cubicBezTo>
                    <a:pt x="9368" y="1572"/>
                    <a:pt x="7342" y="0"/>
                    <a:pt x="5020" y="0"/>
                  </a:cubicBezTo>
                  <a:cubicBezTo>
                    <a:pt x="5018" y="0"/>
                    <a:pt x="5015" y="0"/>
                    <a:pt x="5013" y="0"/>
                  </a:cubicBezTo>
                  <a:cubicBezTo>
                    <a:pt x="5011" y="0"/>
                    <a:pt x="5009" y="0"/>
                    <a:pt x="500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41" name="Google Shape;15241;p81"/>
          <p:cNvGrpSpPr/>
          <p:nvPr/>
        </p:nvGrpSpPr>
        <p:grpSpPr>
          <a:xfrm>
            <a:off x="9741442" y="5274695"/>
            <a:ext cx="453557" cy="453557"/>
            <a:chOff x="5648375" y="3804850"/>
            <a:chExt cx="483125" cy="483125"/>
          </a:xfrm>
        </p:grpSpPr>
        <p:sp>
          <p:nvSpPr>
            <p:cNvPr id="15242" name="Google Shape;15242;p81"/>
            <p:cNvSpPr/>
            <p:nvPr/>
          </p:nvSpPr>
          <p:spPr>
            <a:xfrm>
              <a:off x="5648375" y="3804850"/>
              <a:ext cx="483125" cy="483125"/>
            </a:xfrm>
            <a:custGeom>
              <a:avLst/>
              <a:gdLst/>
              <a:ahLst/>
              <a:cxnLst/>
              <a:rect l="l" t="t" r="r" b="b"/>
              <a:pathLst>
                <a:path w="19325" h="19325" extrusionOk="0">
                  <a:moveTo>
                    <a:pt x="9662" y="1132"/>
                  </a:moveTo>
                  <a:cubicBezTo>
                    <a:pt x="14367" y="1132"/>
                    <a:pt x="18192" y="4958"/>
                    <a:pt x="18192" y="9662"/>
                  </a:cubicBezTo>
                  <a:cubicBezTo>
                    <a:pt x="18192" y="14367"/>
                    <a:pt x="14367" y="18192"/>
                    <a:pt x="9662" y="18192"/>
                  </a:cubicBezTo>
                  <a:cubicBezTo>
                    <a:pt x="4958" y="18192"/>
                    <a:pt x="1132" y="14367"/>
                    <a:pt x="1132" y="9662"/>
                  </a:cubicBezTo>
                  <a:cubicBezTo>
                    <a:pt x="1132" y="4958"/>
                    <a:pt x="4958" y="1132"/>
                    <a:pt x="9662" y="1132"/>
                  </a:cubicBezTo>
                  <a:close/>
                  <a:moveTo>
                    <a:pt x="9662" y="0"/>
                  </a:moveTo>
                  <a:cubicBezTo>
                    <a:pt x="7093" y="0"/>
                    <a:pt x="4668" y="1009"/>
                    <a:pt x="2838" y="2838"/>
                  </a:cubicBezTo>
                  <a:cubicBezTo>
                    <a:pt x="1009" y="4668"/>
                    <a:pt x="0" y="7093"/>
                    <a:pt x="0" y="9662"/>
                  </a:cubicBezTo>
                  <a:cubicBezTo>
                    <a:pt x="0" y="12232"/>
                    <a:pt x="1009" y="14657"/>
                    <a:pt x="2838" y="16486"/>
                  </a:cubicBezTo>
                  <a:cubicBezTo>
                    <a:pt x="4668" y="18316"/>
                    <a:pt x="7093" y="19325"/>
                    <a:pt x="9662" y="19325"/>
                  </a:cubicBezTo>
                  <a:cubicBezTo>
                    <a:pt x="12232" y="19325"/>
                    <a:pt x="14656" y="18316"/>
                    <a:pt x="16486" y="16486"/>
                  </a:cubicBezTo>
                  <a:cubicBezTo>
                    <a:pt x="18316" y="14657"/>
                    <a:pt x="19325" y="12232"/>
                    <a:pt x="19325" y="9662"/>
                  </a:cubicBezTo>
                  <a:cubicBezTo>
                    <a:pt x="19325" y="7093"/>
                    <a:pt x="18316" y="4668"/>
                    <a:pt x="16486" y="2838"/>
                  </a:cubicBezTo>
                  <a:cubicBezTo>
                    <a:pt x="14656" y="1009"/>
                    <a:pt x="12232" y="0"/>
                    <a:pt x="96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3" name="Google Shape;15243;p81"/>
            <p:cNvSpPr/>
            <p:nvPr/>
          </p:nvSpPr>
          <p:spPr>
            <a:xfrm>
              <a:off x="576257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4" name="Google Shape;15244;p81"/>
            <p:cNvSpPr/>
            <p:nvPr/>
          </p:nvSpPr>
          <p:spPr>
            <a:xfrm>
              <a:off x="5932425" y="3947300"/>
              <a:ext cx="88250" cy="85000"/>
            </a:xfrm>
            <a:custGeom>
              <a:avLst/>
              <a:gdLst/>
              <a:ahLst/>
              <a:cxnLst/>
              <a:rect l="l" t="t" r="r" b="b"/>
              <a:pathLst>
                <a:path w="3530"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5" name="Google Shape;15245;p81"/>
            <p:cNvSpPr/>
            <p:nvPr/>
          </p:nvSpPr>
          <p:spPr>
            <a:xfrm>
              <a:off x="5762575" y="4060600"/>
              <a:ext cx="254800" cy="141550"/>
            </a:xfrm>
            <a:custGeom>
              <a:avLst/>
              <a:gdLst/>
              <a:ahLst/>
              <a:cxnLst/>
              <a:rect l="l" t="t" r="r" b="b"/>
              <a:pathLst>
                <a:path w="10192" h="5662" extrusionOk="0">
                  <a:moveTo>
                    <a:pt x="9017" y="1132"/>
                  </a:moveTo>
                  <a:cubicBezTo>
                    <a:pt x="8736" y="3083"/>
                    <a:pt x="7066" y="4529"/>
                    <a:pt x="5094" y="4529"/>
                  </a:cubicBezTo>
                  <a:cubicBezTo>
                    <a:pt x="3123" y="4529"/>
                    <a:pt x="1453" y="3083"/>
                    <a:pt x="1172" y="1132"/>
                  </a:cubicBezTo>
                  <a:close/>
                  <a:moveTo>
                    <a:pt x="565" y="0"/>
                  </a:moveTo>
                  <a:cubicBezTo>
                    <a:pt x="251" y="0"/>
                    <a:pt x="1" y="251"/>
                    <a:pt x="1" y="565"/>
                  </a:cubicBezTo>
                  <a:cubicBezTo>
                    <a:pt x="1" y="3373"/>
                    <a:pt x="2286" y="5662"/>
                    <a:pt x="5094" y="5662"/>
                  </a:cubicBezTo>
                  <a:cubicBezTo>
                    <a:pt x="7905" y="5662"/>
                    <a:pt x="10191" y="3373"/>
                    <a:pt x="10191" y="565"/>
                  </a:cubicBezTo>
                  <a:cubicBezTo>
                    <a:pt x="10191" y="251"/>
                    <a:pt x="9938" y="0"/>
                    <a:pt x="962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46" name="Google Shape;15246;p81"/>
          <p:cNvGrpSpPr/>
          <p:nvPr/>
        </p:nvGrpSpPr>
        <p:grpSpPr>
          <a:xfrm>
            <a:off x="7461382" y="5291038"/>
            <a:ext cx="374564" cy="420599"/>
            <a:chOff x="6276025" y="3812400"/>
            <a:chExt cx="416800" cy="468025"/>
          </a:xfrm>
        </p:grpSpPr>
        <p:sp>
          <p:nvSpPr>
            <p:cNvPr id="15247" name="Google Shape;15247;p81"/>
            <p:cNvSpPr/>
            <p:nvPr/>
          </p:nvSpPr>
          <p:spPr>
            <a:xfrm>
              <a:off x="6276025" y="3812400"/>
              <a:ext cx="416800" cy="468025"/>
            </a:xfrm>
            <a:custGeom>
              <a:avLst/>
              <a:gdLst/>
              <a:ahLst/>
              <a:cxnLst/>
              <a:rect l="l" t="t" r="r" b="b"/>
              <a:pathLst>
                <a:path w="16672" h="18721" extrusionOk="0">
                  <a:moveTo>
                    <a:pt x="8334" y="1132"/>
                  </a:moveTo>
                  <a:cubicBezTo>
                    <a:pt x="12311" y="1132"/>
                    <a:pt x="15536" y="4354"/>
                    <a:pt x="15536" y="8334"/>
                  </a:cubicBezTo>
                  <a:lnTo>
                    <a:pt x="15536" y="8346"/>
                  </a:lnTo>
                  <a:lnTo>
                    <a:pt x="15536" y="11652"/>
                  </a:lnTo>
                  <a:cubicBezTo>
                    <a:pt x="15536" y="12332"/>
                    <a:pt x="15240" y="12981"/>
                    <a:pt x="14724" y="13425"/>
                  </a:cubicBezTo>
                  <a:lnTo>
                    <a:pt x="12849" y="15034"/>
                  </a:lnTo>
                  <a:cubicBezTo>
                    <a:pt x="12725" y="15143"/>
                    <a:pt x="12652" y="15300"/>
                    <a:pt x="12652" y="15466"/>
                  </a:cubicBezTo>
                  <a:lnTo>
                    <a:pt x="12652" y="17588"/>
                  </a:lnTo>
                  <a:lnTo>
                    <a:pt x="11197" y="17588"/>
                  </a:lnTo>
                  <a:lnTo>
                    <a:pt x="11197" y="16254"/>
                  </a:lnTo>
                  <a:cubicBezTo>
                    <a:pt x="11197" y="15943"/>
                    <a:pt x="10943" y="15689"/>
                    <a:pt x="10629" y="15689"/>
                  </a:cubicBezTo>
                  <a:cubicBezTo>
                    <a:pt x="10318" y="15689"/>
                    <a:pt x="10065" y="15943"/>
                    <a:pt x="10065" y="16254"/>
                  </a:cubicBezTo>
                  <a:lnTo>
                    <a:pt x="10065" y="17588"/>
                  </a:lnTo>
                  <a:lnTo>
                    <a:pt x="8902" y="17588"/>
                  </a:lnTo>
                  <a:lnTo>
                    <a:pt x="8902" y="16254"/>
                  </a:lnTo>
                  <a:cubicBezTo>
                    <a:pt x="8902" y="15943"/>
                    <a:pt x="8648" y="15689"/>
                    <a:pt x="8334" y="15689"/>
                  </a:cubicBezTo>
                  <a:cubicBezTo>
                    <a:pt x="8020" y="15689"/>
                    <a:pt x="7770" y="15943"/>
                    <a:pt x="7770" y="16254"/>
                  </a:cubicBezTo>
                  <a:lnTo>
                    <a:pt x="7770" y="17588"/>
                  </a:lnTo>
                  <a:lnTo>
                    <a:pt x="6604" y="17588"/>
                  </a:lnTo>
                  <a:lnTo>
                    <a:pt x="6604" y="16254"/>
                  </a:lnTo>
                  <a:cubicBezTo>
                    <a:pt x="6604" y="15943"/>
                    <a:pt x="6351" y="15689"/>
                    <a:pt x="6040" y="15689"/>
                  </a:cubicBezTo>
                  <a:cubicBezTo>
                    <a:pt x="5726" y="15689"/>
                    <a:pt x="5472" y="15943"/>
                    <a:pt x="5472" y="16254"/>
                  </a:cubicBezTo>
                  <a:lnTo>
                    <a:pt x="5472" y="17588"/>
                  </a:lnTo>
                  <a:lnTo>
                    <a:pt x="4017" y="17588"/>
                  </a:lnTo>
                  <a:lnTo>
                    <a:pt x="4017" y="15466"/>
                  </a:lnTo>
                  <a:cubicBezTo>
                    <a:pt x="4017" y="15300"/>
                    <a:pt x="3944" y="15143"/>
                    <a:pt x="3820" y="15037"/>
                  </a:cubicBezTo>
                  <a:lnTo>
                    <a:pt x="1945" y="13425"/>
                  </a:lnTo>
                  <a:cubicBezTo>
                    <a:pt x="1429" y="12981"/>
                    <a:pt x="1133" y="12335"/>
                    <a:pt x="1133" y="11652"/>
                  </a:cubicBezTo>
                  <a:lnTo>
                    <a:pt x="1133" y="8406"/>
                  </a:lnTo>
                  <a:cubicBezTo>
                    <a:pt x="1133" y="4396"/>
                    <a:pt x="4361" y="1132"/>
                    <a:pt x="8331" y="1132"/>
                  </a:cubicBezTo>
                  <a:close/>
                  <a:moveTo>
                    <a:pt x="8331" y="0"/>
                  </a:moveTo>
                  <a:cubicBezTo>
                    <a:pt x="3736" y="3"/>
                    <a:pt x="1" y="3774"/>
                    <a:pt x="1" y="8409"/>
                  </a:cubicBezTo>
                  <a:lnTo>
                    <a:pt x="1" y="11655"/>
                  </a:lnTo>
                  <a:cubicBezTo>
                    <a:pt x="1" y="12664"/>
                    <a:pt x="442" y="13627"/>
                    <a:pt x="1209" y="14285"/>
                  </a:cubicBezTo>
                  <a:lnTo>
                    <a:pt x="2884" y="15725"/>
                  </a:lnTo>
                  <a:lnTo>
                    <a:pt x="2884" y="18156"/>
                  </a:lnTo>
                  <a:cubicBezTo>
                    <a:pt x="2884" y="18467"/>
                    <a:pt x="3138" y="18721"/>
                    <a:pt x="3449" y="18721"/>
                  </a:cubicBezTo>
                  <a:lnTo>
                    <a:pt x="13220" y="18721"/>
                  </a:lnTo>
                  <a:cubicBezTo>
                    <a:pt x="13531" y="18721"/>
                    <a:pt x="13785" y="18467"/>
                    <a:pt x="13785" y="18156"/>
                  </a:cubicBezTo>
                  <a:lnTo>
                    <a:pt x="13785" y="15725"/>
                  </a:lnTo>
                  <a:lnTo>
                    <a:pt x="15463" y="14282"/>
                  </a:lnTo>
                  <a:cubicBezTo>
                    <a:pt x="16227" y="13624"/>
                    <a:pt x="16671" y="12664"/>
                    <a:pt x="16671" y="11652"/>
                  </a:cubicBezTo>
                  <a:lnTo>
                    <a:pt x="16671" y="8334"/>
                  </a:lnTo>
                  <a:lnTo>
                    <a:pt x="16671" y="8322"/>
                  </a:lnTo>
                  <a:cubicBezTo>
                    <a:pt x="16662" y="3723"/>
                    <a:pt x="12933" y="0"/>
                    <a:pt x="833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8" name="Google Shape;15248;p81"/>
            <p:cNvSpPr/>
            <p:nvPr/>
          </p:nvSpPr>
          <p:spPr>
            <a:xfrm>
              <a:off x="6436375" y="4078825"/>
              <a:ext cx="96025" cy="80400"/>
            </a:xfrm>
            <a:custGeom>
              <a:avLst/>
              <a:gdLst/>
              <a:ahLst/>
              <a:cxnLst/>
              <a:rect l="l" t="t" r="r" b="b"/>
              <a:pathLst>
                <a:path w="3841" h="3216" extrusionOk="0">
                  <a:moveTo>
                    <a:pt x="1922" y="1"/>
                  </a:moveTo>
                  <a:cubicBezTo>
                    <a:pt x="1736" y="1"/>
                    <a:pt x="1551" y="91"/>
                    <a:pt x="1440" y="270"/>
                  </a:cubicBezTo>
                  <a:lnTo>
                    <a:pt x="166" y="2354"/>
                  </a:lnTo>
                  <a:cubicBezTo>
                    <a:pt x="0" y="2623"/>
                    <a:pt x="85" y="2970"/>
                    <a:pt x="350" y="3133"/>
                  </a:cubicBezTo>
                  <a:cubicBezTo>
                    <a:pt x="443" y="3189"/>
                    <a:pt x="545" y="3216"/>
                    <a:pt x="646" y="3216"/>
                  </a:cubicBezTo>
                  <a:cubicBezTo>
                    <a:pt x="837" y="3216"/>
                    <a:pt x="1023" y="3120"/>
                    <a:pt x="1129" y="2946"/>
                  </a:cubicBezTo>
                  <a:lnTo>
                    <a:pt x="1923" y="1653"/>
                  </a:lnTo>
                  <a:lnTo>
                    <a:pt x="2712" y="2946"/>
                  </a:lnTo>
                  <a:cubicBezTo>
                    <a:pt x="2818" y="3120"/>
                    <a:pt x="3005" y="3216"/>
                    <a:pt x="3196" y="3216"/>
                  </a:cubicBezTo>
                  <a:cubicBezTo>
                    <a:pt x="3297" y="3216"/>
                    <a:pt x="3399" y="3189"/>
                    <a:pt x="3491" y="3133"/>
                  </a:cubicBezTo>
                  <a:cubicBezTo>
                    <a:pt x="3759" y="2970"/>
                    <a:pt x="3841" y="2623"/>
                    <a:pt x="3678" y="2354"/>
                  </a:cubicBezTo>
                  <a:lnTo>
                    <a:pt x="2407" y="270"/>
                  </a:lnTo>
                  <a:cubicBezTo>
                    <a:pt x="2295" y="91"/>
                    <a:pt x="2108" y="1"/>
                    <a:pt x="192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9" name="Google Shape;15249;p81"/>
            <p:cNvSpPr/>
            <p:nvPr/>
          </p:nvSpPr>
          <p:spPr>
            <a:xfrm>
              <a:off x="6327450" y="3974775"/>
              <a:ext cx="125550" cy="118300"/>
            </a:xfrm>
            <a:custGeom>
              <a:avLst/>
              <a:gdLst/>
              <a:ahLst/>
              <a:cxnLst/>
              <a:rect l="l" t="t" r="r" b="b"/>
              <a:pathLst>
                <a:path w="5022" h="4732" extrusionOk="0">
                  <a:moveTo>
                    <a:pt x="2505" y="1115"/>
                  </a:moveTo>
                  <a:cubicBezTo>
                    <a:pt x="2806" y="1115"/>
                    <a:pt x="3107" y="1230"/>
                    <a:pt x="3337" y="1461"/>
                  </a:cubicBezTo>
                  <a:cubicBezTo>
                    <a:pt x="3795" y="1920"/>
                    <a:pt x="3795" y="2663"/>
                    <a:pt x="3337" y="3125"/>
                  </a:cubicBezTo>
                  <a:cubicBezTo>
                    <a:pt x="3049" y="3413"/>
                    <a:pt x="2565" y="3600"/>
                    <a:pt x="2133" y="3600"/>
                  </a:cubicBezTo>
                  <a:cubicBezTo>
                    <a:pt x="1861" y="3600"/>
                    <a:pt x="1610" y="3526"/>
                    <a:pt x="1440" y="3358"/>
                  </a:cubicBezTo>
                  <a:cubicBezTo>
                    <a:pt x="1253" y="3167"/>
                    <a:pt x="1166" y="2844"/>
                    <a:pt x="1208" y="2473"/>
                  </a:cubicBezTo>
                  <a:cubicBezTo>
                    <a:pt x="1253" y="2089"/>
                    <a:pt x="1431" y="1703"/>
                    <a:pt x="1673" y="1461"/>
                  </a:cubicBezTo>
                  <a:cubicBezTo>
                    <a:pt x="1902" y="1230"/>
                    <a:pt x="2203" y="1115"/>
                    <a:pt x="2505" y="1115"/>
                  </a:cubicBezTo>
                  <a:close/>
                  <a:moveTo>
                    <a:pt x="2486" y="0"/>
                  </a:moveTo>
                  <a:cubicBezTo>
                    <a:pt x="1903" y="0"/>
                    <a:pt x="1321" y="219"/>
                    <a:pt x="873" y="658"/>
                  </a:cubicBezTo>
                  <a:cubicBezTo>
                    <a:pt x="444" y="1084"/>
                    <a:pt x="157" y="1697"/>
                    <a:pt x="85" y="2340"/>
                  </a:cubicBezTo>
                  <a:cubicBezTo>
                    <a:pt x="0" y="3059"/>
                    <a:pt x="202" y="3717"/>
                    <a:pt x="640" y="4155"/>
                  </a:cubicBezTo>
                  <a:cubicBezTo>
                    <a:pt x="1042" y="4556"/>
                    <a:pt x="1582" y="4731"/>
                    <a:pt x="2138" y="4731"/>
                  </a:cubicBezTo>
                  <a:cubicBezTo>
                    <a:pt x="2141" y="4731"/>
                    <a:pt x="2145" y="4731"/>
                    <a:pt x="2149" y="4731"/>
                  </a:cubicBezTo>
                  <a:cubicBezTo>
                    <a:pt x="2882" y="4731"/>
                    <a:pt x="3638" y="4424"/>
                    <a:pt x="4137" y="3922"/>
                  </a:cubicBezTo>
                  <a:cubicBezTo>
                    <a:pt x="5021" y="3016"/>
                    <a:pt x="5012" y="1570"/>
                    <a:pt x="4119" y="676"/>
                  </a:cubicBezTo>
                  <a:cubicBezTo>
                    <a:pt x="3668" y="226"/>
                    <a:pt x="3077" y="0"/>
                    <a:pt x="248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0" name="Google Shape;15250;p81"/>
            <p:cNvSpPr/>
            <p:nvPr/>
          </p:nvSpPr>
          <p:spPr>
            <a:xfrm>
              <a:off x="6515325" y="3974300"/>
              <a:ext cx="126000" cy="118775"/>
            </a:xfrm>
            <a:custGeom>
              <a:avLst/>
              <a:gdLst/>
              <a:ahLst/>
              <a:cxnLst/>
              <a:rect l="l" t="t" r="r" b="b"/>
              <a:pathLst>
                <a:path w="5040" h="4751" extrusionOk="0">
                  <a:moveTo>
                    <a:pt x="2535" y="1133"/>
                  </a:moveTo>
                  <a:cubicBezTo>
                    <a:pt x="2836" y="1133"/>
                    <a:pt x="3138" y="1248"/>
                    <a:pt x="3367" y="1477"/>
                  </a:cubicBezTo>
                  <a:cubicBezTo>
                    <a:pt x="3609" y="1722"/>
                    <a:pt x="3787" y="2108"/>
                    <a:pt x="3832" y="2492"/>
                  </a:cubicBezTo>
                  <a:cubicBezTo>
                    <a:pt x="3874" y="2860"/>
                    <a:pt x="3790" y="3183"/>
                    <a:pt x="3600" y="3374"/>
                  </a:cubicBezTo>
                  <a:cubicBezTo>
                    <a:pt x="3429" y="3544"/>
                    <a:pt x="3178" y="3618"/>
                    <a:pt x="2906" y="3618"/>
                  </a:cubicBezTo>
                  <a:cubicBezTo>
                    <a:pt x="2474" y="3618"/>
                    <a:pt x="1991" y="3430"/>
                    <a:pt x="1703" y="3141"/>
                  </a:cubicBezTo>
                  <a:cubicBezTo>
                    <a:pt x="1244" y="2682"/>
                    <a:pt x="1244" y="1936"/>
                    <a:pt x="1703" y="1477"/>
                  </a:cubicBezTo>
                  <a:cubicBezTo>
                    <a:pt x="1933" y="1248"/>
                    <a:pt x="2234" y="1133"/>
                    <a:pt x="2535" y="1133"/>
                  </a:cubicBezTo>
                  <a:close/>
                  <a:moveTo>
                    <a:pt x="2535" y="0"/>
                  </a:moveTo>
                  <a:cubicBezTo>
                    <a:pt x="1944" y="0"/>
                    <a:pt x="1353" y="226"/>
                    <a:pt x="903" y="677"/>
                  </a:cubicBezTo>
                  <a:cubicBezTo>
                    <a:pt x="0" y="1580"/>
                    <a:pt x="0" y="3041"/>
                    <a:pt x="903" y="3941"/>
                  </a:cubicBezTo>
                  <a:cubicBezTo>
                    <a:pt x="1329" y="4370"/>
                    <a:pt x="1945" y="4660"/>
                    <a:pt x="2588" y="4732"/>
                  </a:cubicBezTo>
                  <a:cubicBezTo>
                    <a:pt x="2691" y="4744"/>
                    <a:pt x="2793" y="4750"/>
                    <a:pt x="2899" y="4750"/>
                  </a:cubicBezTo>
                  <a:cubicBezTo>
                    <a:pt x="3491" y="4750"/>
                    <a:pt x="4028" y="4548"/>
                    <a:pt x="4400" y="4174"/>
                  </a:cubicBezTo>
                  <a:cubicBezTo>
                    <a:pt x="4838" y="3739"/>
                    <a:pt x="5040" y="3078"/>
                    <a:pt x="4958" y="2362"/>
                  </a:cubicBezTo>
                  <a:cubicBezTo>
                    <a:pt x="4883" y="1719"/>
                    <a:pt x="4596" y="1103"/>
                    <a:pt x="4167" y="677"/>
                  </a:cubicBezTo>
                  <a:cubicBezTo>
                    <a:pt x="3717" y="226"/>
                    <a:pt x="3126" y="0"/>
                    <a:pt x="253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51" name="Google Shape;15251;p81"/>
          <p:cNvGrpSpPr/>
          <p:nvPr/>
        </p:nvGrpSpPr>
        <p:grpSpPr>
          <a:xfrm>
            <a:off x="6740391" y="4726786"/>
            <a:ext cx="456820" cy="453581"/>
            <a:chOff x="890400" y="4399350"/>
            <a:chExt cx="486600" cy="483150"/>
          </a:xfrm>
        </p:grpSpPr>
        <p:sp>
          <p:nvSpPr>
            <p:cNvPr id="15252" name="Google Shape;15252;p81"/>
            <p:cNvSpPr/>
            <p:nvPr/>
          </p:nvSpPr>
          <p:spPr>
            <a:xfrm>
              <a:off x="1125300" y="4503075"/>
              <a:ext cx="153800" cy="141650"/>
            </a:xfrm>
            <a:custGeom>
              <a:avLst/>
              <a:gdLst/>
              <a:ahLst/>
              <a:cxnLst/>
              <a:rect l="l" t="t" r="r" b="b"/>
              <a:pathLst>
                <a:path w="6152" h="5666" extrusionOk="0">
                  <a:moveTo>
                    <a:pt x="3044" y="1140"/>
                  </a:moveTo>
                  <a:cubicBezTo>
                    <a:pt x="3263" y="1140"/>
                    <a:pt x="3484" y="1182"/>
                    <a:pt x="3694" y="1269"/>
                  </a:cubicBezTo>
                  <a:cubicBezTo>
                    <a:pt x="4328" y="1532"/>
                    <a:pt x="4741" y="2151"/>
                    <a:pt x="4741" y="2836"/>
                  </a:cubicBezTo>
                  <a:cubicBezTo>
                    <a:pt x="4741" y="3525"/>
                    <a:pt x="4328" y="4144"/>
                    <a:pt x="3694" y="4406"/>
                  </a:cubicBezTo>
                  <a:cubicBezTo>
                    <a:pt x="3484" y="4493"/>
                    <a:pt x="3263" y="4536"/>
                    <a:pt x="3044" y="4536"/>
                  </a:cubicBezTo>
                  <a:cubicBezTo>
                    <a:pt x="2602" y="4536"/>
                    <a:pt x="2168" y="4363"/>
                    <a:pt x="1843" y="4038"/>
                  </a:cubicBezTo>
                  <a:cubicBezTo>
                    <a:pt x="1178" y="3377"/>
                    <a:pt x="1178" y="2299"/>
                    <a:pt x="1843" y="1638"/>
                  </a:cubicBezTo>
                  <a:cubicBezTo>
                    <a:pt x="2168" y="1312"/>
                    <a:pt x="2602" y="1140"/>
                    <a:pt x="3044" y="1140"/>
                  </a:cubicBezTo>
                  <a:close/>
                  <a:moveTo>
                    <a:pt x="3043" y="0"/>
                  </a:moveTo>
                  <a:cubicBezTo>
                    <a:pt x="2680" y="0"/>
                    <a:pt x="2313" y="70"/>
                    <a:pt x="1961" y="215"/>
                  </a:cubicBezTo>
                  <a:cubicBezTo>
                    <a:pt x="710" y="732"/>
                    <a:pt x="1" y="2060"/>
                    <a:pt x="264" y="3386"/>
                  </a:cubicBezTo>
                  <a:cubicBezTo>
                    <a:pt x="529" y="4709"/>
                    <a:pt x="1688" y="5666"/>
                    <a:pt x="3038" y="5666"/>
                  </a:cubicBezTo>
                  <a:cubicBezTo>
                    <a:pt x="3040" y="5666"/>
                    <a:pt x="3042" y="5666"/>
                    <a:pt x="3045" y="5666"/>
                  </a:cubicBezTo>
                  <a:cubicBezTo>
                    <a:pt x="3048" y="5666"/>
                    <a:pt x="3052" y="5666"/>
                    <a:pt x="3056" y="5666"/>
                  </a:cubicBezTo>
                  <a:cubicBezTo>
                    <a:pt x="3801" y="5666"/>
                    <a:pt x="4518" y="5367"/>
                    <a:pt x="5046" y="4838"/>
                  </a:cubicBezTo>
                  <a:cubicBezTo>
                    <a:pt x="6004" y="3884"/>
                    <a:pt x="6152" y="2386"/>
                    <a:pt x="5400" y="1260"/>
                  </a:cubicBezTo>
                  <a:cubicBezTo>
                    <a:pt x="4862" y="453"/>
                    <a:pt x="3967" y="0"/>
                    <a:pt x="304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3" name="Google Shape;15253;p81"/>
            <p:cNvSpPr/>
            <p:nvPr/>
          </p:nvSpPr>
          <p:spPr>
            <a:xfrm>
              <a:off x="890400" y="4399350"/>
              <a:ext cx="486600" cy="483150"/>
            </a:xfrm>
            <a:custGeom>
              <a:avLst/>
              <a:gdLst/>
              <a:ahLst/>
              <a:cxnLst/>
              <a:rect l="l" t="t" r="r" b="b"/>
              <a:pathLst>
                <a:path w="19464" h="19326" extrusionOk="0">
                  <a:moveTo>
                    <a:pt x="17908" y="1131"/>
                  </a:moveTo>
                  <a:cubicBezTo>
                    <a:pt x="18031" y="1131"/>
                    <a:pt x="18157" y="1132"/>
                    <a:pt x="18283" y="1134"/>
                  </a:cubicBezTo>
                  <a:cubicBezTo>
                    <a:pt x="18301" y="2369"/>
                    <a:pt x="18232" y="3465"/>
                    <a:pt x="18057" y="4449"/>
                  </a:cubicBezTo>
                  <a:cubicBezTo>
                    <a:pt x="16453" y="4223"/>
                    <a:pt x="15191" y="2960"/>
                    <a:pt x="14968" y="1357"/>
                  </a:cubicBezTo>
                  <a:cubicBezTo>
                    <a:pt x="15851" y="1203"/>
                    <a:pt x="16825" y="1131"/>
                    <a:pt x="17908" y="1131"/>
                  </a:cubicBezTo>
                  <a:close/>
                  <a:moveTo>
                    <a:pt x="6462" y="6683"/>
                  </a:moveTo>
                  <a:lnTo>
                    <a:pt x="6462" y="6686"/>
                  </a:lnTo>
                  <a:cubicBezTo>
                    <a:pt x="6003" y="7471"/>
                    <a:pt x="5574" y="8281"/>
                    <a:pt x="5173" y="9066"/>
                  </a:cubicBezTo>
                  <a:lnTo>
                    <a:pt x="2712" y="8839"/>
                  </a:lnTo>
                  <a:cubicBezTo>
                    <a:pt x="3545" y="7571"/>
                    <a:pt x="4952" y="6756"/>
                    <a:pt x="6462" y="6683"/>
                  </a:cubicBezTo>
                  <a:close/>
                  <a:moveTo>
                    <a:pt x="13863" y="1608"/>
                  </a:moveTo>
                  <a:cubicBezTo>
                    <a:pt x="14195" y="3637"/>
                    <a:pt x="15783" y="5225"/>
                    <a:pt x="17809" y="5557"/>
                  </a:cubicBezTo>
                  <a:cubicBezTo>
                    <a:pt x="17347" y="7209"/>
                    <a:pt x="16532" y="8534"/>
                    <a:pt x="15303" y="9718"/>
                  </a:cubicBezTo>
                  <a:cubicBezTo>
                    <a:pt x="13932" y="11043"/>
                    <a:pt x="11825" y="12218"/>
                    <a:pt x="9868" y="13221"/>
                  </a:cubicBezTo>
                  <a:lnTo>
                    <a:pt x="6196" y="9552"/>
                  </a:lnTo>
                  <a:cubicBezTo>
                    <a:pt x="7199" y="7592"/>
                    <a:pt x="8376" y="5485"/>
                    <a:pt x="9699" y="4114"/>
                  </a:cubicBezTo>
                  <a:cubicBezTo>
                    <a:pt x="10886" y="2885"/>
                    <a:pt x="12208" y="2073"/>
                    <a:pt x="13863" y="1608"/>
                  </a:cubicBezTo>
                  <a:close/>
                  <a:moveTo>
                    <a:pt x="5659" y="10612"/>
                  </a:moveTo>
                  <a:lnTo>
                    <a:pt x="8805" y="13758"/>
                  </a:lnTo>
                  <a:lnTo>
                    <a:pt x="8503" y="13909"/>
                  </a:lnTo>
                  <a:cubicBezTo>
                    <a:pt x="8237" y="14039"/>
                    <a:pt x="7984" y="14169"/>
                    <a:pt x="7736" y="14292"/>
                  </a:cubicBezTo>
                  <a:lnTo>
                    <a:pt x="5124" y="11681"/>
                  </a:lnTo>
                  <a:cubicBezTo>
                    <a:pt x="5248" y="11433"/>
                    <a:pt x="5378" y="11179"/>
                    <a:pt x="5508" y="10914"/>
                  </a:cubicBezTo>
                  <a:lnTo>
                    <a:pt x="5659" y="10612"/>
                  </a:lnTo>
                  <a:close/>
                  <a:moveTo>
                    <a:pt x="12658" y="13000"/>
                  </a:moveTo>
                  <a:lnTo>
                    <a:pt x="12658" y="13000"/>
                  </a:lnTo>
                  <a:cubicBezTo>
                    <a:pt x="12567" y="14483"/>
                    <a:pt x="11782" y="15835"/>
                    <a:pt x="10538" y="16651"/>
                  </a:cubicBezTo>
                  <a:lnTo>
                    <a:pt x="10348" y="14247"/>
                  </a:lnTo>
                  <a:cubicBezTo>
                    <a:pt x="11109" y="13858"/>
                    <a:pt x="11894" y="13441"/>
                    <a:pt x="12658" y="13000"/>
                  </a:cubicBezTo>
                  <a:close/>
                  <a:moveTo>
                    <a:pt x="4596" y="12756"/>
                  </a:moveTo>
                  <a:lnTo>
                    <a:pt x="5233" y="13393"/>
                  </a:lnTo>
                  <a:lnTo>
                    <a:pt x="4034" y="14594"/>
                  </a:lnTo>
                  <a:cubicBezTo>
                    <a:pt x="3814" y="14815"/>
                    <a:pt x="3811" y="15174"/>
                    <a:pt x="4034" y="15395"/>
                  </a:cubicBezTo>
                  <a:cubicBezTo>
                    <a:pt x="4145" y="15505"/>
                    <a:pt x="4290" y="15560"/>
                    <a:pt x="4434" y="15560"/>
                  </a:cubicBezTo>
                  <a:cubicBezTo>
                    <a:pt x="4579" y="15560"/>
                    <a:pt x="4724" y="15505"/>
                    <a:pt x="4835" y="15395"/>
                  </a:cubicBezTo>
                  <a:lnTo>
                    <a:pt x="6036" y="14193"/>
                  </a:lnTo>
                  <a:lnTo>
                    <a:pt x="6673" y="14833"/>
                  </a:lnTo>
                  <a:cubicBezTo>
                    <a:pt x="6528" y="15192"/>
                    <a:pt x="6311" y="15521"/>
                    <a:pt x="6036" y="15796"/>
                  </a:cubicBezTo>
                  <a:cubicBezTo>
                    <a:pt x="5387" y="16445"/>
                    <a:pt x="3110" y="17327"/>
                    <a:pt x="1555" y="17864"/>
                  </a:cubicBezTo>
                  <a:cubicBezTo>
                    <a:pt x="2096" y="16312"/>
                    <a:pt x="2984" y="14042"/>
                    <a:pt x="3633" y="13393"/>
                  </a:cubicBezTo>
                  <a:cubicBezTo>
                    <a:pt x="3908" y="13115"/>
                    <a:pt x="4234" y="12900"/>
                    <a:pt x="4596" y="12756"/>
                  </a:cubicBezTo>
                  <a:close/>
                  <a:moveTo>
                    <a:pt x="17939" y="0"/>
                  </a:moveTo>
                  <a:cubicBezTo>
                    <a:pt x="16582" y="0"/>
                    <a:pt x="15371" y="113"/>
                    <a:pt x="14282" y="349"/>
                  </a:cubicBezTo>
                  <a:cubicBezTo>
                    <a:pt x="14258" y="352"/>
                    <a:pt x="14234" y="358"/>
                    <a:pt x="14213" y="364"/>
                  </a:cubicBezTo>
                  <a:cubicBezTo>
                    <a:pt x="12057" y="841"/>
                    <a:pt x="10360" y="1801"/>
                    <a:pt x="8887" y="3329"/>
                  </a:cubicBezTo>
                  <a:cubicBezTo>
                    <a:pt x="8277" y="3960"/>
                    <a:pt x="7703" y="4724"/>
                    <a:pt x="7166" y="5548"/>
                  </a:cubicBezTo>
                  <a:lnTo>
                    <a:pt x="6676" y="5548"/>
                  </a:lnTo>
                  <a:cubicBezTo>
                    <a:pt x="5583" y="5548"/>
                    <a:pt x="4511" y="5856"/>
                    <a:pt x="3584" y="6436"/>
                  </a:cubicBezTo>
                  <a:cubicBezTo>
                    <a:pt x="2658" y="7016"/>
                    <a:pt x="1909" y="7837"/>
                    <a:pt x="1420" y="8815"/>
                  </a:cubicBezTo>
                  <a:lnTo>
                    <a:pt x="1284" y="9084"/>
                  </a:lnTo>
                  <a:cubicBezTo>
                    <a:pt x="1096" y="9458"/>
                    <a:pt x="1368" y="9902"/>
                    <a:pt x="1791" y="9905"/>
                  </a:cubicBezTo>
                  <a:lnTo>
                    <a:pt x="1948" y="9905"/>
                  </a:lnTo>
                  <a:lnTo>
                    <a:pt x="4623" y="10153"/>
                  </a:lnTo>
                  <a:cubicBezTo>
                    <a:pt x="4581" y="10237"/>
                    <a:pt x="4539" y="10322"/>
                    <a:pt x="4496" y="10409"/>
                  </a:cubicBezTo>
                  <a:cubicBezTo>
                    <a:pt x="4297" y="10802"/>
                    <a:pt x="4113" y="11176"/>
                    <a:pt x="3929" y="11533"/>
                  </a:cubicBezTo>
                  <a:cubicBezTo>
                    <a:pt x="3880" y="11626"/>
                    <a:pt x="3859" y="11732"/>
                    <a:pt x="3868" y="11838"/>
                  </a:cubicBezTo>
                  <a:cubicBezTo>
                    <a:pt x="3485" y="12031"/>
                    <a:pt x="3135" y="12287"/>
                    <a:pt x="2833" y="12592"/>
                  </a:cubicBezTo>
                  <a:cubicBezTo>
                    <a:pt x="1664" y="13761"/>
                    <a:pt x="275" y="18097"/>
                    <a:pt x="121" y="18586"/>
                  </a:cubicBezTo>
                  <a:cubicBezTo>
                    <a:pt x="1" y="18966"/>
                    <a:pt x="294" y="19325"/>
                    <a:pt x="657" y="19325"/>
                  </a:cubicBezTo>
                  <a:cubicBezTo>
                    <a:pt x="713" y="19325"/>
                    <a:pt x="770" y="19317"/>
                    <a:pt x="828" y="19299"/>
                  </a:cubicBezTo>
                  <a:cubicBezTo>
                    <a:pt x="1320" y="19145"/>
                    <a:pt x="5665" y="17765"/>
                    <a:pt x="6836" y="16593"/>
                  </a:cubicBezTo>
                  <a:cubicBezTo>
                    <a:pt x="7144" y="16288"/>
                    <a:pt x="7398" y="15935"/>
                    <a:pt x="7594" y="15549"/>
                  </a:cubicBezTo>
                  <a:lnTo>
                    <a:pt x="7628" y="15549"/>
                  </a:lnTo>
                  <a:cubicBezTo>
                    <a:pt x="7715" y="15549"/>
                    <a:pt x="7806" y="15527"/>
                    <a:pt x="7884" y="15485"/>
                  </a:cubicBezTo>
                  <a:cubicBezTo>
                    <a:pt x="8240" y="15304"/>
                    <a:pt x="8615" y="15117"/>
                    <a:pt x="9010" y="14920"/>
                  </a:cubicBezTo>
                  <a:lnTo>
                    <a:pt x="9255" y="14797"/>
                  </a:lnTo>
                  <a:lnTo>
                    <a:pt x="9463" y="17418"/>
                  </a:lnTo>
                  <a:lnTo>
                    <a:pt x="9463" y="17578"/>
                  </a:lnTo>
                  <a:cubicBezTo>
                    <a:pt x="9463" y="17906"/>
                    <a:pt x="9732" y="18144"/>
                    <a:pt x="10028" y="18144"/>
                  </a:cubicBezTo>
                  <a:cubicBezTo>
                    <a:pt x="10113" y="18144"/>
                    <a:pt x="10201" y="18124"/>
                    <a:pt x="10285" y="18082"/>
                  </a:cubicBezTo>
                  <a:lnTo>
                    <a:pt x="10553" y="17946"/>
                  </a:lnTo>
                  <a:cubicBezTo>
                    <a:pt x="12543" y="16950"/>
                    <a:pt x="13802" y="14914"/>
                    <a:pt x="13799" y="12689"/>
                  </a:cubicBezTo>
                  <a:lnTo>
                    <a:pt x="13799" y="12303"/>
                  </a:lnTo>
                  <a:cubicBezTo>
                    <a:pt x="14654" y="11750"/>
                    <a:pt x="15442" y="11161"/>
                    <a:pt x="16091" y="10536"/>
                  </a:cubicBezTo>
                  <a:cubicBezTo>
                    <a:pt x="17619" y="9060"/>
                    <a:pt x="18582" y="7366"/>
                    <a:pt x="19059" y="5207"/>
                  </a:cubicBezTo>
                  <a:cubicBezTo>
                    <a:pt x="19065" y="5186"/>
                    <a:pt x="19068" y="5165"/>
                    <a:pt x="19071" y="5140"/>
                  </a:cubicBezTo>
                  <a:cubicBezTo>
                    <a:pt x="19361" y="3809"/>
                    <a:pt x="19464" y="2302"/>
                    <a:pt x="19403" y="563"/>
                  </a:cubicBezTo>
                  <a:cubicBezTo>
                    <a:pt x="19394" y="264"/>
                    <a:pt x="19156" y="25"/>
                    <a:pt x="18857" y="16"/>
                  </a:cubicBezTo>
                  <a:cubicBezTo>
                    <a:pt x="18544" y="6"/>
                    <a:pt x="18238" y="0"/>
                    <a:pt x="1793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4" name="Google Shape;15254;p81"/>
            <p:cNvSpPr/>
            <p:nvPr/>
          </p:nvSpPr>
          <p:spPr>
            <a:xfrm>
              <a:off x="1106975" y="4639875"/>
              <a:ext cx="28325" cy="28325"/>
            </a:xfrm>
            <a:custGeom>
              <a:avLst/>
              <a:gdLst/>
              <a:ahLst/>
              <a:cxnLst/>
              <a:rect l="l" t="t" r="r" b="b"/>
              <a:pathLst>
                <a:path w="1133" h="1133" extrusionOk="0">
                  <a:moveTo>
                    <a:pt x="565" y="0"/>
                  </a:moveTo>
                  <a:cubicBezTo>
                    <a:pt x="254" y="0"/>
                    <a:pt x="0" y="254"/>
                    <a:pt x="0" y="568"/>
                  </a:cubicBezTo>
                  <a:cubicBezTo>
                    <a:pt x="0" y="879"/>
                    <a:pt x="254" y="1133"/>
                    <a:pt x="565" y="1133"/>
                  </a:cubicBezTo>
                  <a:cubicBezTo>
                    <a:pt x="879" y="1133"/>
                    <a:pt x="1132" y="879"/>
                    <a:pt x="1132" y="568"/>
                  </a:cubicBezTo>
                  <a:cubicBezTo>
                    <a:pt x="1132" y="254"/>
                    <a:pt x="879" y="0"/>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55" name="Google Shape;15255;p81"/>
          <p:cNvGrpSpPr/>
          <p:nvPr/>
        </p:nvGrpSpPr>
        <p:grpSpPr>
          <a:xfrm>
            <a:off x="7319451" y="4747158"/>
            <a:ext cx="453557" cy="412837"/>
            <a:chOff x="1487200" y="4421025"/>
            <a:chExt cx="483125" cy="439750"/>
          </a:xfrm>
        </p:grpSpPr>
        <p:sp>
          <p:nvSpPr>
            <p:cNvPr id="15256" name="Google Shape;15256;p81"/>
            <p:cNvSpPr/>
            <p:nvPr/>
          </p:nvSpPr>
          <p:spPr>
            <a:xfrm>
              <a:off x="1487200" y="4421025"/>
              <a:ext cx="483125" cy="439750"/>
            </a:xfrm>
            <a:custGeom>
              <a:avLst/>
              <a:gdLst/>
              <a:ahLst/>
              <a:cxnLst/>
              <a:rect l="l" t="t" r="r" b="b"/>
              <a:pathLst>
                <a:path w="19325" h="17590" extrusionOk="0">
                  <a:moveTo>
                    <a:pt x="12818" y="1130"/>
                  </a:moveTo>
                  <a:cubicBezTo>
                    <a:pt x="14361" y="1130"/>
                    <a:pt x="15671" y="2389"/>
                    <a:pt x="15867" y="4059"/>
                  </a:cubicBezTo>
                  <a:cubicBezTo>
                    <a:pt x="15867" y="4077"/>
                    <a:pt x="15870" y="4095"/>
                    <a:pt x="15873" y="4110"/>
                  </a:cubicBezTo>
                  <a:lnTo>
                    <a:pt x="16242" y="5871"/>
                  </a:lnTo>
                  <a:lnTo>
                    <a:pt x="9406" y="5871"/>
                  </a:lnTo>
                  <a:lnTo>
                    <a:pt x="11707" y="4110"/>
                  </a:lnTo>
                  <a:cubicBezTo>
                    <a:pt x="11957" y="3920"/>
                    <a:pt x="12008" y="3561"/>
                    <a:pt x="11815" y="3310"/>
                  </a:cubicBezTo>
                  <a:cubicBezTo>
                    <a:pt x="11703" y="3166"/>
                    <a:pt x="11534" y="3091"/>
                    <a:pt x="11364" y="3091"/>
                  </a:cubicBezTo>
                  <a:cubicBezTo>
                    <a:pt x="11242" y="3091"/>
                    <a:pt x="11119" y="3130"/>
                    <a:pt x="11015" y="3211"/>
                  </a:cubicBezTo>
                  <a:lnTo>
                    <a:pt x="7618" y="5816"/>
                  </a:lnTo>
                  <a:cubicBezTo>
                    <a:pt x="7597" y="5835"/>
                    <a:pt x="7576" y="5853"/>
                    <a:pt x="7558" y="5871"/>
                  </a:cubicBezTo>
                  <a:lnTo>
                    <a:pt x="3083" y="5871"/>
                  </a:lnTo>
                  <a:lnTo>
                    <a:pt x="3451" y="4110"/>
                  </a:lnTo>
                  <a:cubicBezTo>
                    <a:pt x="3454" y="4095"/>
                    <a:pt x="3457" y="4077"/>
                    <a:pt x="3460" y="4059"/>
                  </a:cubicBezTo>
                  <a:cubicBezTo>
                    <a:pt x="3654" y="2389"/>
                    <a:pt x="4964" y="1130"/>
                    <a:pt x="6507" y="1130"/>
                  </a:cubicBezTo>
                  <a:close/>
                  <a:moveTo>
                    <a:pt x="16939" y="7021"/>
                  </a:moveTo>
                  <a:cubicBezTo>
                    <a:pt x="17631" y="7021"/>
                    <a:pt x="18192" y="7580"/>
                    <a:pt x="18192" y="8274"/>
                  </a:cubicBezTo>
                  <a:lnTo>
                    <a:pt x="18192" y="11913"/>
                  </a:lnTo>
                  <a:cubicBezTo>
                    <a:pt x="18192" y="12604"/>
                    <a:pt x="17631" y="13163"/>
                    <a:pt x="16939" y="13166"/>
                  </a:cubicBezTo>
                  <a:lnTo>
                    <a:pt x="2385" y="13166"/>
                  </a:lnTo>
                  <a:cubicBezTo>
                    <a:pt x="1694" y="13163"/>
                    <a:pt x="1132" y="12604"/>
                    <a:pt x="1132" y="11913"/>
                  </a:cubicBezTo>
                  <a:lnTo>
                    <a:pt x="1132" y="8274"/>
                  </a:lnTo>
                  <a:cubicBezTo>
                    <a:pt x="1132" y="7580"/>
                    <a:pt x="1694" y="7021"/>
                    <a:pt x="2385" y="7021"/>
                  </a:cubicBezTo>
                  <a:close/>
                  <a:moveTo>
                    <a:pt x="5813" y="14304"/>
                  </a:moveTo>
                  <a:lnTo>
                    <a:pt x="5813" y="15889"/>
                  </a:lnTo>
                  <a:cubicBezTo>
                    <a:pt x="5813" y="16203"/>
                    <a:pt x="5559" y="16457"/>
                    <a:pt x="5248" y="16457"/>
                  </a:cubicBezTo>
                  <a:lnTo>
                    <a:pt x="3874" y="16457"/>
                  </a:lnTo>
                  <a:cubicBezTo>
                    <a:pt x="3560" y="16457"/>
                    <a:pt x="3306" y="16203"/>
                    <a:pt x="3306" y="15889"/>
                  </a:cubicBezTo>
                  <a:lnTo>
                    <a:pt x="3306" y="14304"/>
                  </a:lnTo>
                  <a:close/>
                  <a:moveTo>
                    <a:pt x="16018" y="14304"/>
                  </a:moveTo>
                  <a:lnTo>
                    <a:pt x="16018" y="15889"/>
                  </a:lnTo>
                  <a:cubicBezTo>
                    <a:pt x="16018" y="16203"/>
                    <a:pt x="15765" y="16457"/>
                    <a:pt x="15454" y="16457"/>
                  </a:cubicBezTo>
                  <a:lnTo>
                    <a:pt x="14080" y="16457"/>
                  </a:lnTo>
                  <a:cubicBezTo>
                    <a:pt x="13766" y="16457"/>
                    <a:pt x="13512" y="16203"/>
                    <a:pt x="13512" y="15889"/>
                  </a:cubicBezTo>
                  <a:lnTo>
                    <a:pt x="13512" y="14304"/>
                  </a:lnTo>
                  <a:close/>
                  <a:moveTo>
                    <a:pt x="6507" y="1"/>
                  </a:moveTo>
                  <a:cubicBezTo>
                    <a:pt x="4396" y="1"/>
                    <a:pt x="2609" y="1677"/>
                    <a:pt x="2337" y="3902"/>
                  </a:cubicBezTo>
                  <a:lnTo>
                    <a:pt x="1911" y="5934"/>
                  </a:lnTo>
                  <a:cubicBezTo>
                    <a:pt x="800" y="6161"/>
                    <a:pt x="0" y="7139"/>
                    <a:pt x="0" y="8274"/>
                  </a:cubicBezTo>
                  <a:lnTo>
                    <a:pt x="0" y="11910"/>
                  </a:lnTo>
                  <a:cubicBezTo>
                    <a:pt x="3" y="13145"/>
                    <a:pt x="945" y="14177"/>
                    <a:pt x="2174" y="14286"/>
                  </a:cubicBezTo>
                  <a:lnTo>
                    <a:pt x="2174" y="15889"/>
                  </a:lnTo>
                  <a:cubicBezTo>
                    <a:pt x="2174" y="16828"/>
                    <a:pt x="2935" y="17586"/>
                    <a:pt x="3874" y="17589"/>
                  </a:cubicBezTo>
                  <a:lnTo>
                    <a:pt x="5248" y="17589"/>
                  </a:lnTo>
                  <a:cubicBezTo>
                    <a:pt x="6184" y="17586"/>
                    <a:pt x="6945" y="16828"/>
                    <a:pt x="6945" y="15889"/>
                  </a:cubicBezTo>
                  <a:lnTo>
                    <a:pt x="6945" y="14298"/>
                  </a:lnTo>
                  <a:lnTo>
                    <a:pt x="12380" y="14298"/>
                  </a:lnTo>
                  <a:lnTo>
                    <a:pt x="12380" y="15889"/>
                  </a:lnTo>
                  <a:cubicBezTo>
                    <a:pt x="12380" y="16828"/>
                    <a:pt x="13141" y="17586"/>
                    <a:pt x="14080" y="17589"/>
                  </a:cubicBezTo>
                  <a:lnTo>
                    <a:pt x="15454" y="17589"/>
                  </a:lnTo>
                  <a:cubicBezTo>
                    <a:pt x="16390" y="17586"/>
                    <a:pt x="17151" y="16828"/>
                    <a:pt x="17151" y="15889"/>
                  </a:cubicBezTo>
                  <a:lnTo>
                    <a:pt x="17151" y="14286"/>
                  </a:lnTo>
                  <a:cubicBezTo>
                    <a:pt x="18380" y="14177"/>
                    <a:pt x="19322" y="13145"/>
                    <a:pt x="19325" y="11913"/>
                  </a:cubicBezTo>
                  <a:lnTo>
                    <a:pt x="19325" y="8274"/>
                  </a:lnTo>
                  <a:cubicBezTo>
                    <a:pt x="19325" y="7139"/>
                    <a:pt x="18524" y="6161"/>
                    <a:pt x="17413" y="5934"/>
                  </a:cubicBezTo>
                  <a:lnTo>
                    <a:pt x="16988" y="3902"/>
                  </a:lnTo>
                  <a:cubicBezTo>
                    <a:pt x="16716" y="1677"/>
                    <a:pt x="14928" y="1"/>
                    <a:pt x="1281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7" name="Google Shape;15257;p81"/>
            <p:cNvSpPr/>
            <p:nvPr/>
          </p:nvSpPr>
          <p:spPr>
            <a:xfrm>
              <a:off x="1544950" y="4622200"/>
              <a:ext cx="103950" cy="100025"/>
            </a:xfrm>
            <a:custGeom>
              <a:avLst/>
              <a:gdLst/>
              <a:ahLst/>
              <a:cxnLst/>
              <a:rect l="l" t="t" r="r" b="b"/>
              <a:pathLst>
                <a:path w="4158" h="4001" extrusionOk="0">
                  <a:moveTo>
                    <a:pt x="2152" y="1131"/>
                  </a:moveTo>
                  <a:cubicBezTo>
                    <a:pt x="2599" y="1131"/>
                    <a:pt x="3025" y="1477"/>
                    <a:pt x="3025" y="2000"/>
                  </a:cubicBezTo>
                  <a:cubicBezTo>
                    <a:pt x="3025" y="2480"/>
                    <a:pt x="2639" y="2869"/>
                    <a:pt x="2159" y="2869"/>
                  </a:cubicBezTo>
                  <a:cubicBezTo>
                    <a:pt x="1386" y="2869"/>
                    <a:pt x="996" y="1933"/>
                    <a:pt x="1543" y="1387"/>
                  </a:cubicBezTo>
                  <a:cubicBezTo>
                    <a:pt x="1721" y="1210"/>
                    <a:pt x="1939" y="1131"/>
                    <a:pt x="2152" y="1131"/>
                  </a:cubicBezTo>
                  <a:close/>
                  <a:moveTo>
                    <a:pt x="2159" y="1"/>
                  </a:moveTo>
                  <a:cubicBezTo>
                    <a:pt x="1350" y="1"/>
                    <a:pt x="619" y="487"/>
                    <a:pt x="311" y="1233"/>
                  </a:cubicBezTo>
                  <a:cubicBezTo>
                    <a:pt x="0" y="1982"/>
                    <a:pt x="172" y="2842"/>
                    <a:pt x="743" y="3413"/>
                  </a:cubicBezTo>
                  <a:cubicBezTo>
                    <a:pt x="1127" y="3796"/>
                    <a:pt x="1639" y="4001"/>
                    <a:pt x="2159" y="4001"/>
                  </a:cubicBezTo>
                  <a:cubicBezTo>
                    <a:pt x="2416" y="4001"/>
                    <a:pt x="2676" y="3951"/>
                    <a:pt x="2923" y="3848"/>
                  </a:cubicBezTo>
                  <a:cubicBezTo>
                    <a:pt x="3672" y="3540"/>
                    <a:pt x="4158" y="2809"/>
                    <a:pt x="4158" y="2000"/>
                  </a:cubicBezTo>
                  <a:cubicBezTo>
                    <a:pt x="4158" y="895"/>
                    <a:pt x="3261" y="1"/>
                    <a:pt x="215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8" name="Google Shape;15258;p81"/>
            <p:cNvSpPr/>
            <p:nvPr/>
          </p:nvSpPr>
          <p:spPr>
            <a:xfrm>
              <a:off x="1804675" y="4622200"/>
              <a:ext cx="103975" cy="100025"/>
            </a:xfrm>
            <a:custGeom>
              <a:avLst/>
              <a:gdLst/>
              <a:ahLst/>
              <a:cxnLst/>
              <a:rect l="l" t="t" r="r" b="b"/>
              <a:pathLst>
                <a:path w="4159" h="4001" extrusionOk="0">
                  <a:moveTo>
                    <a:pt x="2152" y="1131"/>
                  </a:moveTo>
                  <a:cubicBezTo>
                    <a:pt x="2598" y="1131"/>
                    <a:pt x="3026" y="1477"/>
                    <a:pt x="3026" y="2000"/>
                  </a:cubicBezTo>
                  <a:cubicBezTo>
                    <a:pt x="3026" y="2480"/>
                    <a:pt x="2637" y="2869"/>
                    <a:pt x="2157" y="2869"/>
                  </a:cubicBezTo>
                  <a:cubicBezTo>
                    <a:pt x="1384" y="2869"/>
                    <a:pt x="997" y="1933"/>
                    <a:pt x="1544" y="1387"/>
                  </a:cubicBezTo>
                  <a:cubicBezTo>
                    <a:pt x="1721" y="1210"/>
                    <a:pt x="1938" y="1131"/>
                    <a:pt x="2152" y="1131"/>
                  </a:cubicBezTo>
                  <a:close/>
                  <a:moveTo>
                    <a:pt x="2157" y="1"/>
                  </a:moveTo>
                  <a:cubicBezTo>
                    <a:pt x="1348" y="1"/>
                    <a:pt x="620" y="487"/>
                    <a:pt x="309" y="1233"/>
                  </a:cubicBezTo>
                  <a:cubicBezTo>
                    <a:pt x="1" y="1982"/>
                    <a:pt x="170" y="2842"/>
                    <a:pt x="744" y="3413"/>
                  </a:cubicBezTo>
                  <a:cubicBezTo>
                    <a:pt x="1125" y="3796"/>
                    <a:pt x="1637" y="4001"/>
                    <a:pt x="2158" y="4001"/>
                  </a:cubicBezTo>
                  <a:cubicBezTo>
                    <a:pt x="2416" y="4001"/>
                    <a:pt x="2676" y="3951"/>
                    <a:pt x="2924" y="3848"/>
                  </a:cubicBezTo>
                  <a:cubicBezTo>
                    <a:pt x="3670" y="3540"/>
                    <a:pt x="4159" y="2809"/>
                    <a:pt x="4159" y="2000"/>
                  </a:cubicBezTo>
                  <a:cubicBezTo>
                    <a:pt x="4156" y="895"/>
                    <a:pt x="3262" y="1"/>
                    <a:pt x="215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9" name="Google Shape;15259;p81"/>
            <p:cNvSpPr/>
            <p:nvPr/>
          </p:nvSpPr>
          <p:spPr>
            <a:xfrm>
              <a:off x="1667450" y="4661825"/>
              <a:ext cx="119825" cy="28350"/>
            </a:xfrm>
            <a:custGeom>
              <a:avLst/>
              <a:gdLst/>
              <a:ahLst/>
              <a:cxnLst/>
              <a:rect l="l" t="t" r="r" b="b"/>
              <a:pathLst>
                <a:path w="4793" h="1134" extrusionOk="0">
                  <a:moveTo>
                    <a:pt x="565" y="1"/>
                  </a:moveTo>
                  <a:cubicBezTo>
                    <a:pt x="251" y="1"/>
                    <a:pt x="1" y="252"/>
                    <a:pt x="1" y="566"/>
                  </a:cubicBezTo>
                  <a:cubicBezTo>
                    <a:pt x="1" y="880"/>
                    <a:pt x="251" y="1133"/>
                    <a:pt x="565" y="1133"/>
                  </a:cubicBezTo>
                  <a:lnTo>
                    <a:pt x="4228" y="1133"/>
                  </a:lnTo>
                  <a:cubicBezTo>
                    <a:pt x="4539" y="1133"/>
                    <a:pt x="4792" y="880"/>
                    <a:pt x="4792" y="566"/>
                  </a:cubicBezTo>
                  <a:cubicBezTo>
                    <a:pt x="4792" y="252"/>
                    <a:pt x="4539" y="1"/>
                    <a:pt x="42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60" name="Google Shape;15260;p81"/>
          <p:cNvGrpSpPr/>
          <p:nvPr/>
        </p:nvGrpSpPr>
        <p:grpSpPr>
          <a:xfrm>
            <a:off x="7858490" y="4726810"/>
            <a:ext cx="459871" cy="453535"/>
            <a:chOff x="2079300" y="4399325"/>
            <a:chExt cx="489850" cy="483100"/>
          </a:xfrm>
        </p:grpSpPr>
        <p:sp>
          <p:nvSpPr>
            <p:cNvPr id="15261" name="Google Shape;15261;p81"/>
            <p:cNvSpPr/>
            <p:nvPr/>
          </p:nvSpPr>
          <p:spPr>
            <a:xfrm>
              <a:off x="2079300" y="4399325"/>
              <a:ext cx="489850" cy="483100"/>
            </a:xfrm>
            <a:custGeom>
              <a:avLst/>
              <a:gdLst/>
              <a:ahLst/>
              <a:cxnLst/>
              <a:rect l="l" t="t" r="r" b="b"/>
              <a:pathLst>
                <a:path w="19594" h="19324" extrusionOk="0">
                  <a:moveTo>
                    <a:pt x="17109" y="1134"/>
                  </a:moveTo>
                  <a:cubicBezTo>
                    <a:pt x="17415" y="1134"/>
                    <a:pt x="17714" y="1254"/>
                    <a:pt x="17939" y="1479"/>
                  </a:cubicBezTo>
                  <a:cubicBezTo>
                    <a:pt x="18268" y="1805"/>
                    <a:pt x="18371" y="2297"/>
                    <a:pt x="18205" y="2732"/>
                  </a:cubicBezTo>
                  <a:cubicBezTo>
                    <a:pt x="18003" y="3260"/>
                    <a:pt x="17770" y="3774"/>
                    <a:pt x="17507" y="4275"/>
                  </a:cubicBezTo>
                  <a:cubicBezTo>
                    <a:pt x="16288" y="4088"/>
                    <a:pt x="15330" y="3130"/>
                    <a:pt x="15143" y="1911"/>
                  </a:cubicBezTo>
                  <a:cubicBezTo>
                    <a:pt x="15644" y="1648"/>
                    <a:pt x="16158" y="1415"/>
                    <a:pt x="16686" y="1210"/>
                  </a:cubicBezTo>
                  <a:lnTo>
                    <a:pt x="16686" y="1213"/>
                  </a:lnTo>
                  <a:cubicBezTo>
                    <a:pt x="16824" y="1160"/>
                    <a:pt x="16967" y="1134"/>
                    <a:pt x="17109" y="1134"/>
                  </a:cubicBezTo>
                  <a:close/>
                  <a:moveTo>
                    <a:pt x="2905" y="2901"/>
                  </a:moveTo>
                  <a:lnTo>
                    <a:pt x="10016" y="4541"/>
                  </a:lnTo>
                  <a:cubicBezTo>
                    <a:pt x="9744" y="4855"/>
                    <a:pt x="9485" y="5178"/>
                    <a:pt x="9234" y="5513"/>
                  </a:cubicBezTo>
                  <a:lnTo>
                    <a:pt x="9234" y="5516"/>
                  </a:lnTo>
                  <a:lnTo>
                    <a:pt x="7812" y="7463"/>
                  </a:lnTo>
                  <a:lnTo>
                    <a:pt x="2027" y="3780"/>
                  </a:lnTo>
                  <a:lnTo>
                    <a:pt x="2905" y="2901"/>
                  </a:lnTo>
                  <a:close/>
                  <a:moveTo>
                    <a:pt x="2465" y="11352"/>
                  </a:moveTo>
                  <a:lnTo>
                    <a:pt x="4738" y="11676"/>
                  </a:lnTo>
                  <a:lnTo>
                    <a:pt x="3488" y="13388"/>
                  </a:lnTo>
                  <a:lnTo>
                    <a:pt x="1574" y="12240"/>
                  </a:lnTo>
                  <a:lnTo>
                    <a:pt x="2465" y="11352"/>
                  </a:lnTo>
                  <a:close/>
                  <a:moveTo>
                    <a:pt x="14111" y="2502"/>
                  </a:moveTo>
                  <a:cubicBezTo>
                    <a:pt x="14479" y="3870"/>
                    <a:pt x="15545" y="4939"/>
                    <a:pt x="16913" y="5308"/>
                  </a:cubicBezTo>
                  <a:cubicBezTo>
                    <a:pt x="16318" y="6250"/>
                    <a:pt x="15617" y="7122"/>
                    <a:pt x="14823" y="7907"/>
                  </a:cubicBezTo>
                  <a:cubicBezTo>
                    <a:pt x="14811" y="7916"/>
                    <a:pt x="14802" y="7928"/>
                    <a:pt x="14793" y="7937"/>
                  </a:cubicBezTo>
                  <a:cubicBezTo>
                    <a:pt x="14304" y="8418"/>
                    <a:pt x="13784" y="8861"/>
                    <a:pt x="13235" y="9269"/>
                  </a:cubicBezTo>
                  <a:lnTo>
                    <a:pt x="5140" y="15184"/>
                  </a:lnTo>
                  <a:cubicBezTo>
                    <a:pt x="5128" y="15196"/>
                    <a:pt x="5113" y="15208"/>
                    <a:pt x="5101" y="15217"/>
                  </a:cubicBezTo>
                  <a:cubicBezTo>
                    <a:pt x="5082" y="15235"/>
                    <a:pt x="5061" y="15248"/>
                    <a:pt x="5040" y="15260"/>
                  </a:cubicBezTo>
                  <a:cubicBezTo>
                    <a:pt x="5031" y="15263"/>
                    <a:pt x="5022" y="15269"/>
                    <a:pt x="5016" y="15272"/>
                  </a:cubicBezTo>
                  <a:cubicBezTo>
                    <a:pt x="4925" y="15314"/>
                    <a:pt x="4801" y="15339"/>
                    <a:pt x="4674" y="15339"/>
                  </a:cubicBezTo>
                  <a:cubicBezTo>
                    <a:pt x="4506" y="15339"/>
                    <a:pt x="4333" y="15295"/>
                    <a:pt x="4228" y="15190"/>
                  </a:cubicBezTo>
                  <a:cubicBezTo>
                    <a:pt x="3998" y="14961"/>
                    <a:pt x="4004" y="14544"/>
                    <a:pt x="4237" y="14278"/>
                  </a:cubicBezTo>
                  <a:cubicBezTo>
                    <a:pt x="4249" y="14266"/>
                    <a:pt x="4261" y="14251"/>
                    <a:pt x="4270" y="14239"/>
                  </a:cubicBezTo>
                  <a:lnTo>
                    <a:pt x="10149" y="6186"/>
                  </a:lnTo>
                  <a:cubicBezTo>
                    <a:pt x="11230" y="4722"/>
                    <a:pt x="12574" y="3475"/>
                    <a:pt x="14111" y="2502"/>
                  </a:cubicBezTo>
                  <a:close/>
                  <a:moveTo>
                    <a:pt x="14877" y="9402"/>
                  </a:moveTo>
                  <a:lnTo>
                    <a:pt x="16517" y="16513"/>
                  </a:lnTo>
                  <a:lnTo>
                    <a:pt x="15635" y="17391"/>
                  </a:lnTo>
                  <a:lnTo>
                    <a:pt x="11955" y="11606"/>
                  </a:lnTo>
                  <a:lnTo>
                    <a:pt x="13905" y="10181"/>
                  </a:lnTo>
                  <a:cubicBezTo>
                    <a:pt x="14240" y="9933"/>
                    <a:pt x="14563" y="9674"/>
                    <a:pt x="14877" y="9402"/>
                  </a:cubicBezTo>
                  <a:close/>
                  <a:moveTo>
                    <a:pt x="7743" y="14686"/>
                  </a:moveTo>
                  <a:lnTo>
                    <a:pt x="8069" y="16957"/>
                  </a:lnTo>
                  <a:lnTo>
                    <a:pt x="7181" y="17844"/>
                  </a:lnTo>
                  <a:lnTo>
                    <a:pt x="6034" y="15936"/>
                  </a:lnTo>
                  <a:lnTo>
                    <a:pt x="7743" y="14686"/>
                  </a:lnTo>
                  <a:close/>
                  <a:moveTo>
                    <a:pt x="17108" y="0"/>
                  </a:moveTo>
                  <a:cubicBezTo>
                    <a:pt x="16830" y="0"/>
                    <a:pt x="16550" y="50"/>
                    <a:pt x="16282" y="153"/>
                  </a:cubicBezTo>
                  <a:cubicBezTo>
                    <a:pt x="14280" y="923"/>
                    <a:pt x="12456" y="2092"/>
                    <a:pt x="10919" y="3586"/>
                  </a:cubicBezTo>
                  <a:lnTo>
                    <a:pt x="7758" y="2856"/>
                  </a:lnTo>
                  <a:lnTo>
                    <a:pt x="7978" y="2635"/>
                  </a:lnTo>
                  <a:cubicBezTo>
                    <a:pt x="8198" y="2415"/>
                    <a:pt x="8198" y="2056"/>
                    <a:pt x="7978" y="1835"/>
                  </a:cubicBezTo>
                  <a:cubicBezTo>
                    <a:pt x="7868" y="1724"/>
                    <a:pt x="7724" y="1669"/>
                    <a:pt x="7579" y="1669"/>
                  </a:cubicBezTo>
                  <a:cubicBezTo>
                    <a:pt x="7434" y="1669"/>
                    <a:pt x="7288" y="1725"/>
                    <a:pt x="7178" y="1835"/>
                  </a:cubicBezTo>
                  <a:lnTo>
                    <a:pt x="6456" y="2557"/>
                  </a:lnTo>
                  <a:lnTo>
                    <a:pt x="3850" y="1956"/>
                  </a:lnTo>
                  <a:lnTo>
                    <a:pt x="4074" y="1736"/>
                  </a:lnTo>
                  <a:cubicBezTo>
                    <a:pt x="4300" y="1515"/>
                    <a:pt x="4303" y="1150"/>
                    <a:pt x="4080" y="926"/>
                  </a:cubicBezTo>
                  <a:cubicBezTo>
                    <a:pt x="3969" y="816"/>
                    <a:pt x="3824" y="761"/>
                    <a:pt x="3679" y="761"/>
                  </a:cubicBezTo>
                  <a:cubicBezTo>
                    <a:pt x="3531" y="761"/>
                    <a:pt x="3384" y="818"/>
                    <a:pt x="3274" y="932"/>
                  </a:cubicBezTo>
                  <a:lnTo>
                    <a:pt x="1945" y="2261"/>
                  </a:lnTo>
                  <a:lnTo>
                    <a:pt x="725" y="3478"/>
                  </a:lnTo>
                  <a:cubicBezTo>
                    <a:pt x="469" y="3734"/>
                    <a:pt x="517" y="4163"/>
                    <a:pt x="822" y="4356"/>
                  </a:cubicBezTo>
                  <a:lnTo>
                    <a:pt x="7145" y="8378"/>
                  </a:lnTo>
                  <a:lnTo>
                    <a:pt x="5496" y="10640"/>
                  </a:lnTo>
                  <a:lnTo>
                    <a:pt x="2344" y="10190"/>
                  </a:lnTo>
                  <a:cubicBezTo>
                    <a:pt x="2317" y="10186"/>
                    <a:pt x="2290" y="10185"/>
                    <a:pt x="2264" y="10185"/>
                  </a:cubicBezTo>
                  <a:cubicBezTo>
                    <a:pt x="2113" y="10185"/>
                    <a:pt x="1969" y="10242"/>
                    <a:pt x="1864" y="10350"/>
                  </a:cubicBezTo>
                  <a:lnTo>
                    <a:pt x="260" y="11950"/>
                  </a:lnTo>
                  <a:cubicBezTo>
                    <a:pt x="1" y="12213"/>
                    <a:pt x="55" y="12648"/>
                    <a:pt x="369" y="12838"/>
                  </a:cubicBezTo>
                  <a:lnTo>
                    <a:pt x="2966" y="14393"/>
                  </a:lnTo>
                  <a:cubicBezTo>
                    <a:pt x="2851" y="14964"/>
                    <a:pt x="3008" y="15574"/>
                    <a:pt x="3428" y="15990"/>
                  </a:cubicBezTo>
                  <a:cubicBezTo>
                    <a:pt x="3757" y="16322"/>
                    <a:pt x="4219" y="16467"/>
                    <a:pt x="4669" y="16467"/>
                  </a:cubicBezTo>
                  <a:cubicBezTo>
                    <a:pt x="4786" y="16467"/>
                    <a:pt x="4901" y="16458"/>
                    <a:pt x="5016" y="16440"/>
                  </a:cubicBezTo>
                  <a:lnTo>
                    <a:pt x="6580" y="19049"/>
                  </a:lnTo>
                  <a:cubicBezTo>
                    <a:pt x="6671" y="19197"/>
                    <a:pt x="6825" y="19297"/>
                    <a:pt x="6997" y="19318"/>
                  </a:cubicBezTo>
                  <a:cubicBezTo>
                    <a:pt x="7021" y="19321"/>
                    <a:pt x="7042" y="19324"/>
                    <a:pt x="7066" y="19324"/>
                  </a:cubicBezTo>
                  <a:cubicBezTo>
                    <a:pt x="7217" y="19324"/>
                    <a:pt x="7359" y="19263"/>
                    <a:pt x="7465" y="19158"/>
                  </a:cubicBezTo>
                  <a:lnTo>
                    <a:pt x="9068" y="17554"/>
                  </a:lnTo>
                  <a:cubicBezTo>
                    <a:pt x="9192" y="17431"/>
                    <a:pt x="9252" y="17252"/>
                    <a:pt x="9228" y="17074"/>
                  </a:cubicBezTo>
                  <a:lnTo>
                    <a:pt x="8778" y="13931"/>
                  </a:lnTo>
                  <a:lnTo>
                    <a:pt x="11040" y="12276"/>
                  </a:lnTo>
                  <a:lnTo>
                    <a:pt x="15062" y="18596"/>
                  </a:lnTo>
                  <a:cubicBezTo>
                    <a:pt x="15152" y="18741"/>
                    <a:pt x="15306" y="18835"/>
                    <a:pt x="15475" y="18853"/>
                  </a:cubicBezTo>
                  <a:cubicBezTo>
                    <a:pt x="15496" y="18856"/>
                    <a:pt x="15518" y="18859"/>
                    <a:pt x="15539" y="18859"/>
                  </a:cubicBezTo>
                  <a:cubicBezTo>
                    <a:pt x="15687" y="18859"/>
                    <a:pt x="15832" y="18798"/>
                    <a:pt x="15937" y="18693"/>
                  </a:cubicBezTo>
                  <a:lnTo>
                    <a:pt x="16740" y="17890"/>
                  </a:lnTo>
                  <a:lnTo>
                    <a:pt x="18483" y="16144"/>
                  </a:lnTo>
                  <a:cubicBezTo>
                    <a:pt x="18712" y="15924"/>
                    <a:pt x="18715" y="15562"/>
                    <a:pt x="18492" y="15338"/>
                  </a:cubicBezTo>
                  <a:cubicBezTo>
                    <a:pt x="18381" y="15228"/>
                    <a:pt x="18236" y="15172"/>
                    <a:pt x="18090" y="15172"/>
                  </a:cubicBezTo>
                  <a:cubicBezTo>
                    <a:pt x="17942" y="15172"/>
                    <a:pt x="17794" y="15230"/>
                    <a:pt x="17683" y="15344"/>
                  </a:cubicBezTo>
                  <a:lnTo>
                    <a:pt x="17462" y="15568"/>
                  </a:lnTo>
                  <a:lnTo>
                    <a:pt x="16861" y="12965"/>
                  </a:lnTo>
                  <a:lnTo>
                    <a:pt x="17583" y="12243"/>
                  </a:lnTo>
                  <a:cubicBezTo>
                    <a:pt x="17803" y="12020"/>
                    <a:pt x="17803" y="11660"/>
                    <a:pt x="17583" y="11440"/>
                  </a:cubicBezTo>
                  <a:cubicBezTo>
                    <a:pt x="17473" y="11330"/>
                    <a:pt x="17328" y="11275"/>
                    <a:pt x="17183" y="11275"/>
                  </a:cubicBezTo>
                  <a:cubicBezTo>
                    <a:pt x="17038" y="11275"/>
                    <a:pt x="16893" y="11330"/>
                    <a:pt x="16783" y="11440"/>
                  </a:cubicBezTo>
                  <a:lnTo>
                    <a:pt x="16559" y="11663"/>
                  </a:lnTo>
                  <a:lnTo>
                    <a:pt x="15835" y="8499"/>
                  </a:lnTo>
                  <a:cubicBezTo>
                    <a:pt x="17329" y="6962"/>
                    <a:pt x="18498" y="5138"/>
                    <a:pt x="19265" y="3137"/>
                  </a:cubicBezTo>
                  <a:cubicBezTo>
                    <a:pt x="19594" y="2285"/>
                    <a:pt x="19389" y="1322"/>
                    <a:pt x="18742" y="676"/>
                  </a:cubicBezTo>
                  <a:cubicBezTo>
                    <a:pt x="18302" y="236"/>
                    <a:pt x="17711" y="0"/>
                    <a:pt x="1710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62" name="Google Shape;15262;p81"/>
            <p:cNvSpPr/>
            <p:nvPr/>
          </p:nvSpPr>
          <p:spPr>
            <a:xfrm>
              <a:off x="2348725" y="4522375"/>
              <a:ext cx="94375" cy="88150"/>
            </a:xfrm>
            <a:custGeom>
              <a:avLst/>
              <a:gdLst/>
              <a:ahLst/>
              <a:cxnLst/>
              <a:rect l="l" t="t" r="r" b="b"/>
              <a:pathLst>
                <a:path w="3775" h="3526" extrusionOk="0">
                  <a:moveTo>
                    <a:pt x="3155" y="0"/>
                  </a:moveTo>
                  <a:cubicBezTo>
                    <a:pt x="3013" y="0"/>
                    <a:pt x="2870" y="53"/>
                    <a:pt x="2760" y="159"/>
                  </a:cubicBezTo>
                  <a:lnTo>
                    <a:pt x="359" y="2560"/>
                  </a:lnTo>
                  <a:cubicBezTo>
                    <a:pt x="0" y="2916"/>
                    <a:pt x="254" y="3526"/>
                    <a:pt x="758" y="3526"/>
                  </a:cubicBezTo>
                  <a:cubicBezTo>
                    <a:pt x="909" y="3526"/>
                    <a:pt x="1054" y="3468"/>
                    <a:pt x="1160" y="3360"/>
                  </a:cubicBezTo>
                  <a:lnTo>
                    <a:pt x="3560" y="959"/>
                  </a:lnTo>
                  <a:cubicBezTo>
                    <a:pt x="3774" y="736"/>
                    <a:pt x="3771" y="383"/>
                    <a:pt x="3554" y="165"/>
                  </a:cubicBezTo>
                  <a:cubicBezTo>
                    <a:pt x="3444" y="55"/>
                    <a:pt x="3300" y="0"/>
                    <a:pt x="315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63" name="Google Shape;15263;p81"/>
          <p:cNvSpPr/>
          <p:nvPr/>
        </p:nvSpPr>
        <p:spPr>
          <a:xfrm>
            <a:off x="8441010" y="4726093"/>
            <a:ext cx="398732" cy="453511"/>
          </a:xfrm>
          <a:custGeom>
            <a:avLst/>
            <a:gdLst/>
            <a:ahLst/>
            <a:cxnLst/>
            <a:rect l="l" t="t" r="r" b="b"/>
            <a:pathLst>
              <a:path w="16989" h="19323" extrusionOk="0">
                <a:moveTo>
                  <a:pt x="8495" y="2378"/>
                </a:moveTo>
                <a:cubicBezTo>
                  <a:pt x="9434" y="2378"/>
                  <a:pt x="10195" y="3136"/>
                  <a:pt x="10195" y="4075"/>
                </a:cubicBezTo>
                <a:lnTo>
                  <a:pt x="10195" y="4642"/>
                </a:lnTo>
                <a:lnTo>
                  <a:pt x="6798" y="4642"/>
                </a:lnTo>
                <a:lnTo>
                  <a:pt x="6798" y="4075"/>
                </a:lnTo>
                <a:cubicBezTo>
                  <a:pt x="6798" y="3136"/>
                  <a:pt x="7556" y="2378"/>
                  <a:pt x="8495" y="2378"/>
                </a:cubicBezTo>
                <a:close/>
                <a:moveTo>
                  <a:pt x="4242" y="1130"/>
                </a:moveTo>
                <a:cubicBezTo>
                  <a:pt x="4665" y="1130"/>
                  <a:pt x="5096" y="1267"/>
                  <a:pt x="5469" y="1565"/>
                </a:cubicBezTo>
                <a:lnTo>
                  <a:pt x="6330" y="2251"/>
                </a:lnTo>
                <a:cubicBezTo>
                  <a:pt x="5901" y="2761"/>
                  <a:pt x="5662" y="3407"/>
                  <a:pt x="5665" y="4075"/>
                </a:cubicBezTo>
                <a:lnTo>
                  <a:pt x="5665" y="4642"/>
                </a:lnTo>
                <a:lnTo>
                  <a:pt x="3872" y="4642"/>
                </a:lnTo>
                <a:cubicBezTo>
                  <a:pt x="3870" y="4642"/>
                  <a:pt x="3869" y="4642"/>
                  <a:pt x="3867" y="4642"/>
                </a:cubicBezTo>
                <a:cubicBezTo>
                  <a:pt x="2879" y="4642"/>
                  <a:pt x="2127" y="3756"/>
                  <a:pt x="2290" y="2782"/>
                </a:cubicBezTo>
                <a:cubicBezTo>
                  <a:pt x="2459" y="1765"/>
                  <a:pt x="3331" y="1130"/>
                  <a:pt x="4242" y="1130"/>
                </a:cubicBezTo>
                <a:close/>
                <a:moveTo>
                  <a:pt x="12746" y="1131"/>
                </a:moveTo>
                <a:cubicBezTo>
                  <a:pt x="13657" y="1131"/>
                  <a:pt x="14530" y="1767"/>
                  <a:pt x="14700" y="2782"/>
                </a:cubicBezTo>
                <a:cubicBezTo>
                  <a:pt x="14862" y="3756"/>
                  <a:pt x="14110" y="4642"/>
                  <a:pt x="13122" y="4642"/>
                </a:cubicBezTo>
                <a:cubicBezTo>
                  <a:pt x="13121" y="4642"/>
                  <a:pt x="13119" y="4642"/>
                  <a:pt x="13117" y="4642"/>
                </a:cubicBezTo>
                <a:lnTo>
                  <a:pt x="11327" y="4642"/>
                </a:lnTo>
                <a:lnTo>
                  <a:pt x="11327" y="4075"/>
                </a:lnTo>
                <a:cubicBezTo>
                  <a:pt x="11327" y="3407"/>
                  <a:pt x="11088" y="2761"/>
                  <a:pt x="10660" y="2251"/>
                </a:cubicBezTo>
                <a:lnTo>
                  <a:pt x="11523" y="1565"/>
                </a:lnTo>
                <a:cubicBezTo>
                  <a:pt x="11895" y="1267"/>
                  <a:pt x="12325" y="1131"/>
                  <a:pt x="12746" y="1131"/>
                </a:cubicBezTo>
                <a:close/>
                <a:moveTo>
                  <a:pt x="6798" y="5775"/>
                </a:moveTo>
                <a:lnTo>
                  <a:pt x="6798" y="8039"/>
                </a:lnTo>
                <a:lnTo>
                  <a:pt x="1136" y="8039"/>
                </a:lnTo>
                <a:lnTo>
                  <a:pt x="1136" y="6339"/>
                </a:lnTo>
                <a:cubicBezTo>
                  <a:pt x="1136" y="6025"/>
                  <a:pt x="1387" y="5775"/>
                  <a:pt x="1701" y="5775"/>
                </a:cubicBezTo>
                <a:close/>
                <a:moveTo>
                  <a:pt x="15288" y="5775"/>
                </a:moveTo>
                <a:cubicBezTo>
                  <a:pt x="15602" y="5775"/>
                  <a:pt x="15856" y="6025"/>
                  <a:pt x="15856" y="6339"/>
                </a:cubicBezTo>
                <a:lnTo>
                  <a:pt x="15856" y="8039"/>
                </a:lnTo>
                <a:lnTo>
                  <a:pt x="10195" y="8039"/>
                </a:lnTo>
                <a:lnTo>
                  <a:pt x="10195" y="5775"/>
                </a:lnTo>
                <a:close/>
                <a:moveTo>
                  <a:pt x="6798" y="9171"/>
                </a:moveTo>
                <a:lnTo>
                  <a:pt x="6798" y="11361"/>
                </a:lnTo>
                <a:lnTo>
                  <a:pt x="2269" y="11361"/>
                </a:lnTo>
                <a:lnTo>
                  <a:pt x="2269" y="9171"/>
                </a:lnTo>
                <a:close/>
                <a:moveTo>
                  <a:pt x="14724" y="9171"/>
                </a:moveTo>
                <a:lnTo>
                  <a:pt x="14724" y="11361"/>
                </a:lnTo>
                <a:lnTo>
                  <a:pt x="10195" y="11361"/>
                </a:lnTo>
                <a:lnTo>
                  <a:pt x="10195" y="9171"/>
                </a:lnTo>
                <a:close/>
                <a:moveTo>
                  <a:pt x="6798" y="12493"/>
                </a:moveTo>
                <a:lnTo>
                  <a:pt x="6798" y="13625"/>
                </a:lnTo>
                <a:lnTo>
                  <a:pt x="2269" y="13625"/>
                </a:lnTo>
                <a:lnTo>
                  <a:pt x="2269" y="12493"/>
                </a:lnTo>
                <a:close/>
                <a:moveTo>
                  <a:pt x="14724" y="12493"/>
                </a:moveTo>
                <a:lnTo>
                  <a:pt x="14724" y="13625"/>
                </a:lnTo>
                <a:lnTo>
                  <a:pt x="10195" y="13625"/>
                </a:lnTo>
                <a:lnTo>
                  <a:pt x="10195" y="12493"/>
                </a:lnTo>
                <a:close/>
                <a:moveTo>
                  <a:pt x="6798" y="14757"/>
                </a:moveTo>
                <a:lnTo>
                  <a:pt x="6798" y="18191"/>
                </a:lnTo>
                <a:lnTo>
                  <a:pt x="2833" y="18191"/>
                </a:lnTo>
                <a:cubicBezTo>
                  <a:pt x="2519" y="18191"/>
                  <a:pt x="2269" y="17937"/>
                  <a:pt x="2269" y="17626"/>
                </a:cubicBezTo>
                <a:lnTo>
                  <a:pt x="2269" y="14757"/>
                </a:lnTo>
                <a:close/>
                <a:moveTo>
                  <a:pt x="9062" y="5775"/>
                </a:moveTo>
                <a:lnTo>
                  <a:pt x="9062" y="18191"/>
                </a:lnTo>
                <a:lnTo>
                  <a:pt x="7930" y="18191"/>
                </a:lnTo>
                <a:lnTo>
                  <a:pt x="7930" y="5775"/>
                </a:lnTo>
                <a:close/>
                <a:moveTo>
                  <a:pt x="14724" y="14757"/>
                </a:moveTo>
                <a:lnTo>
                  <a:pt x="14724" y="17626"/>
                </a:lnTo>
                <a:cubicBezTo>
                  <a:pt x="14724" y="17937"/>
                  <a:pt x="14470" y="18191"/>
                  <a:pt x="14156" y="18191"/>
                </a:cubicBezTo>
                <a:lnTo>
                  <a:pt x="10195" y="18191"/>
                </a:lnTo>
                <a:lnTo>
                  <a:pt x="10195" y="14757"/>
                </a:lnTo>
                <a:close/>
                <a:moveTo>
                  <a:pt x="4235" y="0"/>
                </a:moveTo>
                <a:cubicBezTo>
                  <a:pt x="3860" y="0"/>
                  <a:pt x="3484" y="68"/>
                  <a:pt x="3123" y="207"/>
                </a:cubicBezTo>
                <a:cubicBezTo>
                  <a:pt x="2096" y="599"/>
                  <a:pt x="1351" y="1508"/>
                  <a:pt x="1172" y="2595"/>
                </a:cubicBezTo>
                <a:cubicBezTo>
                  <a:pt x="1052" y="3314"/>
                  <a:pt x="1224" y="4050"/>
                  <a:pt x="1653" y="4642"/>
                </a:cubicBezTo>
                <a:cubicBezTo>
                  <a:pt x="732" y="4666"/>
                  <a:pt x="1" y="5421"/>
                  <a:pt x="1" y="6339"/>
                </a:cubicBezTo>
                <a:lnTo>
                  <a:pt x="4" y="8604"/>
                </a:lnTo>
                <a:cubicBezTo>
                  <a:pt x="4" y="8918"/>
                  <a:pt x="255" y="9171"/>
                  <a:pt x="569" y="9171"/>
                </a:cubicBezTo>
                <a:lnTo>
                  <a:pt x="1136" y="9171"/>
                </a:lnTo>
                <a:lnTo>
                  <a:pt x="1136" y="17626"/>
                </a:lnTo>
                <a:cubicBezTo>
                  <a:pt x="1136" y="18562"/>
                  <a:pt x="1894" y="19323"/>
                  <a:pt x="2833" y="19323"/>
                </a:cubicBezTo>
                <a:lnTo>
                  <a:pt x="14156" y="19323"/>
                </a:lnTo>
                <a:cubicBezTo>
                  <a:pt x="15095" y="19323"/>
                  <a:pt x="15853" y="18562"/>
                  <a:pt x="15856" y="17626"/>
                </a:cubicBezTo>
                <a:lnTo>
                  <a:pt x="15856" y="9171"/>
                </a:lnTo>
                <a:lnTo>
                  <a:pt x="16421" y="9171"/>
                </a:lnTo>
                <a:cubicBezTo>
                  <a:pt x="16735" y="9171"/>
                  <a:pt x="16988" y="8918"/>
                  <a:pt x="16988" y="8604"/>
                </a:cubicBezTo>
                <a:lnTo>
                  <a:pt x="16988" y="6339"/>
                </a:lnTo>
                <a:cubicBezTo>
                  <a:pt x="16988" y="5418"/>
                  <a:pt x="16255" y="4666"/>
                  <a:pt x="15337" y="4642"/>
                </a:cubicBezTo>
                <a:cubicBezTo>
                  <a:pt x="15762" y="4050"/>
                  <a:pt x="15938" y="3314"/>
                  <a:pt x="15817" y="2595"/>
                </a:cubicBezTo>
                <a:cubicBezTo>
                  <a:pt x="15636" y="1508"/>
                  <a:pt x="14893" y="599"/>
                  <a:pt x="13866" y="207"/>
                </a:cubicBezTo>
                <a:cubicBezTo>
                  <a:pt x="13506" y="68"/>
                  <a:pt x="13129" y="0"/>
                  <a:pt x="12755" y="0"/>
                </a:cubicBezTo>
                <a:cubicBezTo>
                  <a:pt x="12061" y="0"/>
                  <a:pt x="11376" y="233"/>
                  <a:pt x="10817" y="681"/>
                </a:cubicBezTo>
                <a:lnTo>
                  <a:pt x="9742" y="1535"/>
                </a:lnTo>
                <a:cubicBezTo>
                  <a:pt x="9348" y="1340"/>
                  <a:pt x="8920" y="1243"/>
                  <a:pt x="8494" y="1243"/>
                </a:cubicBezTo>
                <a:cubicBezTo>
                  <a:pt x="8067" y="1243"/>
                  <a:pt x="7640" y="1340"/>
                  <a:pt x="7248" y="1535"/>
                </a:cubicBezTo>
                <a:lnTo>
                  <a:pt x="6173" y="681"/>
                </a:lnTo>
                <a:cubicBezTo>
                  <a:pt x="5614" y="233"/>
                  <a:pt x="4928" y="0"/>
                  <a:pt x="423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64" name="Google Shape;15264;p81"/>
          <p:cNvGrpSpPr/>
          <p:nvPr/>
        </p:nvGrpSpPr>
        <p:grpSpPr>
          <a:xfrm>
            <a:off x="9013919" y="4726810"/>
            <a:ext cx="368315" cy="453535"/>
            <a:chOff x="3316000" y="4399325"/>
            <a:chExt cx="392325" cy="483100"/>
          </a:xfrm>
        </p:grpSpPr>
        <p:sp>
          <p:nvSpPr>
            <p:cNvPr id="15265" name="Google Shape;15265;p81"/>
            <p:cNvSpPr/>
            <p:nvPr/>
          </p:nvSpPr>
          <p:spPr>
            <a:xfrm>
              <a:off x="3316000" y="4399325"/>
              <a:ext cx="392325" cy="483100"/>
            </a:xfrm>
            <a:custGeom>
              <a:avLst/>
              <a:gdLst/>
              <a:ahLst/>
              <a:cxnLst/>
              <a:rect l="l" t="t" r="r" b="b"/>
              <a:pathLst>
                <a:path w="15693" h="19324" extrusionOk="0">
                  <a:moveTo>
                    <a:pt x="7824" y="1132"/>
                  </a:moveTo>
                  <a:cubicBezTo>
                    <a:pt x="8714" y="1132"/>
                    <a:pt x="9554" y="1551"/>
                    <a:pt x="10088" y="2264"/>
                  </a:cubicBezTo>
                  <a:cubicBezTo>
                    <a:pt x="9551" y="2977"/>
                    <a:pt x="8711" y="3393"/>
                    <a:pt x="7824" y="3396"/>
                  </a:cubicBezTo>
                  <a:lnTo>
                    <a:pt x="5049" y="3396"/>
                  </a:lnTo>
                  <a:cubicBezTo>
                    <a:pt x="5321" y="2080"/>
                    <a:pt x="6477" y="1135"/>
                    <a:pt x="7824" y="1132"/>
                  </a:cubicBezTo>
                  <a:close/>
                  <a:moveTo>
                    <a:pt x="10595" y="3393"/>
                  </a:moveTo>
                  <a:cubicBezTo>
                    <a:pt x="10635" y="3580"/>
                    <a:pt x="10653" y="3771"/>
                    <a:pt x="10653" y="3964"/>
                  </a:cubicBezTo>
                  <a:lnTo>
                    <a:pt x="10653" y="6304"/>
                  </a:lnTo>
                  <a:cubicBezTo>
                    <a:pt x="10653" y="7865"/>
                    <a:pt x="9385" y="9133"/>
                    <a:pt x="7824" y="9133"/>
                  </a:cubicBezTo>
                  <a:cubicBezTo>
                    <a:pt x="6260" y="9133"/>
                    <a:pt x="4991" y="7865"/>
                    <a:pt x="4991" y="6304"/>
                  </a:cubicBezTo>
                  <a:lnTo>
                    <a:pt x="4991" y="4529"/>
                  </a:lnTo>
                  <a:lnTo>
                    <a:pt x="7824" y="4529"/>
                  </a:lnTo>
                  <a:cubicBezTo>
                    <a:pt x="8859" y="4525"/>
                    <a:pt x="9856" y="4121"/>
                    <a:pt x="10595" y="3393"/>
                  </a:cubicBezTo>
                  <a:close/>
                  <a:moveTo>
                    <a:pt x="6465" y="10027"/>
                  </a:moveTo>
                  <a:cubicBezTo>
                    <a:pt x="6903" y="10187"/>
                    <a:pt x="7362" y="10267"/>
                    <a:pt x="7823" y="10267"/>
                  </a:cubicBezTo>
                  <a:cubicBezTo>
                    <a:pt x="8283" y="10267"/>
                    <a:pt x="8743" y="10187"/>
                    <a:pt x="9182" y="10027"/>
                  </a:cubicBezTo>
                  <a:lnTo>
                    <a:pt x="9182" y="10027"/>
                  </a:lnTo>
                  <a:lnTo>
                    <a:pt x="7824" y="12071"/>
                  </a:lnTo>
                  <a:lnTo>
                    <a:pt x="6465" y="10027"/>
                  </a:lnTo>
                  <a:close/>
                  <a:moveTo>
                    <a:pt x="10152" y="10610"/>
                  </a:moveTo>
                  <a:lnTo>
                    <a:pt x="11051" y="11476"/>
                  </a:lnTo>
                  <a:lnTo>
                    <a:pt x="9433" y="13904"/>
                  </a:lnTo>
                  <a:lnTo>
                    <a:pt x="8551" y="13022"/>
                  </a:lnTo>
                  <a:lnTo>
                    <a:pt x="10152" y="10610"/>
                  </a:lnTo>
                  <a:close/>
                  <a:moveTo>
                    <a:pt x="5493" y="10610"/>
                  </a:moveTo>
                  <a:lnTo>
                    <a:pt x="7096" y="13022"/>
                  </a:lnTo>
                  <a:lnTo>
                    <a:pt x="6211" y="13907"/>
                  </a:lnTo>
                  <a:lnTo>
                    <a:pt x="4593" y="11476"/>
                  </a:lnTo>
                  <a:lnTo>
                    <a:pt x="5493" y="10610"/>
                  </a:lnTo>
                  <a:close/>
                  <a:moveTo>
                    <a:pt x="3630" y="12074"/>
                  </a:moveTo>
                  <a:lnTo>
                    <a:pt x="5653" y="15109"/>
                  </a:lnTo>
                  <a:cubicBezTo>
                    <a:pt x="5746" y="15251"/>
                    <a:pt x="5900" y="15341"/>
                    <a:pt x="6069" y="15356"/>
                  </a:cubicBezTo>
                  <a:cubicBezTo>
                    <a:pt x="6087" y="15359"/>
                    <a:pt x="6106" y="15359"/>
                    <a:pt x="6124" y="15359"/>
                  </a:cubicBezTo>
                  <a:cubicBezTo>
                    <a:pt x="6275" y="15359"/>
                    <a:pt x="6417" y="15302"/>
                    <a:pt x="6525" y="15193"/>
                  </a:cubicBezTo>
                  <a:lnTo>
                    <a:pt x="7256" y="14463"/>
                  </a:lnTo>
                  <a:lnTo>
                    <a:pt x="7256" y="18192"/>
                  </a:lnTo>
                  <a:lnTo>
                    <a:pt x="2247" y="18192"/>
                  </a:lnTo>
                  <a:lnTo>
                    <a:pt x="1332" y="13502"/>
                  </a:lnTo>
                  <a:cubicBezTo>
                    <a:pt x="1329" y="13493"/>
                    <a:pt x="1326" y="13484"/>
                    <a:pt x="1326" y="13475"/>
                  </a:cubicBezTo>
                  <a:cubicBezTo>
                    <a:pt x="1235" y="13110"/>
                    <a:pt x="1438" y="12735"/>
                    <a:pt x="1791" y="12612"/>
                  </a:cubicBezTo>
                  <a:lnTo>
                    <a:pt x="3630" y="12074"/>
                  </a:lnTo>
                  <a:close/>
                  <a:moveTo>
                    <a:pt x="12015" y="12074"/>
                  </a:moveTo>
                  <a:lnTo>
                    <a:pt x="13899" y="12612"/>
                  </a:lnTo>
                  <a:cubicBezTo>
                    <a:pt x="14252" y="12735"/>
                    <a:pt x="14454" y="13110"/>
                    <a:pt x="14367" y="13475"/>
                  </a:cubicBezTo>
                  <a:cubicBezTo>
                    <a:pt x="14364" y="13481"/>
                    <a:pt x="14361" y="13490"/>
                    <a:pt x="14361" y="13496"/>
                  </a:cubicBezTo>
                  <a:lnTo>
                    <a:pt x="13395" y="18192"/>
                  </a:lnTo>
                  <a:lnTo>
                    <a:pt x="8388" y="18192"/>
                  </a:lnTo>
                  <a:lnTo>
                    <a:pt x="8388" y="14463"/>
                  </a:lnTo>
                  <a:lnTo>
                    <a:pt x="9119" y="15196"/>
                  </a:lnTo>
                  <a:cubicBezTo>
                    <a:pt x="9228" y="15302"/>
                    <a:pt x="9370" y="15362"/>
                    <a:pt x="9521" y="15362"/>
                  </a:cubicBezTo>
                  <a:cubicBezTo>
                    <a:pt x="9539" y="15362"/>
                    <a:pt x="9557" y="15359"/>
                    <a:pt x="9578" y="15359"/>
                  </a:cubicBezTo>
                  <a:cubicBezTo>
                    <a:pt x="9744" y="15341"/>
                    <a:pt x="9898" y="15251"/>
                    <a:pt x="9992" y="15109"/>
                  </a:cubicBezTo>
                  <a:lnTo>
                    <a:pt x="12015" y="12074"/>
                  </a:lnTo>
                  <a:close/>
                  <a:moveTo>
                    <a:pt x="7823" y="1"/>
                  </a:moveTo>
                  <a:cubicBezTo>
                    <a:pt x="7476" y="1"/>
                    <a:pt x="7126" y="46"/>
                    <a:pt x="6779" y="141"/>
                  </a:cubicBezTo>
                  <a:cubicBezTo>
                    <a:pt x="5055" y="612"/>
                    <a:pt x="3859" y="2176"/>
                    <a:pt x="3859" y="3964"/>
                  </a:cubicBezTo>
                  <a:lnTo>
                    <a:pt x="3859" y="6304"/>
                  </a:lnTo>
                  <a:cubicBezTo>
                    <a:pt x="3859" y="7355"/>
                    <a:pt x="4279" y="8363"/>
                    <a:pt x="5022" y="9106"/>
                  </a:cubicBezTo>
                  <a:lnTo>
                    <a:pt x="5022" y="9489"/>
                  </a:lnTo>
                  <a:lnTo>
                    <a:pt x="3539" y="10921"/>
                  </a:lnTo>
                  <a:lnTo>
                    <a:pt x="1462" y="11528"/>
                  </a:lnTo>
                  <a:lnTo>
                    <a:pt x="1444" y="11534"/>
                  </a:lnTo>
                  <a:cubicBezTo>
                    <a:pt x="529" y="11842"/>
                    <a:pt x="0" y="12796"/>
                    <a:pt x="221" y="13735"/>
                  </a:cubicBezTo>
                  <a:lnTo>
                    <a:pt x="1223" y="18868"/>
                  </a:lnTo>
                  <a:cubicBezTo>
                    <a:pt x="1274" y="19131"/>
                    <a:pt x="1507" y="19324"/>
                    <a:pt x="1779" y="19324"/>
                  </a:cubicBezTo>
                  <a:cubicBezTo>
                    <a:pt x="1794" y="19324"/>
                    <a:pt x="1809" y="19324"/>
                    <a:pt x="1824" y="19321"/>
                  </a:cubicBezTo>
                  <a:cubicBezTo>
                    <a:pt x="1839" y="19321"/>
                    <a:pt x="1854" y="19324"/>
                    <a:pt x="1869" y="19324"/>
                  </a:cubicBezTo>
                  <a:lnTo>
                    <a:pt x="13856" y="19324"/>
                  </a:lnTo>
                  <a:cubicBezTo>
                    <a:pt x="14125" y="19324"/>
                    <a:pt x="14358" y="19134"/>
                    <a:pt x="14412" y="18871"/>
                  </a:cubicBezTo>
                  <a:lnTo>
                    <a:pt x="15469" y="13735"/>
                  </a:lnTo>
                  <a:cubicBezTo>
                    <a:pt x="15692" y="12796"/>
                    <a:pt x="15164" y="11842"/>
                    <a:pt x="14249" y="11534"/>
                  </a:cubicBezTo>
                  <a:lnTo>
                    <a:pt x="14225" y="11525"/>
                  </a:lnTo>
                  <a:lnTo>
                    <a:pt x="12108" y="10921"/>
                  </a:lnTo>
                  <a:lnTo>
                    <a:pt x="10623" y="9489"/>
                  </a:lnTo>
                  <a:lnTo>
                    <a:pt x="10623" y="9103"/>
                  </a:lnTo>
                  <a:cubicBezTo>
                    <a:pt x="11368" y="8363"/>
                    <a:pt x="11785" y="7355"/>
                    <a:pt x="11785" y="6304"/>
                  </a:cubicBezTo>
                  <a:lnTo>
                    <a:pt x="11785" y="3964"/>
                  </a:lnTo>
                  <a:cubicBezTo>
                    <a:pt x="11785" y="3281"/>
                    <a:pt x="11610" y="2611"/>
                    <a:pt x="11275" y="2019"/>
                  </a:cubicBezTo>
                  <a:cubicBezTo>
                    <a:pt x="11263" y="1995"/>
                    <a:pt x="11251" y="1971"/>
                    <a:pt x="11233" y="1950"/>
                  </a:cubicBezTo>
                  <a:cubicBezTo>
                    <a:pt x="10507" y="720"/>
                    <a:pt x="9197" y="1"/>
                    <a:pt x="782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66" name="Google Shape;15266;p81"/>
            <p:cNvSpPr/>
            <p:nvPr/>
          </p:nvSpPr>
          <p:spPr>
            <a:xfrm>
              <a:off x="3582300" y="4797475"/>
              <a:ext cx="56650" cy="28350"/>
            </a:xfrm>
            <a:custGeom>
              <a:avLst/>
              <a:gdLst/>
              <a:ahLst/>
              <a:cxnLst/>
              <a:rect l="l" t="t" r="r" b="b"/>
              <a:pathLst>
                <a:path w="2266" h="1134" extrusionOk="0">
                  <a:moveTo>
                    <a:pt x="569" y="1"/>
                  </a:moveTo>
                  <a:cubicBezTo>
                    <a:pt x="254" y="1"/>
                    <a:pt x="1" y="255"/>
                    <a:pt x="1" y="569"/>
                  </a:cubicBezTo>
                  <a:cubicBezTo>
                    <a:pt x="1" y="880"/>
                    <a:pt x="254" y="1133"/>
                    <a:pt x="569"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67" name="Google Shape;15267;p81"/>
          <p:cNvGrpSpPr/>
          <p:nvPr/>
        </p:nvGrpSpPr>
        <p:grpSpPr>
          <a:xfrm>
            <a:off x="9580239" y="4726786"/>
            <a:ext cx="338696" cy="453581"/>
            <a:chOff x="3926225" y="4399275"/>
            <a:chExt cx="360775" cy="483150"/>
          </a:xfrm>
        </p:grpSpPr>
        <p:sp>
          <p:nvSpPr>
            <p:cNvPr id="15268" name="Google Shape;15268;p81"/>
            <p:cNvSpPr/>
            <p:nvPr/>
          </p:nvSpPr>
          <p:spPr>
            <a:xfrm>
              <a:off x="4163400" y="4797475"/>
              <a:ext cx="56650" cy="28350"/>
            </a:xfrm>
            <a:custGeom>
              <a:avLst/>
              <a:gdLst/>
              <a:ahLst/>
              <a:cxnLst/>
              <a:rect l="l" t="t" r="r" b="b"/>
              <a:pathLst>
                <a:path w="2266" h="1134" extrusionOk="0">
                  <a:moveTo>
                    <a:pt x="568" y="1"/>
                  </a:moveTo>
                  <a:cubicBezTo>
                    <a:pt x="254" y="1"/>
                    <a:pt x="1" y="255"/>
                    <a:pt x="1" y="569"/>
                  </a:cubicBezTo>
                  <a:cubicBezTo>
                    <a:pt x="1" y="880"/>
                    <a:pt x="254" y="1133"/>
                    <a:pt x="568"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69" name="Google Shape;15269;p81"/>
            <p:cNvSpPr/>
            <p:nvPr/>
          </p:nvSpPr>
          <p:spPr>
            <a:xfrm>
              <a:off x="3926225" y="4399275"/>
              <a:ext cx="360775" cy="483150"/>
            </a:xfrm>
            <a:custGeom>
              <a:avLst/>
              <a:gdLst/>
              <a:ahLst/>
              <a:cxnLst/>
              <a:rect l="l" t="t" r="r" b="b"/>
              <a:pathLst>
                <a:path w="14431" h="19326" extrusionOk="0">
                  <a:moveTo>
                    <a:pt x="10055" y="1134"/>
                  </a:moveTo>
                  <a:cubicBezTo>
                    <a:pt x="10547" y="1134"/>
                    <a:pt x="10985" y="1457"/>
                    <a:pt x="11133" y="1928"/>
                  </a:cubicBezTo>
                  <a:cubicBezTo>
                    <a:pt x="11281" y="2399"/>
                    <a:pt x="11106" y="2912"/>
                    <a:pt x="10698" y="3196"/>
                  </a:cubicBezTo>
                  <a:cubicBezTo>
                    <a:pt x="10692" y="3181"/>
                    <a:pt x="10683" y="3169"/>
                    <a:pt x="10677" y="3154"/>
                  </a:cubicBezTo>
                  <a:cubicBezTo>
                    <a:pt x="10665" y="3129"/>
                    <a:pt x="10650" y="3105"/>
                    <a:pt x="10635" y="3081"/>
                  </a:cubicBezTo>
                  <a:cubicBezTo>
                    <a:pt x="10270" y="2468"/>
                    <a:pt x="9750" y="1964"/>
                    <a:pt x="9125" y="1620"/>
                  </a:cubicBezTo>
                  <a:cubicBezTo>
                    <a:pt x="9337" y="1318"/>
                    <a:pt x="9684" y="1134"/>
                    <a:pt x="10055" y="1134"/>
                  </a:cubicBezTo>
                  <a:close/>
                  <a:moveTo>
                    <a:pt x="7223" y="2266"/>
                  </a:moveTo>
                  <a:cubicBezTo>
                    <a:pt x="8114" y="2266"/>
                    <a:pt x="8953" y="2686"/>
                    <a:pt x="9488" y="3398"/>
                  </a:cubicBezTo>
                  <a:cubicBezTo>
                    <a:pt x="8953" y="4111"/>
                    <a:pt x="8114" y="4527"/>
                    <a:pt x="7223" y="4531"/>
                  </a:cubicBezTo>
                  <a:lnTo>
                    <a:pt x="4448" y="4531"/>
                  </a:lnTo>
                  <a:cubicBezTo>
                    <a:pt x="4720" y="3214"/>
                    <a:pt x="5879" y="2269"/>
                    <a:pt x="7223" y="2266"/>
                  </a:cubicBezTo>
                  <a:close/>
                  <a:moveTo>
                    <a:pt x="9998" y="4527"/>
                  </a:moveTo>
                  <a:cubicBezTo>
                    <a:pt x="10034" y="4715"/>
                    <a:pt x="10055" y="4905"/>
                    <a:pt x="10055" y="5098"/>
                  </a:cubicBezTo>
                  <a:lnTo>
                    <a:pt x="10055" y="7363"/>
                  </a:lnTo>
                  <a:cubicBezTo>
                    <a:pt x="10055" y="8924"/>
                    <a:pt x="8787" y="10192"/>
                    <a:pt x="7223" y="10192"/>
                  </a:cubicBezTo>
                  <a:cubicBezTo>
                    <a:pt x="5659" y="10192"/>
                    <a:pt x="4394" y="8924"/>
                    <a:pt x="4394" y="7363"/>
                  </a:cubicBezTo>
                  <a:lnTo>
                    <a:pt x="4394" y="5663"/>
                  </a:lnTo>
                  <a:lnTo>
                    <a:pt x="7223" y="5663"/>
                  </a:lnTo>
                  <a:cubicBezTo>
                    <a:pt x="8262" y="5660"/>
                    <a:pt x="9255" y="5255"/>
                    <a:pt x="9998" y="4527"/>
                  </a:cubicBezTo>
                  <a:close/>
                  <a:moveTo>
                    <a:pt x="5526" y="10941"/>
                  </a:moveTo>
                  <a:cubicBezTo>
                    <a:pt x="6063" y="11196"/>
                    <a:pt x="6643" y="11324"/>
                    <a:pt x="7224" y="11324"/>
                  </a:cubicBezTo>
                  <a:cubicBezTo>
                    <a:pt x="7777" y="11324"/>
                    <a:pt x="8331" y="11208"/>
                    <a:pt x="8847" y="10977"/>
                  </a:cubicBezTo>
                  <a:lnTo>
                    <a:pt x="8847" y="11967"/>
                  </a:lnTo>
                  <a:cubicBezTo>
                    <a:pt x="8847" y="12227"/>
                    <a:pt x="9026" y="12454"/>
                    <a:pt x="9279" y="12517"/>
                  </a:cubicBezTo>
                  <a:lnTo>
                    <a:pt x="9466" y="12562"/>
                  </a:lnTo>
                  <a:cubicBezTo>
                    <a:pt x="8899" y="13298"/>
                    <a:pt x="8061" y="13665"/>
                    <a:pt x="7223" y="13665"/>
                  </a:cubicBezTo>
                  <a:cubicBezTo>
                    <a:pt x="6379" y="13665"/>
                    <a:pt x="5536" y="13293"/>
                    <a:pt x="4970" y="12547"/>
                  </a:cubicBezTo>
                  <a:lnTo>
                    <a:pt x="5097" y="12514"/>
                  </a:lnTo>
                  <a:cubicBezTo>
                    <a:pt x="5348" y="12454"/>
                    <a:pt x="5526" y="12227"/>
                    <a:pt x="5526" y="11964"/>
                  </a:cubicBezTo>
                  <a:lnTo>
                    <a:pt x="5526" y="10941"/>
                  </a:lnTo>
                  <a:close/>
                  <a:moveTo>
                    <a:pt x="3805" y="12837"/>
                  </a:moveTo>
                  <a:cubicBezTo>
                    <a:pt x="4515" y="14051"/>
                    <a:pt x="5813" y="14794"/>
                    <a:pt x="7217" y="14797"/>
                  </a:cubicBezTo>
                  <a:cubicBezTo>
                    <a:pt x="7220" y="14797"/>
                    <a:pt x="7223" y="14797"/>
                    <a:pt x="7225" y="14797"/>
                  </a:cubicBezTo>
                  <a:cubicBezTo>
                    <a:pt x="8626" y="14797"/>
                    <a:pt x="9924" y="14054"/>
                    <a:pt x="10635" y="12849"/>
                  </a:cubicBezTo>
                  <a:lnTo>
                    <a:pt x="11767" y="13124"/>
                  </a:lnTo>
                  <a:cubicBezTo>
                    <a:pt x="12649" y="13344"/>
                    <a:pt x="13201" y="14217"/>
                    <a:pt x="13020" y="15105"/>
                  </a:cubicBezTo>
                  <a:lnTo>
                    <a:pt x="12404" y="18194"/>
                  </a:lnTo>
                  <a:lnTo>
                    <a:pt x="2027" y="18194"/>
                  </a:lnTo>
                  <a:lnTo>
                    <a:pt x="1408" y="15105"/>
                  </a:lnTo>
                  <a:cubicBezTo>
                    <a:pt x="1229" y="14214"/>
                    <a:pt x="1782" y="13341"/>
                    <a:pt x="2661" y="13124"/>
                  </a:cubicBezTo>
                  <a:lnTo>
                    <a:pt x="3805" y="12837"/>
                  </a:lnTo>
                  <a:close/>
                  <a:moveTo>
                    <a:pt x="10061" y="0"/>
                  </a:moveTo>
                  <a:cubicBezTo>
                    <a:pt x="9256" y="0"/>
                    <a:pt x="8461" y="426"/>
                    <a:pt x="8047" y="1221"/>
                  </a:cubicBezTo>
                  <a:cubicBezTo>
                    <a:pt x="7767" y="1162"/>
                    <a:pt x="7489" y="1134"/>
                    <a:pt x="7216" y="1134"/>
                  </a:cubicBezTo>
                  <a:cubicBezTo>
                    <a:pt x="5084" y="1134"/>
                    <a:pt x="3261" y="2863"/>
                    <a:pt x="3261" y="5098"/>
                  </a:cubicBezTo>
                  <a:lnTo>
                    <a:pt x="3261" y="7363"/>
                  </a:lnTo>
                  <a:cubicBezTo>
                    <a:pt x="3258" y="8398"/>
                    <a:pt x="3666" y="9392"/>
                    <a:pt x="4394" y="10132"/>
                  </a:cubicBezTo>
                  <a:lnTo>
                    <a:pt x="4394" y="11524"/>
                  </a:lnTo>
                  <a:lnTo>
                    <a:pt x="2386" y="12025"/>
                  </a:lnTo>
                  <a:cubicBezTo>
                    <a:pt x="921" y="12390"/>
                    <a:pt x="0" y="13846"/>
                    <a:pt x="299" y="15328"/>
                  </a:cubicBezTo>
                  <a:lnTo>
                    <a:pt x="1006" y="18870"/>
                  </a:lnTo>
                  <a:cubicBezTo>
                    <a:pt x="1060" y="19136"/>
                    <a:pt x="1293" y="19326"/>
                    <a:pt x="1562" y="19326"/>
                  </a:cubicBezTo>
                  <a:lnTo>
                    <a:pt x="12866" y="19326"/>
                  </a:lnTo>
                  <a:cubicBezTo>
                    <a:pt x="13138" y="19326"/>
                    <a:pt x="13371" y="19136"/>
                    <a:pt x="13422" y="18870"/>
                  </a:cubicBezTo>
                  <a:lnTo>
                    <a:pt x="14131" y="15328"/>
                  </a:lnTo>
                  <a:cubicBezTo>
                    <a:pt x="14430" y="13842"/>
                    <a:pt x="13506" y="12387"/>
                    <a:pt x="12039" y="12025"/>
                  </a:cubicBezTo>
                  <a:lnTo>
                    <a:pt x="10569" y="11665"/>
                  </a:lnTo>
                  <a:lnTo>
                    <a:pt x="10565" y="11665"/>
                  </a:lnTo>
                  <a:cubicBezTo>
                    <a:pt x="10505" y="11638"/>
                    <a:pt x="10445" y="11626"/>
                    <a:pt x="10378" y="11620"/>
                  </a:cubicBezTo>
                  <a:lnTo>
                    <a:pt x="9980" y="11524"/>
                  </a:lnTo>
                  <a:lnTo>
                    <a:pt x="9980" y="10207"/>
                  </a:lnTo>
                  <a:cubicBezTo>
                    <a:pt x="10750" y="9461"/>
                    <a:pt x="11188" y="8435"/>
                    <a:pt x="11188" y="7363"/>
                  </a:cubicBezTo>
                  <a:lnTo>
                    <a:pt x="11188" y="5098"/>
                  </a:lnTo>
                  <a:cubicBezTo>
                    <a:pt x="11188" y="4820"/>
                    <a:pt x="11157" y="4546"/>
                    <a:pt x="11100" y="4274"/>
                  </a:cubicBezTo>
                  <a:cubicBezTo>
                    <a:pt x="12459" y="3567"/>
                    <a:pt x="12739" y="1747"/>
                    <a:pt x="11659" y="663"/>
                  </a:cubicBezTo>
                  <a:cubicBezTo>
                    <a:pt x="11209" y="214"/>
                    <a:pt x="10632" y="0"/>
                    <a:pt x="1006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70" name="Google Shape;15270;p81"/>
          <p:cNvSpPr/>
          <p:nvPr/>
        </p:nvSpPr>
        <p:spPr>
          <a:xfrm>
            <a:off x="10194178" y="4726104"/>
            <a:ext cx="239183" cy="453488"/>
          </a:xfrm>
          <a:custGeom>
            <a:avLst/>
            <a:gdLst/>
            <a:ahLst/>
            <a:cxnLst/>
            <a:rect l="l" t="t" r="r" b="b"/>
            <a:pathLst>
              <a:path w="10191" h="19322" extrusionOk="0">
                <a:moveTo>
                  <a:pt x="5102" y="1126"/>
                </a:moveTo>
                <a:cubicBezTo>
                  <a:pt x="5353" y="1126"/>
                  <a:pt x="5610" y="1220"/>
                  <a:pt x="5819" y="1429"/>
                </a:cubicBezTo>
                <a:cubicBezTo>
                  <a:pt x="6115" y="1724"/>
                  <a:pt x="6202" y="2165"/>
                  <a:pt x="6042" y="2549"/>
                </a:cubicBezTo>
                <a:cubicBezTo>
                  <a:pt x="5882" y="2932"/>
                  <a:pt x="5508" y="3180"/>
                  <a:pt x="5094" y="3180"/>
                </a:cubicBezTo>
                <a:cubicBezTo>
                  <a:pt x="4526" y="3180"/>
                  <a:pt x="4070" y="2721"/>
                  <a:pt x="4067" y="2156"/>
                </a:cubicBezTo>
                <a:cubicBezTo>
                  <a:pt x="4067" y="1537"/>
                  <a:pt x="4574" y="1126"/>
                  <a:pt x="5102" y="1126"/>
                </a:cubicBezTo>
                <a:close/>
                <a:moveTo>
                  <a:pt x="7513" y="5432"/>
                </a:moveTo>
                <a:cubicBezTo>
                  <a:pt x="8364" y="5432"/>
                  <a:pt x="9059" y="6214"/>
                  <a:pt x="9059" y="7175"/>
                </a:cubicBezTo>
                <a:lnTo>
                  <a:pt x="9059" y="10433"/>
                </a:lnTo>
                <a:cubicBezTo>
                  <a:pt x="9059" y="10747"/>
                  <a:pt x="8805" y="11000"/>
                  <a:pt x="8491" y="11000"/>
                </a:cubicBezTo>
                <a:cubicBezTo>
                  <a:pt x="8177" y="11000"/>
                  <a:pt x="7926" y="10747"/>
                  <a:pt x="7926" y="10433"/>
                </a:cubicBezTo>
                <a:lnTo>
                  <a:pt x="7926" y="7395"/>
                </a:lnTo>
                <a:cubicBezTo>
                  <a:pt x="7926" y="7081"/>
                  <a:pt x="7673" y="6830"/>
                  <a:pt x="7359" y="6830"/>
                </a:cubicBezTo>
                <a:cubicBezTo>
                  <a:pt x="7045" y="6830"/>
                  <a:pt x="6794" y="7081"/>
                  <a:pt x="6794" y="7395"/>
                </a:cubicBezTo>
                <a:lnTo>
                  <a:pt x="6794" y="17625"/>
                </a:lnTo>
                <a:cubicBezTo>
                  <a:pt x="6794" y="17936"/>
                  <a:pt x="6540" y="18190"/>
                  <a:pt x="6226" y="18190"/>
                </a:cubicBezTo>
                <a:cubicBezTo>
                  <a:pt x="5912" y="18190"/>
                  <a:pt x="5662" y="17936"/>
                  <a:pt x="5662" y="17625"/>
                </a:cubicBezTo>
                <a:lnTo>
                  <a:pt x="5662" y="11867"/>
                </a:lnTo>
                <a:cubicBezTo>
                  <a:pt x="5662" y="11556"/>
                  <a:pt x="5408" y="11302"/>
                  <a:pt x="5094" y="11302"/>
                </a:cubicBezTo>
                <a:cubicBezTo>
                  <a:pt x="4780" y="11302"/>
                  <a:pt x="4529" y="11556"/>
                  <a:pt x="4529" y="11867"/>
                </a:cubicBezTo>
                <a:lnTo>
                  <a:pt x="4529" y="17625"/>
                </a:lnTo>
                <a:cubicBezTo>
                  <a:pt x="4529" y="17936"/>
                  <a:pt x="4276" y="18190"/>
                  <a:pt x="3962" y="18190"/>
                </a:cubicBezTo>
                <a:cubicBezTo>
                  <a:pt x="3648" y="18190"/>
                  <a:pt x="3397" y="17936"/>
                  <a:pt x="3397" y="17625"/>
                </a:cubicBezTo>
                <a:lnTo>
                  <a:pt x="3397" y="7395"/>
                </a:lnTo>
                <a:cubicBezTo>
                  <a:pt x="3397" y="7081"/>
                  <a:pt x="3143" y="6830"/>
                  <a:pt x="2829" y="6830"/>
                </a:cubicBezTo>
                <a:cubicBezTo>
                  <a:pt x="2515" y="6830"/>
                  <a:pt x="2265" y="7081"/>
                  <a:pt x="2265" y="7395"/>
                </a:cubicBezTo>
                <a:lnTo>
                  <a:pt x="2265" y="10433"/>
                </a:lnTo>
                <a:cubicBezTo>
                  <a:pt x="2265" y="10747"/>
                  <a:pt x="2011" y="11000"/>
                  <a:pt x="1697" y="11000"/>
                </a:cubicBezTo>
                <a:cubicBezTo>
                  <a:pt x="1383" y="11000"/>
                  <a:pt x="1133" y="10747"/>
                  <a:pt x="1133" y="10433"/>
                </a:cubicBezTo>
                <a:lnTo>
                  <a:pt x="1133" y="7175"/>
                </a:lnTo>
                <a:cubicBezTo>
                  <a:pt x="1133" y="6214"/>
                  <a:pt x="1824" y="5432"/>
                  <a:pt x="2675" y="5432"/>
                </a:cubicBezTo>
                <a:close/>
                <a:moveTo>
                  <a:pt x="5094" y="0"/>
                </a:moveTo>
                <a:cubicBezTo>
                  <a:pt x="3950" y="0"/>
                  <a:pt x="3002" y="894"/>
                  <a:pt x="2938" y="2038"/>
                </a:cubicBezTo>
                <a:cubicBezTo>
                  <a:pt x="2878" y="3180"/>
                  <a:pt x="3720" y="4173"/>
                  <a:pt x="4859" y="4300"/>
                </a:cubicBezTo>
                <a:lnTo>
                  <a:pt x="2675" y="4300"/>
                </a:lnTo>
                <a:cubicBezTo>
                  <a:pt x="1199" y="4300"/>
                  <a:pt x="0" y="5589"/>
                  <a:pt x="0" y="7175"/>
                </a:cubicBezTo>
                <a:lnTo>
                  <a:pt x="0" y="10433"/>
                </a:lnTo>
                <a:cubicBezTo>
                  <a:pt x="0" y="11403"/>
                  <a:pt x="797" y="12134"/>
                  <a:pt x="1698" y="12134"/>
                </a:cubicBezTo>
                <a:cubicBezTo>
                  <a:pt x="1885" y="12134"/>
                  <a:pt x="2076" y="12103"/>
                  <a:pt x="2265" y="12036"/>
                </a:cubicBezTo>
                <a:lnTo>
                  <a:pt x="2265" y="17625"/>
                </a:lnTo>
                <a:cubicBezTo>
                  <a:pt x="2265" y="18561"/>
                  <a:pt x="3023" y="19322"/>
                  <a:pt x="3962" y="19322"/>
                </a:cubicBezTo>
                <a:cubicBezTo>
                  <a:pt x="4378" y="19322"/>
                  <a:pt x="4783" y="19168"/>
                  <a:pt x="5094" y="18887"/>
                </a:cubicBezTo>
                <a:cubicBezTo>
                  <a:pt x="5412" y="19172"/>
                  <a:pt x="5817" y="19321"/>
                  <a:pt x="6228" y="19321"/>
                </a:cubicBezTo>
                <a:cubicBezTo>
                  <a:pt x="6462" y="19321"/>
                  <a:pt x="6697" y="19272"/>
                  <a:pt x="6918" y="19174"/>
                </a:cubicBezTo>
                <a:cubicBezTo>
                  <a:pt x="7531" y="18899"/>
                  <a:pt x="7923" y="18292"/>
                  <a:pt x="7926" y="17625"/>
                </a:cubicBezTo>
                <a:lnTo>
                  <a:pt x="7926" y="12036"/>
                </a:lnTo>
                <a:cubicBezTo>
                  <a:pt x="8115" y="12103"/>
                  <a:pt x="8305" y="12134"/>
                  <a:pt x="8492" y="12134"/>
                </a:cubicBezTo>
                <a:cubicBezTo>
                  <a:pt x="9392" y="12134"/>
                  <a:pt x="10188" y="11403"/>
                  <a:pt x="10191" y="10433"/>
                </a:cubicBezTo>
                <a:lnTo>
                  <a:pt x="10191" y="7175"/>
                </a:lnTo>
                <a:cubicBezTo>
                  <a:pt x="10191" y="5589"/>
                  <a:pt x="8989" y="4300"/>
                  <a:pt x="7513" y="4300"/>
                </a:cubicBezTo>
                <a:lnTo>
                  <a:pt x="5330" y="4300"/>
                </a:lnTo>
                <a:cubicBezTo>
                  <a:pt x="6468" y="4173"/>
                  <a:pt x="7310" y="3180"/>
                  <a:pt x="7250" y="2038"/>
                </a:cubicBezTo>
                <a:cubicBezTo>
                  <a:pt x="7187" y="894"/>
                  <a:pt x="6238" y="0"/>
                  <a:pt x="509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71" name="Google Shape;15271;p81"/>
          <p:cNvGrpSpPr/>
          <p:nvPr/>
        </p:nvGrpSpPr>
        <p:grpSpPr>
          <a:xfrm>
            <a:off x="10654317" y="4726869"/>
            <a:ext cx="453440" cy="453417"/>
            <a:chOff x="5053975" y="4399375"/>
            <a:chExt cx="483000" cy="482975"/>
          </a:xfrm>
        </p:grpSpPr>
        <p:sp>
          <p:nvSpPr>
            <p:cNvPr id="15272" name="Google Shape;15272;p81"/>
            <p:cNvSpPr/>
            <p:nvPr/>
          </p:nvSpPr>
          <p:spPr>
            <a:xfrm>
              <a:off x="5053975" y="4399375"/>
              <a:ext cx="483000" cy="482975"/>
            </a:xfrm>
            <a:custGeom>
              <a:avLst/>
              <a:gdLst/>
              <a:ahLst/>
              <a:cxnLst/>
              <a:rect l="l" t="t" r="r" b="b"/>
              <a:pathLst>
                <a:path w="19320" h="19319" extrusionOk="0">
                  <a:moveTo>
                    <a:pt x="9660" y="1130"/>
                  </a:moveTo>
                  <a:cubicBezTo>
                    <a:pt x="11822" y="1130"/>
                    <a:pt x="13981" y="1972"/>
                    <a:pt x="15666" y="3654"/>
                  </a:cubicBezTo>
                  <a:cubicBezTo>
                    <a:pt x="19033" y="7021"/>
                    <a:pt x="19033" y="12299"/>
                    <a:pt x="15666" y="15665"/>
                  </a:cubicBezTo>
                  <a:cubicBezTo>
                    <a:pt x="13983" y="17349"/>
                    <a:pt x="11821" y="18190"/>
                    <a:pt x="9660" y="18190"/>
                  </a:cubicBezTo>
                  <a:cubicBezTo>
                    <a:pt x="7499" y="18190"/>
                    <a:pt x="5338" y="17349"/>
                    <a:pt x="3655" y="15665"/>
                  </a:cubicBezTo>
                  <a:cubicBezTo>
                    <a:pt x="288" y="12299"/>
                    <a:pt x="288" y="7024"/>
                    <a:pt x="3655" y="3654"/>
                  </a:cubicBezTo>
                  <a:cubicBezTo>
                    <a:pt x="5339" y="1972"/>
                    <a:pt x="7498" y="1130"/>
                    <a:pt x="9660" y="1130"/>
                  </a:cubicBezTo>
                  <a:close/>
                  <a:moveTo>
                    <a:pt x="9660" y="0"/>
                  </a:moveTo>
                  <a:cubicBezTo>
                    <a:pt x="7112" y="0"/>
                    <a:pt x="4693" y="1015"/>
                    <a:pt x="2854" y="2854"/>
                  </a:cubicBezTo>
                  <a:cubicBezTo>
                    <a:pt x="1016" y="4693"/>
                    <a:pt x="1" y="7111"/>
                    <a:pt x="1" y="9660"/>
                  </a:cubicBezTo>
                  <a:cubicBezTo>
                    <a:pt x="1" y="12208"/>
                    <a:pt x="1016" y="14627"/>
                    <a:pt x="2854" y="16465"/>
                  </a:cubicBezTo>
                  <a:cubicBezTo>
                    <a:pt x="4693" y="18304"/>
                    <a:pt x="7112" y="19319"/>
                    <a:pt x="9660" y="19319"/>
                  </a:cubicBezTo>
                  <a:cubicBezTo>
                    <a:pt x="12209" y="19319"/>
                    <a:pt x="14627" y="18304"/>
                    <a:pt x="16466" y="16465"/>
                  </a:cubicBezTo>
                  <a:cubicBezTo>
                    <a:pt x="18305" y="14627"/>
                    <a:pt x="19319" y="12208"/>
                    <a:pt x="19319" y="9660"/>
                  </a:cubicBezTo>
                  <a:cubicBezTo>
                    <a:pt x="19319" y="7111"/>
                    <a:pt x="18305" y="4693"/>
                    <a:pt x="16466" y="2854"/>
                  </a:cubicBezTo>
                  <a:cubicBezTo>
                    <a:pt x="14627" y="1015"/>
                    <a:pt x="12209" y="0"/>
                    <a:pt x="966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73" name="Google Shape;15273;p81"/>
            <p:cNvSpPr/>
            <p:nvPr/>
          </p:nvSpPr>
          <p:spPr>
            <a:xfrm>
              <a:off x="5100725" y="4528375"/>
              <a:ext cx="309350" cy="296450"/>
            </a:xfrm>
            <a:custGeom>
              <a:avLst/>
              <a:gdLst/>
              <a:ahLst/>
              <a:cxnLst/>
              <a:rect l="l" t="t" r="r" b="b"/>
              <a:pathLst>
                <a:path w="12374" h="11858" extrusionOk="0">
                  <a:moveTo>
                    <a:pt x="2352" y="1462"/>
                  </a:moveTo>
                  <a:lnTo>
                    <a:pt x="10828" y="9938"/>
                  </a:lnTo>
                  <a:cubicBezTo>
                    <a:pt x="9875" y="10469"/>
                    <a:pt x="8830" y="10728"/>
                    <a:pt x="7793" y="10728"/>
                  </a:cubicBezTo>
                  <a:cubicBezTo>
                    <a:pt x="6180" y="10728"/>
                    <a:pt x="4586" y="10102"/>
                    <a:pt x="3388" y="8902"/>
                  </a:cubicBezTo>
                  <a:cubicBezTo>
                    <a:pt x="1416" y="6933"/>
                    <a:pt x="993" y="3896"/>
                    <a:pt x="2352" y="1462"/>
                  </a:cubicBezTo>
                  <a:close/>
                  <a:moveTo>
                    <a:pt x="2253" y="0"/>
                  </a:moveTo>
                  <a:cubicBezTo>
                    <a:pt x="2078" y="0"/>
                    <a:pt x="1904" y="81"/>
                    <a:pt x="1794" y="236"/>
                  </a:cubicBezTo>
                  <a:cubicBezTo>
                    <a:pt x="257" y="2395"/>
                    <a:pt x="0" y="5215"/>
                    <a:pt x="1120" y="7616"/>
                  </a:cubicBezTo>
                  <a:cubicBezTo>
                    <a:pt x="2243" y="10016"/>
                    <a:pt x="4568" y="11628"/>
                    <a:pt x="7210" y="11837"/>
                  </a:cubicBezTo>
                  <a:lnTo>
                    <a:pt x="7210" y="11834"/>
                  </a:lnTo>
                  <a:cubicBezTo>
                    <a:pt x="7404" y="11849"/>
                    <a:pt x="7597" y="11858"/>
                    <a:pt x="7787" y="11858"/>
                  </a:cubicBezTo>
                  <a:cubicBezTo>
                    <a:pt x="9318" y="11858"/>
                    <a:pt x="10807" y="11384"/>
                    <a:pt x="12057" y="10502"/>
                  </a:cubicBezTo>
                  <a:cubicBezTo>
                    <a:pt x="12340" y="10297"/>
                    <a:pt x="12374" y="9886"/>
                    <a:pt x="12126" y="9639"/>
                  </a:cubicBezTo>
                  <a:lnTo>
                    <a:pt x="2654" y="167"/>
                  </a:lnTo>
                  <a:cubicBezTo>
                    <a:pt x="2542" y="55"/>
                    <a:pt x="2397" y="0"/>
                    <a:pt x="225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74" name="Google Shape;15274;p81"/>
            <p:cNvSpPr/>
            <p:nvPr/>
          </p:nvSpPr>
          <p:spPr>
            <a:xfrm>
              <a:off x="5180875" y="4456850"/>
              <a:ext cx="316625" cy="296575"/>
            </a:xfrm>
            <a:custGeom>
              <a:avLst/>
              <a:gdLst/>
              <a:ahLst/>
              <a:cxnLst/>
              <a:rect l="l" t="t" r="r" b="b"/>
              <a:pathLst>
                <a:path w="12665" h="11863" extrusionOk="0">
                  <a:moveTo>
                    <a:pt x="4584" y="1128"/>
                  </a:moveTo>
                  <a:cubicBezTo>
                    <a:pt x="6196" y="1128"/>
                    <a:pt x="7791" y="1755"/>
                    <a:pt x="8987" y="2958"/>
                  </a:cubicBezTo>
                  <a:cubicBezTo>
                    <a:pt x="10964" y="4924"/>
                    <a:pt x="11387" y="7967"/>
                    <a:pt x="10022" y="10398"/>
                  </a:cubicBezTo>
                  <a:lnTo>
                    <a:pt x="1547" y="1923"/>
                  </a:lnTo>
                  <a:cubicBezTo>
                    <a:pt x="2499" y="1388"/>
                    <a:pt x="3545" y="1128"/>
                    <a:pt x="4584" y="1128"/>
                  </a:cubicBezTo>
                  <a:close/>
                  <a:moveTo>
                    <a:pt x="4578" y="1"/>
                  </a:moveTo>
                  <a:cubicBezTo>
                    <a:pt x="3095" y="1"/>
                    <a:pt x="1604" y="448"/>
                    <a:pt x="321" y="1361"/>
                  </a:cubicBezTo>
                  <a:cubicBezTo>
                    <a:pt x="34" y="1563"/>
                    <a:pt x="1" y="1977"/>
                    <a:pt x="248" y="2224"/>
                  </a:cubicBezTo>
                  <a:lnTo>
                    <a:pt x="9723" y="11697"/>
                  </a:lnTo>
                  <a:cubicBezTo>
                    <a:pt x="9829" y="11802"/>
                    <a:pt x="9971" y="11863"/>
                    <a:pt x="10122" y="11863"/>
                  </a:cubicBezTo>
                  <a:lnTo>
                    <a:pt x="10170" y="11863"/>
                  </a:lnTo>
                  <a:cubicBezTo>
                    <a:pt x="10336" y="11847"/>
                    <a:pt x="10487" y="11763"/>
                    <a:pt x="10584" y="11624"/>
                  </a:cubicBezTo>
                  <a:cubicBezTo>
                    <a:pt x="12664" y="8698"/>
                    <a:pt x="12326" y="4697"/>
                    <a:pt x="9787" y="2158"/>
                  </a:cubicBezTo>
                  <a:cubicBezTo>
                    <a:pt x="8361" y="733"/>
                    <a:pt x="6476" y="1"/>
                    <a:pt x="457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75" name="Google Shape;15275;p81"/>
          <p:cNvGrpSpPr/>
          <p:nvPr/>
        </p:nvGrpSpPr>
        <p:grpSpPr>
          <a:xfrm>
            <a:off x="10334146" y="5274723"/>
            <a:ext cx="453557" cy="453557"/>
            <a:chOff x="5648375" y="4399300"/>
            <a:chExt cx="483125" cy="483125"/>
          </a:xfrm>
        </p:grpSpPr>
        <p:sp>
          <p:nvSpPr>
            <p:cNvPr id="15276" name="Google Shape;15276;p81"/>
            <p:cNvSpPr/>
            <p:nvPr/>
          </p:nvSpPr>
          <p:spPr>
            <a:xfrm>
              <a:off x="5648375" y="4399300"/>
              <a:ext cx="483125" cy="483125"/>
            </a:xfrm>
            <a:custGeom>
              <a:avLst/>
              <a:gdLst/>
              <a:ahLst/>
              <a:cxnLst/>
              <a:rect l="l" t="t" r="r" b="b"/>
              <a:pathLst>
                <a:path w="19325" h="19325" extrusionOk="0">
                  <a:moveTo>
                    <a:pt x="9662" y="1133"/>
                  </a:moveTo>
                  <a:cubicBezTo>
                    <a:pt x="11906" y="1133"/>
                    <a:pt x="14041" y="2029"/>
                    <a:pt x="15668" y="3657"/>
                  </a:cubicBezTo>
                  <a:cubicBezTo>
                    <a:pt x="17295" y="5287"/>
                    <a:pt x="18192" y="7419"/>
                    <a:pt x="18192" y="9663"/>
                  </a:cubicBezTo>
                  <a:cubicBezTo>
                    <a:pt x="18192" y="11906"/>
                    <a:pt x="17295" y="14041"/>
                    <a:pt x="15668" y="15668"/>
                  </a:cubicBezTo>
                  <a:cubicBezTo>
                    <a:pt x="14041" y="17296"/>
                    <a:pt x="11906" y="18193"/>
                    <a:pt x="9662" y="18193"/>
                  </a:cubicBezTo>
                  <a:cubicBezTo>
                    <a:pt x="7419" y="18193"/>
                    <a:pt x="5284" y="17296"/>
                    <a:pt x="3657" y="15668"/>
                  </a:cubicBezTo>
                  <a:cubicBezTo>
                    <a:pt x="290" y="12302"/>
                    <a:pt x="290" y="7024"/>
                    <a:pt x="3657" y="3657"/>
                  </a:cubicBezTo>
                  <a:cubicBezTo>
                    <a:pt x="5287" y="2029"/>
                    <a:pt x="7419" y="1133"/>
                    <a:pt x="9662" y="1133"/>
                  </a:cubicBezTo>
                  <a:close/>
                  <a:moveTo>
                    <a:pt x="9662" y="0"/>
                  </a:moveTo>
                  <a:cubicBezTo>
                    <a:pt x="7117" y="0"/>
                    <a:pt x="4698" y="1015"/>
                    <a:pt x="2856" y="2857"/>
                  </a:cubicBezTo>
                  <a:cubicBezTo>
                    <a:pt x="1015" y="4699"/>
                    <a:pt x="0" y="7117"/>
                    <a:pt x="0" y="9663"/>
                  </a:cubicBezTo>
                  <a:cubicBezTo>
                    <a:pt x="0" y="12208"/>
                    <a:pt x="1015" y="14627"/>
                    <a:pt x="2856" y="16468"/>
                  </a:cubicBezTo>
                  <a:cubicBezTo>
                    <a:pt x="4698" y="18310"/>
                    <a:pt x="7117" y="19325"/>
                    <a:pt x="9662" y="19325"/>
                  </a:cubicBezTo>
                  <a:cubicBezTo>
                    <a:pt x="12208" y="19325"/>
                    <a:pt x="14626" y="18310"/>
                    <a:pt x="16468" y="16468"/>
                  </a:cubicBezTo>
                  <a:cubicBezTo>
                    <a:pt x="18310" y="14627"/>
                    <a:pt x="19325" y="12208"/>
                    <a:pt x="19325" y="9663"/>
                  </a:cubicBezTo>
                  <a:cubicBezTo>
                    <a:pt x="19325" y="7117"/>
                    <a:pt x="18310" y="4699"/>
                    <a:pt x="16468" y="2857"/>
                  </a:cubicBezTo>
                  <a:cubicBezTo>
                    <a:pt x="14626" y="1015"/>
                    <a:pt x="12211" y="0"/>
                    <a:pt x="96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77" name="Google Shape;15277;p81"/>
            <p:cNvSpPr/>
            <p:nvPr/>
          </p:nvSpPr>
          <p:spPr>
            <a:xfrm>
              <a:off x="5734275" y="4598425"/>
              <a:ext cx="311400" cy="84950"/>
            </a:xfrm>
            <a:custGeom>
              <a:avLst/>
              <a:gdLst/>
              <a:ahLst/>
              <a:cxnLst/>
              <a:rect l="l" t="t" r="r" b="b"/>
              <a:pathLst>
                <a:path w="12456" h="3398" extrusionOk="0">
                  <a:moveTo>
                    <a:pt x="11323" y="1133"/>
                  </a:moveTo>
                  <a:lnTo>
                    <a:pt x="11323" y="2265"/>
                  </a:lnTo>
                  <a:lnTo>
                    <a:pt x="1133" y="2265"/>
                  </a:lnTo>
                  <a:lnTo>
                    <a:pt x="1133" y="1133"/>
                  </a:lnTo>
                  <a:close/>
                  <a:moveTo>
                    <a:pt x="565" y="1"/>
                  </a:moveTo>
                  <a:cubicBezTo>
                    <a:pt x="251" y="1"/>
                    <a:pt x="0" y="251"/>
                    <a:pt x="0" y="565"/>
                  </a:cubicBezTo>
                  <a:lnTo>
                    <a:pt x="0" y="2830"/>
                  </a:lnTo>
                  <a:cubicBezTo>
                    <a:pt x="0" y="3144"/>
                    <a:pt x="251" y="3398"/>
                    <a:pt x="565" y="3398"/>
                  </a:cubicBezTo>
                  <a:lnTo>
                    <a:pt x="11888" y="3398"/>
                  </a:lnTo>
                  <a:cubicBezTo>
                    <a:pt x="12202" y="3398"/>
                    <a:pt x="12455" y="3144"/>
                    <a:pt x="12455" y="2830"/>
                  </a:cubicBezTo>
                  <a:lnTo>
                    <a:pt x="12455" y="565"/>
                  </a:lnTo>
                  <a:cubicBezTo>
                    <a:pt x="12455" y="251"/>
                    <a:pt x="12202" y="1"/>
                    <a:pt x="1188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78" name="Google Shape;15278;p81"/>
          <p:cNvGrpSpPr/>
          <p:nvPr/>
        </p:nvGrpSpPr>
        <p:grpSpPr>
          <a:xfrm>
            <a:off x="7975109" y="5299516"/>
            <a:ext cx="440009" cy="403659"/>
            <a:chOff x="6239575" y="4416275"/>
            <a:chExt cx="489625" cy="449175"/>
          </a:xfrm>
        </p:grpSpPr>
        <p:sp>
          <p:nvSpPr>
            <p:cNvPr id="15279" name="Google Shape;15279;p81"/>
            <p:cNvSpPr/>
            <p:nvPr/>
          </p:nvSpPr>
          <p:spPr>
            <a:xfrm>
              <a:off x="6239575" y="4416275"/>
              <a:ext cx="489625" cy="449175"/>
            </a:xfrm>
            <a:custGeom>
              <a:avLst/>
              <a:gdLst/>
              <a:ahLst/>
              <a:cxnLst/>
              <a:rect l="l" t="t" r="r" b="b"/>
              <a:pathLst>
                <a:path w="19585" h="17967" extrusionOk="0">
                  <a:moveTo>
                    <a:pt x="9792" y="1132"/>
                  </a:moveTo>
                  <a:cubicBezTo>
                    <a:pt x="10374" y="1132"/>
                    <a:pt x="10955" y="1424"/>
                    <a:pt x="11278" y="2009"/>
                  </a:cubicBezTo>
                  <a:lnTo>
                    <a:pt x="18111" y="14313"/>
                  </a:lnTo>
                  <a:cubicBezTo>
                    <a:pt x="18404" y="14838"/>
                    <a:pt x="18395" y="15481"/>
                    <a:pt x="18087" y="15998"/>
                  </a:cubicBezTo>
                  <a:cubicBezTo>
                    <a:pt x="17786" y="16518"/>
                    <a:pt x="17232" y="16834"/>
                    <a:pt x="16634" y="16834"/>
                  </a:cubicBezTo>
                  <a:cubicBezTo>
                    <a:pt x="16631" y="16834"/>
                    <a:pt x="16628" y="16834"/>
                    <a:pt x="16625" y="16834"/>
                  </a:cubicBezTo>
                  <a:lnTo>
                    <a:pt x="2962" y="16834"/>
                  </a:lnTo>
                  <a:cubicBezTo>
                    <a:pt x="1667" y="16834"/>
                    <a:pt x="849" y="15445"/>
                    <a:pt x="1474" y="14313"/>
                  </a:cubicBezTo>
                  <a:lnTo>
                    <a:pt x="8307" y="2009"/>
                  </a:lnTo>
                  <a:cubicBezTo>
                    <a:pt x="8630" y="1424"/>
                    <a:pt x="9211" y="1132"/>
                    <a:pt x="9792" y="1132"/>
                  </a:cubicBezTo>
                  <a:close/>
                  <a:moveTo>
                    <a:pt x="9792" y="1"/>
                  </a:moveTo>
                  <a:cubicBezTo>
                    <a:pt x="8763" y="1"/>
                    <a:pt x="7815" y="559"/>
                    <a:pt x="7317" y="1462"/>
                  </a:cubicBezTo>
                  <a:lnTo>
                    <a:pt x="483" y="13766"/>
                  </a:lnTo>
                  <a:cubicBezTo>
                    <a:pt x="0" y="14642"/>
                    <a:pt x="15" y="15711"/>
                    <a:pt x="523" y="16574"/>
                  </a:cubicBezTo>
                  <a:cubicBezTo>
                    <a:pt x="1033" y="17435"/>
                    <a:pt x="1960" y="17966"/>
                    <a:pt x="2962" y="17966"/>
                  </a:cubicBezTo>
                  <a:lnTo>
                    <a:pt x="16625" y="17966"/>
                  </a:lnTo>
                  <a:cubicBezTo>
                    <a:pt x="17625" y="17966"/>
                    <a:pt x="18555" y="17435"/>
                    <a:pt x="19062" y="16574"/>
                  </a:cubicBezTo>
                  <a:cubicBezTo>
                    <a:pt x="19572" y="15711"/>
                    <a:pt x="19585" y="14642"/>
                    <a:pt x="19101" y="13766"/>
                  </a:cubicBezTo>
                  <a:lnTo>
                    <a:pt x="12271" y="1462"/>
                  </a:lnTo>
                  <a:cubicBezTo>
                    <a:pt x="11770" y="559"/>
                    <a:pt x="10822" y="1"/>
                    <a:pt x="979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0" name="Google Shape;15280;p81"/>
            <p:cNvSpPr/>
            <p:nvPr/>
          </p:nvSpPr>
          <p:spPr>
            <a:xfrm>
              <a:off x="6438550" y="4723875"/>
              <a:ext cx="88350" cy="84950"/>
            </a:xfrm>
            <a:custGeom>
              <a:avLst/>
              <a:gdLst/>
              <a:ahLst/>
              <a:cxnLst/>
              <a:rect l="l" t="t" r="r" b="b"/>
              <a:pathLst>
                <a:path w="3534" h="3398" extrusionOk="0">
                  <a:moveTo>
                    <a:pt x="1830" y="1132"/>
                  </a:moveTo>
                  <a:cubicBezTo>
                    <a:pt x="2122" y="1132"/>
                    <a:pt x="2401" y="1358"/>
                    <a:pt x="2401" y="1701"/>
                  </a:cubicBezTo>
                  <a:cubicBezTo>
                    <a:pt x="2401" y="2012"/>
                    <a:pt x="2147" y="2266"/>
                    <a:pt x="1833" y="2266"/>
                  </a:cubicBezTo>
                  <a:cubicBezTo>
                    <a:pt x="1329" y="2266"/>
                    <a:pt x="1076" y="1656"/>
                    <a:pt x="1432" y="1299"/>
                  </a:cubicBezTo>
                  <a:cubicBezTo>
                    <a:pt x="1548" y="1184"/>
                    <a:pt x="1691" y="1132"/>
                    <a:pt x="1830" y="1132"/>
                  </a:cubicBezTo>
                  <a:close/>
                  <a:moveTo>
                    <a:pt x="1833" y="1"/>
                  </a:moveTo>
                  <a:cubicBezTo>
                    <a:pt x="1145" y="1"/>
                    <a:pt x="526" y="415"/>
                    <a:pt x="263" y="1049"/>
                  </a:cubicBezTo>
                  <a:cubicBezTo>
                    <a:pt x="1" y="1683"/>
                    <a:pt x="146" y="2414"/>
                    <a:pt x="632" y="2900"/>
                  </a:cubicBezTo>
                  <a:cubicBezTo>
                    <a:pt x="957" y="3225"/>
                    <a:pt x="1391" y="3397"/>
                    <a:pt x="1833" y="3397"/>
                  </a:cubicBezTo>
                  <a:cubicBezTo>
                    <a:pt x="2052" y="3397"/>
                    <a:pt x="2273" y="3355"/>
                    <a:pt x="2483" y="3268"/>
                  </a:cubicBezTo>
                  <a:cubicBezTo>
                    <a:pt x="3117" y="3005"/>
                    <a:pt x="3533" y="2386"/>
                    <a:pt x="3533" y="1701"/>
                  </a:cubicBezTo>
                  <a:cubicBezTo>
                    <a:pt x="3530" y="762"/>
                    <a:pt x="2772" y="1"/>
                    <a:pt x="183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1" name="Google Shape;15281;p81"/>
            <p:cNvSpPr/>
            <p:nvPr/>
          </p:nvSpPr>
          <p:spPr>
            <a:xfrm>
              <a:off x="6441950" y="4497425"/>
              <a:ext cx="84950" cy="198250"/>
            </a:xfrm>
            <a:custGeom>
              <a:avLst/>
              <a:gdLst/>
              <a:ahLst/>
              <a:cxnLst/>
              <a:rect l="l" t="t" r="r" b="b"/>
              <a:pathLst>
                <a:path w="3398" h="7930" extrusionOk="0">
                  <a:moveTo>
                    <a:pt x="1697" y="1133"/>
                  </a:moveTo>
                  <a:cubicBezTo>
                    <a:pt x="2011" y="1133"/>
                    <a:pt x="2265" y="1387"/>
                    <a:pt x="2265" y="1701"/>
                  </a:cubicBezTo>
                  <a:lnTo>
                    <a:pt x="2265" y="6230"/>
                  </a:lnTo>
                  <a:cubicBezTo>
                    <a:pt x="2265" y="6544"/>
                    <a:pt x="2011" y="6797"/>
                    <a:pt x="1697" y="6797"/>
                  </a:cubicBezTo>
                  <a:cubicBezTo>
                    <a:pt x="1383" y="6797"/>
                    <a:pt x="1133" y="6544"/>
                    <a:pt x="1133" y="6230"/>
                  </a:cubicBezTo>
                  <a:lnTo>
                    <a:pt x="1133" y="1701"/>
                  </a:lnTo>
                  <a:cubicBezTo>
                    <a:pt x="1133" y="1387"/>
                    <a:pt x="1383" y="1133"/>
                    <a:pt x="1697" y="1133"/>
                  </a:cubicBezTo>
                  <a:close/>
                  <a:moveTo>
                    <a:pt x="1697" y="1"/>
                  </a:moveTo>
                  <a:cubicBezTo>
                    <a:pt x="758" y="1"/>
                    <a:pt x="1" y="762"/>
                    <a:pt x="1" y="1701"/>
                  </a:cubicBezTo>
                  <a:lnTo>
                    <a:pt x="1" y="6233"/>
                  </a:lnTo>
                  <a:cubicBezTo>
                    <a:pt x="1" y="7169"/>
                    <a:pt x="758" y="7930"/>
                    <a:pt x="1697" y="7930"/>
                  </a:cubicBezTo>
                  <a:cubicBezTo>
                    <a:pt x="2636" y="7930"/>
                    <a:pt x="3397" y="7169"/>
                    <a:pt x="3397" y="6233"/>
                  </a:cubicBezTo>
                  <a:lnTo>
                    <a:pt x="3397" y="1701"/>
                  </a:lnTo>
                  <a:cubicBezTo>
                    <a:pt x="3397" y="762"/>
                    <a:pt x="2636" y="1"/>
                    <a:pt x="169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82" name="Google Shape;15282;p81"/>
          <p:cNvGrpSpPr/>
          <p:nvPr/>
        </p:nvGrpSpPr>
        <p:grpSpPr>
          <a:xfrm>
            <a:off x="4112813" y="5295753"/>
            <a:ext cx="410979" cy="410979"/>
            <a:chOff x="892750" y="4993750"/>
            <a:chExt cx="483125" cy="483125"/>
          </a:xfrm>
        </p:grpSpPr>
        <p:sp>
          <p:nvSpPr>
            <p:cNvPr id="15283" name="Google Shape;15283;p81"/>
            <p:cNvSpPr/>
            <p:nvPr/>
          </p:nvSpPr>
          <p:spPr>
            <a:xfrm>
              <a:off x="89275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5" y="17352"/>
                    <a:pt x="11823" y="18193"/>
                    <a:pt x="9662" y="18193"/>
                  </a:cubicBezTo>
                  <a:cubicBezTo>
                    <a:pt x="7501" y="18193"/>
                    <a:pt x="5340" y="17352"/>
                    <a:pt x="3657" y="15668"/>
                  </a:cubicBezTo>
                  <a:cubicBezTo>
                    <a:pt x="290" y="12302"/>
                    <a:pt x="290" y="7024"/>
                    <a:pt x="3657" y="3657"/>
                  </a:cubicBezTo>
                  <a:cubicBezTo>
                    <a:pt x="5341" y="1975"/>
                    <a:pt x="7500" y="1133"/>
                    <a:pt x="9662" y="1133"/>
                  </a:cubicBezTo>
                  <a:close/>
                  <a:moveTo>
                    <a:pt x="9662" y="1"/>
                  </a:moveTo>
                  <a:cubicBezTo>
                    <a:pt x="7117" y="1"/>
                    <a:pt x="4698" y="1015"/>
                    <a:pt x="2856" y="2857"/>
                  </a:cubicBezTo>
                  <a:cubicBezTo>
                    <a:pt x="1015" y="4699"/>
                    <a:pt x="0" y="7117"/>
                    <a:pt x="0" y="9663"/>
                  </a:cubicBezTo>
                  <a:cubicBezTo>
                    <a:pt x="0" y="12208"/>
                    <a:pt x="1015" y="14627"/>
                    <a:pt x="2856" y="16469"/>
                  </a:cubicBezTo>
                  <a:cubicBezTo>
                    <a:pt x="4698" y="18310"/>
                    <a:pt x="7117" y="19325"/>
                    <a:pt x="9662" y="19325"/>
                  </a:cubicBezTo>
                  <a:cubicBezTo>
                    <a:pt x="12208" y="19325"/>
                    <a:pt x="14626" y="18310"/>
                    <a:pt x="16468" y="16469"/>
                  </a:cubicBezTo>
                  <a:cubicBezTo>
                    <a:pt x="18310" y="14627"/>
                    <a:pt x="19324" y="12208"/>
                    <a:pt x="19324" y="9663"/>
                  </a:cubicBezTo>
                  <a:cubicBezTo>
                    <a:pt x="19324" y="7117"/>
                    <a:pt x="18310" y="4699"/>
                    <a:pt x="16468" y="2857"/>
                  </a:cubicBezTo>
                  <a:cubicBezTo>
                    <a:pt x="14626" y="1015"/>
                    <a:pt x="12208" y="1"/>
                    <a:pt x="96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4" name="Google Shape;15284;p81"/>
            <p:cNvSpPr/>
            <p:nvPr/>
          </p:nvSpPr>
          <p:spPr>
            <a:xfrm>
              <a:off x="1021000" y="5052250"/>
              <a:ext cx="230775" cy="253450"/>
            </a:xfrm>
            <a:custGeom>
              <a:avLst/>
              <a:gdLst/>
              <a:ahLst/>
              <a:cxnLst/>
              <a:rect l="l" t="t" r="r" b="b"/>
              <a:pathLst>
                <a:path w="9231" h="10138" extrusionOk="0">
                  <a:moveTo>
                    <a:pt x="4532" y="1133"/>
                  </a:moveTo>
                  <a:cubicBezTo>
                    <a:pt x="5450" y="1133"/>
                    <a:pt x="6326" y="1483"/>
                    <a:pt x="6936" y="2090"/>
                  </a:cubicBezTo>
                  <a:cubicBezTo>
                    <a:pt x="8261" y="3419"/>
                    <a:pt x="8261" y="5568"/>
                    <a:pt x="6936" y="6894"/>
                  </a:cubicBezTo>
                  <a:lnTo>
                    <a:pt x="6933" y="6894"/>
                  </a:lnTo>
                  <a:cubicBezTo>
                    <a:pt x="6688" y="7142"/>
                    <a:pt x="6404" y="7347"/>
                    <a:pt x="6096" y="7510"/>
                  </a:cubicBezTo>
                  <a:cubicBezTo>
                    <a:pt x="5595" y="7767"/>
                    <a:pt x="5275" y="8135"/>
                    <a:pt x="5154" y="8600"/>
                  </a:cubicBezTo>
                  <a:cubicBezTo>
                    <a:pt x="5079" y="8842"/>
                    <a:pt x="4856" y="9000"/>
                    <a:pt x="4614" y="9000"/>
                  </a:cubicBezTo>
                  <a:cubicBezTo>
                    <a:pt x="4566" y="9000"/>
                    <a:pt x="4517" y="8993"/>
                    <a:pt x="4469" y="8980"/>
                  </a:cubicBezTo>
                  <a:cubicBezTo>
                    <a:pt x="4176" y="8905"/>
                    <a:pt x="3995" y="8612"/>
                    <a:pt x="4058" y="8316"/>
                  </a:cubicBezTo>
                  <a:cubicBezTo>
                    <a:pt x="4254" y="7534"/>
                    <a:pt x="4765" y="6924"/>
                    <a:pt x="5574" y="6504"/>
                  </a:cubicBezTo>
                  <a:cubicBezTo>
                    <a:pt x="6936" y="5801"/>
                    <a:pt x="7220" y="3974"/>
                    <a:pt x="6136" y="2890"/>
                  </a:cubicBezTo>
                  <a:cubicBezTo>
                    <a:pt x="5690" y="2458"/>
                    <a:pt x="5113" y="2243"/>
                    <a:pt x="4535" y="2243"/>
                  </a:cubicBezTo>
                  <a:cubicBezTo>
                    <a:pt x="3958" y="2243"/>
                    <a:pt x="3380" y="2458"/>
                    <a:pt x="2935" y="2890"/>
                  </a:cubicBezTo>
                  <a:cubicBezTo>
                    <a:pt x="2506" y="3313"/>
                    <a:pt x="2268" y="3890"/>
                    <a:pt x="2268" y="4494"/>
                  </a:cubicBezTo>
                  <a:cubicBezTo>
                    <a:pt x="2268" y="4805"/>
                    <a:pt x="2014" y="5058"/>
                    <a:pt x="1703" y="5058"/>
                  </a:cubicBezTo>
                  <a:cubicBezTo>
                    <a:pt x="1389" y="5058"/>
                    <a:pt x="1135" y="4805"/>
                    <a:pt x="1135" y="4494"/>
                  </a:cubicBezTo>
                  <a:cubicBezTo>
                    <a:pt x="1132" y="3591"/>
                    <a:pt x="1492" y="2724"/>
                    <a:pt x="2132" y="2090"/>
                  </a:cubicBezTo>
                  <a:cubicBezTo>
                    <a:pt x="2739" y="1483"/>
                    <a:pt x="3614" y="1133"/>
                    <a:pt x="4532" y="1133"/>
                  </a:cubicBezTo>
                  <a:close/>
                  <a:moveTo>
                    <a:pt x="4532" y="1"/>
                  </a:moveTo>
                  <a:cubicBezTo>
                    <a:pt x="3315" y="1"/>
                    <a:pt x="2150" y="469"/>
                    <a:pt x="1332" y="1290"/>
                  </a:cubicBezTo>
                  <a:cubicBezTo>
                    <a:pt x="477" y="2135"/>
                    <a:pt x="0" y="3289"/>
                    <a:pt x="3" y="4494"/>
                  </a:cubicBezTo>
                  <a:cubicBezTo>
                    <a:pt x="3" y="5430"/>
                    <a:pt x="764" y="6190"/>
                    <a:pt x="1703" y="6190"/>
                  </a:cubicBezTo>
                  <a:cubicBezTo>
                    <a:pt x="2639" y="6190"/>
                    <a:pt x="3400" y="5430"/>
                    <a:pt x="3400" y="4494"/>
                  </a:cubicBezTo>
                  <a:cubicBezTo>
                    <a:pt x="3400" y="3830"/>
                    <a:pt x="3944" y="3358"/>
                    <a:pt x="4535" y="3358"/>
                  </a:cubicBezTo>
                  <a:cubicBezTo>
                    <a:pt x="4731" y="3358"/>
                    <a:pt x="4933" y="3410"/>
                    <a:pt x="5121" y="3524"/>
                  </a:cubicBezTo>
                  <a:cubicBezTo>
                    <a:pt x="5876" y="3986"/>
                    <a:pt x="5837" y="5094"/>
                    <a:pt x="5052" y="5499"/>
                  </a:cubicBezTo>
                  <a:cubicBezTo>
                    <a:pt x="3959" y="6064"/>
                    <a:pt x="3234" y="6945"/>
                    <a:pt x="2959" y="8041"/>
                  </a:cubicBezTo>
                  <a:cubicBezTo>
                    <a:pt x="2742" y="8941"/>
                    <a:pt x="3288" y="9850"/>
                    <a:pt x="4185" y="10083"/>
                  </a:cubicBezTo>
                  <a:cubicBezTo>
                    <a:pt x="4327" y="10119"/>
                    <a:pt x="4470" y="10137"/>
                    <a:pt x="4611" y="10137"/>
                  </a:cubicBezTo>
                  <a:cubicBezTo>
                    <a:pt x="5356" y="10137"/>
                    <a:pt x="6039" y="9642"/>
                    <a:pt x="6247" y="8893"/>
                  </a:cubicBezTo>
                  <a:cubicBezTo>
                    <a:pt x="6262" y="8832"/>
                    <a:pt x="6305" y="8675"/>
                    <a:pt x="6616" y="8515"/>
                  </a:cubicBezTo>
                  <a:cubicBezTo>
                    <a:pt x="7899" y="7851"/>
                    <a:pt x="8787" y="6613"/>
                    <a:pt x="9007" y="5188"/>
                  </a:cubicBezTo>
                  <a:cubicBezTo>
                    <a:pt x="9230" y="3760"/>
                    <a:pt x="8756" y="2313"/>
                    <a:pt x="7736" y="1290"/>
                  </a:cubicBezTo>
                  <a:cubicBezTo>
                    <a:pt x="6918" y="472"/>
                    <a:pt x="5749" y="1"/>
                    <a:pt x="453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5" name="Google Shape;15285;p81"/>
            <p:cNvSpPr/>
            <p:nvPr/>
          </p:nvSpPr>
          <p:spPr>
            <a:xfrm>
              <a:off x="1088475" y="5334425"/>
              <a:ext cx="88350" cy="84925"/>
            </a:xfrm>
            <a:custGeom>
              <a:avLst/>
              <a:gdLst/>
              <a:ahLst/>
              <a:cxnLst/>
              <a:rect l="l" t="t" r="r" b="b"/>
              <a:pathLst>
                <a:path w="3534" h="3397" extrusionOk="0">
                  <a:moveTo>
                    <a:pt x="1829" y="1129"/>
                  </a:moveTo>
                  <a:cubicBezTo>
                    <a:pt x="2121" y="1129"/>
                    <a:pt x="2401" y="1356"/>
                    <a:pt x="2401" y="1697"/>
                  </a:cubicBezTo>
                  <a:cubicBezTo>
                    <a:pt x="2401" y="2011"/>
                    <a:pt x="2147" y="2265"/>
                    <a:pt x="1833" y="2265"/>
                  </a:cubicBezTo>
                  <a:cubicBezTo>
                    <a:pt x="1329" y="2265"/>
                    <a:pt x="1075" y="1655"/>
                    <a:pt x="1432" y="1296"/>
                  </a:cubicBezTo>
                  <a:cubicBezTo>
                    <a:pt x="1548" y="1181"/>
                    <a:pt x="1690" y="1129"/>
                    <a:pt x="1829" y="1129"/>
                  </a:cubicBezTo>
                  <a:close/>
                  <a:moveTo>
                    <a:pt x="1833" y="0"/>
                  </a:moveTo>
                  <a:cubicBezTo>
                    <a:pt x="1145" y="0"/>
                    <a:pt x="526" y="414"/>
                    <a:pt x="263" y="1048"/>
                  </a:cubicBezTo>
                  <a:cubicBezTo>
                    <a:pt x="0" y="1682"/>
                    <a:pt x="145" y="2413"/>
                    <a:pt x="631" y="2899"/>
                  </a:cubicBezTo>
                  <a:cubicBezTo>
                    <a:pt x="957" y="3224"/>
                    <a:pt x="1391" y="3397"/>
                    <a:pt x="1833" y="3397"/>
                  </a:cubicBezTo>
                  <a:cubicBezTo>
                    <a:pt x="2052" y="3397"/>
                    <a:pt x="2272" y="3354"/>
                    <a:pt x="2482" y="3267"/>
                  </a:cubicBezTo>
                  <a:cubicBezTo>
                    <a:pt x="3116" y="3005"/>
                    <a:pt x="3533" y="2386"/>
                    <a:pt x="3533" y="1697"/>
                  </a:cubicBezTo>
                  <a:cubicBezTo>
                    <a:pt x="3530" y="758"/>
                    <a:pt x="2772" y="0"/>
                    <a:pt x="183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86" name="Google Shape;15286;p81"/>
          <p:cNvGrpSpPr/>
          <p:nvPr/>
        </p:nvGrpSpPr>
        <p:grpSpPr>
          <a:xfrm>
            <a:off x="4662959" y="5295753"/>
            <a:ext cx="410979" cy="410979"/>
            <a:chOff x="1487200" y="4993750"/>
            <a:chExt cx="483125" cy="483125"/>
          </a:xfrm>
        </p:grpSpPr>
        <p:sp>
          <p:nvSpPr>
            <p:cNvPr id="15287" name="Google Shape;15287;p81"/>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8" name="Google Shape;15288;p81"/>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89" name="Google Shape;15289;p81"/>
          <p:cNvGrpSpPr/>
          <p:nvPr/>
        </p:nvGrpSpPr>
        <p:grpSpPr>
          <a:xfrm>
            <a:off x="5213105" y="5295753"/>
            <a:ext cx="410979" cy="410979"/>
            <a:chOff x="2081650" y="4993750"/>
            <a:chExt cx="483125" cy="483125"/>
          </a:xfrm>
        </p:grpSpPr>
        <p:sp>
          <p:nvSpPr>
            <p:cNvPr id="15290" name="Google Shape;15290;p81"/>
            <p:cNvSpPr/>
            <p:nvPr/>
          </p:nvSpPr>
          <p:spPr>
            <a:xfrm>
              <a:off x="2081650" y="4993750"/>
              <a:ext cx="483125" cy="483125"/>
            </a:xfrm>
            <a:custGeom>
              <a:avLst/>
              <a:gdLst/>
              <a:ahLst/>
              <a:cxnLst/>
              <a:rect l="l" t="t" r="r" b="b"/>
              <a:pathLst>
                <a:path w="19325" h="19325" extrusionOk="0">
                  <a:moveTo>
                    <a:pt x="9663" y="1133"/>
                  </a:moveTo>
                  <a:cubicBezTo>
                    <a:pt x="11824" y="1133"/>
                    <a:pt x="13983" y="1975"/>
                    <a:pt x="15668" y="3657"/>
                  </a:cubicBezTo>
                  <a:cubicBezTo>
                    <a:pt x="19035" y="7027"/>
                    <a:pt x="19035" y="12302"/>
                    <a:pt x="15668" y="15668"/>
                  </a:cubicBezTo>
                  <a:cubicBezTo>
                    <a:pt x="13983" y="17350"/>
                    <a:pt x="11824" y="18193"/>
                    <a:pt x="9663" y="18193"/>
                  </a:cubicBezTo>
                  <a:cubicBezTo>
                    <a:pt x="7501" y="18193"/>
                    <a:pt x="5342" y="17350"/>
                    <a:pt x="3657" y="15668"/>
                  </a:cubicBezTo>
                  <a:cubicBezTo>
                    <a:pt x="290" y="12302"/>
                    <a:pt x="290" y="7024"/>
                    <a:pt x="3657" y="3657"/>
                  </a:cubicBezTo>
                  <a:cubicBezTo>
                    <a:pt x="5342" y="1975"/>
                    <a:pt x="7501" y="1133"/>
                    <a:pt x="9663" y="1133"/>
                  </a:cubicBezTo>
                  <a:close/>
                  <a:moveTo>
                    <a:pt x="9663" y="1"/>
                  </a:moveTo>
                  <a:cubicBezTo>
                    <a:pt x="7117" y="1"/>
                    <a:pt x="4699" y="1015"/>
                    <a:pt x="2857" y="2857"/>
                  </a:cubicBezTo>
                  <a:cubicBezTo>
                    <a:pt x="1015" y="4699"/>
                    <a:pt x="0" y="7117"/>
                    <a:pt x="0" y="9663"/>
                  </a:cubicBezTo>
                  <a:cubicBezTo>
                    <a:pt x="0" y="12208"/>
                    <a:pt x="1015" y="14627"/>
                    <a:pt x="2857" y="16469"/>
                  </a:cubicBezTo>
                  <a:cubicBezTo>
                    <a:pt x="4699" y="18310"/>
                    <a:pt x="7117" y="19325"/>
                    <a:pt x="9663"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1" name="Google Shape;15291;p81"/>
            <p:cNvSpPr/>
            <p:nvPr/>
          </p:nvSpPr>
          <p:spPr>
            <a:xfrm>
              <a:off x="2209375" y="5125625"/>
              <a:ext cx="227600" cy="219350"/>
            </a:xfrm>
            <a:custGeom>
              <a:avLst/>
              <a:gdLst/>
              <a:ahLst/>
              <a:cxnLst/>
              <a:rect l="l" t="t" r="r" b="b"/>
              <a:pathLst>
                <a:path w="9104" h="8774" extrusionOk="0">
                  <a:moveTo>
                    <a:pt x="7232" y="1143"/>
                  </a:moveTo>
                  <a:cubicBezTo>
                    <a:pt x="7377" y="1143"/>
                    <a:pt x="7522" y="1198"/>
                    <a:pt x="7633" y="1308"/>
                  </a:cubicBezTo>
                  <a:cubicBezTo>
                    <a:pt x="7851" y="1528"/>
                    <a:pt x="7854" y="1882"/>
                    <a:pt x="7639" y="2102"/>
                  </a:cubicBezTo>
                  <a:lnTo>
                    <a:pt x="5755" y="3986"/>
                  </a:lnTo>
                  <a:cubicBezTo>
                    <a:pt x="5532" y="4210"/>
                    <a:pt x="5532" y="4566"/>
                    <a:pt x="5755" y="4789"/>
                  </a:cubicBezTo>
                  <a:lnTo>
                    <a:pt x="7639" y="6673"/>
                  </a:lnTo>
                  <a:cubicBezTo>
                    <a:pt x="7854" y="6894"/>
                    <a:pt x="7851" y="7247"/>
                    <a:pt x="7633" y="7468"/>
                  </a:cubicBezTo>
                  <a:cubicBezTo>
                    <a:pt x="7522" y="7577"/>
                    <a:pt x="7377" y="7633"/>
                    <a:pt x="7232" y="7633"/>
                  </a:cubicBezTo>
                  <a:cubicBezTo>
                    <a:pt x="7090" y="7633"/>
                    <a:pt x="6948" y="7580"/>
                    <a:pt x="6839" y="7474"/>
                  </a:cubicBezTo>
                  <a:lnTo>
                    <a:pt x="6830" y="7468"/>
                  </a:lnTo>
                  <a:lnTo>
                    <a:pt x="4946" y="5650"/>
                  </a:lnTo>
                  <a:cubicBezTo>
                    <a:pt x="4836" y="5544"/>
                    <a:pt x="4695" y="5491"/>
                    <a:pt x="4554" y="5491"/>
                  </a:cubicBezTo>
                  <a:cubicBezTo>
                    <a:pt x="4412" y="5491"/>
                    <a:pt x="4271" y="5544"/>
                    <a:pt x="4161" y="5650"/>
                  </a:cubicBezTo>
                  <a:lnTo>
                    <a:pt x="2277" y="7468"/>
                  </a:lnTo>
                  <a:lnTo>
                    <a:pt x="2268" y="7474"/>
                  </a:lnTo>
                  <a:cubicBezTo>
                    <a:pt x="2159" y="7580"/>
                    <a:pt x="2017" y="7633"/>
                    <a:pt x="1875" y="7633"/>
                  </a:cubicBezTo>
                  <a:cubicBezTo>
                    <a:pt x="1730" y="7633"/>
                    <a:pt x="1585" y="7577"/>
                    <a:pt x="1474" y="7468"/>
                  </a:cubicBezTo>
                  <a:cubicBezTo>
                    <a:pt x="1256" y="7247"/>
                    <a:pt x="1253" y="6894"/>
                    <a:pt x="1468" y="6673"/>
                  </a:cubicBezTo>
                  <a:lnTo>
                    <a:pt x="3352" y="4789"/>
                  </a:lnTo>
                  <a:cubicBezTo>
                    <a:pt x="3575" y="4566"/>
                    <a:pt x="3575" y="4210"/>
                    <a:pt x="3352" y="3986"/>
                  </a:cubicBezTo>
                  <a:lnTo>
                    <a:pt x="1468" y="2102"/>
                  </a:lnTo>
                  <a:cubicBezTo>
                    <a:pt x="1253" y="1882"/>
                    <a:pt x="1256" y="1528"/>
                    <a:pt x="1474" y="1308"/>
                  </a:cubicBezTo>
                  <a:cubicBezTo>
                    <a:pt x="1585" y="1198"/>
                    <a:pt x="1730" y="1143"/>
                    <a:pt x="1875" y="1143"/>
                  </a:cubicBezTo>
                  <a:cubicBezTo>
                    <a:pt x="2017" y="1143"/>
                    <a:pt x="2159" y="1196"/>
                    <a:pt x="2268" y="1302"/>
                  </a:cubicBezTo>
                  <a:lnTo>
                    <a:pt x="2277" y="1308"/>
                  </a:lnTo>
                  <a:lnTo>
                    <a:pt x="4161" y="3126"/>
                  </a:lnTo>
                  <a:cubicBezTo>
                    <a:pt x="4271" y="3231"/>
                    <a:pt x="4412" y="3284"/>
                    <a:pt x="4554" y="3284"/>
                  </a:cubicBezTo>
                  <a:cubicBezTo>
                    <a:pt x="4695" y="3284"/>
                    <a:pt x="4836" y="3231"/>
                    <a:pt x="4946" y="3126"/>
                  </a:cubicBezTo>
                  <a:lnTo>
                    <a:pt x="6830" y="1308"/>
                  </a:lnTo>
                  <a:lnTo>
                    <a:pt x="6839" y="1302"/>
                  </a:lnTo>
                  <a:cubicBezTo>
                    <a:pt x="6948" y="1196"/>
                    <a:pt x="7090" y="1143"/>
                    <a:pt x="7232" y="1143"/>
                  </a:cubicBezTo>
                  <a:close/>
                  <a:moveTo>
                    <a:pt x="1865" y="0"/>
                  </a:moveTo>
                  <a:cubicBezTo>
                    <a:pt x="1430" y="0"/>
                    <a:pt x="995" y="166"/>
                    <a:pt x="664" y="499"/>
                  </a:cubicBezTo>
                  <a:cubicBezTo>
                    <a:pt x="0" y="1163"/>
                    <a:pt x="3" y="2241"/>
                    <a:pt x="667" y="2902"/>
                  </a:cubicBezTo>
                  <a:lnTo>
                    <a:pt x="2153" y="4388"/>
                  </a:lnTo>
                  <a:lnTo>
                    <a:pt x="667" y="5873"/>
                  </a:lnTo>
                  <a:cubicBezTo>
                    <a:pt x="0" y="6535"/>
                    <a:pt x="0" y="7610"/>
                    <a:pt x="661" y="8274"/>
                  </a:cubicBezTo>
                  <a:cubicBezTo>
                    <a:pt x="995" y="8607"/>
                    <a:pt x="1431" y="8774"/>
                    <a:pt x="1868" y="8774"/>
                  </a:cubicBezTo>
                  <a:cubicBezTo>
                    <a:pt x="2301" y="8774"/>
                    <a:pt x="2734" y="8609"/>
                    <a:pt x="3065" y="8280"/>
                  </a:cubicBezTo>
                  <a:lnTo>
                    <a:pt x="4554" y="6846"/>
                  </a:lnTo>
                  <a:lnTo>
                    <a:pt x="6042" y="8280"/>
                  </a:lnTo>
                  <a:cubicBezTo>
                    <a:pt x="6373" y="8609"/>
                    <a:pt x="6806" y="8774"/>
                    <a:pt x="7239" y="8774"/>
                  </a:cubicBezTo>
                  <a:cubicBezTo>
                    <a:pt x="7675" y="8774"/>
                    <a:pt x="8111" y="8607"/>
                    <a:pt x="8443" y="8274"/>
                  </a:cubicBezTo>
                  <a:cubicBezTo>
                    <a:pt x="9104" y="7610"/>
                    <a:pt x="9104" y="6535"/>
                    <a:pt x="8440" y="5873"/>
                  </a:cubicBezTo>
                  <a:lnTo>
                    <a:pt x="6957" y="4388"/>
                  </a:lnTo>
                  <a:lnTo>
                    <a:pt x="8440" y="2902"/>
                  </a:lnTo>
                  <a:cubicBezTo>
                    <a:pt x="8760" y="2585"/>
                    <a:pt x="8938" y="2153"/>
                    <a:pt x="8938" y="1703"/>
                  </a:cubicBezTo>
                  <a:cubicBezTo>
                    <a:pt x="8938" y="1018"/>
                    <a:pt x="8524" y="399"/>
                    <a:pt x="7893" y="133"/>
                  </a:cubicBezTo>
                  <a:cubicBezTo>
                    <a:pt x="7682" y="46"/>
                    <a:pt x="7460" y="3"/>
                    <a:pt x="7239" y="3"/>
                  </a:cubicBezTo>
                  <a:cubicBezTo>
                    <a:pt x="6799" y="3"/>
                    <a:pt x="6366" y="174"/>
                    <a:pt x="6042" y="496"/>
                  </a:cubicBezTo>
                  <a:lnTo>
                    <a:pt x="4554" y="1930"/>
                  </a:lnTo>
                  <a:lnTo>
                    <a:pt x="3065" y="496"/>
                  </a:lnTo>
                  <a:cubicBezTo>
                    <a:pt x="2733" y="165"/>
                    <a:pt x="2299" y="0"/>
                    <a:pt x="18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92" name="Google Shape;15292;p81"/>
          <p:cNvGrpSpPr/>
          <p:nvPr/>
        </p:nvGrpSpPr>
        <p:grpSpPr>
          <a:xfrm>
            <a:off x="1988437" y="5305584"/>
            <a:ext cx="391976" cy="391976"/>
            <a:chOff x="2676100" y="4993750"/>
            <a:chExt cx="483125" cy="483125"/>
          </a:xfrm>
        </p:grpSpPr>
        <p:sp>
          <p:nvSpPr>
            <p:cNvPr id="15293" name="Google Shape;15293;p81"/>
            <p:cNvSpPr/>
            <p:nvPr/>
          </p:nvSpPr>
          <p:spPr>
            <a:xfrm>
              <a:off x="267610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0" y="761"/>
                    <a:pt x="0" y="1700"/>
                  </a:cubicBezTo>
                  <a:lnTo>
                    <a:pt x="0" y="17628"/>
                  </a:lnTo>
                  <a:cubicBezTo>
                    <a:pt x="0"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4" name="Google Shape;15294;p81"/>
            <p:cNvSpPr/>
            <p:nvPr/>
          </p:nvSpPr>
          <p:spPr>
            <a:xfrm>
              <a:off x="2776125" y="5051350"/>
              <a:ext cx="141550" cy="367950"/>
            </a:xfrm>
            <a:custGeom>
              <a:avLst/>
              <a:gdLst/>
              <a:ahLst/>
              <a:cxnLst/>
              <a:rect l="l" t="t" r="r" b="b"/>
              <a:pathLst>
                <a:path w="5662" h="14718" extrusionOk="0">
                  <a:moveTo>
                    <a:pt x="4529" y="4530"/>
                  </a:moveTo>
                  <a:lnTo>
                    <a:pt x="4529" y="5094"/>
                  </a:lnTo>
                  <a:cubicBezTo>
                    <a:pt x="4529" y="5408"/>
                    <a:pt x="4276" y="5662"/>
                    <a:pt x="3965" y="5662"/>
                  </a:cubicBezTo>
                  <a:cubicBezTo>
                    <a:pt x="3651" y="5662"/>
                    <a:pt x="3397" y="5912"/>
                    <a:pt x="3397" y="6226"/>
                  </a:cubicBezTo>
                  <a:lnTo>
                    <a:pt x="3397" y="13020"/>
                  </a:lnTo>
                  <a:cubicBezTo>
                    <a:pt x="3397" y="13334"/>
                    <a:pt x="3143" y="13585"/>
                    <a:pt x="2832" y="13585"/>
                  </a:cubicBezTo>
                  <a:cubicBezTo>
                    <a:pt x="2518" y="13585"/>
                    <a:pt x="2265" y="13334"/>
                    <a:pt x="2265" y="13020"/>
                  </a:cubicBezTo>
                  <a:lnTo>
                    <a:pt x="2265" y="6226"/>
                  </a:lnTo>
                  <a:cubicBezTo>
                    <a:pt x="2265" y="5912"/>
                    <a:pt x="2011" y="5662"/>
                    <a:pt x="1700" y="5662"/>
                  </a:cubicBezTo>
                  <a:cubicBezTo>
                    <a:pt x="1386" y="5662"/>
                    <a:pt x="1132" y="5408"/>
                    <a:pt x="1132" y="5094"/>
                  </a:cubicBezTo>
                  <a:lnTo>
                    <a:pt x="1132" y="4530"/>
                  </a:lnTo>
                  <a:close/>
                  <a:moveTo>
                    <a:pt x="568" y="0"/>
                  </a:moveTo>
                  <a:cubicBezTo>
                    <a:pt x="254" y="0"/>
                    <a:pt x="0" y="251"/>
                    <a:pt x="0" y="565"/>
                  </a:cubicBezTo>
                  <a:lnTo>
                    <a:pt x="0" y="5094"/>
                  </a:lnTo>
                  <a:cubicBezTo>
                    <a:pt x="0" y="5813"/>
                    <a:pt x="453" y="6456"/>
                    <a:pt x="1132" y="6694"/>
                  </a:cubicBezTo>
                  <a:lnTo>
                    <a:pt x="1132" y="13020"/>
                  </a:lnTo>
                  <a:cubicBezTo>
                    <a:pt x="1132" y="13959"/>
                    <a:pt x="1893" y="14717"/>
                    <a:pt x="2832" y="14717"/>
                  </a:cubicBezTo>
                  <a:cubicBezTo>
                    <a:pt x="3768" y="14717"/>
                    <a:pt x="4529" y="13959"/>
                    <a:pt x="4529" y="13020"/>
                  </a:cubicBezTo>
                  <a:lnTo>
                    <a:pt x="4529" y="6694"/>
                  </a:lnTo>
                  <a:cubicBezTo>
                    <a:pt x="5209" y="6456"/>
                    <a:pt x="5662" y="5813"/>
                    <a:pt x="5662" y="5094"/>
                  </a:cubicBezTo>
                  <a:lnTo>
                    <a:pt x="5662" y="565"/>
                  </a:lnTo>
                  <a:cubicBezTo>
                    <a:pt x="5662" y="251"/>
                    <a:pt x="5408" y="0"/>
                    <a:pt x="5097" y="0"/>
                  </a:cubicBezTo>
                  <a:cubicBezTo>
                    <a:pt x="4783" y="0"/>
                    <a:pt x="4529" y="251"/>
                    <a:pt x="4529" y="565"/>
                  </a:cubicBezTo>
                  <a:lnTo>
                    <a:pt x="4529" y="3397"/>
                  </a:lnTo>
                  <a:lnTo>
                    <a:pt x="3397" y="3397"/>
                  </a:lnTo>
                  <a:lnTo>
                    <a:pt x="3397" y="565"/>
                  </a:lnTo>
                  <a:cubicBezTo>
                    <a:pt x="3397" y="251"/>
                    <a:pt x="3143" y="0"/>
                    <a:pt x="2832" y="0"/>
                  </a:cubicBezTo>
                  <a:cubicBezTo>
                    <a:pt x="2518" y="0"/>
                    <a:pt x="2265" y="251"/>
                    <a:pt x="2265" y="565"/>
                  </a:cubicBezTo>
                  <a:lnTo>
                    <a:pt x="2265" y="3397"/>
                  </a:lnTo>
                  <a:lnTo>
                    <a:pt x="1132" y="3397"/>
                  </a:lnTo>
                  <a:lnTo>
                    <a:pt x="1132" y="565"/>
                  </a:lnTo>
                  <a:cubicBezTo>
                    <a:pt x="1132" y="251"/>
                    <a:pt x="879" y="0"/>
                    <a:pt x="56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5" name="Google Shape;15295;p81"/>
            <p:cNvSpPr/>
            <p:nvPr/>
          </p:nvSpPr>
          <p:spPr>
            <a:xfrm>
              <a:off x="2945950" y="5051350"/>
              <a:ext cx="113275" cy="367950"/>
            </a:xfrm>
            <a:custGeom>
              <a:avLst/>
              <a:gdLst/>
              <a:ahLst/>
              <a:cxnLst/>
              <a:rect l="l" t="t" r="r" b="b"/>
              <a:pathLst>
                <a:path w="4531" h="14718" extrusionOk="0">
                  <a:moveTo>
                    <a:pt x="3398" y="1187"/>
                  </a:moveTo>
                  <a:lnTo>
                    <a:pt x="3398" y="13020"/>
                  </a:lnTo>
                  <a:cubicBezTo>
                    <a:pt x="3398" y="13334"/>
                    <a:pt x="3144" y="13585"/>
                    <a:pt x="2833" y="13585"/>
                  </a:cubicBezTo>
                  <a:cubicBezTo>
                    <a:pt x="2519" y="13585"/>
                    <a:pt x="2266" y="13334"/>
                    <a:pt x="2266" y="13020"/>
                  </a:cubicBezTo>
                  <a:lnTo>
                    <a:pt x="2266" y="8491"/>
                  </a:lnTo>
                  <a:cubicBezTo>
                    <a:pt x="2266" y="8177"/>
                    <a:pt x="2012" y="7926"/>
                    <a:pt x="1701" y="7926"/>
                  </a:cubicBezTo>
                  <a:lnTo>
                    <a:pt x="1133" y="7926"/>
                  </a:lnTo>
                  <a:lnTo>
                    <a:pt x="1133" y="3962"/>
                  </a:lnTo>
                  <a:cubicBezTo>
                    <a:pt x="1136" y="2618"/>
                    <a:pt x="2081" y="1459"/>
                    <a:pt x="3398" y="1187"/>
                  </a:cubicBezTo>
                  <a:close/>
                  <a:moveTo>
                    <a:pt x="3965" y="0"/>
                  </a:moveTo>
                  <a:cubicBezTo>
                    <a:pt x="1776" y="0"/>
                    <a:pt x="4" y="1773"/>
                    <a:pt x="1" y="3962"/>
                  </a:cubicBezTo>
                  <a:lnTo>
                    <a:pt x="1" y="8491"/>
                  </a:lnTo>
                  <a:cubicBezTo>
                    <a:pt x="1" y="8805"/>
                    <a:pt x="255" y="9059"/>
                    <a:pt x="569" y="9059"/>
                  </a:cubicBezTo>
                  <a:lnTo>
                    <a:pt x="1133" y="9059"/>
                  </a:lnTo>
                  <a:lnTo>
                    <a:pt x="1133" y="13020"/>
                  </a:lnTo>
                  <a:cubicBezTo>
                    <a:pt x="1133" y="13959"/>
                    <a:pt x="1894" y="14717"/>
                    <a:pt x="2833" y="14717"/>
                  </a:cubicBezTo>
                  <a:cubicBezTo>
                    <a:pt x="3769" y="14717"/>
                    <a:pt x="4530" y="13959"/>
                    <a:pt x="4530" y="13020"/>
                  </a:cubicBezTo>
                  <a:lnTo>
                    <a:pt x="4530" y="565"/>
                  </a:lnTo>
                  <a:cubicBezTo>
                    <a:pt x="4530" y="251"/>
                    <a:pt x="4276" y="0"/>
                    <a:pt x="39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96" name="Google Shape;15296;p81"/>
          <p:cNvGrpSpPr/>
          <p:nvPr/>
        </p:nvGrpSpPr>
        <p:grpSpPr>
          <a:xfrm>
            <a:off x="5763247" y="5295753"/>
            <a:ext cx="410979" cy="410979"/>
            <a:chOff x="3270550" y="4993750"/>
            <a:chExt cx="483125" cy="483125"/>
          </a:xfrm>
        </p:grpSpPr>
        <p:sp>
          <p:nvSpPr>
            <p:cNvPr id="15297" name="Google Shape;15297;p81"/>
            <p:cNvSpPr/>
            <p:nvPr/>
          </p:nvSpPr>
          <p:spPr>
            <a:xfrm>
              <a:off x="327055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1" y="761"/>
                    <a:pt x="1" y="1700"/>
                  </a:cubicBezTo>
                  <a:lnTo>
                    <a:pt x="1" y="17628"/>
                  </a:lnTo>
                  <a:cubicBezTo>
                    <a:pt x="1"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8" name="Google Shape;15298;p81"/>
            <p:cNvSpPr/>
            <p:nvPr/>
          </p:nvSpPr>
          <p:spPr>
            <a:xfrm>
              <a:off x="3469675" y="5079600"/>
              <a:ext cx="88275" cy="85000"/>
            </a:xfrm>
            <a:custGeom>
              <a:avLst/>
              <a:gdLst/>
              <a:ahLst/>
              <a:cxnLst/>
              <a:rect l="l" t="t" r="r" b="b"/>
              <a:pathLst>
                <a:path w="3531" h="3400" extrusionOk="0">
                  <a:moveTo>
                    <a:pt x="1698" y="1135"/>
                  </a:moveTo>
                  <a:cubicBezTo>
                    <a:pt x="2202" y="1135"/>
                    <a:pt x="2456" y="1742"/>
                    <a:pt x="2099" y="2101"/>
                  </a:cubicBezTo>
                  <a:cubicBezTo>
                    <a:pt x="1983" y="2216"/>
                    <a:pt x="1842" y="2268"/>
                    <a:pt x="1703" y="2268"/>
                  </a:cubicBezTo>
                  <a:cubicBezTo>
                    <a:pt x="1411" y="2268"/>
                    <a:pt x="1133" y="2041"/>
                    <a:pt x="1133" y="1700"/>
                  </a:cubicBezTo>
                  <a:cubicBezTo>
                    <a:pt x="1133" y="1386"/>
                    <a:pt x="1384" y="1135"/>
                    <a:pt x="1698" y="1135"/>
                  </a:cubicBezTo>
                  <a:close/>
                  <a:moveTo>
                    <a:pt x="1698" y="0"/>
                  </a:moveTo>
                  <a:cubicBezTo>
                    <a:pt x="1479" y="0"/>
                    <a:pt x="1259" y="42"/>
                    <a:pt x="1049" y="129"/>
                  </a:cubicBezTo>
                  <a:cubicBezTo>
                    <a:pt x="415" y="392"/>
                    <a:pt x="1" y="1011"/>
                    <a:pt x="1" y="1700"/>
                  </a:cubicBezTo>
                  <a:cubicBezTo>
                    <a:pt x="1" y="2639"/>
                    <a:pt x="759" y="3397"/>
                    <a:pt x="1698" y="3400"/>
                  </a:cubicBezTo>
                  <a:cubicBezTo>
                    <a:pt x="2386" y="3400"/>
                    <a:pt x="3005" y="2983"/>
                    <a:pt x="3268" y="2349"/>
                  </a:cubicBezTo>
                  <a:cubicBezTo>
                    <a:pt x="3531" y="1715"/>
                    <a:pt x="3386" y="984"/>
                    <a:pt x="2900" y="498"/>
                  </a:cubicBezTo>
                  <a:cubicBezTo>
                    <a:pt x="2574" y="173"/>
                    <a:pt x="2140"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9" name="Google Shape;15299;p81"/>
            <p:cNvSpPr/>
            <p:nvPr/>
          </p:nvSpPr>
          <p:spPr>
            <a:xfrm>
              <a:off x="3441375" y="5192875"/>
              <a:ext cx="141475" cy="198175"/>
            </a:xfrm>
            <a:custGeom>
              <a:avLst/>
              <a:gdLst/>
              <a:ahLst/>
              <a:cxnLst/>
              <a:rect l="l" t="t" r="r" b="b"/>
              <a:pathLst>
                <a:path w="5659" h="7927" extrusionOk="0">
                  <a:moveTo>
                    <a:pt x="3397" y="1133"/>
                  </a:moveTo>
                  <a:lnTo>
                    <a:pt x="3397" y="6795"/>
                  </a:lnTo>
                  <a:lnTo>
                    <a:pt x="2265" y="6795"/>
                  </a:lnTo>
                  <a:lnTo>
                    <a:pt x="2265" y="1133"/>
                  </a:lnTo>
                  <a:close/>
                  <a:moveTo>
                    <a:pt x="565" y="1"/>
                  </a:moveTo>
                  <a:cubicBezTo>
                    <a:pt x="251" y="1"/>
                    <a:pt x="1" y="251"/>
                    <a:pt x="1" y="565"/>
                  </a:cubicBezTo>
                  <a:cubicBezTo>
                    <a:pt x="1" y="879"/>
                    <a:pt x="251" y="1133"/>
                    <a:pt x="565" y="1133"/>
                  </a:cubicBezTo>
                  <a:lnTo>
                    <a:pt x="1133" y="1133"/>
                  </a:lnTo>
                  <a:lnTo>
                    <a:pt x="1133" y="6795"/>
                  </a:lnTo>
                  <a:lnTo>
                    <a:pt x="565" y="6795"/>
                  </a:lnTo>
                  <a:cubicBezTo>
                    <a:pt x="251" y="6795"/>
                    <a:pt x="1" y="7045"/>
                    <a:pt x="1" y="7359"/>
                  </a:cubicBezTo>
                  <a:cubicBezTo>
                    <a:pt x="1" y="7673"/>
                    <a:pt x="251" y="7927"/>
                    <a:pt x="565" y="7927"/>
                  </a:cubicBezTo>
                  <a:lnTo>
                    <a:pt x="5094" y="7927"/>
                  </a:lnTo>
                  <a:cubicBezTo>
                    <a:pt x="5408" y="7927"/>
                    <a:pt x="5659" y="7673"/>
                    <a:pt x="5659" y="7359"/>
                  </a:cubicBezTo>
                  <a:cubicBezTo>
                    <a:pt x="5659" y="7045"/>
                    <a:pt x="5408" y="6795"/>
                    <a:pt x="5094" y="6795"/>
                  </a:cubicBezTo>
                  <a:lnTo>
                    <a:pt x="4530" y="6795"/>
                  </a:lnTo>
                  <a:lnTo>
                    <a:pt x="4530" y="565"/>
                  </a:lnTo>
                  <a:cubicBezTo>
                    <a:pt x="4530" y="251"/>
                    <a:pt x="4276" y="1"/>
                    <a:pt x="39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300" name="Google Shape;15300;p81"/>
          <p:cNvSpPr/>
          <p:nvPr/>
        </p:nvSpPr>
        <p:spPr>
          <a:xfrm>
            <a:off x="2519407" y="5305242"/>
            <a:ext cx="391996" cy="392097"/>
          </a:xfrm>
          <a:custGeom>
            <a:avLst/>
            <a:gdLst/>
            <a:ahLst/>
            <a:cxnLst/>
            <a:rect l="l" t="t" r="r" b="b"/>
            <a:pathLst>
              <a:path w="19326" h="19331" extrusionOk="0">
                <a:moveTo>
                  <a:pt x="9470" y="1131"/>
                </a:moveTo>
                <a:cubicBezTo>
                  <a:pt x="9519" y="1131"/>
                  <a:pt x="9569" y="1143"/>
                  <a:pt x="9615" y="1165"/>
                </a:cubicBezTo>
                <a:lnTo>
                  <a:pt x="17504" y="5208"/>
                </a:lnTo>
                <a:lnTo>
                  <a:pt x="14283" y="6820"/>
                </a:lnTo>
                <a:lnTo>
                  <a:pt x="6360" y="2756"/>
                </a:lnTo>
                <a:lnTo>
                  <a:pt x="9325" y="1168"/>
                </a:lnTo>
                <a:cubicBezTo>
                  <a:pt x="9369" y="1143"/>
                  <a:pt x="9419" y="1131"/>
                  <a:pt x="9470" y="1131"/>
                </a:cubicBezTo>
                <a:close/>
                <a:moveTo>
                  <a:pt x="5149" y="3405"/>
                </a:moveTo>
                <a:lnTo>
                  <a:pt x="13027" y="7448"/>
                </a:lnTo>
                <a:lnTo>
                  <a:pt x="9467" y="9230"/>
                </a:lnTo>
                <a:lnTo>
                  <a:pt x="1779" y="5208"/>
                </a:lnTo>
                <a:lnTo>
                  <a:pt x="5149" y="3405"/>
                </a:lnTo>
                <a:close/>
                <a:moveTo>
                  <a:pt x="1133" y="6150"/>
                </a:moveTo>
                <a:lnTo>
                  <a:pt x="8896" y="10208"/>
                </a:lnTo>
                <a:lnTo>
                  <a:pt x="8896" y="17935"/>
                </a:lnTo>
                <a:lnTo>
                  <a:pt x="1299" y="13916"/>
                </a:lnTo>
                <a:cubicBezTo>
                  <a:pt x="1196" y="13862"/>
                  <a:pt x="1133" y="13753"/>
                  <a:pt x="1133" y="13638"/>
                </a:cubicBezTo>
                <a:lnTo>
                  <a:pt x="1133" y="6150"/>
                </a:lnTo>
                <a:close/>
                <a:moveTo>
                  <a:pt x="18190" y="6132"/>
                </a:moveTo>
                <a:lnTo>
                  <a:pt x="18190" y="13629"/>
                </a:lnTo>
                <a:cubicBezTo>
                  <a:pt x="18193" y="13744"/>
                  <a:pt x="18126" y="13853"/>
                  <a:pt x="18021" y="13907"/>
                </a:cubicBezTo>
                <a:lnTo>
                  <a:pt x="10028" y="17953"/>
                </a:lnTo>
                <a:lnTo>
                  <a:pt x="10028" y="10217"/>
                </a:lnTo>
                <a:lnTo>
                  <a:pt x="13730" y="8363"/>
                </a:lnTo>
                <a:lnTo>
                  <a:pt x="13730" y="10281"/>
                </a:lnTo>
                <a:cubicBezTo>
                  <a:pt x="13730" y="10592"/>
                  <a:pt x="13984" y="10845"/>
                  <a:pt x="14298" y="10845"/>
                </a:cubicBezTo>
                <a:cubicBezTo>
                  <a:pt x="14609" y="10845"/>
                  <a:pt x="14862" y="10592"/>
                  <a:pt x="14862" y="10281"/>
                </a:cubicBezTo>
                <a:lnTo>
                  <a:pt x="14862" y="7796"/>
                </a:lnTo>
                <a:lnTo>
                  <a:pt x="18190" y="6132"/>
                </a:lnTo>
                <a:close/>
                <a:moveTo>
                  <a:pt x="9473" y="0"/>
                </a:moveTo>
                <a:cubicBezTo>
                  <a:pt x="9238" y="0"/>
                  <a:pt x="9003" y="58"/>
                  <a:pt x="8790"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19" y="19279"/>
                  <a:pt x="10125" y="19176"/>
                </a:cubicBezTo>
                <a:lnTo>
                  <a:pt x="18534" y="14916"/>
                </a:lnTo>
                <a:cubicBezTo>
                  <a:pt x="19020" y="14671"/>
                  <a:pt x="19325" y="14173"/>
                  <a:pt x="19325" y="13629"/>
                </a:cubicBezTo>
                <a:lnTo>
                  <a:pt x="19325" y="5752"/>
                </a:lnTo>
                <a:cubicBezTo>
                  <a:pt x="19325" y="5208"/>
                  <a:pt x="19023" y="4713"/>
                  <a:pt x="18537" y="4465"/>
                </a:cubicBezTo>
                <a:lnTo>
                  <a:pt x="10131" y="160"/>
                </a:lnTo>
                <a:cubicBezTo>
                  <a:pt x="9924" y="53"/>
                  <a:pt x="9698" y="0"/>
                  <a:pt x="947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301" name="Google Shape;15301;p81"/>
          <p:cNvGrpSpPr/>
          <p:nvPr/>
        </p:nvGrpSpPr>
        <p:grpSpPr>
          <a:xfrm>
            <a:off x="3050791" y="5305524"/>
            <a:ext cx="391996" cy="392097"/>
            <a:chOff x="4459450" y="4993700"/>
            <a:chExt cx="483150" cy="483275"/>
          </a:xfrm>
        </p:grpSpPr>
        <p:sp>
          <p:nvSpPr>
            <p:cNvPr id="15302" name="Google Shape;15302;p81"/>
            <p:cNvSpPr/>
            <p:nvPr/>
          </p:nvSpPr>
          <p:spPr>
            <a:xfrm>
              <a:off x="445945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1" y="3366"/>
                  </a:moveTo>
                  <a:lnTo>
                    <a:pt x="13033" y="7445"/>
                  </a:lnTo>
                  <a:lnTo>
                    <a:pt x="9467" y="9230"/>
                  </a:lnTo>
                  <a:lnTo>
                    <a:pt x="1779" y="5208"/>
                  </a:lnTo>
                  <a:lnTo>
                    <a:pt x="5221"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8" y="17953"/>
                  </a:lnTo>
                  <a:lnTo>
                    <a:pt x="10028"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7"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2" y="53"/>
                    <a:pt x="9697" y="0"/>
                    <a:pt x="947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303" name="Google Shape;15303;p81"/>
            <p:cNvSpPr/>
            <p:nvPr/>
          </p:nvSpPr>
          <p:spPr>
            <a:xfrm>
              <a:off x="4530800" y="5235675"/>
              <a:ext cx="99650" cy="118650"/>
            </a:xfrm>
            <a:custGeom>
              <a:avLst/>
              <a:gdLst/>
              <a:ahLst/>
              <a:cxnLst/>
              <a:rect l="l" t="t" r="r" b="b"/>
              <a:pathLst>
                <a:path w="3986" h="4746" extrusionOk="0">
                  <a:moveTo>
                    <a:pt x="859" y="1"/>
                  </a:moveTo>
                  <a:cubicBezTo>
                    <a:pt x="757" y="1"/>
                    <a:pt x="654" y="28"/>
                    <a:pt x="562" y="85"/>
                  </a:cubicBezTo>
                  <a:cubicBezTo>
                    <a:pt x="296" y="251"/>
                    <a:pt x="215" y="596"/>
                    <a:pt x="378" y="861"/>
                  </a:cubicBezTo>
                  <a:lnTo>
                    <a:pt x="1136" y="2081"/>
                  </a:lnTo>
                  <a:lnTo>
                    <a:pt x="432" y="2374"/>
                  </a:lnTo>
                  <a:cubicBezTo>
                    <a:pt x="139" y="2492"/>
                    <a:pt x="0" y="2827"/>
                    <a:pt x="121" y="3117"/>
                  </a:cubicBezTo>
                  <a:cubicBezTo>
                    <a:pt x="211" y="3335"/>
                    <a:pt x="422" y="3466"/>
                    <a:pt x="644" y="3466"/>
                  </a:cubicBezTo>
                  <a:cubicBezTo>
                    <a:pt x="719" y="3466"/>
                    <a:pt x="796" y="3451"/>
                    <a:pt x="870" y="3419"/>
                  </a:cubicBezTo>
                  <a:lnTo>
                    <a:pt x="1742" y="3054"/>
                  </a:lnTo>
                  <a:lnTo>
                    <a:pt x="2627" y="4476"/>
                  </a:lnTo>
                  <a:cubicBezTo>
                    <a:pt x="2733" y="4650"/>
                    <a:pt x="2919" y="4746"/>
                    <a:pt x="3110" y="4746"/>
                  </a:cubicBezTo>
                  <a:cubicBezTo>
                    <a:pt x="3212" y="4746"/>
                    <a:pt x="3316" y="4718"/>
                    <a:pt x="3409" y="4660"/>
                  </a:cubicBezTo>
                  <a:cubicBezTo>
                    <a:pt x="3675" y="4494"/>
                    <a:pt x="3756" y="4144"/>
                    <a:pt x="3587" y="3878"/>
                  </a:cubicBezTo>
                  <a:lnTo>
                    <a:pt x="2802" y="2613"/>
                  </a:lnTo>
                  <a:lnTo>
                    <a:pt x="3560" y="2296"/>
                  </a:lnTo>
                  <a:cubicBezTo>
                    <a:pt x="3850" y="2175"/>
                    <a:pt x="3986" y="1843"/>
                    <a:pt x="3865" y="1556"/>
                  </a:cubicBezTo>
                  <a:cubicBezTo>
                    <a:pt x="3774" y="1338"/>
                    <a:pt x="3564" y="1207"/>
                    <a:pt x="3343" y="1207"/>
                  </a:cubicBezTo>
                  <a:cubicBezTo>
                    <a:pt x="3270" y="1207"/>
                    <a:pt x="3196" y="1221"/>
                    <a:pt x="3125" y="1251"/>
                  </a:cubicBezTo>
                  <a:lnTo>
                    <a:pt x="2195" y="1637"/>
                  </a:lnTo>
                  <a:lnTo>
                    <a:pt x="1338" y="264"/>
                  </a:lnTo>
                  <a:cubicBezTo>
                    <a:pt x="1230" y="93"/>
                    <a:pt x="1047" y="1"/>
                    <a:pt x="85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304" name="Google Shape;15304;p81"/>
          <p:cNvGrpSpPr/>
          <p:nvPr/>
        </p:nvGrpSpPr>
        <p:grpSpPr>
          <a:xfrm>
            <a:off x="3581962" y="5305524"/>
            <a:ext cx="391996" cy="392097"/>
            <a:chOff x="5053900" y="4993700"/>
            <a:chExt cx="483150" cy="483275"/>
          </a:xfrm>
        </p:grpSpPr>
        <p:sp>
          <p:nvSpPr>
            <p:cNvPr id="15305" name="Google Shape;15305;p81"/>
            <p:cNvSpPr/>
            <p:nvPr/>
          </p:nvSpPr>
          <p:spPr>
            <a:xfrm>
              <a:off x="505390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2" y="3366"/>
                  </a:moveTo>
                  <a:lnTo>
                    <a:pt x="13033" y="7445"/>
                  </a:lnTo>
                  <a:lnTo>
                    <a:pt x="9467" y="9230"/>
                  </a:lnTo>
                  <a:lnTo>
                    <a:pt x="1779" y="5208"/>
                  </a:lnTo>
                  <a:lnTo>
                    <a:pt x="5222"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9" y="17953"/>
                  </a:lnTo>
                  <a:lnTo>
                    <a:pt x="10029"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8" y="172"/>
                  </a:cubicBezTo>
                  <a:lnTo>
                    <a:pt x="765" y="4468"/>
                  </a:lnTo>
                  <a:cubicBezTo>
                    <a:pt x="294" y="4719"/>
                    <a:pt x="1" y="5208"/>
                    <a:pt x="1" y="5739"/>
                  </a:cubicBezTo>
                  <a:lnTo>
                    <a:pt x="1" y="13638"/>
                  </a:lnTo>
                  <a:cubicBezTo>
                    <a:pt x="1" y="14173"/>
                    <a:pt x="297" y="14665"/>
                    <a:pt x="771" y="14913"/>
                  </a:cubicBezTo>
                  <a:lnTo>
                    <a:pt x="8797"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3" y="53"/>
                    <a:pt x="9698" y="0"/>
                    <a:pt x="947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306" name="Google Shape;15306;p81"/>
            <p:cNvSpPr/>
            <p:nvPr/>
          </p:nvSpPr>
          <p:spPr>
            <a:xfrm>
              <a:off x="5123725" y="5264025"/>
              <a:ext cx="105200" cy="61775"/>
            </a:xfrm>
            <a:custGeom>
              <a:avLst/>
              <a:gdLst/>
              <a:ahLst/>
              <a:cxnLst/>
              <a:rect l="l" t="t" r="r" b="b"/>
              <a:pathLst>
                <a:path w="4208" h="2471" extrusionOk="0">
                  <a:moveTo>
                    <a:pt x="3561" y="1"/>
                  </a:moveTo>
                  <a:cubicBezTo>
                    <a:pt x="3462" y="1"/>
                    <a:pt x="3362" y="26"/>
                    <a:pt x="3271" y="81"/>
                  </a:cubicBezTo>
                  <a:lnTo>
                    <a:pt x="1523" y="1122"/>
                  </a:lnTo>
                  <a:lnTo>
                    <a:pt x="1139" y="449"/>
                  </a:lnTo>
                  <a:cubicBezTo>
                    <a:pt x="1035" y="266"/>
                    <a:pt x="844" y="162"/>
                    <a:pt x="647" y="162"/>
                  </a:cubicBezTo>
                  <a:cubicBezTo>
                    <a:pt x="551" y="162"/>
                    <a:pt x="455" y="187"/>
                    <a:pt x="366" y="238"/>
                  </a:cubicBezTo>
                  <a:cubicBezTo>
                    <a:pt x="95" y="392"/>
                    <a:pt x="1" y="736"/>
                    <a:pt x="155" y="1008"/>
                  </a:cubicBezTo>
                  <a:lnTo>
                    <a:pt x="825" y="2185"/>
                  </a:lnTo>
                  <a:lnTo>
                    <a:pt x="831" y="2191"/>
                  </a:lnTo>
                  <a:cubicBezTo>
                    <a:pt x="831" y="2194"/>
                    <a:pt x="831" y="2194"/>
                    <a:pt x="831" y="2194"/>
                  </a:cubicBezTo>
                  <a:cubicBezTo>
                    <a:pt x="834" y="2200"/>
                    <a:pt x="837" y="2203"/>
                    <a:pt x="840" y="2206"/>
                  </a:cubicBezTo>
                  <a:lnTo>
                    <a:pt x="849" y="2224"/>
                  </a:lnTo>
                  <a:lnTo>
                    <a:pt x="861" y="2240"/>
                  </a:lnTo>
                  <a:lnTo>
                    <a:pt x="874" y="2255"/>
                  </a:lnTo>
                  <a:lnTo>
                    <a:pt x="883" y="2270"/>
                  </a:lnTo>
                  <a:lnTo>
                    <a:pt x="898" y="2282"/>
                  </a:lnTo>
                  <a:lnTo>
                    <a:pt x="910" y="2297"/>
                  </a:lnTo>
                  <a:lnTo>
                    <a:pt x="922" y="2312"/>
                  </a:lnTo>
                  <a:lnTo>
                    <a:pt x="937" y="2324"/>
                  </a:lnTo>
                  <a:lnTo>
                    <a:pt x="949" y="2336"/>
                  </a:lnTo>
                  <a:lnTo>
                    <a:pt x="964" y="2348"/>
                  </a:lnTo>
                  <a:cubicBezTo>
                    <a:pt x="970" y="2351"/>
                    <a:pt x="973" y="2354"/>
                    <a:pt x="979" y="2357"/>
                  </a:cubicBezTo>
                  <a:lnTo>
                    <a:pt x="994" y="2369"/>
                  </a:lnTo>
                  <a:lnTo>
                    <a:pt x="1009" y="2378"/>
                  </a:lnTo>
                  <a:lnTo>
                    <a:pt x="1028" y="2391"/>
                  </a:lnTo>
                  <a:lnTo>
                    <a:pt x="1040" y="2400"/>
                  </a:lnTo>
                  <a:lnTo>
                    <a:pt x="1058" y="2409"/>
                  </a:lnTo>
                  <a:lnTo>
                    <a:pt x="1073" y="2415"/>
                  </a:lnTo>
                  <a:cubicBezTo>
                    <a:pt x="1079" y="2418"/>
                    <a:pt x="1085" y="2421"/>
                    <a:pt x="1091" y="2424"/>
                  </a:cubicBezTo>
                  <a:lnTo>
                    <a:pt x="1106" y="2430"/>
                  </a:lnTo>
                  <a:lnTo>
                    <a:pt x="1124" y="2436"/>
                  </a:lnTo>
                  <a:lnTo>
                    <a:pt x="1139" y="2442"/>
                  </a:lnTo>
                  <a:lnTo>
                    <a:pt x="1160" y="2448"/>
                  </a:lnTo>
                  <a:lnTo>
                    <a:pt x="1176" y="2454"/>
                  </a:lnTo>
                  <a:lnTo>
                    <a:pt x="1197" y="2457"/>
                  </a:lnTo>
                  <a:lnTo>
                    <a:pt x="1212" y="2460"/>
                  </a:lnTo>
                  <a:lnTo>
                    <a:pt x="1233" y="2463"/>
                  </a:lnTo>
                  <a:lnTo>
                    <a:pt x="1245" y="2466"/>
                  </a:lnTo>
                  <a:cubicBezTo>
                    <a:pt x="1254" y="2466"/>
                    <a:pt x="1263" y="2466"/>
                    <a:pt x="1269" y="2469"/>
                  </a:cubicBezTo>
                  <a:cubicBezTo>
                    <a:pt x="1272" y="2470"/>
                    <a:pt x="1274" y="2470"/>
                    <a:pt x="1276" y="2470"/>
                  </a:cubicBezTo>
                  <a:cubicBezTo>
                    <a:pt x="1279" y="2470"/>
                    <a:pt x="1279" y="2469"/>
                    <a:pt x="1281" y="2469"/>
                  </a:cubicBezTo>
                  <a:lnTo>
                    <a:pt x="1369" y="2469"/>
                  </a:lnTo>
                  <a:lnTo>
                    <a:pt x="1393" y="2466"/>
                  </a:lnTo>
                  <a:lnTo>
                    <a:pt x="1408" y="2463"/>
                  </a:lnTo>
                  <a:cubicBezTo>
                    <a:pt x="1414" y="2463"/>
                    <a:pt x="1420" y="2463"/>
                    <a:pt x="1426" y="2460"/>
                  </a:cubicBezTo>
                  <a:lnTo>
                    <a:pt x="1444" y="2457"/>
                  </a:lnTo>
                  <a:lnTo>
                    <a:pt x="1462" y="2451"/>
                  </a:lnTo>
                  <a:lnTo>
                    <a:pt x="1480" y="2448"/>
                  </a:lnTo>
                  <a:lnTo>
                    <a:pt x="1499" y="2442"/>
                  </a:lnTo>
                  <a:lnTo>
                    <a:pt x="1517" y="2436"/>
                  </a:lnTo>
                  <a:cubicBezTo>
                    <a:pt x="1523" y="2433"/>
                    <a:pt x="1529" y="2430"/>
                    <a:pt x="1535" y="2427"/>
                  </a:cubicBezTo>
                  <a:lnTo>
                    <a:pt x="1553" y="2421"/>
                  </a:lnTo>
                  <a:lnTo>
                    <a:pt x="1568" y="2412"/>
                  </a:lnTo>
                  <a:lnTo>
                    <a:pt x="1586" y="2403"/>
                  </a:lnTo>
                  <a:cubicBezTo>
                    <a:pt x="1589" y="2403"/>
                    <a:pt x="1595" y="2400"/>
                    <a:pt x="1598" y="2397"/>
                  </a:cubicBezTo>
                  <a:cubicBezTo>
                    <a:pt x="1600" y="2395"/>
                    <a:pt x="1600" y="2395"/>
                    <a:pt x="1601" y="2395"/>
                  </a:cubicBezTo>
                  <a:cubicBezTo>
                    <a:pt x="1601" y="2395"/>
                    <a:pt x="1601" y="2395"/>
                    <a:pt x="1601" y="2394"/>
                  </a:cubicBezTo>
                  <a:lnTo>
                    <a:pt x="1607" y="2391"/>
                  </a:lnTo>
                  <a:lnTo>
                    <a:pt x="3851" y="1053"/>
                  </a:lnTo>
                  <a:cubicBezTo>
                    <a:pt x="4119" y="893"/>
                    <a:pt x="4207" y="546"/>
                    <a:pt x="4047" y="277"/>
                  </a:cubicBezTo>
                  <a:cubicBezTo>
                    <a:pt x="3941" y="99"/>
                    <a:pt x="3753" y="1"/>
                    <a:pt x="356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5310"/>
        <p:cNvGrpSpPr/>
        <p:nvPr/>
      </p:nvGrpSpPr>
      <p:grpSpPr>
        <a:xfrm>
          <a:off x="0" y="0"/>
          <a:ext cx="0" cy="0"/>
          <a:chOff x="0" y="0"/>
          <a:chExt cx="0" cy="0"/>
        </a:xfrm>
      </p:grpSpPr>
      <p:sp>
        <p:nvSpPr>
          <p:cNvPr id="15311" name="Google Shape;15311;p82"/>
          <p:cNvSpPr/>
          <p:nvPr/>
        </p:nvSpPr>
        <p:spPr>
          <a:xfrm>
            <a:off x="1125467" y="2045341"/>
            <a:ext cx="431556" cy="498080"/>
          </a:xfrm>
          <a:custGeom>
            <a:avLst/>
            <a:gdLst/>
            <a:ahLst/>
            <a:cxnLst/>
            <a:rect l="l" t="t" r="r" b="b"/>
            <a:pathLst>
              <a:path w="10996" h="12691" extrusionOk="0">
                <a:moveTo>
                  <a:pt x="6050" y="820"/>
                </a:moveTo>
                <a:lnTo>
                  <a:pt x="6050" y="1639"/>
                </a:lnTo>
                <a:lnTo>
                  <a:pt x="5199" y="1639"/>
                </a:lnTo>
                <a:lnTo>
                  <a:pt x="5199" y="820"/>
                </a:lnTo>
                <a:close/>
                <a:moveTo>
                  <a:pt x="9358" y="2458"/>
                </a:moveTo>
                <a:lnTo>
                  <a:pt x="9358" y="8255"/>
                </a:lnTo>
                <a:lnTo>
                  <a:pt x="1923" y="8255"/>
                </a:lnTo>
                <a:lnTo>
                  <a:pt x="1923" y="2458"/>
                </a:lnTo>
                <a:close/>
                <a:moveTo>
                  <a:pt x="9767" y="9074"/>
                </a:moveTo>
                <a:cubicBezTo>
                  <a:pt x="10019" y="9074"/>
                  <a:pt x="10177" y="9295"/>
                  <a:pt x="10208" y="9515"/>
                </a:cubicBezTo>
                <a:cubicBezTo>
                  <a:pt x="10177" y="9704"/>
                  <a:pt x="10051" y="9830"/>
                  <a:pt x="9893" y="9925"/>
                </a:cubicBezTo>
                <a:cubicBezTo>
                  <a:pt x="9862" y="9940"/>
                  <a:pt x="9893" y="9948"/>
                  <a:pt x="9594" y="9948"/>
                </a:cubicBezTo>
                <a:cubicBezTo>
                  <a:pt x="9295" y="9948"/>
                  <a:pt x="8665" y="9940"/>
                  <a:pt x="7310" y="9925"/>
                </a:cubicBezTo>
                <a:lnTo>
                  <a:pt x="1513" y="9925"/>
                </a:lnTo>
                <a:cubicBezTo>
                  <a:pt x="1324" y="9925"/>
                  <a:pt x="1166" y="9799"/>
                  <a:pt x="1103" y="9641"/>
                </a:cubicBezTo>
                <a:cubicBezTo>
                  <a:pt x="1040" y="9358"/>
                  <a:pt x="1229" y="9074"/>
                  <a:pt x="1513" y="9074"/>
                </a:cubicBezTo>
                <a:close/>
                <a:moveTo>
                  <a:pt x="4790" y="1"/>
                </a:moveTo>
                <a:cubicBezTo>
                  <a:pt x="4538" y="1"/>
                  <a:pt x="4348" y="190"/>
                  <a:pt x="4348" y="379"/>
                </a:cubicBezTo>
                <a:lnTo>
                  <a:pt x="4348" y="1639"/>
                </a:lnTo>
                <a:lnTo>
                  <a:pt x="1419" y="1639"/>
                </a:lnTo>
                <a:cubicBezTo>
                  <a:pt x="1198" y="1639"/>
                  <a:pt x="1040" y="1828"/>
                  <a:pt x="1040" y="2080"/>
                </a:cubicBezTo>
                <a:lnTo>
                  <a:pt x="1040" y="8349"/>
                </a:lnTo>
                <a:cubicBezTo>
                  <a:pt x="788" y="8413"/>
                  <a:pt x="568" y="8570"/>
                  <a:pt x="410" y="8791"/>
                </a:cubicBezTo>
                <a:cubicBezTo>
                  <a:pt x="1" y="9358"/>
                  <a:pt x="158" y="10145"/>
                  <a:pt x="725" y="10555"/>
                </a:cubicBezTo>
                <a:cubicBezTo>
                  <a:pt x="914" y="10649"/>
                  <a:pt x="1166" y="10744"/>
                  <a:pt x="1419" y="10744"/>
                </a:cubicBezTo>
                <a:lnTo>
                  <a:pt x="3277" y="10744"/>
                </a:lnTo>
                <a:lnTo>
                  <a:pt x="2679" y="12067"/>
                </a:lnTo>
                <a:cubicBezTo>
                  <a:pt x="2616" y="12288"/>
                  <a:pt x="2679" y="12508"/>
                  <a:pt x="2836" y="12634"/>
                </a:cubicBezTo>
                <a:cubicBezTo>
                  <a:pt x="2913" y="12673"/>
                  <a:pt x="2987" y="12691"/>
                  <a:pt x="3057" y="12691"/>
                </a:cubicBezTo>
                <a:cubicBezTo>
                  <a:pt x="3214" y="12691"/>
                  <a:pt x="3347" y="12598"/>
                  <a:pt x="3435" y="12445"/>
                </a:cubicBezTo>
                <a:lnTo>
                  <a:pt x="4159" y="10744"/>
                </a:lnTo>
                <a:lnTo>
                  <a:pt x="5136" y="10744"/>
                </a:lnTo>
                <a:lnTo>
                  <a:pt x="5136" y="12225"/>
                </a:lnTo>
                <a:cubicBezTo>
                  <a:pt x="5136" y="12445"/>
                  <a:pt x="5294" y="12634"/>
                  <a:pt x="5483" y="12666"/>
                </a:cubicBezTo>
                <a:cubicBezTo>
                  <a:pt x="5501" y="12668"/>
                  <a:pt x="5520" y="12669"/>
                  <a:pt x="5538" y="12669"/>
                </a:cubicBezTo>
                <a:cubicBezTo>
                  <a:pt x="5766" y="12669"/>
                  <a:pt x="5955" y="12492"/>
                  <a:pt x="5955" y="12288"/>
                </a:cubicBezTo>
                <a:lnTo>
                  <a:pt x="5955" y="10744"/>
                </a:lnTo>
                <a:lnTo>
                  <a:pt x="6932" y="10744"/>
                </a:lnTo>
                <a:lnTo>
                  <a:pt x="7657" y="12382"/>
                </a:lnTo>
                <a:cubicBezTo>
                  <a:pt x="7708" y="12538"/>
                  <a:pt x="7888" y="12651"/>
                  <a:pt x="8056" y="12651"/>
                </a:cubicBezTo>
                <a:cubicBezTo>
                  <a:pt x="8092" y="12651"/>
                  <a:pt x="8127" y="12645"/>
                  <a:pt x="8161" y="12634"/>
                </a:cubicBezTo>
                <a:cubicBezTo>
                  <a:pt x="8413" y="12540"/>
                  <a:pt x="8507" y="12256"/>
                  <a:pt x="8444" y="12067"/>
                </a:cubicBezTo>
                <a:lnTo>
                  <a:pt x="7846" y="10744"/>
                </a:lnTo>
                <a:lnTo>
                  <a:pt x="9704" y="10744"/>
                </a:lnTo>
                <a:cubicBezTo>
                  <a:pt x="10366" y="10744"/>
                  <a:pt x="10965" y="10177"/>
                  <a:pt x="10965" y="9484"/>
                </a:cubicBezTo>
                <a:cubicBezTo>
                  <a:pt x="10996" y="8980"/>
                  <a:pt x="10681" y="8507"/>
                  <a:pt x="10177" y="8349"/>
                </a:cubicBezTo>
                <a:lnTo>
                  <a:pt x="10177" y="2080"/>
                </a:lnTo>
                <a:cubicBezTo>
                  <a:pt x="10177" y="1828"/>
                  <a:pt x="9988" y="1639"/>
                  <a:pt x="9736" y="1639"/>
                </a:cubicBezTo>
                <a:lnTo>
                  <a:pt x="6869" y="1639"/>
                </a:lnTo>
                <a:lnTo>
                  <a:pt x="6869" y="379"/>
                </a:lnTo>
                <a:cubicBezTo>
                  <a:pt x="6869" y="158"/>
                  <a:pt x="6680" y="1"/>
                  <a:pt x="64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2" name="Google Shape;15312;p82"/>
          <p:cNvSpPr/>
          <p:nvPr/>
        </p:nvSpPr>
        <p:spPr>
          <a:xfrm>
            <a:off x="1125472" y="2664815"/>
            <a:ext cx="510677" cy="451651"/>
          </a:xfrm>
          <a:custGeom>
            <a:avLst/>
            <a:gdLst/>
            <a:ahLst/>
            <a:cxnLst/>
            <a:rect l="l" t="t" r="r" b="b"/>
            <a:pathLst>
              <a:path w="13012" h="11508" extrusionOk="0">
                <a:moveTo>
                  <a:pt x="9306" y="836"/>
                </a:moveTo>
                <a:cubicBezTo>
                  <a:pt x="9412" y="836"/>
                  <a:pt x="9515" y="875"/>
                  <a:pt x="9578" y="954"/>
                </a:cubicBezTo>
                <a:lnTo>
                  <a:pt x="11909" y="3285"/>
                </a:lnTo>
                <a:cubicBezTo>
                  <a:pt x="12067" y="3443"/>
                  <a:pt x="12067" y="3695"/>
                  <a:pt x="11909" y="3884"/>
                </a:cubicBezTo>
                <a:lnTo>
                  <a:pt x="6900" y="8861"/>
                </a:lnTo>
                <a:lnTo>
                  <a:pt x="4001" y="5963"/>
                </a:lnTo>
                <a:lnTo>
                  <a:pt x="9011" y="954"/>
                </a:lnTo>
                <a:cubicBezTo>
                  <a:pt x="9089" y="875"/>
                  <a:pt x="9200" y="836"/>
                  <a:pt x="9306" y="836"/>
                </a:cubicBezTo>
                <a:close/>
                <a:moveTo>
                  <a:pt x="3466" y="6499"/>
                </a:moveTo>
                <a:lnTo>
                  <a:pt x="6364" y="9428"/>
                </a:lnTo>
                <a:lnTo>
                  <a:pt x="6049" y="9744"/>
                </a:lnTo>
                <a:cubicBezTo>
                  <a:pt x="5986" y="9807"/>
                  <a:pt x="5892" y="9870"/>
                  <a:pt x="5766" y="9870"/>
                </a:cubicBezTo>
                <a:cubicBezTo>
                  <a:pt x="5640" y="9870"/>
                  <a:pt x="5577" y="9807"/>
                  <a:pt x="5514" y="9744"/>
                </a:cubicBezTo>
                <a:cubicBezTo>
                  <a:pt x="5255" y="9506"/>
                  <a:pt x="4936" y="9372"/>
                  <a:pt x="4610" y="9372"/>
                </a:cubicBezTo>
                <a:cubicBezTo>
                  <a:pt x="4460" y="9372"/>
                  <a:pt x="4308" y="9400"/>
                  <a:pt x="4159" y="9460"/>
                </a:cubicBezTo>
                <a:cubicBezTo>
                  <a:pt x="3938" y="9555"/>
                  <a:pt x="3812" y="9712"/>
                  <a:pt x="3686" y="9807"/>
                </a:cubicBezTo>
                <a:lnTo>
                  <a:pt x="3088" y="9239"/>
                </a:lnTo>
                <a:lnTo>
                  <a:pt x="3182" y="9145"/>
                </a:lnTo>
                <a:cubicBezTo>
                  <a:pt x="3655" y="8672"/>
                  <a:pt x="3686" y="7853"/>
                  <a:pt x="3151" y="7381"/>
                </a:cubicBezTo>
                <a:cubicBezTo>
                  <a:pt x="2993" y="7223"/>
                  <a:pt x="3025" y="6940"/>
                  <a:pt x="3182" y="6782"/>
                </a:cubicBezTo>
                <a:lnTo>
                  <a:pt x="3466" y="6499"/>
                </a:lnTo>
                <a:close/>
                <a:moveTo>
                  <a:pt x="2426" y="9807"/>
                </a:moveTo>
                <a:lnTo>
                  <a:pt x="3025" y="10405"/>
                </a:lnTo>
                <a:lnTo>
                  <a:pt x="2773" y="10657"/>
                </a:lnTo>
                <a:lnTo>
                  <a:pt x="1544" y="10657"/>
                </a:lnTo>
                <a:lnTo>
                  <a:pt x="2426" y="9807"/>
                </a:lnTo>
                <a:close/>
                <a:moveTo>
                  <a:pt x="9310" y="1"/>
                </a:moveTo>
                <a:cubicBezTo>
                  <a:pt x="8995" y="1"/>
                  <a:pt x="8680" y="119"/>
                  <a:pt x="8443" y="355"/>
                </a:cubicBezTo>
                <a:lnTo>
                  <a:pt x="2584" y="6247"/>
                </a:lnTo>
                <a:cubicBezTo>
                  <a:pt x="2111" y="6719"/>
                  <a:pt x="2079" y="7538"/>
                  <a:pt x="2552" y="8011"/>
                </a:cubicBezTo>
                <a:cubicBezTo>
                  <a:pt x="2710" y="8137"/>
                  <a:pt x="2710" y="8357"/>
                  <a:pt x="2615" y="8483"/>
                </a:cubicBezTo>
                <a:cubicBezTo>
                  <a:pt x="2584" y="8546"/>
                  <a:pt x="2584" y="8546"/>
                  <a:pt x="2552" y="8609"/>
                </a:cubicBezTo>
                <a:lnTo>
                  <a:pt x="252" y="10815"/>
                </a:lnTo>
                <a:cubicBezTo>
                  <a:pt x="0" y="11067"/>
                  <a:pt x="189" y="11508"/>
                  <a:pt x="536" y="11508"/>
                </a:cubicBezTo>
                <a:lnTo>
                  <a:pt x="2930" y="11508"/>
                </a:lnTo>
                <a:cubicBezTo>
                  <a:pt x="3056" y="11508"/>
                  <a:pt x="3182" y="11476"/>
                  <a:pt x="3245" y="11382"/>
                </a:cubicBezTo>
                <a:lnTo>
                  <a:pt x="4285" y="10374"/>
                </a:lnTo>
                <a:cubicBezTo>
                  <a:pt x="4364" y="10295"/>
                  <a:pt x="4474" y="10255"/>
                  <a:pt x="4584" y="10255"/>
                </a:cubicBezTo>
                <a:cubicBezTo>
                  <a:pt x="4694" y="10255"/>
                  <a:pt x="4805" y="10295"/>
                  <a:pt x="4883" y="10374"/>
                </a:cubicBezTo>
                <a:cubicBezTo>
                  <a:pt x="5092" y="10614"/>
                  <a:pt x="5413" y="10740"/>
                  <a:pt x="5742" y="10740"/>
                </a:cubicBezTo>
                <a:cubicBezTo>
                  <a:pt x="6060" y="10740"/>
                  <a:pt x="6384" y="10622"/>
                  <a:pt x="6616" y="10374"/>
                </a:cubicBezTo>
                <a:lnTo>
                  <a:pt x="12476" y="4482"/>
                </a:lnTo>
                <a:cubicBezTo>
                  <a:pt x="12980" y="3978"/>
                  <a:pt x="13012" y="3191"/>
                  <a:pt x="12508" y="2686"/>
                </a:cubicBezTo>
                <a:lnTo>
                  <a:pt x="10176" y="355"/>
                </a:lnTo>
                <a:cubicBezTo>
                  <a:pt x="9940" y="119"/>
                  <a:pt x="9625" y="1"/>
                  <a:pt x="93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3" name="Google Shape;15313;p82"/>
          <p:cNvSpPr/>
          <p:nvPr/>
        </p:nvSpPr>
        <p:spPr>
          <a:xfrm>
            <a:off x="1136579" y="3237860"/>
            <a:ext cx="488464" cy="497883"/>
          </a:xfrm>
          <a:custGeom>
            <a:avLst/>
            <a:gdLst/>
            <a:ahLst/>
            <a:cxnLst/>
            <a:rect l="l" t="t" r="r" b="b"/>
            <a:pathLst>
              <a:path w="12446" h="12686" extrusionOk="0">
                <a:moveTo>
                  <a:pt x="6176" y="808"/>
                </a:moveTo>
                <a:cubicBezTo>
                  <a:pt x="6428" y="808"/>
                  <a:pt x="6554" y="997"/>
                  <a:pt x="6554" y="1249"/>
                </a:cubicBezTo>
                <a:cubicBezTo>
                  <a:pt x="6554" y="1497"/>
                  <a:pt x="6359" y="1667"/>
                  <a:pt x="6153" y="1667"/>
                </a:cubicBezTo>
                <a:cubicBezTo>
                  <a:pt x="6097" y="1667"/>
                  <a:pt x="6041" y="1654"/>
                  <a:pt x="5987" y="1627"/>
                </a:cubicBezTo>
                <a:cubicBezTo>
                  <a:pt x="5829" y="1564"/>
                  <a:pt x="5735" y="1438"/>
                  <a:pt x="5735" y="1249"/>
                </a:cubicBezTo>
                <a:cubicBezTo>
                  <a:pt x="5766" y="997"/>
                  <a:pt x="5924" y="808"/>
                  <a:pt x="6176" y="808"/>
                </a:cubicBezTo>
                <a:close/>
                <a:moveTo>
                  <a:pt x="1986" y="2541"/>
                </a:moveTo>
                <a:lnTo>
                  <a:pt x="3088" y="5755"/>
                </a:lnTo>
                <a:lnTo>
                  <a:pt x="946" y="5755"/>
                </a:lnTo>
                <a:lnTo>
                  <a:pt x="1986" y="2541"/>
                </a:lnTo>
                <a:close/>
                <a:moveTo>
                  <a:pt x="10303" y="2541"/>
                </a:moveTo>
                <a:lnTo>
                  <a:pt x="11374" y="5755"/>
                </a:lnTo>
                <a:lnTo>
                  <a:pt x="9200" y="5755"/>
                </a:lnTo>
                <a:lnTo>
                  <a:pt x="10303" y="2541"/>
                </a:lnTo>
                <a:close/>
                <a:moveTo>
                  <a:pt x="3183" y="6605"/>
                </a:moveTo>
                <a:cubicBezTo>
                  <a:pt x="3025" y="7109"/>
                  <a:pt x="2584" y="7424"/>
                  <a:pt x="2049" y="7424"/>
                </a:cubicBezTo>
                <a:cubicBezTo>
                  <a:pt x="1481" y="7424"/>
                  <a:pt x="1040" y="7078"/>
                  <a:pt x="851" y="6605"/>
                </a:cubicBezTo>
                <a:close/>
                <a:moveTo>
                  <a:pt x="11437" y="6605"/>
                </a:moveTo>
                <a:cubicBezTo>
                  <a:pt x="11279" y="7109"/>
                  <a:pt x="10870" y="7424"/>
                  <a:pt x="10303" y="7424"/>
                </a:cubicBezTo>
                <a:cubicBezTo>
                  <a:pt x="9767" y="7424"/>
                  <a:pt x="9326" y="7078"/>
                  <a:pt x="9137" y="6605"/>
                </a:cubicBezTo>
                <a:close/>
                <a:moveTo>
                  <a:pt x="6617" y="2415"/>
                </a:moveTo>
                <a:lnTo>
                  <a:pt x="6617" y="8558"/>
                </a:lnTo>
                <a:lnTo>
                  <a:pt x="5766" y="8558"/>
                </a:lnTo>
                <a:lnTo>
                  <a:pt x="5766" y="2415"/>
                </a:lnTo>
                <a:cubicBezTo>
                  <a:pt x="5908" y="2462"/>
                  <a:pt x="6050" y="2486"/>
                  <a:pt x="6191" y="2486"/>
                </a:cubicBezTo>
                <a:cubicBezTo>
                  <a:pt x="6333" y="2486"/>
                  <a:pt x="6475" y="2462"/>
                  <a:pt x="6617" y="2415"/>
                </a:cubicBezTo>
                <a:close/>
                <a:moveTo>
                  <a:pt x="8255" y="9346"/>
                </a:moveTo>
                <a:lnTo>
                  <a:pt x="8255" y="10165"/>
                </a:lnTo>
                <a:lnTo>
                  <a:pt x="4128" y="10165"/>
                </a:lnTo>
                <a:lnTo>
                  <a:pt x="4128" y="9346"/>
                </a:lnTo>
                <a:close/>
                <a:moveTo>
                  <a:pt x="9074" y="11016"/>
                </a:moveTo>
                <a:lnTo>
                  <a:pt x="9074" y="11835"/>
                </a:lnTo>
                <a:lnTo>
                  <a:pt x="3309" y="11835"/>
                </a:lnTo>
                <a:lnTo>
                  <a:pt x="3309" y="11016"/>
                </a:lnTo>
                <a:close/>
                <a:moveTo>
                  <a:pt x="6265" y="1"/>
                </a:moveTo>
                <a:cubicBezTo>
                  <a:pt x="5747" y="1"/>
                  <a:pt x="5253" y="326"/>
                  <a:pt x="5073" y="840"/>
                </a:cubicBezTo>
                <a:lnTo>
                  <a:pt x="1292" y="840"/>
                </a:lnTo>
                <a:cubicBezTo>
                  <a:pt x="1103" y="840"/>
                  <a:pt x="914" y="997"/>
                  <a:pt x="851" y="1186"/>
                </a:cubicBezTo>
                <a:cubicBezTo>
                  <a:pt x="820" y="1438"/>
                  <a:pt x="1009" y="1659"/>
                  <a:pt x="1261" y="1659"/>
                </a:cubicBezTo>
                <a:lnTo>
                  <a:pt x="1481" y="1659"/>
                </a:lnTo>
                <a:cubicBezTo>
                  <a:pt x="30" y="6044"/>
                  <a:pt x="1" y="6133"/>
                  <a:pt x="1" y="6133"/>
                </a:cubicBezTo>
                <a:lnTo>
                  <a:pt x="1" y="6133"/>
                </a:lnTo>
                <a:cubicBezTo>
                  <a:pt x="1" y="6133"/>
                  <a:pt x="1" y="6133"/>
                  <a:pt x="1" y="6133"/>
                </a:cubicBezTo>
                <a:lnTo>
                  <a:pt x="1" y="6196"/>
                </a:lnTo>
                <a:cubicBezTo>
                  <a:pt x="1" y="6479"/>
                  <a:pt x="64" y="6763"/>
                  <a:pt x="158" y="6983"/>
                </a:cubicBezTo>
                <a:cubicBezTo>
                  <a:pt x="464" y="7784"/>
                  <a:pt x="1229" y="8250"/>
                  <a:pt x="2042" y="8250"/>
                </a:cubicBezTo>
                <a:cubicBezTo>
                  <a:pt x="2317" y="8250"/>
                  <a:pt x="2597" y="8197"/>
                  <a:pt x="2868" y="8086"/>
                </a:cubicBezTo>
                <a:cubicBezTo>
                  <a:pt x="3403" y="7865"/>
                  <a:pt x="3844" y="7393"/>
                  <a:pt x="4033" y="6794"/>
                </a:cubicBezTo>
                <a:cubicBezTo>
                  <a:pt x="4128" y="6542"/>
                  <a:pt x="4159" y="6290"/>
                  <a:pt x="4128" y="6164"/>
                </a:cubicBezTo>
                <a:lnTo>
                  <a:pt x="4128" y="6038"/>
                </a:lnTo>
                <a:cubicBezTo>
                  <a:pt x="4128" y="6007"/>
                  <a:pt x="2679" y="1659"/>
                  <a:pt x="2679" y="1627"/>
                </a:cubicBezTo>
                <a:lnTo>
                  <a:pt x="4978" y="1627"/>
                </a:lnTo>
                <a:lnTo>
                  <a:pt x="4978" y="8527"/>
                </a:lnTo>
                <a:lnTo>
                  <a:pt x="3781" y="8527"/>
                </a:lnTo>
                <a:cubicBezTo>
                  <a:pt x="3529" y="8527"/>
                  <a:pt x="3340" y="8716"/>
                  <a:pt x="3340" y="8968"/>
                </a:cubicBezTo>
                <a:lnTo>
                  <a:pt x="3340" y="10165"/>
                </a:lnTo>
                <a:lnTo>
                  <a:pt x="2931" y="10165"/>
                </a:lnTo>
                <a:cubicBezTo>
                  <a:pt x="2710" y="10165"/>
                  <a:pt x="2521" y="10386"/>
                  <a:pt x="2521" y="10606"/>
                </a:cubicBezTo>
                <a:lnTo>
                  <a:pt x="2521" y="12245"/>
                </a:lnTo>
                <a:cubicBezTo>
                  <a:pt x="2521" y="12497"/>
                  <a:pt x="2710" y="12686"/>
                  <a:pt x="2931" y="12686"/>
                </a:cubicBezTo>
                <a:lnTo>
                  <a:pt x="9547" y="12686"/>
                </a:lnTo>
                <a:cubicBezTo>
                  <a:pt x="9673" y="12686"/>
                  <a:pt x="9767" y="12654"/>
                  <a:pt x="9830" y="12560"/>
                </a:cubicBezTo>
                <a:cubicBezTo>
                  <a:pt x="9925" y="12497"/>
                  <a:pt x="9956" y="12371"/>
                  <a:pt x="9956" y="12308"/>
                </a:cubicBezTo>
                <a:lnTo>
                  <a:pt x="9956" y="10638"/>
                </a:lnTo>
                <a:cubicBezTo>
                  <a:pt x="9956" y="10417"/>
                  <a:pt x="9767" y="10228"/>
                  <a:pt x="9515" y="10228"/>
                </a:cubicBezTo>
                <a:lnTo>
                  <a:pt x="9137" y="10228"/>
                </a:lnTo>
                <a:lnTo>
                  <a:pt x="9137" y="8968"/>
                </a:lnTo>
                <a:cubicBezTo>
                  <a:pt x="9137" y="8716"/>
                  <a:pt x="8917" y="8527"/>
                  <a:pt x="8696" y="8527"/>
                </a:cubicBezTo>
                <a:lnTo>
                  <a:pt x="7467" y="8527"/>
                </a:lnTo>
                <a:lnTo>
                  <a:pt x="7467" y="1627"/>
                </a:lnTo>
                <a:lnTo>
                  <a:pt x="9799" y="1627"/>
                </a:lnTo>
                <a:cubicBezTo>
                  <a:pt x="9799" y="1659"/>
                  <a:pt x="8350" y="6038"/>
                  <a:pt x="8350" y="6070"/>
                </a:cubicBezTo>
                <a:lnTo>
                  <a:pt x="8350" y="6164"/>
                </a:lnTo>
                <a:lnTo>
                  <a:pt x="8350" y="6227"/>
                </a:lnTo>
                <a:cubicBezTo>
                  <a:pt x="8350" y="6952"/>
                  <a:pt x="8696" y="7550"/>
                  <a:pt x="9232" y="7928"/>
                </a:cubicBezTo>
                <a:cubicBezTo>
                  <a:pt x="9601" y="8178"/>
                  <a:pt x="10011" y="8295"/>
                  <a:pt x="10411" y="8295"/>
                </a:cubicBezTo>
                <a:cubicBezTo>
                  <a:pt x="11275" y="8295"/>
                  <a:pt x="12092" y="7751"/>
                  <a:pt x="12351" y="6826"/>
                </a:cubicBezTo>
                <a:cubicBezTo>
                  <a:pt x="12382" y="6637"/>
                  <a:pt x="12445" y="6448"/>
                  <a:pt x="12445" y="6227"/>
                </a:cubicBezTo>
                <a:cubicBezTo>
                  <a:pt x="12382" y="6164"/>
                  <a:pt x="12351" y="6133"/>
                  <a:pt x="12351" y="6070"/>
                </a:cubicBezTo>
                <a:lnTo>
                  <a:pt x="10901" y="1659"/>
                </a:lnTo>
                <a:lnTo>
                  <a:pt x="11153" y="1659"/>
                </a:lnTo>
                <a:cubicBezTo>
                  <a:pt x="11342" y="1659"/>
                  <a:pt x="11532" y="1501"/>
                  <a:pt x="11563" y="1312"/>
                </a:cubicBezTo>
                <a:cubicBezTo>
                  <a:pt x="11626" y="1092"/>
                  <a:pt x="11406" y="840"/>
                  <a:pt x="11185" y="840"/>
                </a:cubicBezTo>
                <a:lnTo>
                  <a:pt x="7404" y="840"/>
                </a:lnTo>
                <a:cubicBezTo>
                  <a:pt x="7278" y="462"/>
                  <a:pt x="6963" y="178"/>
                  <a:pt x="6617" y="52"/>
                </a:cubicBezTo>
                <a:cubicBezTo>
                  <a:pt x="6501" y="17"/>
                  <a:pt x="6382" y="1"/>
                  <a:pt x="62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14" name="Google Shape;15314;p82"/>
          <p:cNvGrpSpPr/>
          <p:nvPr/>
        </p:nvGrpSpPr>
        <p:grpSpPr>
          <a:xfrm>
            <a:off x="3983637" y="2082537"/>
            <a:ext cx="495843" cy="498355"/>
            <a:chOff x="-41270450" y="1973375"/>
            <a:chExt cx="315850" cy="317450"/>
          </a:xfrm>
        </p:grpSpPr>
        <p:sp>
          <p:nvSpPr>
            <p:cNvPr id="15315" name="Google Shape;15315;p82"/>
            <p:cNvSpPr/>
            <p:nvPr/>
          </p:nvSpPr>
          <p:spPr>
            <a:xfrm>
              <a:off x="-41270450" y="1973375"/>
              <a:ext cx="315850" cy="317450"/>
            </a:xfrm>
            <a:custGeom>
              <a:avLst/>
              <a:gdLst/>
              <a:ahLst/>
              <a:cxnLst/>
              <a:rect l="l" t="t" r="r" b="b"/>
              <a:pathLst>
                <a:path w="12634" h="12698" extrusionOk="0">
                  <a:moveTo>
                    <a:pt x="11814" y="820"/>
                  </a:moveTo>
                  <a:lnTo>
                    <a:pt x="11814" y="11847"/>
                  </a:lnTo>
                  <a:lnTo>
                    <a:pt x="788" y="11847"/>
                  </a:lnTo>
                  <a:lnTo>
                    <a:pt x="788" y="820"/>
                  </a:lnTo>
                  <a:close/>
                  <a:moveTo>
                    <a:pt x="378" y="1"/>
                  </a:moveTo>
                  <a:cubicBezTo>
                    <a:pt x="158" y="1"/>
                    <a:pt x="0" y="190"/>
                    <a:pt x="0" y="410"/>
                  </a:cubicBezTo>
                  <a:lnTo>
                    <a:pt x="0" y="12288"/>
                  </a:lnTo>
                  <a:cubicBezTo>
                    <a:pt x="0" y="12508"/>
                    <a:pt x="189" y="12697"/>
                    <a:pt x="378" y="12697"/>
                  </a:cubicBezTo>
                  <a:lnTo>
                    <a:pt x="12224" y="12697"/>
                  </a:lnTo>
                  <a:cubicBezTo>
                    <a:pt x="12476" y="12697"/>
                    <a:pt x="12634" y="12508"/>
                    <a:pt x="12634" y="12288"/>
                  </a:cubicBezTo>
                  <a:lnTo>
                    <a:pt x="12634" y="410"/>
                  </a:lnTo>
                  <a:cubicBezTo>
                    <a:pt x="12634" y="158"/>
                    <a:pt x="12476" y="1"/>
                    <a:pt x="122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6" name="Google Shape;15316;p82"/>
            <p:cNvSpPr/>
            <p:nvPr/>
          </p:nvSpPr>
          <p:spPr>
            <a:xfrm>
              <a:off x="-41230300" y="2015125"/>
              <a:ext cx="235525" cy="192200"/>
            </a:xfrm>
            <a:custGeom>
              <a:avLst/>
              <a:gdLst/>
              <a:ahLst/>
              <a:cxnLst/>
              <a:rect l="l" t="t" r="r" b="b"/>
              <a:pathLst>
                <a:path w="9421" h="7688" extrusionOk="0">
                  <a:moveTo>
                    <a:pt x="8539" y="788"/>
                  </a:moveTo>
                  <a:lnTo>
                    <a:pt x="8539" y="6869"/>
                  </a:lnTo>
                  <a:lnTo>
                    <a:pt x="820" y="6869"/>
                  </a:lnTo>
                  <a:lnTo>
                    <a:pt x="820" y="788"/>
                  </a:lnTo>
                  <a:close/>
                  <a:moveTo>
                    <a:pt x="442" y="1"/>
                  </a:moveTo>
                  <a:cubicBezTo>
                    <a:pt x="190" y="1"/>
                    <a:pt x="1" y="221"/>
                    <a:pt x="1" y="410"/>
                  </a:cubicBezTo>
                  <a:lnTo>
                    <a:pt x="1" y="7310"/>
                  </a:lnTo>
                  <a:cubicBezTo>
                    <a:pt x="1" y="7404"/>
                    <a:pt x="32" y="7499"/>
                    <a:pt x="127" y="7562"/>
                  </a:cubicBezTo>
                  <a:cubicBezTo>
                    <a:pt x="190" y="7656"/>
                    <a:pt x="316" y="7688"/>
                    <a:pt x="442" y="7688"/>
                  </a:cubicBezTo>
                  <a:lnTo>
                    <a:pt x="8980" y="7688"/>
                  </a:lnTo>
                  <a:cubicBezTo>
                    <a:pt x="9232" y="7688"/>
                    <a:pt x="9421" y="7499"/>
                    <a:pt x="9421" y="7310"/>
                  </a:cubicBezTo>
                  <a:lnTo>
                    <a:pt x="9421" y="410"/>
                  </a:lnTo>
                  <a:cubicBezTo>
                    <a:pt x="9421" y="158"/>
                    <a:pt x="9232" y="1"/>
                    <a:pt x="898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7" name="Google Shape;15317;p82"/>
            <p:cNvSpPr/>
            <p:nvPr/>
          </p:nvSpPr>
          <p:spPr>
            <a:xfrm>
              <a:off x="-41139725" y="2061750"/>
              <a:ext cx="83525" cy="103675"/>
            </a:xfrm>
            <a:custGeom>
              <a:avLst/>
              <a:gdLst/>
              <a:ahLst/>
              <a:cxnLst/>
              <a:rect l="l" t="t" r="r" b="b"/>
              <a:pathLst>
                <a:path w="3341" h="4147" extrusionOk="0">
                  <a:moveTo>
                    <a:pt x="789" y="1223"/>
                  </a:moveTo>
                  <a:lnTo>
                    <a:pt x="2112" y="2074"/>
                  </a:lnTo>
                  <a:lnTo>
                    <a:pt x="789" y="2987"/>
                  </a:lnTo>
                  <a:lnTo>
                    <a:pt x="789" y="1223"/>
                  </a:lnTo>
                  <a:close/>
                  <a:moveTo>
                    <a:pt x="389" y="0"/>
                  </a:moveTo>
                  <a:cubicBezTo>
                    <a:pt x="182" y="0"/>
                    <a:pt x="1" y="185"/>
                    <a:pt x="1" y="435"/>
                  </a:cubicBezTo>
                  <a:lnTo>
                    <a:pt x="1" y="3743"/>
                  </a:lnTo>
                  <a:cubicBezTo>
                    <a:pt x="1" y="3981"/>
                    <a:pt x="198" y="4147"/>
                    <a:pt x="416" y="4147"/>
                  </a:cubicBezTo>
                  <a:cubicBezTo>
                    <a:pt x="487" y="4147"/>
                    <a:pt x="561" y="4129"/>
                    <a:pt x="631" y="4090"/>
                  </a:cubicBezTo>
                  <a:lnTo>
                    <a:pt x="3120" y="2452"/>
                  </a:lnTo>
                  <a:cubicBezTo>
                    <a:pt x="3340" y="2294"/>
                    <a:pt x="3340" y="1916"/>
                    <a:pt x="3120" y="1727"/>
                  </a:cubicBezTo>
                  <a:lnTo>
                    <a:pt x="631" y="89"/>
                  </a:lnTo>
                  <a:cubicBezTo>
                    <a:pt x="552" y="28"/>
                    <a:pt x="469" y="0"/>
                    <a:pt x="3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8" name="Google Shape;15318;p82"/>
            <p:cNvSpPr/>
            <p:nvPr/>
          </p:nvSpPr>
          <p:spPr>
            <a:xfrm>
              <a:off x="-41230300" y="2227000"/>
              <a:ext cx="235525" cy="21300"/>
            </a:xfrm>
            <a:custGeom>
              <a:avLst/>
              <a:gdLst/>
              <a:ahLst/>
              <a:cxnLst/>
              <a:rect l="l" t="t" r="r" b="b"/>
              <a:pathLst>
                <a:path w="9421" h="852" extrusionOk="0">
                  <a:moveTo>
                    <a:pt x="442" y="0"/>
                  </a:moveTo>
                  <a:cubicBezTo>
                    <a:pt x="190" y="0"/>
                    <a:pt x="1" y="189"/>
                    <a:pt x="1" y="441"/>
                  </a:cubicBezTo>
                  <a:cubicBezTo>
                    <a:pt x="1" y="662"/>
                    <a:pt x="190" y="851"/>
                    <a:pt x="442" y="851"/>
                  </a:cubicBezTo>
                  <a:lnTo>
                    <a:pt x="8980" y="851"/>
                  </a:lnTo>
                  <a:cubicBezTo>
                    <a:pt x="9232" y="851"/>
                    <a:pt x="9421" y="662"/>
                    <a:pt x="9421" y="441"/>
                  </a:cubicBezTo>
                  <a:cubicBezTo>
                    <a:pt x="9421" y="189"/>
                    <a:pt x="9232" y="0"/>
                    <a:pt x="89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19" name="Google Shape;15319;p82"/>
          <p:cNvGrpSpPr/>
          <p:nvPr/>
        </p:nvGrpSpPr>
        <p:grpSpPr>
          <a:xfrm>
            <a:off x="4007210" y="2678479"/>
            <a:ext cx="527828" cy="496117"/>
            <a:chOff x="-41291625" y="2339025"/>
            <a:chExt cx="336225" cy="316025"/>
          </a:xfrm>
        </p:grpSpPr>
        <p:sp>
          <p:nvSpPr>
            <p:cNvPr id="15320" name="Google Shape;15320;p82"/>
            <p:cNvSpPr/>
            <p:nvPr/>
          </p:nvSpPr>
          <p:spPr>
            <a:xfrm>
              <a:off x="-41291625" y="2339025"/>
              <a:ext cx="336225" cy="316025"/>
            </a:xfrm>
            <a:custGeom>
              <a:avLst/>
              <a:gdLst/>
              <a:ahLst/>
              <a:cxnLst/>
              <a:rect l="l" t="t" r="r" b="b"/>
              <a:pathLst>
                <a:path w="13449" h="12641" extrusionOk="0">
                  <a:moveTo>
                    <a:pt x="6644" y="1064"/>
                  </a:moveTo>
                  <a:lnTo>
                    <a:pt x="7810" y="2261"/>
                  </a:lnTo>
                  <a:lnTo>
                    <a:pt x="6644" y="3427"/>
                  </a:lnTo>
                  <a:lnTo>
                    <a:pt x="5447" y="2261"/>
                  </a:lnTo>
                  <a:lnTo>
                    <a:pt x="6644" y="1064"/>
                  </a:lnTo>
                  <a:close/>
                  <a:moveTo>
                    <a:pt x="11307" y="5727"/>
                  </a:moveTo>
                  <a:lnTo>
                    <a:pt x="12504" y="6893"/>
                  </a:lnTo>
                  <a:lnTo>
                    <a:pt x="11307" y="8090"/>
                  </a:lnTo>
                  <a:lnTo>
                    <a:pt x="10141" y="6893"/>
                  </a:lnTo>
                  <a:lnTo>
                    <a:pt x="11307" y="5727"/>
                  </a:lnTo>
                  <a:close/>
                  <a:moveTo>
                    <a:pt x="4848" y="2829"/>
                  </a:moveTo>
                  <a:lnTo>
                    <a:pt x="6045" y="4026"/>
                  </a:lnTo>
                  <a:cubicBezTo>
                    <a:pt x="3872" y="6200"/>
                    <a:pt x="3935" y="6105"/>
                    <a:pt x="3809" y="6294"/>
                  </a:cubicBezTo>
                  <a:cubicBezTo>
                    <a:pt x="2769" y="7712"/>
                    <a:pt x="3494" y="9728"/>
                    <a:pt x="5226" y="10169"/>
                  </a:cubicBezTo>
                  <a:cubicBezTo>
                    <a:pt x="5463" y="10232"/>
                    <a:pt x="5675" y="10248"/>
                    <a:pt x="5825" y="10248"/>
                  </a:cubicBezTo>
                  <a:cubicBezTo>
                    <a:pt x="5975" y="10248"/>
                    <a:pt x="6061" y="10232"/>
                    <a:pt x="6045" y="10232"/>
                  </a:cubicBezTo>
                  <a:cubicBezTo>
                    <a:pt x="6045" y="10232"/>
                    <a:pt x="6108" y="10232"/>
                    <a:pt x="6234" y="10201"/>
                  </a:cubicBezTo>
                  <a:cubicBezTo>
                    <a:pt x="6739" y="10138"/>
                    <a:pt x="7180" y="9886"/>
                    <a:pt x="7526" y="9539"/>
                  </a:cubicBezTo>
                  <a:lnTo>
                    <a:pt x="9542" y="7523"/>
                  </a:lnTo>
                  <a:lnTo>
                    <a:pt x="10740" y="8720"/>
                  </a:lnTo>
                  <a:cubicBezTo>
                    <a:pt x="8566" y="10831"/>
                    <a:pt x="8629" y="10768"/>
                    <a:pt x="8440" y="10925"/>
                  </a:cubicBezTo>
                  <a:cubicBezTo>
                    <a:pt x="7699" y="11547"/>
                    <a:pt x="6741" y="11878"/>
                    <a:pt x="5785" y="11878"/>
                  </a:cubicBezTo>
                  <a:cubicBezTo>
                    <a:pt x="5480" y="11878"/>
                    <a:pt x="5176" y="11844"/>
                    <a:pt x="4880" y="11776"/>
                  </a:cubicBezTo>
                  <a:cubicBezTo>
                    <a:pt x="2769" y="11303"/>
                    <a:pt x="1257" y="9192"/>
                    <a:pt x="1729" y="6924"/>
                  </a:cubicBezTo>
                  <a:cubicBezTo>
                    <a:pt x="1887" y="6231"/>
                    <a:pt x="2202" y="5506"/>
                    <a:pt x="2769" y="4939"/>
                  </a:cubicBezTo>
                  <a:lnTo>
                    <a:pt x="4848" y="2829"/>
                  </a:lnTo>
                  <a:close/>
                  <a:moveTo>
                    <a:pt x="6565" y="1"/>
                  </a:moveTo>
                  <a:cubicBezTo>
                    <a:pt x="6455" y="1"/>
                    <a:pt x="6345" y="40"/>
                    <a:pt x="6266" y="119"/>
                  </a:cubicBezTo>
                  <a:lnTo>
                    <a:pt x="2202" y="4183"/>
                  </a:lnTo>
                  <a:cubicBezTo>
                    <a:pt x="1635" y="4782"/>
                    <a:pt x="1194" y="5538"/>
                    <a:pt x="942" y="6263"/>
                  </a:cubicBezTo>
                  <a:cubicBezTo>
                    <a:pt x="0" y="9451"/>
                    <a:pt x="2425" y="12640"/>
                    <a:pt x="5705" y="12640"/>
                  </a:cubicBezTo>
                  <a:cubicBezTo>
                    <a:pt x="5828" y="12640"/>
                    <a:pt x="5952" y="12636"/>
                    <a:pt x="6077" y="12627"/>
                  </a:cubicBezTo>
                  <a:cubicBezTo>
                    <a:pt x="6077" y="12627"/>
                    <a:pt x="6203" y="12627"/>
                    <a:pt x="6266" y="12564"/>
                  </a:cubicBezTo>
                  <a:cubicBezTo>
                    <a:pt x="7243" y="12469"/>
                    <a:pt x="8188" y="12059"/>
                    <a:pt x="8975" y="11366"/>
                  </a:cubicBezTo>
                  <a:cubicBezTo>
                    <a:pt x="9133" y="11240"/>
                    <a:pt x="8786" y="11555"/>
                    <a:pt x="13229" y="7113"/>
                  </a:cubicBezTo>
                  <a:cubicBezTo>
                    <a:pt x="13323" y="7019"/>
                    <a:pt x="13355" y="6893"/>
                    <a:pt x="13355" y="6830"/>
                  </a:cubicBezTo>
                  <a:cubicBezTo>
                    <a:pt x="13355" y="6735"/>
                    <a:pt x="13449" y="6704"/>
                    <a:pt x="13355" y="6641"/>
                  </a:cubicBezTo>
                  <a:lnTo>
                    <a:pt x="11590" y="4845"/>
                  </a:lnTo>
                  <a:cubicBezTo>
                    <a:pt x="11512" y="4766"/>
                    <a:pt x="11401" y="4727"/>
                    <a:pt x="11291" y="4727"/>
                  </a:cubicBezTo>
                  <a:cubicBezTo>
                    <a:pt x="11181" y="4727"/>
                    <a:pt x="11070" y="4766"/>
                    <a:pt x="10992" y="4845"/>
                  </a:cubicBezTo>
                  <a:lnTo>
                    <a:pt x="6928" y="8909"/>
                  </a:lnTo>
                  <a:cubicBezTo>
                    <a:pt x="6588" y="9236"/>
                    <a:pt x="6159" y="9392"/>
                    <a:pt x="5737" y="9392"/>
                  </a:cubicBezTo>
                  <a:cubicBezTo>
                    <a:pt x="5102" y="9392"/>
                    <a:pt x="4483" y="9036"/>
                    <a:pt x="4218" y="8373"/>
                  </a:cubicBezTo>
                  <a:cubicBezTo>
                    <a:pt x="3998" y="7743"/>
                    <a:pt x="4092" y="7019"/>
                    <a:pt x="4565" y="6546"/>
                  </a:cubicBezTo>
                  <a:lnTo>
                    <a:pt x="8629" y="2482"/>
                  </a:lnTo>
                  <a:cubicBezTo>
                    <a:pt x="8786" y="2324"/>
                    <a:pt x="8786" y="2072"/>
                    <a:pt x="8629" y="1883"/>
                  </a:cubicBezTo>
                  <a:lnTo>
                    <a:pt x="6865" y="119"/>
                  </a:lnTo>
                  <a:cubicBezTo>
                    <a:pt x="6786" y="40"/>
                    <a:pt x="6676" y="1"/>
                    <a:pt x="65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1" name="Google Shape;15321;p82"/>
            <p:cNvSpPr/>
            <p:nvPr/>
          </p:nvSpPr>
          <p:spPr>
            <a:xfrm>
              <a:off x="-41234225" y="26208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22" name="Google Shape;15322;p82"/>
          <p:cNvSpPr/>
          <p:nvPr/>
        </p:nvSpPr>
        <p:spPr>
          <a:xfrm>
            <a:off x="3976036" y="2927833"/>
            <a:ext cx="0" cy="39"/>
          </a:xfrm>
          <a:custGeom>
            <a:avLst/>
            <a:gdLst/>
            <a:ahLst/>
            <a:cxnLst/>
            <a:rect l="l" t="t" r="r" b="b"/>
            <a:pathLst>
              <a:path h="1" extrusionOk="0">
                <a:moveTo>
                  <a:pt x="0" y="0"/>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3" name="Google Shape;15323;p82"/>
          <p:cNvSpPr/>
          <p:nvPr/>
        </p:nvSpPr>
        <p:spPr>
          <a:xfrm>
            <a:off x="4021902" y="3254863"/>
            <a:ext cx="502004" cy="497923"/>
          </a:xfrm>
          <a:custGeom>
            <a:avLst/>
            <a:gdLst/>
            <a:ahLst/>
            <a:cxnLst/>
            <a:rect l="l" t="t" r="r" b="b"/>
            <a:pathLst>
              <a:path w="12791" h="12687" extrusionOk="0">
                <a:moveTo>
                  <a:pt x="2986" y="7684"/>
                </a:moveTo>
                <a:cubicBezTo>
                  <a:pt x="4110" y="7684"/>
                  <a:pt x="5072" y="8568"/>
                  <a:pt x="5072" y="9751"/>
                </a:cubicBezTo>
                <a:cubicBezTo>
                  <a:pt x="5072" y="10727"/>
                  <a:pt x="4474" y="11484"/>
                  <a:pt x="3623" y="11736"/>
                </a:cubicBezTo>
                <a:cubicBezTo>
                  <a:pt x="3405" y="11810"/>
                  <a:pt x="3185" y="11846"/>
                  <a:pt x="2971" y="11846"/>
                </a:cubicBezTo>
                <a:cubicBezTo>
                  <a:pt x="2101" y="11846"/>
                  <a:pt x="1311" y="11265"/>
                  <a:pt x="1008" y="10381"/>
                </a:cubicBezTo>
                <a:cubicBezTo>
                  <a:pt x="662" y="9278"/>
                  <a:pt x="1292" y="8113"/>
                  <a:pt x="2394" y="7766"/>
                </a:cubicBezTo>
                <a:cubicBezTo>
                  <a:pt x="2594" y="7710"/>
                  <a:pt x="2792" y="7684"/>
                  <a:pt x="2986" y="7684"/>
                </a:cubicBezTo>
                <a:close/>
                <a:moveTo>
                  <a:pt x="9886" y="7696"/>
                </a:moveTo>
                <a:cubicBezTo>
                  <a:pt x="10161" y="7696"/>
                  <a:pt x="10441" y="7749"/>
                  <a:pt x="10712" y="7861"/>
                </a:cubicBezTo>
                <a:cubicBezTo>
                  <a:pt x="11468" y="8176"/>
                  <a:pt x="11972" y="8869"/>
                  <a:pt x="11972" y="9751"/>
                </a:cubicBezTo>
                <a:cubicBezTo>
                  <a:pt x="11972" y="10696"/>
                  <a:pt x="11373" y="11484"/>
                  <a:pt x="10523" y="11736"/>
                </a:cubicBezTo>
                <a:cubicBezTo>
                  <a:pt x="10305" y="11810"/>
                  <a:pt x="10085" y="11846"/>
                  <a:pt x="9870" y="11846"/>
                </a:cubicBezTo>
                <a:cubicBezTo>
                  <a:pt x="9001" y="11846"/>
                  <a:pt x="8211" y="11265"/>
                  <a:pt x="7908" y="10381"/>
                </a:cubicBezTo>
                <a:cubicBezTo>
                  <a:pt x="7750" y="9940"/>
                  <a:pt x="7782" y="9436"/>
                  <a:pt x="8002" y="8963"/>
                </a:cubicBezTo>
                <a:cubicBezTo>
                  <a:pt x="8309" y="8162"/>
                  <a:pt x="9073" y="7696"/>
                  <a:pt x="9886" y="7696"/>
                </a:cubicBezTo>
                <a:close/>
                <a:moveTo>
                  <a:pt x="2151" y="1"/>
                </a:moveTo>
                <a:cubicBezTo>
                  <a:pt x="1058" y="1"/>
                  <a:pt x="63" y="900"/>
                  <a:pt x="63" y="2064"/>
                </a:cubicBezTo>
                <a:lnTo>
                  <a:pt x="63" y="9593"/>
                </a:lnTo>
                <a:cubicBezTo>
                  <a:pt x="0" y="10633"/>
                  <a:pt x="504" y="11578"/>
                  <a:pt x="1323" y="12177"/>
                </a:cubicBezTo>
                <a:cubicBezTo>
                  <a:pt x="1822" y="12521"/>
                  <a:pt x="2387" y="12686"/>
                  <a:pt x="2947" y="12686"/>
                </a:cubicBezTo>
                <a:cubicBezTo>
                  <a:pt x="3874" y="12686"/>
                  <a:pt x="4786" y="12233"/>
                  <a:pt x="5356" y="11389"/>
                </a:cubicBezTo>
                <a:cubicBezTo>
                  <a:pt x="5671" y="10916"/>
                  <a:pt x="5860" y="10381"/>
                  <a:pt x="5860" y="9782"/>
                </a:cubicBezTo>
                <a:cubicBezTo>
                  <a:pt x="5860" y="9625"/>
                  <a:pt x="6018" y="9467"/>
                  <a:pt x="6207" y="9373"/>
                </a:cubicBezTo>
                <a:cubicBezTo>
                  <a:pt x="6270" y="9357"/>
                  <a:pt x="6340" y="9349"/>
                  <a:pt x="6411" y="9349"/>
                </a:cubicBezTo>
                <a:cubicBezTo>
                  <a:pt x="6482" y="9349"/>
                  <a:pt x="6553" y="9357"/>
                  <a:pt x="6616" y="9373"/>
                </a:cubicBezTo>
                <a:cubicBezTo>
                  <a:pt x="6805" y="9467"/>
                  <a:pt x="6963" y="9625"/>
                  <a:pt x="6963" y="9782"/>
                </a:cubicBezTo>
                <a:cubicBezTo>
                  <a:pt x="6963" y="10759"/>
                  <a:pt x="7467" y="11641"/>
                  <a:pt x="8223" y="12177"/>
                </a:cubicBezTo>
                <a:cubicBezTo>
                  <a:pt x="8709" y="12521"/>
                  <a:pt x="9272" y="12686"/>
                  <a:pt x="9833" y="12686"/>
                </a:cubicBezTo>
                <a:cubicBezTo>
                  <a:pt x="10762" y="12686"/>
                  <a:pt x="11686" y="12233"/>
                  <a:pt x="12256" y="11389"/>
                </a:cubicBezTo>
                <a:cubicBezTo>
                  <a:pt x="12602" y="10885"/>
                  <a:pt x="12791" y="10223"/>
                  <a:pt x="12728" y="9530"/>
                </a:cubicBezTo>
                <a:cubicBezTo>
                  <a:pt x="12791" y="9467"/>
                  <a:pt x="12791" y="9971"/>
                  <a:pt x="12791" y="2064"/>
                </a:cubicBezTo>
                <a:cubicBezTo>
                  <a:pt x="12791" y="1780"/>
                  <a:pt x="12760" y="1497"/>
                  <a:pt x="12634" y="1276"/>
                </a:cubicBezTo>
                <a:cubicBezTo>
                  <a:pt x="12310" y="458"/>
                  <a:pt x="11539" y="8"/>
                  <a:pt x="10750" y="8"/>
                </a:cubicBezTo>
                <a:cubicBezTo>
                  <a:pt x="10232" y="8"/>
                  <a:pt x="9706" y="202"/>
                  <a:pt x="9294" y="614"/>
                </a:cubicBezTo>
                <a:cubicBezTo>
                  <a:pt x="9137" y="772"/>
                  <a:pt x="9137" y="1024"/>
                  <a:pt x="9294" y="1182"/>
                </a:cubicBezTo>
                <a:cubicBezTo>
                  <a:pt x="9373" y="1260"/>
                  <a:pt x="9483" y="1300"/>
                  <a:pt x="9593" y="1300"/>
                </a:cubicBezTo>
                <a:cubicBezTo>
                  <a:pt x="9704" y="1300"/>
                  <a:pt x="9814" y="1260"/>
                  <a:pt x="9893" y="1182"/>
                </a:cubicBezTo>
                <a:cubicBezTo>
                  <a:pt x="10140" y="935"/>
                  <a:pt x="10448" y="819"/>
                  <a:pt x="10752" y="819"/>
                </a:cubicBezTo>
                <a:cubicBezTo>
                  <a:pt x="11263" y="819"/>
                  <a:pt x="11763" y="1144"/>
                  <a:pt x="11940" y="1717"/>
                </a:cubicBezTo>
                <a:cubicBezTo>
                  <a:pt x="11972" y="1812"/>
                  <a:pt x="11972" y="1938"/>
                  <a:pt x="11972" y="2064"/>
                </a:cubicBezTo>
                <a:lnTo>
                  <a:pt x="11972" y="7766"/>
                </a:lnTo>
                <a:cubicBezTo>
                  <a:pt x="11389" y="7183"/>
                  <a:pt x="10644" y="6907"/>
                  <a:pt x="9909" y="6907"/>
                </a:cubicBezTo>
                <a:cubicBezTo>
                  <a:pt x="8779" y="6907"/>
                  <a:pt x="7673" y="7559"/>
                  <a:pt x="7215" y="8743"/>
                </a:cubicBezTo>
                <a:cubicBezTo>
                  <a:pt x="6994" y="8617"/>
                  <a:pt x="6750" y="8554"/>
                  <a:pt x="6494" y="8554"/>
                </a:cubicBezTo>
                <a:cubicBezTo>
                  <a:pt x="6238" y="8554"/>
                  <a:pt x="5970" y="8617"/>
                  <a:pt x="5702" y="8743"/>
                </a:cubicBezTo>
                <a:cubicBezTo>
                  <a:pt x="5513" y="8207"/>
                  <a:pt x="5135" y="7735"/>
                  <a:pt x="4600" y="7388"/>
                </a:cubicBezTo>
                <a:cubicBezTo>
                  <a:pt x="4117" y="7053"/>
                  <a:pt x="3560" y="6889"/>
                  <a:pt x="3001" y="6889"/>
                </a:cubicBezTo>
                <a:cubicBezTo>
                  <a:pt x="2248" y="6889"/>
                  <a:pt x="1493" y="7187"/>
                  <a:pt x="914" y="7766"/>
                </a:cubicBezTo>
                <a:lnTo>
                  <a:pt x="914" y="2064"/>
                </a:lnTo>
                <a:cubicBezTo>
                  <a:pt x="914" y="1340"/>
                  <a:pt x="1486" y="814"/>
                  <a:pt x="2132" y="814"/>
                </a:cubicBezTo>
                <a:cubicBezTo>
                  <a:pt x="2301" y="814"/>
                  <a:pt x="2476" y="851"/>
                  <a:pt x="2646" y="929"/>
                </a:cubicBezTo>
                <a:cubicBezTo>
                  <a:pt x="2804" y="992"/>
                  <a:pt x="2899" y="1087"/>
                  <a:pt x="3025" y="1182"/>
                </a:cubicBezTo>
                <a:cubicBezTo>
                  <a:pt x="3103" y="1260"/>
                  <a:pt x="3214" y="1300"/>
                  <a:pt x="3324" y="1300"/>
                </a:cubicBezTo>
                <a:cubicBezTo>
                  <a:pt x="3434" y="1300"/>
                  <a:pt x="3544" y="1260"/>
                  <a:pt x="3623" y="1182"/>
                </a:cubicBezTo>
                <a:cubicBezTo>
                  <a:pt x="3781" y="1024"/>
                  <a:pt x="3781" y="772"/>
                  <a:pt x="3623" y="614"/>
                </a:cubicBezTo>
                <a:cubicBezTo>
                  <a:pt x="3434" y="394"/>
                  <a:pt x="3214" y="236"/>
                  <a:pt x="2962" y="173"/>
                </a:cubicBezTo>
                <a:cubicBezTo>
                  <a:pt x="2694" y="55"/>
                  <a:pt x="2420" y="1"/>
                  <a:pt x="2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4" name="Google Shape;15324;p82"/>
          <p:cNvSpPr/>
          <p:nvPr/>
        </p:nvSpPr>
        <p:spPr>
          <a:xfrm>
            <a:off x="2409984" y="3837128"/>
            <a:ext cx="309145" cy="497099"/>
          </a:xfrm>
          <a:custGeom>
            <a:avLst/>
            <a:gdLst/>
            <a:ahLst/>
            <a:cxnLst/>
            <a:rect l="l" t="t" r="r" b="b"/>
            <a:pathLst>
              <a:path w="7877" h="12666" extrusionOk="0">
                <a:moveTo>
                  <a:pt x="6491" y="788"/>
                </a:moveTo>
                <a:cubicBezTo>
                  <a:pt x="6743" y="788"/>
                  <a:pt x="6900" y="977"/>
                  <a:pt x="6932" y="1197"/>
                </a:cubicBezTo>
                <a:cubicBezTo>
                  <a:pt x="6869" y="1449"/>
                  <a:pt x="6711" y="1607"/>
                  <a:pt x="6459" y="1607"/>
                </a:cubicBezTo>
                <a:lnTo>
                  <a:pt x="5640" y="1607"/>
                </a:lnTo>
                <a:cubicBezTo>
                  <a:pt x="5388" y="1607"/>
                  <a:pt x="5230" y="1827"/>
                  <a:pt x="5230" y="2017"/>
                </a:cubicBezTo>
                <a:cubicBezTo>
                  <a:pt x="5230" y="2237"/>
                  <a:pt x="5451" y="2458"/>
                  <a:pt x="5640" y="2458"/>
                </a:cubicBezTo>
                <a:lnTo>
                  <a:pt x="6081" y="2458"/>
                </a:lnTo>
                <a:lnTo>
                  <a:pt x="6081" y="4379"/>
                </a:lnTo>
                <a:lnTo>
                  <a:pt x="1922" y="4379"/>
                </a:lnTo>
                <a:lnTo>
                  <a:pt x="1922" y="2458"/>
                </a:lnTo>
                <a:lnTo>
                  <a:pt x="2364" y="2458"/>
                </a:lnTo>
                <a:cubicBezTo>
                  <a:pt x="2616" y="2458"/>
                  <a:pt x="2805" y="2237"/>
                  <a:pt x="2805" y="2017"/>
                </a:cubicBezTo>
                <a:cubicBezTo>
                  <a:pt x="2805" y="1764"/>
                  <a:pt x="2616" y="1607"/>
                  <a:pt x="2364" y="1607"/>
                </a:cubicBezTo>
                <a:lnTo>
                  <a:pt x="1544" y="1607"/>
                </a:lnTo>
                <a:cubicBezTo>
                  <a:pt x="1292" y="1607"/>
                  <a:pt x="1135" y="1418"/>
                  <a:pt x="1135" y="1197"/>
                </a:cubicBezTo>
                <a:cubicBezTo>
                  <a:pt x="1135" y="945"/>
                  <a:pt x="1355" y="788"/>
                  <a:pt x="1544" y="788"/>
                </a:cubicBezTo>
                <a:close/>
                <a:moveTo>
                  <a:pt x="6018" y="5135"/>
                </a:moveTo>
                <a:lnTo>
                  <a:pt x="6018" y="9641"/>
                </a:lnTo>
                <a:cubicBezTo>
                  <a:pt x="6018" y="10901"/>
                  <a:pt x="5136" y="11815"/>
                  <a:pt x="3970" y="11815"/>
                </a:cubicBezTo>
                <a:cubicBezTo>
                  <a:pt x="2994" y="11815"/>
                  <a:pt x="2143" y="11090"/>
                  <a:pt x="1985" y="10176"/>
                </a:cubicBezTo>
                <a:lnTo>
                  <a:pt x="3151" y="10176"/>
                </a:lnTo>
                <a:cubicBezTo>
                  <a:pt x="3403" y="10176"/>
                  <a:pt x="3561" y="9956"/>
                  <a:pt x="3561" y="9735"/>
                </a:cubicBezTo>
                <a:cubicBezTo>
                  <a:pt x="3561" y="9483"/>
                  <a:pt x="3340" y="9326"/>
                  <a:pt x="3151" y="9326"/>
                </a:cubicBezTo>
                <a:lnTo>
                  <a:pt x="1891" y="9326"/>
                </a:lnTo>
                <a:lnTo>
                  <a:pt x="1891" y="8507"/>
                </a:lnTo>
                <a:lnTo>
                  <a:pt x="3151" y="8507"/>
                </a:lnTo>
                <a:cubicBezTo>
                  <a:pt x="3403" y="8507"/>
                  <a:pt x="3561" y="8317"/>
                  <a:pt x="3561" y="8065"/>
                </a:cubicBezTo>
                <a:cubicBezTo>
                  <a:pt x="3561" y="7845"/>
                  <a:pt x="3340" y="7656"/>
                  <a:pt x="3151" y="7656"/>
                </a:cubicBezTo>
                <a:lnTo>
                  <a:pt x="1891" y="7656"/>
                </a:lnTo>
                <a:lnTo>
                  <a:pt x="1891" y="6805"/>
                </a:lnTo>
                <a:lnTo>
                  <a:pt x="3151" y="6805"/>
                </a:lnTo>
                <a:cubicBezTo>
                  <a:pt x="3403" y="6805"/>
                  <a:pt x="3561" y="6616"/>
                  <a:pt x="3561" y="6396"/>
                </a:cubicBezTo>
                <a:cubicBezTo>
                  <a:pt x="3561" y="6144"/>
                  <a:pt x="3340" y="5955"/>
                  <a:pt x="3151" y="5955"/>
                </a:cubicBezTo>
                <a:lnTo>
                  <a:pt x="1891" y="5955"/>
                </a:lnTo>
                <a:lnTo>
                  <a:pt x="1891" y="5135"/>
                </a:lnTo>
                <a:close/>
                <a:moveTo>
                  <a:pt x="1513" y="0"/>
                </a:moveTo>
                <a:cubicBezTo>
                  <a:pt x="1072" y="0"/>
                  <a:pt x="725" y="189"/>
                  <a:pt x="473" y="567"/>
                </a:cubicBezTo>
                <a:cubicBezTo>
                  <a:pt x="1" y="1229"/>
                  <a:pt x="316" y="2143"/>
                  <a:pt x="1103" y="2395"/>
                </a:cubicBezTo>
                <a:lnTo>
                  <a:pt x="1103" y="9767"/>
                </a:lnTo>
                <a:cubicBezTo>
                  <a:pt x="1103" y="11422"/>
                  <a:pt x="2503" y="12666"/>
                  <a:pt x="4038" y="12666"/>
                </a:cubicBezTo>
                <a:cubicBezTo>
                  <a:pt x="4402" y="12666"/>
                  <a:pt x="4774" y="12596"/>
                  <a:pt x="5136" y="12445"/>
                </a:cubicBezTo>
                <a:cubicBezTo>
                  <a:pt x="6176" y="12004"/>
                  <a:pt x="6900" y="10964"/>
                  <a:pt x="6900" y="9767"/>
                </a:cubicBezTo>
                <a:lnTo>
                  <a:pt x="6900" y="2395"/>
                </a:lnTo>
                <a:cubicBezTo>
                  <a:pt x="7121" y="2332"/>
                  <a:pt x="7373" y="2174"/>
                  <a:pt x="7530" y="1922"/>
                </a:cubicBezTo>
                <a:cubicBezTo>
                  <a:pt x="7877" y="1355"/>
                  <a:pt x="7719" y="599"/>
                  <a:pt x="7184" y="189"/>
                </a:cubicBezTo>
                <a:cubicBezTo>
                  <a:pt x="6963" y="95"/>
                  <a:pt x="6743" y="0"/>
                  <a:pt x="645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5" name="Google Shape;15325;p82"/>
          <p:cNvSpPr/>
          <p:nvPr/>
        </p:nvSpPr>
        <p:spPr>
          <a:xfrm>
            <a:off x="2345699" y="4410502"/>
            <a:ext cx="437719" cy="499885"/>
          </a:xfrm>
          <a:custGeom>
            <a:avLst/>
            <a:gdLst/>
            <a:ahLst/>
            <a:cxnLst/>
            <a:rect l="l" t="t" r="r" b="b"/>
            <a:pathLst>
              <a:path w="11153" h="12737" extrusionOk="0">
                <a:moveTo>
                  <a:pt x="9452" y="4262"/>
                </a:moveTo>
                <a:lnTo>
                  <a:pt x="9452" y="4262"/>
                </a:lnTo>
                <a:cubicBezTo>
                  <a:pt x="9704" y="4703"/>
                  <a:pt x="9609" y="5270"/>
                  <a:pt x="9231" y="5679"/>
                </a:cubicBezTo>
                <a:cubicBezTo>
                  <a:pt x="8976" y="5915"/>
                  <a:pt x="8672" y="6040"/>
                  <a:pt x="8364" y="6040"/>
                </a:cubicBezTo>
                <a:cubicBezTo>
                  <a:pt x="8178" y="6040"/>
                  <a:pt x="7992" y="5995"/>
                  <a:pt x="7814" y="5900"/>
                </a:cubicBezTo>
                <a:lnTo>
                  <a:pt x="9452" y="4262"/>
                </a:lnTo>
                <a:close/>
                <a:moveTo>
                  <a:pt x="6018" y="835"/>
                </a:moveTo>
                <a:cubicBezTo>
                  <a:pt x="6120" y="835"/>
                  <a:pt x="6223" y="875"/>
                  <a:pt x="6301" y="954"/>
                </a:cubicBezTo>
                <a:lnTo>
                  <a:pt x="7215" y="1867"/>
                </a:lnTo>
                <a:cubicBezTo>
                  <a:pt x="7306" y="1935"/>
                  <a:pt x="7397" y="1987"/>
                  <a:pt x="7499" y="1987"/>
                </a:cubicBezTo>
                <a:cubicBezTo>
                  <a:pt x="7539" y="1987"/>
                  <a:pt x="7581" y="1979"/>
                  <a:pt x="7625" y="1962"/>
                </a:cubicBezTo>
                <a:cubicBezTo>
                  <a:pt x="7863" y="1897"/>
                  <a:pt x="8110" y="1865"/>
                  <a:pt x="8359" y="1865"/>
                </a:cubicBezTo>
                <a:cubicBezTo>
                  <a:pt x="8963" y="1865"/>
                  <a:pt x="9578" y="2055"/>
                  <a:pt x="10113" y="2434"/>
                </a:cubicBezTo>
                <a:lnTo>
                  <a:pt x="6049" y="6498"/>
                </a:lnTo>
                <a:cubicBezTo>
                  <a:pt x="5482" y="5774"/>
                  <a:pt x="5356" y="4892"/>
                  <a:pt x="5577" y="4010"/>
                </a:cubicBezTo>
                <a:cubicBezTo>
                  <a:pt x="5608" y="3852"/>
                  <a:pt x="5577" y="3726"/>
                  <a:pt x="5451" y="3631"/>
                </a:cubicBezTo>
                <a:lnTo>
                  <a:pt x="5199" y="3379"/>
                </a:lnTo>
                <a:lnTo>
                  <a:pt x="4537" y="2718"/>
                </a:lnTo>
                <a:cubicBezTo>
                  <a:pt x="4380" y="2560"/>
                  <a:pt x="4380" y="2277"/>
                  <a:pt x="4537" y="2119"/>
                </a:cubicBezTo>
                <a:lnTo>
                  <a:pt x="5734" y="954"/>
                </a:lnTo>
                <a:cubicBezTo>
                  <a:pt x="5813" y="875"/>
                  <a:pt x="5915" y="835"/>
                  <a:pt x="6018" y="835"/>
                </a:cubicBezTo>
                <a:close/>
                <a:moveTo>
                  <a:pt x="1290" y="6917"/>
                </a:moveTo>
                <a:cubicBezTo>
                  <a:pt x="1502" y="6917"/>
                  <a:pt x="1702" y="7106"/>
                  <a:pt x="1702" y="7318"/>
                </a:cubicBezTo>
                <a:cubicBezTo>
                  <a:pt x="1670" y="7538"/>
                  <a:pt x="1544" y="7696"/>
                  <a:pt x="1387" y="7727"/>
                </a:cubicBezTo>
                <a:cubicBezTo>
                  <a:pt x="1342" y="7740"/>
                  <a:pt x="1298" y="7746"/>
                  <a:pt x="1256" y="7746"/>
                </a:cubicBezTo>
                <a:cubicBezTo>
                  <a:pt x="1084" y="7746"/>
                  <a:pt x="933" y="7645"/>
                  <a:pt x="883" y="7444"/>
                </a:cubicBezTo>
                <a:cubicBezTo>
                  <a:pt x="788" y="7223"/>
                  <a:pt x="914" y="7002"/>
                  <a:pt x="1166" y="6939"/>
                </a:cubicBezTo>
                <a:cubicBezTo>
                  <a:pt x="1207" y="6924"/>
                  <a:pt x="1248" y="6917"/>
                  <a:pt x="1290" y="6917"/>
                </a:cubicBezTo>
                <a:close/>
                <a:moveTo>
                  <a:pt x="5807" y="10240"/>
                </a:moveTo>
                <a:cubicBezTo>
                  <a:pt x="6104" y="10240"/>
                  <a:pt x="6409" y="10293"/>
                  <a:pt x="6711" y="10405"/>
                </a:cubicBezTo>
                <a:cubicBezTo>
                  <a:pt x="7373" y="10626"/>
                  <a:pt x="7877" y="11193"/>
                  <a:pt x="8160" y="11886"/>
                </a:cubicBezTo>
                <a:lnTo>
                  <a:pt x="3529" y="11886"/>
                </a:lnTo>
                <a:cubicBezTo>
                  <a:pt x="3847" y="10882"/>
                  <a:pt x="4774" y="10240"/>
                  <a:pt x="5807" y="10240"/>
                </a:cubicBezTo>
                <a:close/>
                <a:moveTo>
                  <a:pt x="6030" y="1"/>
                </a:moveTo>
                <a:cubicBezTo>
                  <a:pt x="5711" y="1"/>
                  <a:pt x="5388" y="119"/>
                  <a:pt x="5136" y="355"/>
                </a:cubicBezTo>
                <a:lnTo>
                  <a:pt x="3938" y="1552"/>
                </a:lnTo>
                <a:cubicBezTo>
                  <a:pt x="3466" y="1993"/>
                  <a:pt x="3466" y="2781"/>
                  <a:pt x="3938" y="3316"/>
                </a:cubicBezTo>
                <a:lnTo>
                  <a:pt x="4348" y="3694"/>
                </a:lnTo>
                <a:lnTo>
                  <a:pt x="1828" y="6215"/>
                </a:lnTo>
                <a:cubicBezTo>
                  <a:pt x="1652" y="6127"/>
                  <a:pt x="1468" y="6087"/>
                  <a:pt x="1287" y="6087"/>
                </a:cubicBezTo>
                <a:cubicBezTo>
                  <a:pt x="623" y="6087"/>
                  <a:pt x="0" y="6625"/>
                  <a:pt x="0" y="7318"/>
                </a:cubicBezTo>
                <a:cubicBezTo>
                  <a:pt x="0" y="8052"/>
                  <a:pt x="611" y="8583"/>
                  <a:pt x="1293" y="8583"/>
                </a:cubicBezTo>
                <a:cubicBezTo>
                  <a:pt x="1459" y="8583"/>
                  <a:pt x="1629" y="8551"/>
                  <a:pt x="1796" y="8483"/>
                </a:cubicBezTo>
                <a:lnTo>
                  <a:pt x="3592" y="10279"/>
                </a:lnTo>
                <a:cubicBezTo>
                  <a:pt x="3056" y="10783"/>
                  <a:pt x="2647" y="11476"/>
                  <a:pt x="2584" y="12264"/>
                </a:cubicBezTo>
                <a:cubicBezTo>
                  <a:pt x="2521" y="12484"/>
                  <a:pt x="2741" y="12736"/>
                  <a:pt x="2962" y="12736"/>
                </a:cubicBezTo>
                <a:lnTo>
                  <a:pt x="8664" y="12736"/>
                </a:lnTo>
                <a:cubicBezTo>
                  <a:pt x="8916" y="12736"/>
                  <a:pt x="9105" y="12484"/>
                  <a:pt x="9074" y="12264"/>
                </a:cubicBezTo>
                <a:cubicBezTo>
                  <a:pt x="8837" y="10556"/>
                  <a:pt x="7367" y="9419"/>
                  <a:pt x="5795" y="9419"/>
                </a:cubicBezTo>
                <a:cubicBezTo>
                  <a:pt x="5279" y="9419"/>
                  <a:pt x="4752" y="9542"/>
                  <a:pt x="4254" y="9806"/>
                </a:cubicBezTo>
                <a:lnTo>
                  <a:pt x="2363" y="7916"/>
                </a:lnTo>
                <a:cubicBezTo>
                  <a:pt x="2521" y="7601"/>
                  <a:pt x="2521" y="7223"/>
                  <a:pt x="2426" y="6845"/>
                </a:cubicBezTo>
                <a:lnTo>
                  <a:pt x="4663" y="4608"/>
                </a:lnTo>
                <a:lnTo>
                  <a:pt x="4663" y="4608"/>
                </a:lnTo>
                <a:cubicBezTo>
                  <a:pt x="4632" y="5679"/>
                  <a:pt x="4978" y="6687"/>
                  <a:pt x="5734" y="7444"/>
                </a:cubicBezTo>
                <a:cubicBezTo>
                  <a:pt x="5813" y="7522"/>
                  <a:pt x="5915" y="7562"/>
                  <a:pt x="6018" y="7562"/>
                </a:cubicBezTo>
                <a:cubicBezTo>
                  <a:pt x="6120" y="7562"/>
                  <a:pt x="6223" y="7522"/>
                  <a:pt x="6301" y="7444"/>
                </a:cubicBezTo>
                <a:lnTo>
                  <a:pt x="7215" y="6530"/>
                </a:lnTo>
                <a:cubicBezTo>
                  <a:pt x="7564" y="6771"/>
                  <a:pt x="7958" y="6887"/>
                  <a:pt x="8352" y="6887"/>
                </a:cubicBezTo>
                <a:cubicBezTo>
                  <a:pt x="8883" y="6887"/>
                  <a:pt x="9414" y="6676"/>
                  <a:pt x="9830" y="6278"/>
                </a:cubicBezTo>
                <a:cubicBezTo>
                  <a:pt x="10523" y="5553"/>
                  <a:pt x="10618" y="4451"/>
                  <a:pt x="10082" y="3663"/>
                </a:cubicBezTo>
                <a:lnTo>
                  <a:pt x="10996" y="2749"/>
                </a:lnTo>
                <a:cubicBezTo>
                  <a:pt x="11153" y="2560"/>
                  <a:pt x="11153" y="2340"/>
                  <a:pt x="10996" y="2119"/>
                </a:cubicBezTo>
                <a:cubicBezTo>
                  <a:pt x="10259" y="1383"/>
                  <a:pt x="9297" y="1056"/>
                  <a:pt x="8341" y="1056"/>
                </a:cubicBezTo>
                <a:cubicBezTo>
                  <a:pt x="8111" y="1056"/>
                  <a:pt x="7882" y="1074"/>
                  <a:pt x="7656" y="1111"/>
                </a:cubicBezTo>
                <a:lnTo>
                  <a:pt x="6900" y="355"/>
                </a:lnTo>
                <a:cubicBezTo>
                  <a:pt x="6664" y="119"/>
                  <a:pt x="6349" y="1"/>
                  <a:pt x="60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6" name="Google Shape;15326;p82"/>
          <p:cNvSpPr/>
          <p:nvPr/>
        </p:nvSpPr>
        <p:spPr>
          <a:xfrm>
            <a:off x="2313585" y="5069213"/>
            <a:ext cx="497099" cy="498747"/>
          </a:xfrm>
          <a:custGeom>
            <a:avLst/>
            <a:gdLst/>
            <a:ahLst/>
            <a:cxnLst/>
            <a:rect l="l" t="t" r="r" b="b"/>
            <a:pathLst>
              <a:path w="12666" h="12708" extrusionOk="0">
                <a:moveTo>
                  <a:pt x="6347" y="841"/>
                </a:moveTo>
                <a:cubicBezTo>
                  <a:pt x="6876" y="841"/>
                  <a:pt x="7350" y="1172"/>
                  <a:pt x="7530" y="1712"/>
                </a:cubicBezTo>
                <a:cubicBezTo>
                  <a:pt x="7719" y="2405"/>
                  <a:pt x="7372" y="3067"/>
                  <a:pt x="6679" y="3256"/>
                </a:cubicBezTo>
                <a:cubicBezTo>
                  <a:pt x="6569" y="3289"/>
                  <a:pt x="6457" y="3305"/>
                  <a:pt x="6345" y="3305"/>
                </a:cubicBezTo>
                <a:cubicBezTo>
                  <a:pt x="5822" y="3305"/>
                  <a:pt x="5323" y="2956"/>
                  <a:pt x="5167" y="2437"/>
                </a:cubicBezTo>
                <a:cubicBezTo>
                  <a:pt x="4947" y="1775"/>
                  <a:pt x="5325" y="1082"/>
                  <a:pt x="5986" y="893"/>
                </a:cubicBezTo>
                <a:cubicBezTo>
                  <a:pt x="6108" y="858"/>
                  <a:pt x="6229" y="841"/>
                  <a:pt x="6347" y="841"/>
                </a:cubicBezTo>
                <a:close/>
                <a:moveTo>
                  <a:pt x="6353" y="5919"/>
                </a:moveTo>
                <a:cubicBezTo>
                  <a:pt x="7021" y="5919"/>
                  <a:pt x="7624" y="6459"/>
                  <a:pt x="7624" y="7162"/>
                </a:cubicBezTo>
                <a:cubicBezTo>
                  <a:pt x="7593" y="7698"/>
                  <a:pt x="7215" y="8170"/>
                  <a:pt x="6742" y="8328"/>
                </a:cubicBezTo>
                <a:cubicBezTo>
                  <a:pt x="6608" y="8371"/>
                  <a:pt x="6474" y="8391"/>
                  <a:pt x="6345" y="8391"/>
                </a:cubicBezTo>
                <a:cubicBezTo>
                  <a:pt x="5810" y="8391"/>
                  <a:pt x="5351" y="8042"/>
                  <a:pt x="5199" y="7509"/>
                </a:cubicBezTo>
                <a:cubicBezTo>
                  <a:pt x="5010" y="6847"/>
                  <a:pt x="5356" y="6186"/>
                  <a:pt x="6018" y="5965"/>
                </a:cubicBezTo>
                <a:cubicBezTo>
                  <a:pt x="6130" y="5934"/>
                  <a:pt x="6242" y="5919"/>
                  <a:pt x="6353" y="5919"/>
                </a:cubicBezTo>
                <a:close/>
                <a:moveTo>
                  <a:pt x="2079" y="9351"/>
                </a:moveTo>
                <a:cubicBezTo>
                  <a:pt x="2744" y="9351"/>
                  <a:pt x="3340" y="9871"/>
                  <a:pt x="3340" y="10596"/>
                </a:cubicBezTo>
                <a:cubicBezTo>
                  <a:pt x="3308" y="11163"/>
                  <a:pt x="2962" y="11604"/>
                  <a:pt x="2426" y="11762"/>
                </a:cubicBezTo>
                <a:cubicBezTo>
                  <a:pt x="2305" y="11797"/>
                  <a:pt x="2183" y="11813"/>
                  <a:pt x="2065" y="11813"/>
                </a:cubicBezTo>
                <a:cubicBezTo>
                  <a:pt x="1538" y="11813"/>
                  <a:pt x="1068" y="11483"/>
                  <a:pt x="914" y="10943"/>
                </a:cubicBezTo>
                <a:cubicBezTo>
                  <a:pt x="693" y="10281"/>
                  <a:pt x="1071" y="9588"/>
                  <a:pt x="1733" y="9399"/>
                </a:cubicBezTo>
                <a:cubicBezTo>
                  <a:pt x="1849" y="9367"/>
                  <a:pt x="1965" y="9351"/>
                  <a:pt x="2079" y="9351"/>
                </a:cubicBezTo>
                <a:close/>
                <a:moveTo>
                  <a:pt x="10617" y="9351"/>
                </a:moveTo>
                <a:cubicBezTo>
                  <a:pt x="11281" y="9351"/>
                  <a:pt x="11878" y="9871"/>
                  <a:pt x="11878" y="10596"/>
                </a:cubicBezTo>
                <a:cubicBezTo>
                  <a:pt x="11846" y="11163"/>
                  <a:pt x="11500" y="11604"/>
                  <a:pt x="10995" y="11762"/>
                </a:cubicBezTo>
                <a:cubicBezTo>
                  <a:pt x="10868" y="11797"/>
                  <a:pt x="10742" y="11813"/>
                  <a:pt x="10620" y="11813"/>
                </a:cubicBezTo>
                <a:cubicBezTo>
                  <a:pt x="10076" y="11813"/>
                  <a:pt x="9606" y="11483"/>
                  <a:pt x="9452" y="10943"/>
                </a:cubicBezTo>
                <a:cubicBezTo>
                  <a:pt x="9263" y="10281"/>
                  <a:pt x="9609" y="9588"/>
                  <a:pt x="10271" y="9399"/>
                </a:cubicBezTo>
                <a:cubicBezTo>
                  <a:pt x="10387" y="9367"/>
                  <a:pt x="10503" y="9351"/>
                  <a:pt x="10617" y="9351"/>
                </a:cubicBezTo>
                <a:close/>
                <a:moveTo>
                  <a:pt x="6344" y="0"/>
                </a:moveTo>
                <a:cubicBezTo>
                  <a:pt x="5677" y="0"/>
                  <a:pt x="5021" y="308"/>
                  <a:pt x="4631" y="893"/>
                </a:cubicBezTo>
                <a:cubicBezTo>
                  <a:pt x="3812" y="2122"/>
                  <a:pt x="4474" y="3760"/>
                  <a:pt x="5955" y="4075"/>
                </a:cubicBezTo>
                <a:lnTo>
                  <a:pt x="5955" y="5146"/>
                </a:lnTo>
                <a:cubicBezTo>
                  <a:pt x="4600" y="5430"/>
                  <a:pt x="3907" y="6910"/>
                  <a:pt x="4537" y="8107"/>
                </a:cubicBezTo>
                <a:lnTo>
                  <a:pt x="3434" y="9021"/>
                </a:lnTo>
                <a:cubicBezTo>
                  <a:pt x="3025" y="8706"/>
                  <a:pt x="2584" y="8548"/>
                  <a:pt x="2080" y="8548"/>
                </a:cubicBezTo>
                <a:cubicBezTo>
                  <a:pt x="945" y="8548"/>
                  <a:pt x="0" y="9494"/>
                  <a:pt x="0" y="10628"/>
                </a:cubicBezTo>
                <a:cubicBezTo>
                  <a:pt x="0" y="11762"/>
                  <a:pt x="945" y="12707"/>
                  <a:pt x="2080" y="12707"/>
                </a:cubicBezTo>
                <a:cubicBezTo>
                  <a:pt x="3214" y="12707"/>
                  <a:pt x="4159" y="11793"/>
                  <a:pt x="4159" y="10628"/>
                </a:cubicBezTo>
                <a:cubicBezTo>
                  <a:pt x="4159" y="10281"/>
                  <a:pt x="4096" y="9966"/>
                  <a:pt x="3938" y="9683"/>
                </a:cubicBezTo>
                <a:lnTo>
                  <a:pt x="5041" y="8769"/>
                </a:lnTo>
                <a:cubicBezTo>
                  <a:pt x="5435" y="9084"/>
                  <a:pt x="5907" y="9242"/>
                  <a:pt x="6376" y="9242"/>
                </a:cubicBezTo>
                <a:cubicBezTo>
                  <a:pt x="6845" y="9242"/>
                  <a:pt x="7309" y="9084"/>
                  <a:pt x="7687" y="8769"/>
                </a:cubicBezTo>
                <a:lnTo>
                  <a:pt x="8790" y="9683"/>
                </a:lnTo>
                <a:cubicBezTo>
                  <a:pt x="8318" y="10596"/>
                  <a:pt x="8570" y="11730"/>
                  <a:pt x="9452" y="12361"/>
                </a:cubicBezTo>
                <a:cubicBezTo>
                  <a:pt x="9803" y="12595"/>
                  <a:pt x="10203" y="12707"/>
                  <a:pt x="10598" y="12707"/>
                </a:cubicBezTo>
                <a:cubicBezTo>
                  <a:pt x="11266" y="12707"/>
                  <a:pt x="11923" y="12387"/>
                  <a:pt x="12319" y="11793"/>
                </a:cubicBezTo>
                <a:cubicBezTo>
                  <a:pt x="12571" y="11478"/>
                  <a:pt x="12665" y="11069"/>
                  <a:pt x="12665" y="10659"/>
                </a:cubicBezTo>
                <a:cubicBezTo>
                  <a:pt x="12665" y="9431"/>
                  <a:pt x="11783" y="8548"/>
                  <a:pt x="10617" y="8548"/>
                </a:cubicBezTo>
                <a:cubicBezTo>
                  <a:pt x="10113" y="8548"/>
                  <a:pt x="9672" y="8706"/>
                  <a:pt x="9294" y="9021"/>
                </a:cubicBezTo>
                <a:lnTo>
                  <a:pt x="8192" y="8107"/>
                </a:lnTo>
                <a:cubicBezTo>
                  <a:pt x="8822" y="6879"/>
                  <a:pt x="8097" y="5398"/>
                  <a:pt x="6774" y="5146"/>
                </a:cubicBezTo>
                <a:lnTo>
                  <a:pt x="6774" y="4075"/>
                </a:lnTo>
                <a:cubicBezTo>
                  <a:pt x="7530" y="3917"/>
                  <a:pt x="8097" y="3382"/>
                  <a:pt x="8349" y="2657"/>
                </a:cubicBezTo>
                <a:cubicBezTo>
                  <a:pt x="8633" y="1806"/>
                  <a:pt x="8318" y="861"/>
                  <a:pt x="7530" y="357"/>
                </a:cubicBezTo>
                <a:cubicBezTo>
                  <a:pt x="7170" y="117"/>
                  <a:pt x="6755" y="0"/>
                  <a:pt x="63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7" name="Google Shape;15327;p82"/>
          <p:cNvSpPr/>
          <p:nvPr/>
        </p:nvSpPr>
        <p:spPr>
          <a:xfrm>
            <a:off x="5270996" y="3837442"/>
            <a:ext cx="499571" cy="496471"/>
          </a:xfrm>
          <a:custGeom>
            <a:avLst/>
            <a:gdLst/>
            <a:ahLst/>
            <a:cxnLst/>
            <a:rect l="l" t="t" r="r" b="b"/>
            <a:pathLst>
              <a:path w="12729" h="12650" extrusionOk="0">
                <a:moveTo>
                  <a:pt x="9326" y="1000"/>
                </a:moveTo>
                <a:lnTo>
                  <a:pt x="11657" y="3332"/>
                </a:lnTo>
                <a:lnTo>
                  <a:pt x="3403" y="11617"/>
                </a:lnTo>
                <a:lnTo>
                  <a:pt x="1072" y="9286"/>
                </a:lnTo>
                <a:lnTo>
                  <a:pt x="2521" y="7837"/>
                </a:lnTo>
                <a:lnTo>
                  <a:pt x="3403" y="8688"/>
                </a:lnTo>
                <a:cubicBezTo>
                  <a:pt x="3482" y="8766"/>
                  <a:pt x="3584" y="8806"/>
                  <a:pt x="3686" y="8806"/>
                </a:cubicBezTo>
                <a:cubicBezTo>
                  <a:pt x="3789" y="8806"/>
                  <a:pt x="3891" y="8766"/>
                  <a:pt x="3970" y="8688"/>
                </a:cubicBezTo>
                <a:cubicBezTo>
                  <a:pt x="4128" y="8530"/>
                  <a:pt x="4128" y="8278"/>
                  <a:pt x="3970" y="8089"/>
                </a:cubicBezTo>
                <a:lnTo>
                  <a:pt x="3119" y="7238"/>
                </a:lnTo>
                <a:lnTo>
                  <a:pt x="4191" y="6167"/>
                </a:lnTo>
                <a:lnTo>
                  <a:pt x="5041" y="7049"/>
                </a:lnTo>
                <a:cubicBezTo>
                  <a:pt x="5120" y="7128"/>
                  <a:pt x="5230" y="7167"/>
                  <a:pt x="5340" y="7167"/>
                </a:cubicBezTo>
                <a:cubicBezTo>
                  <a:pt x="5451" y="7167"/>
                  <a:pt x="5561" y="7128"/>
                  <a:pt x="5640" y="7049"/>
                </a:cubicBezTo>
                <a:cubicBezTo>
                  <a:pt x="5797" y="6892"/>
                  <a:pt x="5797" y="6608"/>
                  <a:pt x="5640" y="6451"/>
                </a:cubicBezTo>
                <a:lnTo>
                  <a:pt x="4758" y="5600"/>
                </a:lnTo>
                <a:lnTo>
                  <a:pt x="5829" y="4529"/>
                </a:lnTo>
                <a:lnTo>
                  <a:pt x="6711" y="5380"/>
                </a:lnTo>
                <a:cubicBezTo>
                  <a:pt x="6790" y="5458"/>
                  <a:pt x="6892" y="5498"/>
                  <a:pt x="6994" y="5498"/>
                </a:cubicBezTo>
                <a:cubicBezTo>
                  <a:pt x="7097" y="5498"/>
                  <a:pt x="7199" y="5458"/>
                  <a:pt x="7278" y="5380"/>
                </a:cubicBezTo>
                <a:cubicBezTo>
                  <a:pt x="7436" y="5222"/>
                  <a:pt x="7436" y="4970"/>
                  <a:pt x="7278" y="4812"/>
                </a:cubicBezTo>
                <a:lnTo>
                  <a:pt x="6427" y="3930"/>
                </a:lnTo>
                <a:lnTo>
                  <a:pt x="7499" y="2859"/>
                </a:lnTo>
                <a:lnTo>
                  <a:pt x="8349" y="3741"/>
                </a:lnTo>
                <a:cubicBezTo>
                  <a:pt x="8428" y="3820"/>
                  <a:pt x="8538" y="3859"/>
                  <a:pt x="8648" y="3859"/>
                </a:cubicBezTo>
                <a:cubicBezTo>
                  <a:pt x="8759" y="3859"/>
                  <a:pt x="8869" y="3820"/>
                  <a:pt x="8948" y="3741"/>
                </a:cubicBezTo>
                <a:cubicBezTo>
                  <a:pt x="9105" y="3584"/>
                  <a:pt x="9105" y="3300"/>
                  <a:pt x="8948" y="3143"/>
                </a:cubicBezTo>
                <a:lnTo>
                  <a:pt x="8066" y="2292"/>
                </a:lnTo>
                <a:lnTo>
                  <a:pt x="9326" y="1000"/>
                </a:lnTo>
                <a:close/>
                <a:moveTo>
                  <a:pt x="9357" y="0"/>
                </a:moveTo>
                <a:cubicBezTo>
                  <a:pt x="9255" y="0"/>
                  <a:pt x="9153" y="39"/>
                  <a:pt x="9074" y="118"/>
                </a:cubicBezTo>
                <a:lnTo>
                  <a:pt x="7247" y="1914"/>
                </a:lnTo>
                <a:lnTo>
                  <a:pt x="7120" y="2040"/>
                </a:lnTo>
                <a:lnTo>
                  <a:pt x="5608" y="3584"/>
                </a:lnTo>
                <a:lnTo>
                  <a:pt x="5482" y="3678"/>
                </a:lnTo>
                <a:lnTo>
                  <a:pt x="3938" y="5222"/>
                </a:lnTo>
                <a:lnTo>
                  <a:pt x="3812" y="5348"/>
                </a:lnTo>
                <a:lnTo>
                  <a:pt x="2300" y="6892"/>
                </a:lnTo>
                <a:lnTo>
                  <a:pt x="2174" y="7018"/>
                </a:lnTo>
                <a:lnTo>
                  <a:pt x="158" y="9003"/>
                </a:lnTo>
                <a:cubicBezTo>
                  <a:pt x="0" y="9160"/>
                  <a:pt x="0" y="9444"/>
                  <a:pt x="158" y="9601"/>
                </a:cubicBezTo>
                <a:lnTo>
                  <a:pt x="3088" y="12531"/>
                </a:lnTo>
                <a:cubicBezTo>
                  <a:pt x="3167" y="12610"/>
                  <a:pt x="3269" y="12649"/>
                  <a:pt x="3371" y="12649"/>
                </a:cubicBezTo>
                <a:cubicBezTo>
                  <a:pt x="3474" y="12649"/>
                  <a:pt x="3576" y="12610"/>
                  <a:pt x="3655" y="12531"/>
                </a:cubicBezTo>
                <a:lnTo>
                  <a:pt x="12539" y="3647"/>
                </a:lnTo>
                <a:cubicBezTo>
                  <a:pt x="12728" y="3458"/>
                  <a:pt x="12728" y="3174"/>
                  <a:pt x="12571" y="3017"/>
                </a:cubicBezTo>
                <a:lnTo>
                  <a:pt x="9641" y="118"/>
                </a:lnTo>
                <a:cubicBezTo>
                  <a:pt x="9562" y="39"/>
                  <a:pt x="9460" y="0"/>
                  <a:pt x="93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28" name="Google Shape;15328;p82"/>
          <p:cNvGrpSpPr/>
          <p:nvPr/>
        </p:nvGrpSpPr>
        <p:grpSpPr>
          <a:xfrm>
            <a:off x="1639380" y="2045214"/>
            <a:ext cx="529241" cy="497529"/>
            <a:chOff x="-42804750" y="1949600"/>
            <a:chExt cx="337125" cy="316925"/>
          </a:xfrm>
        </p:grpSpPr>
        <p:sp>
          <p:nvSpPr>
            <p:cNvPr id="15329" name="Google Shape;15329;p82"/>
            <p:cNvSpPr/>
            <p:nvPr/>
          </p:nvSpPr>
          <p:spPr>
            <a:xfrm>
              <a:off x="-42731500" y="2013125"/>
              <a:ext cx="189825" cy="189900"/>
            </a:xfrm>
            <a:custGeom>
              <a:avLst/>
              <a:gdLst/>
              <a:ahLst/>
              <a:cxnLst/>
              <a:rect l="l" t="t" r="r" b="b"/>
              <a:pathLst>
                <a:path w="7593" h="7596" extrusionOk="0">
                  <a:moveTo>
                    <a:pt x="3781" y="805"/>
                  </a:moveTo>
                  <a:cubicBezTo>
                    <a:pt x="5419" y="805"/>
                    <a:pt x="6742" y="2128"/>
                    <a:pt x="6742" y="3767"/>
                  </a:cubicBezTo>
                  <a:cubicBezTo>
                    <a:pt x="6774" y="5405"/>
                    <a:pt x="5419" y="6760"/>
                    <a:pt x="3781" y="6760"/>
                  </a:cubicBezTo>
                  <a:cubicBezTo>
                    <a:pt x="2426" y="6760"/>
                    <a:pt x="1292" y="5878"/>
                    <a:pt x="946" y="4649"/>
                  </a:cubicBezTo>
                  <a:cubicBezTo>
                    <a:pt x="347" y="2727"/>
                    <a:pt x="1765" y="805"/>
                    <a:pt x="3781" y="805"/>
                  </a:cubicBezTo>
                  <a:close/>
                  <a:moveTo>
                    <a:pt x="3809" y="1"/>
                  </a:moveTo>
                  <a:cubicBezTo>
                    <a:pt x="3297" y="1"/>
                    <a:pt x="2785" y="105"/>
                    <a:pt x="2300" y="301"/>
                  </a:cubicBezTo>
                  <a:cubicBezTo>
                    <a:pt x="946" y="868"/>
                    <a:pt x="0" y="2223"/>
                    <a:pt x="0" y="3798"/>
                  </a:cubicBezTo>
                  <a:cubicBezTo>
                    <a:pt x="0" y="5058"/>
                    <a:pt x="630" y="6224"/>
                    <a:pt x="1670" y="6949"/>
                  </a:cubicBezTo>
                  <a:cubicBezTo>
                    <a:pt x="2333" y="7390"/>
                    <a:pt x="3060" y="7596"/>
                    <a:pt x="3776" y="7596"/>
                  </a:cubicBezTo>
                  <a:cubicBezTo>
                    <a:pt x="4286" y="7596"/>
                    <a:pt x="4790" y="7492"/>
                    <a:pt x="5262" y="7295"/>
                  </a:cubicBezTo>
                  <a:cubicBezTo>
                    <a:pt x="6648" y="6697"/>
                    <a:pt x="7593" y="5373"/>
                    <a:pt x="7593" y="3798"/>
                  </a:cubicBezTo>
                  <a:cubicBezTo>
                    <a:pt x="7593" y="2506"/>
                    <a:pt x="6931" y="1341"/>
                    <a:pt x="5892" y="648"/>
                  </a:cubicBezTo>
                  <a:cubicBezTo>
                    <a:pt x="5248" y="206"/>
                    <a:pt x="4528" y="1"/>
                    <a:pt x="38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0" name="Google Shape;15330;p82"/>
            <p:cNvSpPr/>
            <p:nvPr/>
          </p:nvSpPr>
          <p:spPr>
            <a:xfrm>
              <a:off x="-42804750" y="1949600"/>
              <a:ext cx="337125" cy="316925"/>
            </a:xfrm>
            <a:custGeom>
              <a:avLst/>
              <a:gdLst/>
              <a:ahLst/>
              <a:cxnLst/>
              <a:rect l="l" t="t" r="r" b="b"/>
              <a:pathLst>
                <a:path w="13485" h="12677" extrusionOk="0">
                  <a:moveTo>
                    <a:pt x="3306" y="817"/>
                  </a:moveTo>
                  <a:cubicBezTo>
                    <a:pt x="3769" y="817"/>
                    <a:pt x="4233" y="967"/>
                    <a:pt x="4600" y="1267"/>
                  </a:cubicBezTo>
                  <a:cubicBezTo>
                    <a:pt x="3277" y="1802"/>
                    <a:pt x="2174" y="2905"/>
                    <a:pt x="1607" y="4260"/>
                  </a:cubicBezTo>
                  <a:cubicBezTo>
                    <a:pt x="914" y="3283"/>
                    <a:pt x="1072" y="1897"/>
                    <a:pt x="2143" y="1172"/>
                  </a:cubicBezTo>
                  <a:cubicBezTo>
                    <a:pt x="2484" y="935"/>
                    <a:pt x="2895" y="817"/>
                    <a:pt x="3306" y="817"/>
                  </a:cubicBezTo>
                  <a:close/>
                  <a:moveTo>
                    <a:pt x="10101" y="823"/>
                  </a:moveTo>
                  <a:cubicBezTo>
                    <a:pt x="10771" y="823"/>
                    <a:pt x="11436" y="1137"/>
                    <a:pt x="11846" y="1771"/>
                  </a:cubicBezTo>
                  <a:cubicBezTo>
                    <a:pt x="12382" y="2527"/>
                    <a:pt x="12319" y="3535"/>
                    <a:pt x="11783" y="4260"/>
                  </a:cubicBezTo>
                  <a:cubicBezTo>
                    <a:pt x="11248" y="2905"/>
                    <a:pt x="10177" y="1802"/>
                    <a:pt x="8790" y="1267"/>
                  </a:cubicBezTo>
                  <a:cubicBezTo>
                    <a:pt x="9176" y="971"/>
                    <a:pt x="9640" y="823"/>
                    <a:pt x="10101" y="823"/>
                  </a:cubicBezTo>
                  <a:close/>
                  <a:moveTo>
                    <a:pt x="6662" y="1686"/>
                  </a:moveTo>
                  <a:cubicBezTo>
                    <a:pt x="7287" y="1686"/>
                    <a:pt x="7908" y="1809"/>
                    <a:pt x="8475" y="2055"/>
                  </a:cubicBezTo>
                  <a:cubicBezTo>
                    <a:pt x="10177" y="2748"/>
                    <a:pt x="11311" y="4417"/>
                    <a:pt x="11311" y="6339"/>
                  </a:cubicBezTo>
                  <a:cubicBezTo>
                    <a:pt x="11374" y="8891"/>
                    <a:pt x="9263" y="10970"/>
                    <a:pt x="6711" y="10970"/>
                  </a:cubicBezTo>
                  <a:cubicBezTo>
                    <a:pt x="4159" y="10970"/>
                    <a:pt x="2048" y="8891"/>
                    <a:pt x="2017" y="6339"/>
                  </a:cubicBezTo>
                  <a:cubicBezTo>
                    <a:pt x="2017" y="4764"/>
                    <a:pt x="2804" y="3346"/>
                    <a:pt x="4065" y="2464"/>
                  </a:cubicBezTo>
                  <a:cubicBezTo>
                    <a:pt x="4846" y="1943"/>
                    <a:pt x="5759" y="1686"/>
                    <a:pt x="6662" y="1686"/>
                  </a:cubicBezTo>
                  <a:close/>
                  <a:moveTo>
                    <a:pt x="3282" y="1"/>
                  </a:moveTo>
                  <a:cubicBezTo>
                    <a:pt x="2347" y="1"/>
                    <a:pt x="1411" y="437"/>
                    <a:pt x="820" y="1298"/>
                  </a:cubicBezTo>
                  <a:cubicBezTo>
                    <a:pt x="0" y="2496"/>
                    <a:pt x="189" y="4165"/>
                    <a:pt x="1292" y="5142"/>
                  </a:cubicBezTo>
                  <a:cubicBezTo>
                    <a:pt x="820" y="7316"/>
                    <a:pt x="1702" y="9553"/>
                    <a:pt x="3497" y="10844"/>
                  </a:cubicBezTo>
                  <a:lnTo>
                    <a:pt x="2867" y="12073"/>
                  </a:lnTo>
                  <a:cubicBezTo>
                    <a:pt x="2773" y="12262"/>
                    <a:pt x="2867" y="12514"/>
                    <a:pt x="3088" y="12640"/>
                  </a:cubicBezTo>
                  <a:cubicBezTo>
                    <a:pt x="3137" y="12665"/>
                    <a:pt x="3189" y="12677"/>
                    <a:pt x="3240" y="12677"/>
                  </a:cubicBezTo>
                  <a:cubicBezTo>
                    <a:pt x="3386" y="12677"/>
                    <a:pt x="3530" y="12582"/>
                    <a:pt x="3623" y="12420"/>
                  </a:cubicBezTo>
                  <a:lnTo>
                    <a:pt x="4222" y="11254"/>
                  </a:lnTo>
                  <a:cubicBezTo>
                    <a:pt x="4994" y="11632"/>
                    <a:pt x="5821" y="11821"/>
                    <a:pt x="6648" y="11821"/>
                  </a:cubicBezTo>
                  <a:cubicBezTo>
                    <a:pt x="7475" y="11821"/>
                    <a:pt x="8302" y="11632"/>
                    <a:pt x="9074" y="11254"/>
                  </a:cubicBezTo>
                  <a:lnTo>
                    <a:pt x="9641" y="12420"/>
                  </a:lnTo>
                  <a:cubicBezTo>
                    <a:pt x="9736" y="12587"/>
                    <a:pt x="9904" y="12663"/>
                    <a:pt x="10062" y="12663"/>
                  </a:cubicBezTo>
                  <a:cubicBezTo>
                    <a:pt x="10113" y="12663"/>
                    <a:pt x="10162" y="12655"/>
                    <a:pt x="10208" y="12640"/>
                  </a:cubicBezTo>
                  <a:cubicBezTo>
                    <a:pt x="10397" y="12514"/>
                    <a:pt x="10492" y="12262"/>
                    <a:pt x="10397" y="12073"/>
                  </a:cubicBezTo>
                  <a:lnTo>
                    <a:pt x="9767" y="10844"/>
                  </a:lnTo>
                  <a:cubicBezTo>
                    <a:pt x="11594" y="9584"/>
                    <a:pt x="12476" y="7347"/>
                    <a:pt x="11972" y="5142"/>
                  </a:cubicBezTo>
                  <a:cubicBezTo>
                    <a:pt x="13485" y="3882"/>
                    <a:pt x="13359" y="1582"/>
                    <a:pt x="11752" y="511"/>
                  </a:cubicBezTo>
                  <a:cubicBezTo>
                    <a:pt x="11243" y="171"/>
                    <a:pt x="10658" y="5"/>
                    <a:pt x="10078" y="5"/>
                  </a:cubicBezTo>
                  <a:cubicBezTo>
                    <a:pt x="9258" y="5"/>
                    <a:pt x="8449" y="338"/>
                    <a:pt x="7877" y="983"/>
                  </a:cubicBezTo>
                  <a:cubicBezTo>
                    <a:pt x="7483" y="905"/>
                    <a:pt x="7081" y="865"/>
                    <a:pt x="6679" y="865"/>
                  </a:cubicBezTo>
                  <a:cubicBezTo>
                    <a:pt x="6278" y="865"/>
                    <a:pt x="5876" y="905"/>
                    <a:pt x="5482" y="983"/>
                  </a:cubicBezTo>
                  <a:cubicBezTo>
                    <a:pt x="4898" y="326"/>
                    <a:pt x="4090" y="1"/>
                    <a:pt x="32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1" name="Google Shape;15331;p82"/>
            <p:cNvSpPr/>
            <p:nvPr/>
          </p:nvSpPr>
          <p:spPr>
            <a:xfrm>
              <a:off x="-42644075" y="2060025"/>
              <a:ext cx="59100" cy="65400"/>
            </a:xfrm>
            <a:custGeom>
              <a:avLst/>
              <a:gdLst/>
              <a:ahLst/>
              <a:cxnLst/>
              <a:rect l="l" t="t" r="r" b="b"/>
              <a:pathLst>
                <a:path w="2364" h="2616" extrusionOk="0">
                  <a:moveTo>
                    <a:pt x="442" y="0"/>
                  </a:moveTo>
                  <a:cubicBezTo>
                    <a:pt x="189" y="0"/>
                    <a:pt x="0" y="189"/>
                    <a:pt x="0" y="410"/>
                  </a:cubicBezTo>
                  <a:lnTo>
                    <a:pt x="0" y="2237"/>
                  </a:lnTo>
                  <a:cubicBezTo>
                    <a:pt x="0" y="2458"/>
                    <a:pt x="189" y="2615"/>
                    <a:pt x="442" y="2615"/>
                  </a:cubicBezTo>
                  <a:lnTo>
                    <a:pt x="1922" y="2615"/>
                  </a:lnTo>
                  <a:cubicBezTo>
                    <a:pt x="2174" y="2615"/>
                    <a:pt x="2363" y="2426"/>
                    <a:pt x="2363" y="2237"/>
                  </a:cubicBezTo>
                  <a:cubicBezTo>
                    <a:pt x="2363" y="1954"/>
                    <a:pt x="2174" y="1796"/>
                    <a:pt x="1922" y="1796"/>
                  </a:cubicBezTo>
                  <a:lnTo>
                    <a:pt x="820" y="1796"/>
                  </a:lnTo>
                  <a:lnTo>
                    <a:pt x="820" y="410"/>
                  </a:lnTo>
                  <a:cubicBezTo>
                    <a:pt x="820" y="189"/>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32" name="Google Shape;15332;p82"/>
          <p:cNvGrpSpPr/>
          <p:nvPr/>
        </p:nvGrpSpPr>
        <p:grpSpPr>
          <a:xfrm>
            <a:off x="1722948" y="2648810"/>
            <a:ext cx="447608" cy="485677"/>
            <a:chOff x="-42778750" y="2320125"/>
            <a:chExt cx="285125" cy="309375"/>
          </a:xfrm>
        </p:grpSpPr>
        <p:sp>
          <p:nvSpPr>
            <p:cNvPr id="15333" name="Google Shape;15333;p82"/>
            <p:cNvSpPr/>
            <p:nvPr/>
          </p:nvSpPr>
          <p:spPr>
            <a:xfrm>
              <a:off x="-42778750" y="2320125"/>
              <a:ext cx="285125" cy="309375"/>
            </a:xfrm>
            <a:custGeom>
              <a:avLst/>
              <a:gdLst/>
              <a:ahLst/>
              <a:cxnLst/>
              <a:rect l="l" t="t" r="r" b="b"/>
              <a:pathLst>
                <a:path w="11405" h="12375" extrusionOk="0">
                  <a:moveTo>
                    <a:pt x="5654" y="815"/>
                  </a:moveTo>
                  <a:cubicBezTo>
                    <a:pt x="5920" y="815"/>
                    <a:pt x="6185" y="965"/>
                    <a:pt x="6459" y="1253"/>
                  </a:cubicBezTo>
                  <a:cubicBezTo>
                    <a:pt x="6711" y="1568"/>
                    <a:pt x="6963" y="1978"/>
                    <a:pt x="7120" y="2419"/>
                  </a:cubicBezTo>
                  <a:cubicBezTo>
                    <a:pt x="6616" y="2545"/>
                    <a:pt x="6144" y="2734"/>
                    <a:pt x="5671" y="2923"/>
                  </a:cubicBezTo>
                  <a:cubicBezTo>
                    <a:pt x="5198" y="2734"/>
                    <a:pt x="4726" y="2545"/>
                    <a:pt x="4190" y="2419"/>
                  </a:cubicBezTo>
                  <a:cubicBezTo>
                    <a:pt x="4348" y="2072"/>
                    <a:pt x="4568" y="1663"/>
                    <a:pt x="4789" y="1348"/>
                  </a:cubicBezTo>
                  <a:cubicBezTo>
                    <a:pt x="5083" y="988"/>
                    <a:pt x="5368" y="815"/>
                    <a:pt x="5654" y="815"/>
                  </a:cubicBezTo>
                  <a:close/>
                  <a:moveTo>
                    <a:pt x="3938" y="3238"/>
                  </a:moveTo>
                  <a:cubicBezTo>
                    <a:pt x="4159" y="3332"/>
                    <a:pt x="4411" y="3364"/>
                    <a:pt x="4600" y="3427"/>
                  </a:cubicBezTo>
                  <a:cubicBezTo>
                    <a:pt x="4285" y="3616"/>
                    <a:pt x="4033" y="3774"/>
                    <a:pt x="3781" y="3900"/>
                  </a:cubicBezTo>
                  <a:cubicBezTo>
                    <a:pt x="3844" y="3679"/>
                    <a:pt x="3907" y="3427"/>
                    <a:pt x="3938" y="3238"/>
                  </a:cubicBezTo>
                  <a:close/>
                  <a:moveTo>
                    <a:pt x="7341" y="3238"/>
                  </a:moveTo>
                  <a:cubicBezTo>
                    <a:pt x="7435" y="3490"/>
                    <a:pt x="7467" y="3711"/>
                    <a:pt x="7498" y="3963"/>
                  </a:cubicBezTo>
                  <a:cubicBezTo>
                    <a:pt x="7246" y="3805"/>
                    <a:pt x="6963" y="3616"/>
                    <a:pt x="6679" y="3490"/>
                  </a:cubicBezTo>
                  <a:cubicBezTo>
                    <a:pt x="6868" y="3364"/>
                    <a:pt x="7120" y="3301"/>
                    <a:pt x="7341" y="3238"/>
                  </a:cubicBezTo>
                  <a:close/>
                  <a:moveTo>
                    <a:pt x="2340" y="2993"/>
                  </a:moveTo>
                  <a:cubicBezTo>
                    <a:pt x="2618" y="2993"/>
                    <a:pt x="2897" y="3021"/>
                    <a:pt x="3151" y="3049"/>
                  </a:cubicBezTo>
                  <a:cubicBezTo>
                    <a:pt x="3025" y="3522"/>
                    <a:pt x="2899" y="3994"/>
                    <a:pt x="2867" y="4593"/>
                  </a:cubicBezTo>
                  <a:cubicBezTo>
                    <a:pt x="2457" y="4908"/>
                    <a:pt x="2048" y="5223"/>
                    <a:pt x="1670" y="5569"/>
                  </a:cubicBezTo>
                  <a:cubicBezTo>
                    <a:pt x="1040" y="4782"/>
                    <a:pt x="473" y="3616"/>
                    <a:pt x="1355" y="3175"/>
                  </a:cubicBezTo>
                  <a:cubicBezTo>
                    <a:pt x="1651" y="3036"/>
                    <a:pt x="1995" y="2993"/>
                    <a:pt x="2340" y="2993"/>
                  </a:cubicBezTo>
                  <a:close/>
                  <a:moveTo>
                    <a:pt x="8935" y="3013"/>
                  </a:moveTo>
                  <a:cubicBezTo>
                    <a:pt x="9678" y="3013"/>
                    <a:pt x="10397" y="3218"/>
                    <a:pt x="10397" y="3868"/>
                  </a:cubicBezTo>
                  <a:cubicBezTo>
                    <a:pt x="10397" y="4435"/>
                    <a:pt x="9956" y="5097"/>
                    <a:pt x="9609" y="5569"/>
                  </a:cubicBezTo>
                  <a:cubicBezTo>
                    <a:pt x="9294" y="5254"/>
                    <a:pt x="8884" y="4908"/>
                    <a:pt x="8412" y="4593"/>
                  </a:cubicBezTo>
                  <a:cubicBezTo>
                    <a:pt x="8349" y="4089"/>
                    <a:pt x="8254" y="3553"/>
                    <a:pt x="8160" y="3080"/>
                  </a:cubicBezTo>
                  <a:cubicBezTo>
                    <a:pt x="8400" y="3039"/>
                    <a:pt x="8669" y="3013"/>
                    <a:pt x="8935" y="3013"/>
                  </a:cubicBezTo>
                  <a:close/>
                  <a:moveTo>
                    <a:pt x="8538" y="5695"/>
                  </a:moveTo>
                  <a:cubicBezTo>
                    <a:pt x="8727" y="5853"/>
                    <a:pt x="8884" y="6010"/>
                    <a:pt x="9042" y="6168"/>
                  </a:cubicBezTo>
                  <a:cubicBezTo>
                    <a:pt x="8884" y="6325"/>
                    <a:pt x="8695" y="6483"/>
                    <a:pt x="8538" y="6640"/>
                  </a:cubicBezTo>
                  <a:lnTo>
                    <a:pt x="8538" y="5695"/>
                  </a:lnTo>
                  <a:close/>
                  <a:moveTo>
                    <a:pt x="2741" y="5727"/>
                  </a:moveTo>
                  <a:lnTo>
                    <a:pt x="2741" y="6672"/>
                  </a:lnTo>
                  <a:cubicBezTo>
                    <a:pt x="2552" y="6514"/>
                    <a:pt x="2394" y="6357"/>
                    <a:pt x="2237" y="6199"/>
                  </a:cubicBezTo>
                  <a:cubicBezTo>
                    <a:pt x="2426" y="6010"/>
                    <a:pt x="2583" y="5884"/>
                    <a:pt x="2741" y="5727"/>
                  </a:cubicBezTo>
                  <a:close/>
                  <a:moveTo>
                    <a:pt x="5671" y="3837"/>
                  </a:moveTo>
                  <a:cubicBezTo>
                    <a:pt x="6364" y="4152"/>
                    <a:pt x="7026" y="4561"/>
                    <a:pt x="7656" y="5002"/>
                  </a:cubicBezTo>
                  <a:cubicBezTo>
                    <a:pt x="7750" y="5821"/>
                    <a:pt x="7750" y="6609"/>
                    <a:pt x="7656" y="7334"/>
                  </a:cubicBezTo>
                  <a:cubicBezTo>
                    <a:pt x="7026" y="7775"/>
                    <a:pt x="6364" y="8184"/>
                    <a:pt x="5671" y="8531"/>
                  </a:cubicBezTo>
                  <a:cubicBezTo>
                    <a:pt x="4946" y="8216"/>
                    <a:pt x="4285" y="7806"/>
                    <a:pt x="3655" y="7334"/>
                  </a:cubicBezTo>
                  <a:cubicBezTo>
                    <a:pt x="3560" y="6609"/>
                    <a:pt x="3560" y="5821"/>
                    <a:pt x="3655" y="5002"/>
                  </a:cubicBezTo>
                  <a:cubicBezTo>
                    <a:pt x="3970" y="4782"/>
                    <a:pt x="4285" y="4593"/>
                    <a:pt x="4631" y="4404"/>
                  </a:cubicBezTo>
                  <a:cubicBezTo>
                    <a:pt x="4978" y="4183"/>
                    <a:pt x="5356" y="3994"/>
                    <a:pt x="5671" y="3837"/>
                  </a:cubicBezTo>
                  <a:close/>
                  <a:moveTo>
                    <a:pt x="3781" y="8436"/>
                  </a:moveTo>
                  <a:lnTo>
                    <a:pt x="3781" y="8436"/>
                  </a:lnTo>
                  <a:cubicBezTo>
                    <a:pt x="3907" y="8531"/>
                    <a:pt x="4033" y="8594"/>
                    <a:pt x="4222" y="8688"/>
                  </a:cubicBezTo>
                  <a:cubicBezTo>
                    <a:pt x="4241" y="8641"/>
                    <a:pt x="4248" y="8625"/>
                    <a:pt x="4250" y="8625"/>
                  </a:cubicBezTo>
                  <a:lnTo>
                    <a:pt x="4250" y="8625"/>
                  </a:lnTo>
                  <a:cubicBezTo>
                    <a:pt x="4252" y="8625"/>
                    <a:pt x="4233" y="8679"/>
                    <a:pt x="4225" y="8690"/>
                  </a:cubicBezTo>
                  <a:lnTo>
                    <a:pt x="4225" y="8690"/>
                  </a:lnTo>
                  <a:cubicBezTo>
                    <a:pt x="4224" y="8689"/>
                    <a:pt x="4223" y="8689"/>
                    <a:pt x="4222" y="8688"/>
                  </a:cubicBezTo>
                  <a:lnTo>
                    <a:pt x="4222" y="8688"/>
                  </a:lnTo>
                  <a:cubicBezTo>
                    <a:pt x="4222" y="8691"/>
                    <a:pt x="4222" y="8692"/>
                    <a:pt x="4223" y="8692"/>
                  </a:cubicBezTo>
                  <a:cubicBezTo>
                    <a:pt x="4223" y="8692"/>
                    <a:pt x="4224" y="8691"/>
                    <a:pt x="4225" y="8690"/>
                  </a:cubicBezTo>
                  <a:lnTo>
                    <a:pt x="4225" y="8690"/>
                  </a:lnTo>
                  <a:cubicBezTo>
                    <a:pt x="4350" y="8753"/>
                    <a:pt x="4475" y="8846"/>
                    <a:pt x="4631" y="8909"/>
                  </a:cubicBezTo>
                  <a:cubicBezTo>
                    <a:pt x="4411" y="9003"/>
                    <a:pt x="4159" y="9066"/>
                    <a:pt x="3970" y="9129"/>
                  </a:cubicBezTo>
                  <a:cubicBezTo>
                    <a:pt x="3907" y="8909"/>
                    <a:pt x="3844" y="8688"/>
                    <a:pt x="3781" y="8436"/>
                  </a:cubicBezTo>
                  <a:close/>
                  <a:moveTo>
                    <a:pt x="7498" y="8499"/>
                  </a:moveTo>
                  <a:cubicBezTo>
                    <a:pt x="7467" y="8688"/>
                    <a:pt x="7435" y="8909"/>
                    <a:pt x="7341" y="9161"/>
                  </a:cubicBezTo>
                  <a:cubicBezTo>
                    <a:pt x="7120" y="9066"/>
                    <a:pt x="6868" y="9035"/>
                    <a:pt x="6679" y="8972"/>
                  </a:cubicBezTo>
                  <a:cubicBezTo>
                    <a:pt x="6994" y="8814"/>
                    <a:pt x="7278" y="8625"/>
                    <a:pt x="7498" y="8499"/>
                  </a:cubicBezTo>
                  <a:close/>
                  <a:moveTo>
                    <a:pt x="1638" y="6798"/>
                  </a:moveTo>
                  <a:cubicBezTo>
                    <a:pt x="1985" y="7145"/>
                    <a:pt x="2394" y="7491"/>
                    <a:pt x="2836" y="7775"/>
                  </a:cubicBezTo>
                  <a:cubicBezTo>
                    <a:pt x="2899" y="8279"/>
                    <a:pt x="2993" y="8814"/>
                    <a:pt x="3088" y="9287"/>
                  </a:cubicBezTo>
                  <a:cubicBezTo>
                    <a:pt x="2848" y="9347"/>
                    <a:pt x="2583" y="9369"/>
                    <a:pt x="2309" y="9369"/>
                  </a:cubicBezTo>
                  <a:cubicBezTo>
                    <a:pt x="2150" y="9369"/>
                    <a:pt x="1989" y="9361"/>
                    <a:pt x="1827" y="9350"/>
                  </a:cubicBezTo>
                  <a:cubicBezTo>
                    <a:pt x="1103" y="9224"/>
                    <a:pt x="725" y="8846"/>
                    <a:pt x="945" y="8090"/>
                  </a:cubicBezTo>
                  <a:cubicBezTo>
                    <a:pt x="1040" y="7649"/>
                    <a:pt x="1323" y="7239"/>
                    <a:pt x="1638" y="6798"/>
                  </a:cubicBezTo>
                  <a:close/>
                  <a:moveTo>
                    <a:pt x="9641" y="6830"/>
                  </a:moveTo>
                  <a:cubicBezTo>
                    <a:pt x="9987" y="7271"/>
                    <a:pt x="10428" y="7932"/>
                    <a:pt x="10428" y="8531"/>
                  </a:cubicBezTo>
                  <a:cubicBezTo>
                    <a:pt x="10405" y="9192"/>
                    <a:pt x="9707" y="9391"/>
                    <a:pt x="8988" y="9391"/>
                  </a:cubicBezTo>
                  <a:cubicBezTo>
                    <a:pt x="8713" y="9391"/>
                    <a:pt x="8435" y="9362"/>
                    <a:pt x="8191" y="9318"/>
                  </a:cubicBezTo>
                  <a:cubicBezTo>
                    <a:pt x="8286" y="8846"/>
                    <a:pt x="8412" y="8373"/>
                    <a:pt x="8443" y="7806"/>
                  </a:cubicBezTo>
                  <a:cubicBezTo>
                    <a:pt x="8853" y="7491"/>
                    <a:pt x="9294" y="7176"/>
                    <a:pt x="9641" y="6830"/>
                  </a:cubicBezTo>
                  <a:close/>
                  <a:moveTo>
                    <a:pt x="5671" y="9444"/>
                  </a:moveTo>
                  <a:cubicBezTo>
                    <a:pt x="6144" y="9633"/>
                    <a:pt x="6616" y="9822"/>
                    <a:pt x="7120" y="9948"/>
                  </a:cubicBezTo>
                  <a:cubicBezTo>
                    <a:pt x="6868" y="10453"/>
                    <a:pt x="6522" y="11177"/>
                    <a:pt x="6049" y="11429"/>
                  </a:cubicBezTo>
                  <a:cubicBezTo>
                    <a:pt x="5909" y="11527"/>
                    <a:pt x="5782" y="11569"/>
                    <a:pt x="5659" y="11569"/>
                  </a:cubicBezTo>
                  <a:cubicBezTo>
                    <a:pt x="5504" y="11569"/>
                    <a:pt x="5356" y="11503"/>
                    <a:pt x="5198" y="11398"/>
                  </a:cubicBezTo>
                  <a:cubicBezTo>
                    <a:pt x="4757" y="11083"/>
                    <a:pt x="4411" y="10453"/>
                    <a:pt x="4222" y="9948"/>
                  </a:cubicBezTo>
                  <a:cubicBezTo>
                    <a:pt x="4694" y="9822"/>
                    <a:pt x="5198" y="9633"/>
                    <a:pt x="5671" y="9444"/>
                  </a:cubicBezTo>
                  <a:close/>
                  <a:moveTo>
                    <a:pt x="5689" y="1"/>
                  </a:moveTo>
                  <a:cubicBezTo>
                    <a:pt x="5142" y="1"/>
                    <a:pt x="4663" y="283"/>
                    <a:pt x="4285" y="686"/>
                  </a:cubicBezTo>
                  <a:cubicBezTo>
                    <a:pt x="3907" y="1127"/>
                    <a:pt x="3623" y="1663"/>
                    <a:pt x="3434" y="2261"/>
                  </a:cubicBezTo>
                  <a:cubicBezTo>
                    <a:pt x="3054" y="2197"/>
                    <a:pt x="2712" y="2168"/>
                    <a:pt x="2405" y="2168"/>
                  </a:cubicBezTo>
                  <a:cubicBezTo>
                    <a:pt x="753" y="2168"/>
                    <a:pt x="126" y="3018"/>
                    <a:pt x="126" y="3868"/>
                  </a:cubicBezTo>
                  <a:cubicBezTo>
                    <a:pt x="126" y="4687"/>
                    <a:pt x="630" y="5538"/>
                    <a:pt x="1166" y="6168"/>
                  </a:cubicBezTo>
                  <a:cubicBezTo>
                    <a:pt x="788" y="6640"/>
                    <a:pt x="441" y="7176"/>
                    <a:pt x="221" y="7775"/>
                  </a:cubicBezTo>
                  <a:cubicBezTo>
                    <a:pt x="0" y="8499"/>
                    <a:pt x="126" y="9224"/>
                    <a:pt x="693" y="9696"/>
                  </a:cubicBezTo>
                  <a:cubicBezTo>
                    <a:pt x="1155" y="10078"/>
                    <a:pt x="1784" y="10204"/>
                    <a:pt x="2416" y="10204"/>
                  </a:cubicBezTo>
                  <a:cubicBezTo>
                    <a:pt x="2775" y="10204"/>
                    <a:pt x="3135" y="10163"/>
                    <a:pt x="3466" y="10106"/>
                  </a:cubicBezTo>
                  <a:lnTo>
                    <a:pt x="3812" y="10925"/>
                  </a:lnTo>
                  <a:cubicBezTo>
                    <a:pt x="4442" y="12059"/>
                    <a:pt x="5135" y="12374"/>
                    <a:pt x="5702" y="12374"/>
                  </a:cubicBezTo>
                  <a:cubicBezTo>
                    <a:pt x="6837" y="12374"/>
                    <a:pt x="7593" y="11177"/>
                    <a:pt x="8002" y="10106"/>
                  </a:cubicBezTo>
                  <a:cubicBezTo>
                    <a:pt x="8317" y="10159"/>
                    <a:pt x="8660" y="10194"/>
                    <a:pt x="9004" y="10194"/>
                  </a:cubicBezTo>
                  <a:cubicBezTo>
                    <a:pt x="9690" y="10194"/>
                    <a:pt x="10376" y="10054"/>
                    <a:pt x="10838" y="9633"/>
                  </a:cubicBezTo>
                  <a:cubicBezTo>
                    <a:pt x="11310" y="9161"/>
                    <a:pt x="11373" y="8531"/>
                    <a:pt x="11216" y="7901"/>
                  </a:cubicBezTo>
                  <a:cubicBezTo>
                    <a:pt x="10995" y="7302"/>
                    <a:pt x="10617" y="6703"/>
                    <a:pt x="10208" y="6199"/>
                  </a:cubicBezTo>
                  <a:cubicBezTo>
                    <a:pt x="10838" y="5443"/>
                    <a:pt x="11405" y="4435"/>
                    <a:pt x="11184" y="3490"/>
                  </a:cubicBezTo>
                  <a:cubicBezTo>
                    <a:pt x="10995" y="2765"/>
                    <a:pt x="10397" y="2387"/>
                    <a:pt x="9641" y="2230"/>
                  </a:cubicBezTo>
                  <a:cubicBezTo>
                    <a:pt x="9406" y="2175"/>
                    <a:pt x="9153" y="2150"/>
                    <a:pt x="8895" y="2150"/>
                  </a:cubicBezTo>
                  <a:cubicBezTo>
                    <a:pt x="8565" y="2150"/>
                    <a:pt x="8226" y="2191"/>
                    <a:pt x="7908" y="2261"/>
                  </a:cubicBezTo>
                  <a:cubicBezTo>
                    <a:pt x="7593" y="1348"/>
                    <a:pt x="6994" y="340"/>
                    <a:pt x="6112" y="56"/>
                  </a:cubicBezTo>
                  <a:cubicBezTo>
                    <a:pt x="5967" y="18"/>
                    <a:pt x="5826" y="1"/>
                    <a:pt x="56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4" name="Google Shape;15334;p82"/>
            <p:cNvSpPr/>
            <p:nvPr/>
          </p:nvSpPr>
          <p:spPr>
            <a:xfrm>
              <a:off x="-42667700" y="2443600"/>
              <a:ext cx="62250" cy="61475"/>
            </a:xfrm>
            <a:custGeom>
              <a:avLst/>
              <a:gdLst/>
              <a:ahLst/>
              <a:cxnLst/>
              <a:rect l="l" t="t" r="r" b="b"/>
              <a:pathLst>
                <a:path w="2490" h="2459" extrusionOk="0">
                  <a:moveTo>
                    <a:pt x="1249" y="858"/>
                  </a:moveTo>
                  <a:cubicBezTo>
                    <a:pt x="1468" y="858"/>
                    <a:pt x="1639" y="1027"/>
                    <a:pt x="1639" y="1260"/>
                  </a:cubicBezTo>
                  <a:cubicBezTo>
                    <a:pt x="1607" y="1418"/>
                    <a:pt x="1481" y="1575"/>
                    <a:pt x="1323" y="1670"/>
                  </a:cubicBezTo>
                  <a:cubicBezTo>
                    <a:pt x="1285" y="1681"/>
                    <a:pt x="1248" y="1686"/>
                    <a:pt x="1211" y="1686"/>
                  </a:cubicBezTo>
                  <a:cubicBezTo>
                    <a:pt x="1040" y="1686"/>
                    <a:pt x="897" y="1569"/>
                    <a:pt x="819" y="1386"/>
                  </a:cubicBezTo>
                  <a:cubicBezTo>
                    <a:pt x="756" y="1134"/>
                    <a:pt x="851" y="945"/>
                    <a:pt x="1103" y="882"/>
                  </a:cubicBezTo>
                  <a:cubicBezTo>
                    <a:pt x="1153" y="866"/>
                    <a:pt x="1202" y="858"/>
                    <a:pt x="1249" y="858"/>
                  </a:cubicBezTo>
                  <a:close/>
                  <a:moveTo>
                    <a:pt x="1229" y="0"/>
                  </a:moveTo>
                  <a:cubicBezTo>
                    <a:pt x="567" y="0"/>
                    <a:pt x="0" y="567"/>
                    <a:pt x="0" y="1229"/>
                  </a:cubicBezTo>
                  <a:cubicBezTo>
                    <a:pt x="0" y="1874"/>
                    <a:pt x="509" y="2459"/>
                    <a:pt x="1177" y="2459"/>
                  </a:cubicBezTo>
                  <a:cubicBezTo>
                    <a:pt x="1194" y="2459"/>
                    <a:pt x="1211" y="2458"/>
                    <a:pt x="1229" y="2458"/>
                  </a:cubicBezTo>
                  <a:cubicBezTo>
                    <a:pt x="1891" y="2458"/>
                    <a:pt x="2489" y="1891"/>
                    <a:pt x="2489" y="1229"/>
                  </a:cubicBezTo>
                  <a:cubicBezTo>
                    <a:pt x="2426" y="567"/>
                    <a:pt x="1891" y="0"/>
                    <a:pt x="12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35" name="Google Shape;15335;p82"/>
          <p:cNvGrpSpPr/>
          <p:nvPr/>
        </p:nvGrpSpPr>
        <p:grpSpPr>
          <a:xfrm>
            <a:off x="1693173" y="3244816"/>
            <a:ext cx="500788" cy="499571"/>
            <a:chOff x="-42796875" y="2680675"/>
            <a:chExt cx="319000" cy="318225"/>
          </a:xfrm>
        </p:grpSpPr>
        <p:sp>
          <p:nvSpPr>
            <p:cNvPr id="15336" name="Google Shape;15336;p82"/>
            <p:cNvSpPr/>
            <p:nvPr/>
          </p:nvSpPr>
          <p:spPr>
            <a:xfrm>
              <a:off x="-42671650" y="2853950"/>
              <a:ext cx="70125" cy="21275"/>
            </a:xfrm>
            <a:custGeom>
              <a:avLst/>
              <a:gdLst/>
              <a:ahLst/>
              <a:cxnLst/>
              <a:rect l="l" t="t" r="r" b="b"/>
              <a:pathLst>
                <a:path w="2805" h="851" extrusionOk="0">
                  <a:moveTo>
                    <a:pt x="442" y="0"/>
                  </a:moveTo>
                  <a:cubicBezTo>
                    <a:pt x="190" y="0"/>
                    <a:pt x="1" y="221"/>
                    <a:pt x="1" y="410"/>
                  </a:cubicBezTo>
                  <a:cubicBezTo>
                    <a:pt x="1" y="630"/>
                    <a:pt x="190" y="851"/>
                    <a:pt x="442" y="851"/>
                  </a:cubicBezTo>
                  <a:lnTo>
                    <a:pt x="2364" y="851"/>
                  </a:lnTo>
                  <a:cubicBezTo>
                    <a:pt x="2616" y="851"/>
                    <a:pt x="2773" y="630"/>
                    <a:pt x="2773" y="410"/>
                  </a:cubicBezTo>
                  <a:cubicBezTo>
                    <a:pt x="2805" y="221"/>
                    <a:pt x="2584" y="0"/>
                    <a:pt x="23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7" name="Google Shape;15337;p82"/>
            <p:cNvSpPr/>
            <p:nvPr/>
          </p:nvSpPr>
          <p:spPr>
            <a:xfrm>
              <a:off x="-42671650" y="2895675"/>
              <a:ext cx="70125" cy="20525"/>
            </a:xfrm>
            <a:custGeom>
              <a:avLst/>
              <a:gdLst/>
              <a:ahLst/>
              <a:cxnLst/>
              <a:rect l="l" t="t" r="r" b="b"/>
              <a:pathLst>
                <a:path w="2805" h="821" extrusionOk="0">
                  <a:moveTo>
                    <a:pt x="442" y="1"/>
                  </a:moveTo>
                  <a:cubicBezTo>
                    <a:pt x="190" y="1"/>
                    <a:pt x="1" y="190"/>
                    <a:pt x="1" y="442"/>
                  </a:cubicBezTo>
                  <a:cubicBezTo>
                    <a:pt x="1" y="663"/>
                    <a:pt x="190" y="820"/>
                    <a:pt x="442" y="820"/>
                  </a:cubicBezTo>
                  <a:lnTo>
                    <a:pt x="2364" y="820"/>
                  </a:lnTo>
                  <a:cubicBezTo>
                    <a:pt x="2616" y="820"/>
                    <a:pt x="2773" y="631"/>
                    <a:pt x="2773" y="442"/>
                  </a:cubicBezTo>
                  <a:cubicBezTo>
                    <a:pt x="2805" y="190"/>
                    <a:pt x="2584" y="1"/>
                    <a:pt x="23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8" name="Google Shape;15338;p82"/>
            <p:cNvSpPr/>
            <p:nvPr/>
          </p:nvSpPr>
          <p:spPr>
            <a:xfrm>
              <a:off x="-42796875" y="2680675"/>
              <a:ext cx="319000" cy="318225"/>
            </a:xfrm>
            <a:custGeom>
              <a:avLst/>
              <a:gdLst/>
              <a:ahLst/>
              <a:cxnLst/>
              <a:rect l="l" t="t" r="r" b="b"/>
              <a:pathLst>
                <a:path w="12760" h="12729" extrusionOk="0">
                  <a:moveTo>
                    <a:pt x="9011" y="882"/>
                  </a:moveTo>
                  <a:cubicBezTo>
                    <a:pt x="9168" y="882"/>
                    <a:pt x="9357" y="914"/>
                    <a:pt x="9483" y="945"/>
                  </a:cubicBezTo>
                  <a:cubicBezTo>
                    <a:pt x="9799" y="1071"/>
                    <a:pt x="10051" y="1355"/>
                    <a:pt x="10177" y="1701"/>
                  </a:cubicBezTo>
                  <a:lnTo>
                    <a:pt x="2615" y="1701"/>
                  </a:lnTo>
                  <a:cubicBezTo>
                    <a:pt x="2804" y="1229"/>
                    <a:pt x="3245" y="882"/>
                    <a:pt x="3781" y="882"/>
                  </a:cubicBezTo>
                  <a:close/>
                  <a:moveTo>
                    <a:pt x="1733" y="3623"/>
                  </a:moveTo>
                  <a:lnTo>
                    <a:pt x="1733" y="5293"/>
                  </a:lnTo>
                  <a:lnTo>
                    <a:pt x="914" y="5293"/>
                  </a:lnTo>
                  <a:lnTo>
                    <a:pt x="914" y="3623"/>
                  </a:lnTo>
                  <a:close/>
                  <a:moveTo>
                    <a:pt x="11941" y="3623"/>
                  </a:moveTo>
                  <a:lnTo>
                    <a:pt x="11941" y="5293"/>
                  </a:lnTo>
                  <a:lnTo>
                    <a:pt x="11122" y="5293"/>
                  </a:lnTo>
                  <a:lnTo>
                    <a:pt x="11122" y="3623"/>
                  </a:lnTo>
                  <a:close/>
                  <a:moveTo>
                    <a:pt x="10240" y="2521"/>
                  </a:moveTo>
                  <a:lnTo>
                    <a:pt x="10240" y="5316"/>
                  </a:lnTo>
                  <a:lnTo>
                    <a:pt x="10240" y="5316"/>
                  </a:lnTo>
                  <a:cubicBezTo>
                    <a:pt x="10144" y="5293"/>
                    <a:pt x="10003" y="5293"/>
                    <a:pt x="9862" y="5293"/>
                  </a:cubicBezTo>
                  <a:lnTo>
                    <a:pt x="6932" y="5293"/>
                  </a:lnTo>
                  <a:lnTo>
                    <a:pt x="6932" y="2521"/>
                  </a:lnTo>
                  <a:close/>
                  <a:moveTo>
                    <a:pt x="6144" y="2521"/>
                  </a:moveTo>
                  <a:lnTo>
                    <a:pt x="6144" y="5293"/>
                  </a:lnTo>
                  <a:lnTo>
                    <a:pt x="2962" y="5293"/>
                  </a:lnTo>
                  <a:cubicBezTo>
                    <a:pt x="2804" y="5293"/>
                    <a:pt x="2678" y="5293"/>
                    <a:pt x="2552" y="5324"/>
                  </a:cubicBezTo>
                  <a:lnTo>
                    <a:pt x="2552" y="2521"/>
                  </a:lnTo>
                  <a:close/>
                  <a:moveTo>
                    <a:pt x="9893" y="6207"/>
                  </a:moveTo>
                  <a:cubicBezTo>
                    <a:pt x="10555" y="6207"/>
                    <a:pt x="11122" y="6742"/>
                    <a:pt x="11122" y="7404"/>
                  </a:cubicBezTo>
                  <a:lnTo>
                    <a:pt x="11122" y="9861"/>
                  </a:lnTo>
                  <a:cubicBezTo>
                    <a:pt x="11122" y="10019"/>
                    <a:pt x="11027" y="10145"/>
                    <a:pt x="10933" y="10208"/>
                  </a:cubicBezTo>
                  <a:cubicBezTo>
                    <a:pt x="10838" y="10239"/>
                    <a:pt x="10775" y="10302"/>
                    <a:pt x="10681" y="10302"/>
                  </a:cubicBezTo>
                  <a:lnTo>
                    <a:pt x="2143" y="10302"/>
                  </a:lnTo>
                  <a:cubicBezTo>
                    <a:pt x="1922" y="10302"/>
                    <a:pt x="1796" y="10176"/>
                    <a:pt x="1733" y="10019"/>
                  </a:cubicBezTo>
                  <a:cubicBezTo>
                    <a:pt x="1702" y="9924"/>
                    <a:pt x="1733" y="10050"/>
                    <a:pt x="1733" y="8254"/>
                  </a:cubicBezTo>
                  <a:lnTo>
                    <a:pt x="1733" y="7404"/>
                  </a:lnTo>
                  <a:cubicBezTo>
                    <a:pt x="1733" y="6994"/>
                    <a:pt x="1922" y="6616"/>
                    <a:pt x="2300" y="6396"/>
                  </a:cubicBezTo>
                  <a:cubicBezTo>
                    <a:pt x="2489" y="6270"/>
                    <a:pt x="2710" y="6207"/>
                    <a:pt x="2993" y="6207"/>
                  </a:cubicBezTo>
                  <a:close/>
                  <a:moveTo>
                    <a:pt x="3403" y="11090"/>
                  </a:moveTo>
                  <a:lnTo>
                    <a:pt x="3403" y="11909"/>
                  </a:lnTo>
                  <a:lnTo>
                    <a:pt x="2552" y="11909"/>
                  </a:lnTo>
                  <a:lnTo>
                    <a:pt x="2552" y="11090"/>
                  </a:lnTo>
                  <a:close/>
                  <a:moveTo>
                    <a:pt x="10271" y="11090"/>
                  </a:moveTo>
                  <a:lnTo>
                    <a:pt x="10271" y="11909"/>
                  </a:lnTo>
                  <a:lnTo>
                    <a:pt x="9452" y="11909"/>
                  </a:lnTo>
                  <a:lnTo>
                    <a:pt x="9452" y="11090"/>
                  </a:lnTo>
                  <a:close/>
                  <a:moveTo>
                    <a:pt x="3750" y="0"/>
                  </a:moveTo>
                  <a:cubicBezTo>
                    <a:pt x="2615" y="0"/>
                    <a:pt x="1670" y="945"/>
                    <a:pt x="1670" y="2079"/>
                  </a:cubicBezTo>
                  <a:lnTo>
                    <a:pt x="1670" y="2804"/>
                  </a:lnTo>
                  <a:lnTo>
                    <a:pt x="442" y="2804"/>
                  </a:lnTo>
                  <a:cubicBezTo>
                    <a:pt x="190" y="2804"/>
                    <a:pt x="0" y="2993"/>
                    <a:pt x="0" y="3214"/>
                  </a:cubicBezTo>
                  <a:lnTo>
                    <a:pt x="0" y="5671"/>
                  </a:lnTo>
                  <a:cubicBezTo>
                    <a:pt x="0" y="5923"/>
                    <a:pt x="190" y="6112"/>
                    <a:pt x="442" y="6112"/>
                  </a:cubicBezTo>
                  <a:lnTo>
                    <a:pt x="1261" y="6112"/>
                  </a:lnTo>
                  <a:cubicBezTo>
                    <a:pt x="977" y="6459"/>
                    <a:pt x="820" y="6900"/>
                    <a:pt x="820" y="7341"/>
                  </a:cubicBezTo>
                  <a:lnTo>
                    <a:pt x="820" y="9830"/>
                  </a:lnTo>
                  <a:cubicBezTo>
                    <a:pt x="820" y="10365"/>
                    <a:pt x="1198" y="10806"/>
                    <a:pt x="1670" y="10995"/>
                  </a:cubicBezTo>
                  <a:lnTo>
                    <a:pt x="1670" y="12287"/>
                  </a:lnTo>
                  <a:cubicBezTo>
                    <a:pt x="1670" y="12539"/>
                    <a:pt x="1859" y="12728"/>
                    <a:pt x="2048" y="12728"/>
                  </a:cubicBezTo>
                  <a:lnTo>
                    <a:pt x="3718" y="12728"/>
                  </a:lnTo>
                  <a:cubicBezTo>
                    <a:pt x="3939" y="12728"/>
                    <a:pt x="4096" y="12539"/>
                    <a:pt x="4096" y="12287"/>
                  </a:cubicBezTo>
                  <a:lnTo>
                    <a:pt x="4096" y="11090"/>
                  </a:lnTo>
                  <a:lnTo>
                    <a:pt x="8507" y="11090"/>
                  </a:lnTo>
                  <a:lnTo>
                    <a:pt x="8507" y="12287"/>
                  </a:lnTo>
                  <a:cubicBezTo>
                    <a:pt x="8507" y="12539"/>
                    <a:pt x="8696" y="12728"/>
                    <a:pt x="8916" y="12728"/>
                  </a:cubicBezTo>
                  <a:lnTo>
                    <a:pt x="10555" y="12728"/>
                  </a:lnTo>
                  <a:cubicBezTo>
                    <a:pt x="10807" y="12728"/>
                    <a:pt x="10964" y="12539"/>
                    <a:pt x="10964" y="12287"/>
                  </a:cubicBezTo>
                  <a:lnTo>
                    <a:pt x="10964" y="10995"/>
                  </a:lnTo>
                  <a:cubicBezTo>
                    <a:pt x="11468" y="10838"/>
                    <a:pt x="11783" y="10365"/>
                    <a:pt x="11783" y="9830"/>
                  </a:cubicBezTo>
                  <a:lnTo>
                    <a:pt x="11783" y="7341"/>
                  </a:lnTo>
                  <a:cubicBezTo>
                    <a:pt x="11783" y="6868"/>
                    <a:pt x="11626" y="6427"/>
                    <a:pt x="11374" y="6112"/>
                  </a:cubicBezTo>
                  <a:lnTo>
                    <a:pt x="12224" y="6112"/>
                  </a:lnTo>
                  <a:cubicBezTo>
                    <a:pt x="12445" y="6112"/>
                    <a:pt x="12602" y="5923"/>
                    <a:pt x="12602" y="5671"/>
                  </a:cubicBezTo>
                  <a:lnTo>
                    <a:pt x="12602" y="3214"/>
                  </a:lnTo>
                  <a:cubicBezTo>
                    <a:pt x="12760" y="2993"/>
                    <a:pt x="12571" y="2804"/>
                    <a:pt x="12319" y="2804"/>
                  </a:cubicBezTo>
                  <a:lnTo>
                    <a:pt x="11059" y="2804"/>
                  </a:lnTo>
                  <a:lnTo>
                    <a:pt x="11059" y="2079"/>
                  </a:lnTo>
                  <a:cubicBezTo>
                    <a:pt x="11059" y="945"/>
                    <a:pt x="10145" y="0"/>
                    <a:pt x="89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9" name="Google Shape;15339;p82"/>
            <p:cNvSpPr/>
            <p:nvPr/>
          </p:nvSpPr>
          <p:spPr>
            <a:xfrm>
              <a:off x="-42753550" y="2854500"/>
              <a:ext cx="63825" cy="61700"/>
            </a:xfrm>
            <a:custGeom>
              <a:avLst/>
              <a:gdLst/>
              <a:ahLst/>
              <a:cxnLst/>
              <a:rect l="l" t="t" r="r" b="b"/>
              <a:pathLst>
                <a:path w="2553" h="2468" extrusionOk="0">
                  <a:moveTo>
                    <a:pt x="1263" y="829"/>
                  </a:moveTo>
                  <a:cubicBezTo>
                    <a:pt x="1435" y="829"/>
                    <a:pt x="1565" y="949"/>
                    <a:pt x="1639" y="1144"/>
                  </a:cubicBezTo>
                  <a:cubicBezTo>
                    <a:pt x="1718" y="1410"/>
                    <a:pt x="1483" y="1676"/>
                    <a:pt x="1218" y="1676"/>
                  </a:cubicBezTo>
                  <a:cubicBezTo>
                    <a:pt x="1170" y="1676"/>
                    <a:pt x="1120" y="1668"/>
                    <a:pt x="1071" y="1648"/>
                  </a:cubicBezTo>
                  <a:cubicBezTo>
                    <a:pt x="945" y="1616"/>
                    <a:pt x="882" y="1490"/>
                    <a:pt x="851" y="1364"/>
                  </a:cubicBezTo>
                  <a:cubicBezTo>
                    <a:pt x="756" y="1144"/>
                    <a:pt x="914" y="892"/>
                    <a:pt x="1103" y="860"/>
                  </a:cubicBezTo>
                  <a:cubicBezTo>
                    <a:pt x="1160" y="839"/>
                    <a:pt x="1213" y="829"/>
                    <a:pt x="1263" y="829"/>
                  </a:cubicBezTo>
                  <a:close/>
                  <a:moveTo>
                    <a:pt x="1234" y="0"/>
                  </a:moveTo>
                  <a:cubicBezTo>
                    <a:pt x="841" y="0"/>
                    <a:pt x="443" y="194"/>
                    <a:pt x="189" y="545"/>
                  </a:cubicBezTo>
                  <a:cubicBezTo>
                    <a:pt x="95" y="734"/>
                    <a:pt x="0" y="986"/>
                    <a:pt x="0" y="1238"/>
                  </a:cubicBezTo>
                  <a:cubicBezTo>
                    <a:pt x="0" y="1932"/>
                    <a:pt x="567" y="2467"/>
                    <a:pt x="1229" y="2467"/>
                  </a:cubicBezTo>
                  <a:cubicBezTo>
                    <a:pt x="1765" y="2467"/>
                    <a:pt x="2237" y="2121"/>
                    <a:pt x="2395" y="1616"/>
                  </a:cubicBezTo>
                  <a:cubicBezTo>
                    <a:pt x="2552" y="1081"/>
                    <a:pt x="2363" y="514"/>
                    <a:pt x="1922" y="230"/>
                  </a:cubicBezTo>
                  <a:cubicBezTo>
                    <a:pt x="1718" y="74"/>
                    <a:pt x="1477" y="0"/>
                    <a:pt x="12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0" name="Google Shape;15340;p82"/>
            <p:cNvSpPr/>
            <p:nvPr/>
          </p:nvSpPr>
          <p:spPr>
            <a:xfrm>
              <a:off x="-42581850" y="2853950"/>
              <a:ext cx="63025" cy="61475"/>
            </a:xfrm>
            <a:custGeom>
              <a:avLst/>
              <a:gdLst/>
              <a:ahLst/>
              <a:cxnLst/>
              <a:rect l="l" t="t" r="r" b="b"/>
              <a:pathLst>
                <a:path w="2521" h="2459" extrusionOk="0">
                  <a:moveTo>
                    <a:pt x="1269" y="860"/>
                  </a:moveTo>
                  <a:cubicBezTo>
                    <a:pt x="1493" y="860"/>
                    <a:pt x="1670" y="1049"/>
                    <a:pt x="1670" y="1260"/>
                  </a:cubicBezTo>
                  <a:cubicBezTo>
                    <a:pt x="1670" y="1481"/>
                    <a:pt x="1576" y="1638"/>
                    <a:pt x="1355" y="1670"/>
                  </a:cubicBezTo>
                  <a:cubicBezTo>
                    <a:pt x="1311" y="1683"/>
                    <a:pt x="1268" y="1689"/>
                    <a:pt x="1227" y="1689"/>
                  </a:cubicBezTo>
                  <a:cubicBezTo>
                    <a:pt x="1063" y="1689"/>
                    <a:pt x="927" y="1588"/>
                    <a:pt x="851" y="1386"/>
                  </a:cubicBezTo>
                  <a:cubicBezTo>
                    <a:pt x="788" y="1166"/>
                    <a:pt x="882" y="945"/>
                    <a:pt x="1135" y="882"/>
                  </a:cubicBezTo>
                  <a:cubicBezTo>
                    <a:pt x="1180" y="867"/>
                    <a:pt x="1225" y="860"/>
                    <a:pt x="1269" y="860"/>
                  </a:cubicBezTo>
                  <a:close/>
                  <a:moveTo>
                    <a:pt x="1261" y="0"/>
                  </a:moveTo>
                  <a:cubicBezTo>
                    <a:pt x="567" y="0"/>
                    <a:pt x="0" y="567"/>
                    <a:pt x="32" y="1229"/>
                  </a:cubicBezTo>
                  <a:cubicBezTo>
                    <a:pt x="32" y="1874"/>
                    <a:pt x="541" y="2459"/>
                    <a:pt x="1208" y="2459"/>
                  </a:cubicBezTo>
                  <a:cubicBezTo>
                    <a:pt x="1226" y="2459"/>
                    <a:pt x="1243" y="2458"/>
                    <a:pt x="1261" y="2458"/>
                  </a:cubicBezTo>
                  <a:cubicBezTo>
                    <a:pt x="1922" y="2458"/>
                    <a:pt x="2521" y="1891"/>
                    <a:pt x="2458" y="1229"/>
                  </a:cubicBezTo>
                  <a:cubicBezTo>
                    <a:pt x="2521" y="567"/>
                    <a:pt x="1954"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41" name="Google Shape;15341;p82"/>
          <p:cNvSpPr/>
          <p:nvPr/>
        </p:nvSpPr>
        <p:spPr>
          <a:xfrm>
            <a:off x="4586193" y="2079367"/>
            <a:ext cx="500788" cy="497373"/>
          </a:xfrm>
          <a:custGeom>
            <a:avLst/>
            <a:gdLst/>
            <a:ahLst/>
            <a:cxnLst/>
            <a:rect l="l" t="t" r="r" b="b"/>
            <a:pathLst>
              <a:path w="12760" h="12673" extrusionOk="0">
                <a:moveTo>
                  <a:pt x="2225" y="866"/>
                </a:moveTo>
                <a:cubicBezTo>
                  <a:pt x="2371" y="866"/>
                  <a:pt x="2521" y="929"/>
                  <a:pt x="2647" y="1056"/>
                </a:cubicBezTo>
                <a:lnTo>
                  <a:pt x="3245" y="1654"/>
                </a:lnTo>
                <a:lnTo>
                  <a:pt x="1702" y="3166"/>
                </a:lnTo>
                <a:lnTo>
                  <a:pt x="1103" y="2599"/>
                </a:lnTo>
                <a:cubicBezTo>
                  <a:pt x="1072" y="2536"/>
                  <a:pt x="977" y="2473"/>
                  <a:pt x="977" y="2379"/>
                </a:cubicBezTo>
                <a:cubicBezTo>
                  <a:pt x="914" y="2190"/>
                  <a:pt x="946" y="1906"/>
                  <a:pt x="1103" y="1749"/>
                </a:cubicBezTo>
                <a:lnTo>
                  <a:pt x="1828" y="1056"/>
                </a:lnTo>
                <a:cubicBezTo>
                  <a:pt x="1938" y="929"/>
                  <a:pt x="2080" y="866"/>
                  <a:pt x="2225" y="866"/>
                </a:cubicBezTo>
                <a:close/>
                <a:moveTo>
                  <a:pt x="3812" y="2221"/>
                </a:moveTo>
                <a:lnTo>
                  <a:pt x="4506" y="2914"/>
                </a:lnTo>
                <a:lnTo>
                  <a:pt x="2962" y="4427"/>
                </a:lnTo>
                <a:lnTo>
                  <a:pt x="2300" y="3765"/>
                </a:lnTo>
                <a:lnTo>
                  <a:pt x="3812" y="2221"/>
                </a:lnTo>
                <a:close/>
                <a:moveTo>
                  <a:pt x="9452" y="1056"/>
                </a:moveTo>
                <a:lnTo>
                  <a:pt x="11783" y="3387"/>
                </a:lnTo>
                <a:lnTo>
                  <a:pt x="8979" y="6159"/>
                </a:lnTo>
                <a:lnTo>
                  <a:pt x="6648" y="3828"/>
                </a:lnTo>
                <a:lnTo>
                  <a:pt x="7908" y="2599"/>
                </a:lnTo>
                <a:lnTo>
                  <a:pt x="8790" y="3450"/>
                </a:lnTo>
                <a:cubicBezTo>
                  <a:pt x="8869" y="3529"/>
                  <a:pt x="8979" y="3568"/>
                  <a:pt x="9090" y="3568"/>
                </a:cubicBezTo>
                <a:cubicBezTo>
                  <a:pt x="9200" y="3568"/>
                  <a:pt x="9310" y="3529"/>
                  <a:pt x="9389" y="3450"/>
                </a:cubicBezTo>
                <a:cubicBezTo>
                  <a:pt x="9546" y="3292"/>
                  <a:pt x="9546" y="3009"/>
                  <a:pt x="9389" y="2851"/>
                </a:cubicBezTo>
                <a:lnTo>
                  <a:pt x="8507" y="2001"/>
                </a:lnTo>
                <a:lnTo>
                  <a:pt x="9452" y="1056"/>
                </a:lnTo>
                <a:close/>
                <a:moveTo>
                  <a:pt x="5041" y="3450"/>
                </a:moveTo>
                <a:cubicBezTo>
                  <a:pt x="5356" y="3765"/>
                  <a:pt x="10366" y="8711"/>
                  <a:pt x="10523" y="8932"/>
                </a:cubicBezTo>
                <a:lnTo>
                  <a:pt x="8948" y="10412"/>
                </a:lnTo>
                <a:lnTo>
                  <a:pt x="3497" y="4994"/>
                </a:lnTo>
                <a:lnTo>
                  <a:pt x="5041" y="3450"/>
                </a:lnTo>
                <a:close/>
                <a:moveTo>
                  <a:pt x="10996" y="9625"/>
                </a:moveTo>
                <a:lnTo>
                  <a:pt x="11657" y="11610"/>
                </a:lnTo>
                <a:lnTo>
                  <a:pt x="9609" y="10948"/>
                </a:lnTo>
                <a:lnTo>
                  <a:pt x="10996" y="9625"/>
                </a:lnTo>
                <a:close/>
                <a:moveTo>
                  <a:pt x="3939" y="6600"/>
                </a:moveTo>
                <a:lnTo>
                  <a:pt x="6270" y="8932"/>
                </a:lnTo>
                <a:lnTo>
                  <a:pt x="3466" y="11736"/>
                </a:lnTo>
                <a:lnTo>
                  <a:pt x="1135" y="9404"/>
                </a:lnTo>
                <a:lnTo>
                  <a:pt x="2489" y="8050"/>
                </a:lnTo>
                <a:lnTo>
                  <a:pt x="3340" y="8932"/>
                </a:lnTo>
                <a:cubicBezTo>
                  <a:pt x="3419" y="9010"/>
                  <a:pt x="3529" y="9050"/>
                  <a:pt x="3639" y="9050"/>
                </a:cubicBezTo>
                <a:cubicBezTo>
                  <a:pt x="3749" y="9050"/>
                  <a:pt x="3860" y="9010"/>
                  <a:pt x="3939" y="8932"/>
                </a:cubicBezTo>
                <a:cubicBezTo>
                  <a:pt x="4096" y="8774"/>
                  <a:pt x="4096" y="8491"/>
                  <a:pt x="3939" y="8333"/>
                </a:cubicBezTo>
                <a:lnTo>
                  <a:pt x="3088" y="7482"/>
                </a:lnTo>
                <a:lnTo>
                  <a:pt x="3939" y="6600"/>
                </a:lnTo>
                <a:close/>
                <a:moveTo>
                  <a:pt x="2194" y="0"/>
                </a:moveTo>
                <a:cubicBezTo>
                  <a:pt x="1828" y="0"/>
                  <a:pt x="1465" y="142"/>
                  <a:pt x="1198" y="425"/>
                </a:cubicBezTo>
                <a:lnTo>
                  <a:pt x="473" y="1119"/>
                </a:lnTo>
                <a:cubicBezTo>
                  <a:pt x="221" y="1402"/>
                  <a:pt x="95" y="1749"/>
                  <a:pt x="95" y="2127"/>
                </a:cubicBezTo>
                <a:cubicBezTo>
                  <a:pt x="95" y="2473"/>
                  <a:pt x="252" y="2851"/>
                  <a:pt x="473" y="3103"/>
                </a:cubicBezTo>
                <a:lnTo>
                  <a:pt x="1387" y="4017"/>
                </a:lnTo>
                <a:cubicBezTo>
                  <a:pt x="1387" y="4017"/>
                  <a:pt x="2647" y="5277"/>
                  <a:pt x="2615" y="5277"/>
                </a:cubicBezTo>
                <a:lnTo>
                  <a:pt x="3277" y="5939"/>
                </a:lnTo>
                <a:lnTo>
                  <a:pt x="2174" y="7041"/>
                </a:lnTo>
                <a:lnTo>
                  <a:pt x="2048" y="7167"/>
                </a:lnTo>
                <a:lnTo>
                  <a:pt x="158" y="9058"/>
                </a:lnTo>
                <a:cubicBezTo>
                  <a:pt x="0" y="9215"/>
                  <a:pt x="0" y="9467"/>
                  <a:pt x="158" y="9625"/>
                </a:cubicBezTo>
                <a:lnTo>
                  <a:pt x="3088" y="12555"/>
                </a:lnTo>
                <a:cubicBezTo>
                  <a:pt x="3167" y="12634"/>
                  <a:pt x="3269" y="12673"/>
                  <a:pt x="3371" y="12673"/>
                </a:cubicBezTo>
                <a:cubicBezTo>
                  <a:pt x="3474" y="12673"/>
                  <a:pt x="3576" y="12634"/>
                  <a:pt x="3655" y="12555"/>
                </a:cubicBezTo>
                <a:lnTo>
                  <a:pt x="6742" y="9467"/>
                </a:lnTo>
                <a:lnTo>
                  <a:pt x="8570" y="11295"/>
                </a:lnTo>
                <a:cubicBezTo>
                  <a:pt x="8601" y="11326"/>
                  <a:pt x="8633" y="11358"/>
                  <a:pt x="8696" y="11358"/>
                </a:cubicBezTo>
                <a:cubicBezTo>
                  <a:pt x="8759" y="11452"/>
                  <a:pt x="8822" y="11515"/>
                  <a:pt x="8948" y="11578"/>
                </a:cubicBezTo>
                <a:lnTo>
                  <a:pt x="12098" y="12618"/>
                </a:lnTo>
                <a:cubicBezTo>
                  <a:pt x="12147" y="12637"/>
                  <a:pt x="12196" y="12646"/>
                  <a:pt x="12243" y="12646"/>
                </a:cubicBezTo>
                <a:cubicBezTo>
                  <a:pt x="12500" y="12646"/>
                  <a:pt x="12709" y="12380"/>
                  <a:pt x="12602" y="12114"/>
                </a:cubicBezTo>
                <a:lnTo>
                  <a:pt x="11657" y="8963"/>
                </a:lnTo>
                <a:cubicBezTo>
                  <a:pt x="11626" y="8900"/>
                  <a:pt x="11594" y="8806"/>
                  <a:pt x="11468" y="8743"/>
                </a:cubicBezTo>
                <a:cubicBezTo>
                  <a:pt x="11437" y="8648"/>
                  <a:pt x="11531" y="8806"/>
                  <a:pt x="9546" y="6758"/>
                </a:cubicBezTo>
                <a:lnTo>
                  <a:pt x="12602" y="3702"/>
                </a:lnTo>
                <a:cubicBezTo>
                  <a:pt x="12760" y="3544"/>
                  <a:pt x="12760" y="3261"/>
                  <a:pt x="12602" y="3103"/>
                </a:cubicBezTo>
                <a:lnTo>
                  <a:pt x="9704" y="173"/>
                </a:lnTo>
                <a:cubicBezTo>
                  <a:pt x="9625" y="95"/>
                  <a:pt x="9515" y="55"/>
                  <a:pt x="9405" y="55"/>
                </a:cubicBezTo>
                <a:cubicBezTo>
                  <a:pt x="9294" y="55"/>
                  <a:pt x="9184" y="95"/>
                  <a:pt x="9105" y="173"/>
                </a:cubicBezTo>
                <a:lnTo>
                  <a:pt x="7656" y="1654"/>
                </a:lnTo>
                <a:lnTo>
                  <a:pt x="7530" y="1749"/>
                </a:lnTo>
                <a:lnTo>
                  <a:pt x="6049" y="3261"/>
                </a:lnTo>
                <a:lnTo>
                  <a:pt x="3214" y="425"/>
                </a:lnTo>
                <a:cubicBezTo>
                  <a:pt x="2930" y="142"/>
                  <a:pt x="2560" y="0"/>
                  <a:pt x="219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2" name="Google Shape;15342;p82"/>
          <p:cNvSpPr/>
          <p:nvPr/>
        </p:nvSpPr>
        <p:spPr>
          <a:xfrm>
            <a:off x="4613031" y="2721323"/>
            <a:ext cx="506988" cy="424139"/>
          </a:xfrm>
          <a:custGeom>
            <a:avLst/>
            <a:gdLst/>
            <a:ahLst/>
            <a:cxnLst/>
            <a:rect l="l" t="t" r="r" b="b"/>
            <a:pathLst>
              <a:path w="12918" h="10807" extrusionOk="0">
                <a:moveTo>
                  <a:pt x="10807" y="851"/>
                </a:moveTo>
                <a:cubicBezTo>
                  <a:pt x="10366" y="1608"/>
                  <a:pt x="10366" y="2584"/>
                  <a:pt x="10807" y="3340"/>
                </a:cubicBezTo>
                <a:lnTo>
                  <a:pt x="2332" y="3340"/>
                </a:lnTo>
                <a:cubicBezTo>
                  <a:pt x="1765" y="3340"/>
                  <a:pt x="1293" y="2962"/>
                  <a:pt x="1135" y="2458"/>
                </a:cubicBezTo>
                <a:cubicBezTo>
                  <a:pt x="915" y="1671"/>
                  <a:pt x="1513" y="851"/>
                  <a:pt x="2332" y="851"/>
                </a:cubicBezTo>
                <a:close/>
                <a:moveTo>
                  <a:pt x="8822" y="4159"/>
                </a:moveTo>
                <a:lnTo>
                  <a:pt x="8822" y="6648"/>
                </a:lnTo>
                <a:lnTo>
                  <a:pt x="1891" y="6648"/>
                </a:lnTo>
                <a:lnTo>
                  <a:pt x="1891" y="4159"/>
                </a:lnTo>
                <a:close/>
                <a:moveTo>
                  <a:pt x="10524" y="4159"/>
                </a:moveTo>
                <a:lnTo>
                  <a:pt x="10524" y="6648"/>
                </a:lnTo>
                <a:lnTo>
                  <a:pt x="9704" y="6648"/>
                </a:lnTo>
                <a:lnTo>
                  <a:pt x="9704" y="4159"/>
                </a:lnTo>
                <a:close/>
                <a:moveTo>
                  <a:pt x="12130" y="4159"/>
                </a:moveTo>
                <a:lnTo>
                  <a:pt x="12130" y="6648"/>
                </a:lnTo>
                <a:lnTo>
                  <a:pt x="11343" y="6648"/>
                </a:lnTo>
                <a:lnTo>
                  <a:pt x="11343" y="4159"/>
                </a:lnTo>
                <a:close/>
                <a:moveTo>
                  <a:pt x="1986" y="7467"/>
                </a:moveTo>
                <a:lnTo>
                  <a:pt x="1986" y="9956"/>
                </a:lnTo>
                <a:lnTo>
                  <a:pt x="1104" y="9956"/>
                </a:lnTo>
                <a:lnTo>
                  <a:pt x="1104" y="7467"/>
                </a:lnTo>
                <a:close/>
                <a:moveTo>
                  <a:pt x="3624" y="7467"/>
                </a:moveTo>
                <a:lnTo>
                  <a:pt x="3624" y="9956"/>
                </a:lnTo>
                <a:lnTo>
                  <a:pt x="2805" y="9956"/>
                </a:lnTo>
                <a:lnTo>
                  <a:pt x="2805" y="7467"/>
                </a:lnTo>
                <a:close/>
                <a:moveTo>
                  <a:pt x="11311" y="7467"/>
                </a:moveTo>
                <a:lnTo>
                  <a:pt x="11311" y="9956"/>
                </a:lnTo>
                <a:lnTo>
                  <a:pt x="4443" y="9956"/>
                </a:lnTo>
                <a:lnTo>
                  <a:pt x="4443" y="7467"/>
                </a:lnTo>
                <a:close/>
                <a:moveTo>
                  <a:pt x="2364" y="1"/>
                </a:moveTo>
                <a:cubicBezTo>
                  <a:pt x="1671" y="1"/>
                  <a:pt x="1041" y="379"/>
                  <a:pt x="631" y="914"/>
                </a:cubicBezTo>
                <a:cubicBezTo>
                  <a:pt x="1" y="1828"/>
                  <a:pt x="253" y="3088"/>
                  <a:pt x="1104" y="3718"/>
                </a:cubicBezTo>
                <a:lnTo>
                  <a:pt x="1104" y="6648"/>
                </a:lnTo>
                <a:lnTo>
                  <a:pt x="694" y="6648"/>
                </a:lnTo>
                <a:cubicBezTo>
                  <a:pt x="442" y="6648"/>
                  <a:pt x="284" y="6837"/>
                  <a:pt x="284" y="7058"/>
                </a:cubicBezTo>
                <a:lnTo>
                  <a:pt x="284" y="10366"/>
                </a:lnTo>
                <a:cubicBezTo>
                  <a:pt x="284" y="10618"/>
                  <a:pt x="473" y="10807"/>
                  <a:pt x="694" y="10807"/>
                </a:cubicBezTo>
                <a:lnTo>
                  <a:pt x="11721" y="10807"/>
                </a:lnTo>
                <a:cubicBezTo>
                  <a:pt x="11941" y="10807"/>
                  <a:pt x="12130" y="10618"/>
                  <a:pt x="12130" y="10366"/>
                </a:cubicBezTo>
                <a:lnTo>
                  <a:pt x="12130" y="7499"/>
                </a:lnTo>
                <a:lnTo>
                  <a:pt x="12540" y="7499"/>
                </a:lnTo>
                <a:cubicBezTo>
                  <a:pt x="12760" y="7499"/>
                  <a:pt x="12918" y="7310"/>
                  <a:pt x="12918" y="7058"/>
                </a:cubicBezTo>
                <a:lnTo>
                  <a:pt x="12918" y="3750"/>
                </a:lnTo>
                <a:cubicBezTo>
                  <a:pt x="12918" y="3529"/>
                  <a:pt x="12760" y="3340"/>
                  <a:pt x="12540" y="3340"/>
                </a:cubicBezTo>
                <a:lnTo>
                  <a:pt x="11878" y="3340"/>
                </a:lnTo>
                <a:cubicBezTo>
                  <a:pt x="11091" y="2647"/>
                  <a:pt x="11122" y="1387"/>
                  <a:pt x="11973" y="757"/>
                </a:cubicBezTo>
                <a:cubicBezTo>
                  <a:pt x="12256" y="536"/>
                  <a:pt x="12130" y="64"/>
                  <a:pt x="1178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3" name="Google Shape;15343;p82"/>
          <p:cNvSpPr/>
          <p:nvPr/>
        </p:nvSpPr>
        <p:spPr>
          <a:xfrm>
            <a:off x="4625737" y="3254863"/>
            <a:ext cx="500827" cy="496588"/>
          </a:xfrm>
          <a:custGeom>
            <a:avLst/>
            <a:gdLst/>
            <a:ahLst/>
            <a:cxnLst/>
            <a:rect l="l" t="t" r="r" b="b"/>
            <a:pathLst>
              <a:path w="12761" h="12653" extrusionOk="0">
                <a:moveTo>
                  <a:pt x="6396" y="866"/>
                </a:moveTo>
                <a:lnTo>
                  <a:pt x="11469" y="3796"/>
                </a:lnTo>
                <a:cubicBezTo>
                  <a:pt x="8759" y="5340"/>
                  <a:pt x="12729" y="3072"/>
                  <a:pt x="6396" y="6695"/>
                </a:cubicBezTo>
                <a:cubicBezTo>
                  <a:pt x="1" y="3072"/>
                  <a:pt x="4097" y="5403"/>
                  <a:pt x="1324" y="3796"/>
                </a:cubicBezTo>
                <a:lnTo>
                  <a:pt x="6396" y="866"/>
                </a:lnTo>
                <a:close/>
                <a:moveTo>
                  <a:pt x="10208" y="5498"/>
                </a:moveTo>
                <a:lnTo>
                  <a:pt x="10208" y="8081"/>
                </a:lnTo>
                <a:cubicBezTo>
                  <a:pt x="10177" y="8207"/>
                  <a:pt x="10051" y="8365"/>
                  <a:pt x="9925" y="8428"/>
                </a:cubicBezTo>
                <a:cubicBezTo>
                  <a:pt x="9312" y="8970"/>
                  <a:pt x="7887" y="9300"/>
                  <a:pt x="6364" y="9300"/>
                </a:cubicBezTo>
                <a:cubicBezTo>
                  <a:pt x="5852" y="9300"/>
                  <a:pt x="5329" y="9263"/>
                  <a:pt x="4821" y="9184"/>
                </a:cubicBezTo>
                <a:cubicBezTo>
                  <a:pt x="4317" y="9121"/>
                  <a:pt x="3718" y="8963"/>
                  <a:pt x="3246" y="8711"/>
                </a:cubicBezTo>
                <a:cubicBezTo>
                  <a:pt x="2994" y="8585"/>
                  <a:pt x="2584" y="8333"/>
                  <a:pt x="2584" y="8050"/>
                </a:cubicBezTo>
                <a:lnTo>
                  <a:pt x="2584" y="5498"/>
                </a:lnTo>
                <a:cubicBezTo>
                  <a:pt x="4412" y="6537"/>
                  <a:pt x="4317" y="6474"/>
                  <a:pt x="6207" y="7545"/>
                </a:cubicBezTo>
                <a:cubicBezTo>
                  <a:pt x="6255" y="7577"/>
                  <a:pt x="6318" y="7593"/>
                  <a:pt x="6385" y="7593"/>
                </a:cubicBezTo>
                <a:cubicBezTo>
                  <a:pt x="6452" y="7593"/>
                  <a:pt x="6522" y="7577"/>
                  <a:pt x="6585" y="7545"/>
                </a:cubicBezTo>
                <a:cubicBezTo>
                  <a:pt x="6617" y="7482"/>
                  <a:pt x="9925" y="5592"/>
                  <a:pt x="10208" y="5498"/>
                </a:cubicBezTo>
                <a:close/>
                <a:moveTo>
                  <a:pt x="6385" y="0"/>
                </a:moveTo>
                <a:cubicBezTo>
                  <a:pt x="6318" y="0"/>
                  <a:pt x="6255" y="16"/>
                  <a:pt x="6207" y="47"/>
                </a:cubicBezTo>
                <a:lnTo>
                  <a:pt x="284" y="3450"/>
                </a:lnTo>
                <a:cubicBezTo>
                  <a:pt x="1" y="3607"/>
                  <a:pt x="1" y="3985"/>
                  <a:pt x="284" y="4143"/>
                </a:cubicBezTo>
                <a:lnTo>
                  <a:pt x="1797" y="4962"/>
                </a:lnTo>
                <a:lnTo>
                  <a:pt x="1797" y="8018"/>
                </a:lnTo>
                <a:cubicBezTo>
                  <a:pt x="1797" y="8711"/>
                  <a:pt x="2458" y="9215"/>
                  <a:pt x="3088" y="9499"/>
                </a:cubicBezTo>
                <a:cubicBezTo>
                  <a:pt x="3994" y="9903"/>
                  <a:pt x="5215" y="10104"/>
                  <a:pt x="6430" y="10104"/>
                </a:cubicBezTo>
                <a:cubicBezTo>
                  <a:pt x="7963" y="10104"/>
                  <a:pt x="9488" y="9785"/>
                  <a:pt x="10366" y="9152"/>
                </a:cubicBezTo>
                <a:cubicBezTo>
                  <a:pt x="10776" y="8869"/>
                  <a:pt x="11091" y="8491"/>
                  <a:pt x="11091" y="8018"/>
                </a:cubicBezTo>
                <a:lnTo>
                  <a:pt x="11091" y="4962"/>
                </a:lnTo>
                <a:lnTo>
                  <a:pt x="11941" y="4490"/>
                </a:lnTo>
                <a:lnTo>
                  <a:pt x="11941" y="12208"/>
                </a:lnTo>
                <a:cubicBezTo>
                  <a:pt x="11941" y="12429"/>
                  <a:pt x="12099" y="12618"/>
                  <a:pt x="12288" y="12649"/>
                </a:cubicBezTo>
                <a:cubicBezTo>
                  <a:pt x="12306" y="12652"/>
                  <a:pt x="12325" y="12653"/>
                  <a:pt x="12343" y="12653"/>
                </a:cubicBezTo>
                <a:cubicBezTo>
                  <a:pt x="12571" y="12653"/>
                  <a:pt x="12760" y="12475"/>
                  <a:pt x="12760" y="12271"/>
                </a:cubicBezTo>
                <a:lnTo>
                  <a:pt x="12760" y="3796"/>
                </a:lnTo>
                <a:cubicBezTo>
                  <a:pt x="12729" y="3639"/>
                  <a:pt x="12666" y="3513"/>
                  <a:pt x="12508" y="3450"/>
                </a:cubicBezTo>
                <a:lnTo>
                  <a:pt x="6585" y="47"/>
                </a:lnTo>
                <a:cubicBezTo>
                  <a:pt x="6522" y="16"/>
                  <a:pt x="6452" y="0"/>
                  <a:pt x="63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4" name="Google Shape;15344;p82"/>
          <p:cNvSpPr/>
          <p:nvPr/>
        </p:nvSpPr>
        <p:spPr>
          <a:xfrm>
            <a:off x="2973955" y="3837129"/>
            <a:ext cx="358636" cy="494625"/>
          </a:xfrm>
          <a:custGeom>
            <a:avLst/>
            <a:gdLst/>
            <a:ahLst/>
            <a:cxnLst/>
            <a:rect l="l" t="t" r="r" b="b"/>
            <a:pathLst>
              <a:path w="9138" h="12603" extrusionOk="0">
                <a:moveTo>
                  <a:pt x="5420" y="788"/>
                </a:moveTo>
                <a:cubicBezTo>
                  <a:pt x="7026" y="788"/>
                  <a:pt x="8287" y="2080"/>
                  <a:pt x="8287" y="3655"/>
                </a:cubicBezTo>
                <a:lnTo>
                  <a:pt x="8287" y="4978"/>
                </a:lnTo>
                <a:lnTo>
                  <a:pt x="5829" y="4978"/>
                </a:lnTo>
                <a:lnTo>
                  <a:pt x="5829" y="3718"/>
                </a:lnTo>
                <a:cubicBezTo>
                  <a:pt x="5829" y="3151"/>
                  <a:pt x="5451" y="2710"/>
                  <a:pt x="4979" y="2521"/>
                </a:cubicBezTo>
                <a:lnTo>
                  <a:pt x="4979" y="788"/>
                </a:lnTo>
                <a:close/>
                <a:moveTo>
                  <a:pt x="4159" y="882"/>
                </a:moveTo>
                <a:lnTo>
                  <a:pt x="4159" y="2615"/>
                </a:lnTo>
                <a:cubicBezTo>
                  <a:pt x="3687" y="2773"/>
                  <a:pt x="3340" y="3245"/>
                  <a:pt x="3340" y="3781"/>
                </a:cubicBezTo>
                <a:lnTo>
                  <a:pt x="3340" y="5041"/>
                </a:lnTo>
                <a:lnTo>
                  <a:pt x="851" y="5041"/>
                </a:lnTo>
                <a:lnTo>
                  <a:pt x="851" y="3749"/>
                </a:lnTo>
                <a:cubicBezTo>
                  <a:pt x="851" y="2143"/>
                  <a:pt x="2175" y="882"/>
                  <a:pt x="3781" y="882"/>
                </a:cubicBezTo>
                <a:close/>
                <a:moveTo>
                  <a:pt x="4569" y="3308"/>
                </a:moveTo>
                <a:cubicBezTo>
                  <a:pt x="4790" y="3308"/>
                  <a:pt x="4947" y="3497"/>
                  <a:pt x="4947" y="3749"/>
                </a:cubicBezTo>
                <a:lnTo>
                  <a:pt x="4947" y="5388"/>
                </a:lnTo>
                <a:cubicBezTo>
                  <a:pt x="4947" y="5620"/>
                  <a:pt x="4736" y="5830"/>
                  <a:pt x="4504" y="5830"/>
                </a:cubicBezTo>
                <a:cubicBezTo>
                  <a:pt x="4453" y="5830"/>
                  <a:pt x="4400" y="5820"/>
                  <a:pt x="4348" y="5797"/>
                </a:cubicBezTo>
                <a:cubicBezTo>
                  <a:pt x="4191" y="5703"/>
                  <a:pt x="4128" y="5608"/>
                  <a:pt x="4128" y="5388"/>
                </a:cubicBezTo>
                <a:lnTo>
                  <a:pt x="4128" y="3718"/>
                </a:lnTo>
                <a:cubicBezTo>
                  <a:pt x="4159" y="3466"/>
                  <a:pt x="4348" y="3308"/>
                  <a:pt x="4569" y="3308"/>
                </a:cubicBezTo>
                <a:close/>
                <a:moveTo>
                  <a:pt x="8287" y="5797"/>
                </a:moveTo>
                <a:lnTo>
                  <a:pt x="8287" y="8948"/>
                </a:lnTo>
                <a:cubicBezTo>
                  <a:pt x="8287" y="10554"/>
                  <a:pt x="6995" y="11815"/>
                  <a:pt x="5420" y="11815"/>
                </a:cubicBezTo>
                <a:lnTo>
                  <a:pt x="3781" y="11815"/>
                </a:lnTo>
                <a:cubicBezTo>
                  <a:pt x="2143" y="11815"/>
                  <a:pt x="883" y="10523"/>
                  <a:pt x="851" y="8948"/>
                </a:cubicBezTo>
                <a:lnTo>
                  <a:pt x="851" y="5797"/>
                </a:lnTo>
                <a:lnTo>
                  <a:pt x="3403" y="5797"/>
                </a:lnTo>
                <a:cubicBezTo>
                  <a:pt x="3498" y="6018"/>
                  <a:pt x="3655" y="6270"/>
                  <a:pt x="3876" y="6427"/>
                </a:cubicBezTo>
                <a:cubicBezTo>
                  <a:pt x="4098" y="6579"/>
                  <a:pt x="4340" y="6649"/>
                  <a:pt x="4575" y="6649"/>
                </a:cubicBezTo>
                <a:cubicBezTo>
                  <a:pt x="5073" y="6649"/>
                  <a:pt x="5542" y="6332"/>
                  <a:pt x="5735" y="5797"/>
                </a:cubicBezTo>
                <a:close/>
                <a:moveTo>
                  <a:pt x="3750" y="0"/>
                </a:moveTo>
                <a:cubicBezTo>
                  <a:pt x="1702" y="0"/>
                  <a:pt x="1" y="1670"/>
                  <a:pt x="1" y="3718"/>
                </a:cubicBezTo>
                <a:lnTo>
                  <a:pt x="1" y="8885"/>
                </a:lnTo>
                <a:cubicBezTo>
                  <a:pt x="1" y="10932"/>
                  <a:pt x="1639" y="12602"/>
                  <a:pt x="3750" y="12602"/>
                </a:cubicBezTo>
                <a:lnTo>
                  <a:pt x="5388" y="12602"/>
                </a:lnTo>
                <a:cubicBezTo>
                  <a:pt x="7436" y="12602"/>
                  <a:pt x="9137" y="10964"/>
                  <a:pt x="9074" y="8885"/>
                </a:cubicBezTo>
                <a:lnTo>
                  <a:pt x="9074" y="3686"/>
                </a:lnTo>
                <a:cubicBezTo>
                  <a:pt x="9137" y="1670"/>
                  <a:pt x="7467"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5" name="Google Shape;15345;p82"/>
          <p:cNvSpPr/>
          <p:nvPr/>
        </p:nvSpPr>
        <p:spPr>
          <a:xfrm>
            <a:off x="2823309" y="4881877"/>
            <a:ext cx="39" cy="39"/>
          </a:xfrm>
          <a:custGeom>
            <a:avLst/>
            <a:gdLst/>
            <a:ahLst/>
            <a:cxnLst/>
            <a:rect l="l" t="t" r="r" b="b"/>
            <a:pathLst>
              <a:path w="1" h="1" extrusionOk="0">
                <a:moveTo>
                  <a:pt x="1" y="1"/>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46" name="Google Shape;15346;p82"/>
          <p:cNvGrpSpPr/>
          <p:nvPr/>
        </p:nvGrpSpPr>
        <p:grpSpPr>
          <a:xfrm>
            <a:off x="2890867" y="4415850"/>
            <a:ext cx="520568" cy="492781"/>
            <a:chOff x="-39055650" y="2315975"/>
            <a:chExt cx="331600" cy="313900"/>
          </a:xfrm>
        </p:grpSpPr>
        <p:sp>
          <p:nvSpPr>
            <p:cNvPr id="15347" name="Google Shape;15347;p82"/>
            <p:cNvSpPr/>
            <p:nvPr/>
          </p:nvSpPr>
          <p:spPr>
            <a:xfrm>
              <a:off x="-38976900" y="2390225"/>
              <a:ext cx="167775" cy="165825"/>
            </a:xfrm>
            <a:custGeom>
              <a:avLst/>
              <a:gdLst/>
              <a:ahLst/>
              <a:cxnLst/>
              <a:rect l="l" t="t" r="r" b="b"/>
              <a:pathLst>
                <a:path w="6711" h="6633" extrusionOk="0">
                  <a:moveTo>
                    <a:pt x="3765" y="1"/>
                  </a:moveTo>
                  <a:cubicBezTo>
                    <a:pt x="3655" y="1"/>
                    <a:pt x="3545" y="40"/>
                    <a:pt x="3466" y="119"/>
                  </a:cubicBezTo>
                  <a:cubicBezTo>
                    <a:pt x="3309" y="276"/>
                    <a:pt x="3309" y="560"/>
                    <a:pt x="3466" y="718"/>
                  </a:cubicBezTo>
                  <a:lnTo>
                    <a:pt x="4411" y="1663"/>
                  </a:lnTo>
                  <a:lnTo>
                    <a:pt x="3340" y="2734"/>
                  </a:lnTo>
                  <a:lnTo>
                    <a:pt x="2395" y="1789"/>
                  </a:lnTo>
                  <a:cubicBezTo>
                    <a:pt x="2316" y="1710"/>
                    <a:pt x="2214" y="1671"/>
                    <a:pt x="2111" y="1671"/>
                  </a:cubicBezTo>
                  <a:cubicBezTo>
                    <a:pt x="2009" y="1671"/>
                    <a:pt x="1907" y="1710"/>
                    <a:pt x="1828" y="1789"/>
                  </a:cubicBezTo>
                  <a:cubicBezTo>
                    <a:pt x="1670" y="1946"/>
                    <a:pt x="1670" y="2198"/>
                    <a:pt x="1828" y="2387"/>
                  </a:cubicBezTo>
                  <a:lnTo>
                    <a:pt x="2773" y="3332"/>
                  </a:lnTo>
                  <a:lnTo>
                    <a:pt x="1702" y="4372"/>
                  </a:lnTo>
                  <a:lnTo>
                    <a:pt x="757" y="3427"/>
                  </a:lnTo>
                  <a:cubicBezTo>
                    <a:pt x="678" y="3348"/>
                    <a:pt x="568" y="3309"/>
                    <a:pt x="457" y="3309"/>
                  </a:cubicBezTo>
                  <a:cubicBezTo>
                    <a:pt x="347" y="3309"/>
                    <a:pt x="237" y="3348"/>
                    <a:pt x="158" y="3427"/>
                  </a:cubicBezTo>
                  <a:cubicBezTo>
                    <a:pt x="1" y="3584"/>
                    <a:pt x="1" y="3868"/>
                    <a:pt x="158" y="4026"/>
                  </a:cubicBezTo>
                  <a:lnTo>
                    <a:pt x="1103" y="4971"/>
                  </a:lnTo>
                  <a:lnTo>
                    <a:pt x="977" y="5097"/>
                  </a:lnTo>
                  <a:cubicBezTo>
                    <a:pt x="820" y="5254"/>
                    <a:pt x="820" y="5538"/>
                    <a:pt x="977" y="5695"/>
                  </a:cubicBezTo>
                  <a:cubicBezTo>
                    <a:pt x="1056" y="5774"/>
                    <a:pt x="1166" y="5813"/>
                    <a:pt x="1276" y="5813"/>
                  </a:cubicBezTo>
                  <a:cubicBezTo>
                    <a:pt x="1387" y="5813"/>
                    <a:pt x="1497" y="5774"/>
                    <a:pt x="1576" y="5695"/>
                  </a:cubicBezTo>
                  <a:lnTo>
                    <a:pt x="1702" y="5569"/>
                  </a:lnTo>
                  <a:lnTo>
                    <a:pt x="2647" y="6514"/>
                  </a:lnTo>
                  <a:cubicBezTo>
                    <a:pt x="2726" y="6593"/>
                    <a:pt x="2836" y="6633"/>
                    <a:pt x="2946" y="6633"/>
                  </a:cubicBezTo>
                  <a:cubicBezTo>
                    <a:pt x="3057" y="6633"/>
                    <a:pt x="3167" y="6593"/>
                    <a:pt x="3246" y="6514"/>
                  </a:cubicBezTo>
                  <a:cubicBezTo>
                    <a:pt x="3403" y="6357"/>
                    <a:pt x="3403" y="6073"/>
                    <a:pt x="3246" y="5916"/>
                  </a:cubicBezTo>
                  <a:lnTo>
                    <a:pt x="2300" y="4971"/>
                  </a:lnTo>
                  <a:lnTo>
                    <a:pt x="3340" y="3899"/>
                  </a:lnTo>
                  <a:lnTo>
                    <a:pt x="4285" y="4845"/>
                  </a:lnTo>
                  <a:cubicBezTo>
                    <a:pt x="4364" y="4923"/>
                    <a:pt x="4474" y="4963"/>
                    <a:pt x="4585" y="4963"/>
                  </a:cubicBezTo>
                  <a:cubicBezTo>
                    <a:pt x="4695" y="4963"/>
                    <a:pt x="4805" y="4923"/>
                    <a:pt x="4884" y="4845"/>
                  </a:cubicBezTo>
                  <a:cubicBezTo>
                    <a:pt x="5041" y="4687"/>
                    <a:pt x="5041" y="4435"/>
                    <a:pt x="4884" y="4278"/>
                  </a:cubicBezTo>
                  <a:lnTo>
                    <a:pt x="3939" y="3332"/>
                  </a:lnTo>
                  <a:lnTo>
                    <a:pt x="5010" y="2261"/>
                  </a:lnTo>
                  <a:lnTo>
                    <a:pt x="5955" y="3206"/>
                  </a:lnTo>
                  <a:cubicBezTo>
                    <a:pt x="6034" y="3285"/>
                    <a:pt x="6144" y="3325"/>
                    <a:pt x="6254" y="3325"/>
                  </a:cubicBezTo>
                  <a:cubicBezTo>
                    <a:pt x="6365" y="3325"/>
                    <a:pt x="6475" y="3285"/>
                    <a:pt x="6554" y="3206"/>
                  </a:cubicBezTo>
                  <a:cubicBezTo>
                    <a:pt x="6711" y="3049"/>
                    <a:pt x="6711" y="2765"/>
                    <a:pt x="6554" y="2608"/>
                  </a:cubicBezTo>
                  <a:lnTo>
                    <a:pt x="5608" y="1663"/>
                  </a:lnTo>
                  <a:lnTo>
                    <a:pt x="5703" y="1537"/>
                  </a:lnTo>
                  <a:cubicBezTo>
                    <a:pt x="5860" y="1379"/>
                    <a:pt x="5860" y="1127"/>
                    <a:pt x="5703" y="970"/>
                  </a:cubicBezTo>
                  <a:cubicBezTo>
                    <a:pt x="5624" y="891"/>
                    <a:pt x="5522" y="851"/>
                    <a:pt x="5419" y="851"/>
                  </a:cubicBezTo>
                  <a:cubicBezTo>
                    <a:pt x="5317" y="851"/>
                    <a:pt x="5215" y="891"/>
                    <a:pt x="5136" y="970"/>
                  </a:cubicBezTo>
                  <a:lnTo>
                    <a:pt x="5010" y="1064"/>
                  </a:lnTo>
                  <a:lnTo>
                    <a:pt x="4065" y="119"/>
                  </a:lnTo>
                  <a:cubicBezTo>
                    <a:pt x="3986" y="40"/>
                    <a:pt x="3876" y="1"/>
                    <a:pt x="3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8" name="Google Shape;15348;p82"/>
            <p:cNvSpPr/>
            <p:nvPr/>
          </p:nvSpPr>
          <p:spPr>
            <a:xfrm>
              <a:off x="-39055650" y="2315975"/>
              <a:ext cx="331600" cy="313900"/>
            </a:xfrm>
            <a:custGeom>
              <a:avLst/>
              <a:gdLst/>
              <a:ahLst/>
              <a:cxnLst/>
              <a:rect l="l" t="t" r="r" b="b"/>
              <a:pathLst>
                <a:path w="13264" h="12556" extrusionOk="0">
                  <a:moveTo>
                    <a:pt x="9083" y="792"/>
                  </a:moveTo>
                  <a:cubicBezTo>
                    <a:pt x="9988" y="792"/>
                    <a:pt x="10673" y="917"/>
                    <a:pt x="11121" y="1041"/>
                  </a:cubicBezTo>
                  <a:cubicBezTo>
                    <a:pt x="11216" y="1073"/>
                    <a:pt x="11373" y="1167"/>
                    <a:pt x="11499" y="1199"/>
                  </a:cubicBezTo>
                  <a:lnTo>
                    <a:pt x="11625" y="1325"/>
                  </a:lnTo>
                  <a:cubicBezTo>
                    <a:pt x="11814" y="1608"/>
                    <a:pt x="11909" y="2144"/>
                    <a:pt x="11940" y="2459"/>
                  </a:cubicBezTo>
                  <a:cubicBezTo>
                    <a:pt x="12003" y="3152"/>
                    <a:pt x="12003" y="3845"/>
                    <a:pt x="11972" y="4475"/>
                  </a:cubicBezTo>
                  <a:lnTo>
                    <a:pt x="8317" y="821"/>
                  </a:lnTo>
                  <a:cubicBezTo>
                    <a:pt x="8588" y="801"/>
                    <a:pt x="8843" y="792"/>
                    <a:pt x="9083" y="792"/>
                  </a:cubicBezTo>
                  <a:close/>
                  <a:moveTo>
                    <a:pt x="7246" y="978"/>
                  </a:moveTo>
                  <a:lnTo>
                    <a:pt x="11814" y="5546"/>
                  </a:lnTo>
                  <a:cubicBezTo>
                    <a:pt x="11184" y="8728"/>
                    <a:pt x="9136" y="11028"/>
                    <a:pt x="5797" y="11595"/>
                  </a:cubicBezTo>
                  <a:lnTo>
                    <a:pt x="1229" y="7027"/>
                  </a:lnTo>
                  <a:cubicBezTo>
                    <a:pt x="1890" y="3845"/>
                    <a:pt x="3907" y="1608"/>
                    <a:pt x="7246" y="978"/>
                  </a:cubicBezTo>
                  <a:close/>
                  <a:moveTo>
                    <a:pt x="1071" y="8004"/>
                  </a:moveTo>
                  <a:lnTo>
                    <a:pt x="4726" y="11690"/>
                  </a:lnTo>
                  <a:cubicBezTo>
                    <a:pt x="4391" y="11722"/>
                    <a:pt x="4083" y="11736"/>
                    <a:pt x="3800" y="11736"/>
                  </a:cubicBezTo>
                  <a:cubicBezTo>
                    <a:pt x="2431" y="11736"/>
                    <a:pt x="1669" y="11411"/>
                    <a:pt x="1512" y="11280"/>
                  </a:cubicBezTo>
                  <a:cubicBezTo>
                    <a:pt x="1229" y="11028"/>
                    <a:pt x="914" y="9799"/>
                    <a:pt x="1071" y="8004"/>
                  </a:cubicBezTo>
                  <a:close/>
                  <a:moveTo>
                    <a:pt x="9132" y="0"/>
                  </a:moveTo>
                  <a:cubicBezTo>
                    <a:pt x="8355" y="0"/>
                    <a:pt x="7508" y="77"/>
                    <a:pt x="6742" y="222"/>
                  </a:cubicBezTo>
                  <a:cubicBezTo>
                    <a:pt x="5482" y="506"/>
                    <a:pt x="4411" y="978"/>
                    <a:pt x="3560" y="1640"/>
                  </a:cubicBezTo>
                  <a:cubicBezTo>
                    <a:pt x="1764" y="2931"/>
                    <a:pt x="756" y="4948"/>
                    <a:pt x="347" y="7090"/>
                  </a:cubicBezTo>
                  <a:lnTo>
                    <a:pt x="347" y="7122"/>
                  </a:lnTo>
                  <a:cubicBezTo>
                    <a:pt x="0" y="9012"/>
                    <a:pt x="189" y="10934"/>
                    <a:pt x="756" y="11721"/>
                  </a:cubicBezTo>
                  <a:cubicBezTo>
                    <a:pt x="882" y="11879"/>
                    <a:pt x="945" y="11942"/>
                    <a:pt x="1103" y="12036"/>
                  </a:cubicBezTo>
                  <a:cubicBezTo>
                    <a:pt x="1678" y="12389"/>
                    <a:pt x="2725" y="12556"/>
                    <a:pt x="3868" y="12556"/>
                  </a:cubicBezTo>
                  <a:cubicBezTo>
                    <a:pt x="4664" y="12556"/>
                    <a:pt x="5506" y="12475"/>
                    <a:pt x="6270" y="12320"/>
                  </a:cubicBezTo>
                  <a:cubicBezTo>
                    <a:pt x="8380" y="11879"/>
                    <a:pt x="9956" y="10776"/>
                    <a:pt x="11058" y="9295"/>
                  </a:cubicBezTo>
                  <a:cubicBezTo>
                    <a:pt x="13264" y="6302"/>
                    <a:pt x="13075" y="2018"/>
                    <a:pt x="12255" y="852"/>
                  </a:cubicBezTo>
                  <a:cubicBezTo>
                    <a:pt x="12129" y="695"/>
                    <a:pt x="11972" y="537"/>
                    <a:pt x="11657" y="411"/>
                  </a:cubicBezTo>
                  <a:cubicBezTo>
                    <a:pt x="11279" y="222"/>
                    <a:pt x="10712" y="159"/>
                    <a:pt x="10271" y="64"/>
                  </a:cubicBezTo>
                  <a:cubicBezTo>
                    <a:pt x="9925" y="21"/>
                    <a:pt x="9538" y="0"/>
                    <a:pt x="91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49" name="Google Shape;15349;p82"/>
          <p:cNvSpPr/>
          <p:nvPr/>
        </p:nvSpPr>
        <p:spPr>
          <a:xfrm>
            <a:off x="2899810" y="5106517"/>
            <a:ext cx="499532" cy="424139"/>
          </a:xfrm>
          <a:custGeom>
            <a:avLst/>
            <a:gdLst/>
            <a:ahLst/>
            <a:cxnLst/>
            <a:rect l="l" t="t" r="r" b="b"/>
            <a:pathLst>
              <a:path w="12728" h="10807" extrusionOk="0">
                <a:moveTo>
                  <a:pt x="11877" y="819"/>
                </a:moveTo>
                <a:lnTo>
                  <a:pt x="11877" y="2489"/>
                </a:lnTo>
                <a:lnTo>
                  <a:pt x="851" y="2489"/>
                </a:lnTo>
                <a:lnTo>
                  <a:pt x="851" y="819"/>
                </a:lnTo>
                <a:close/>
                <a:moveTo>
                  <a:pt x="3340" y="3308"/>
                </a:moveTo>
                <a:lnTo>
                  <a:pt x="3340" y="6616"/>
                </a:lnTo>
                <a:lnTo>
                  <a:pt x="2520" y="6616"/>
                </a:lnTo>
                <a:lnTo>
                  <a:pt x="2520" y="3308"/>
                </a:lnTo>
                <a:close/>
                <a:moveTo>
                  <a:pt x="6648" y="3308"/>
                </a:moveTo>
                <a:lnTo>
                  <a:pt x="6648" y="6616"/>
                </a:lnTo>
                <a:lnTo>
                  <a:pt x="5828" y="6616"/>
                </a:lnTo>
                <a:lnTo>
                  <a:pt x="5828" y="3308"/>
                </a:lnTo>
                <a:close/>
                <a:moveTo>
                  <a:pt x="10239" y="3308"/>
                </a:moveTo>
                <a:lnTo>
                  <a:pt x="10239" y="6616"/>
                </a:lnTo>
                <a:lnTo>
                  <a:pt x="9420" y="6616"/>
                </a:lnTo>
                <a:lnTo>
                  <a:pt x="9420" y="3308"/>
                </a:lnTo>
                <a:close/>
                <a:moveTo>
                  <a:pt x="1701" y="3308"/>
                </a:moveTo>
                <a:lnTo>
                  <a:pt x="1701" y="7026"/>
                </a:lnTo>
                <a:cubicBezTo>
                  <a:pt x="1701" y="7246"/>
                  <a:pt x="1890" y="7435"/>
                  <a:pt x="2111" y="7435"/>
                </a:cubicBezTo>
                <a:lnTo>
                  <a:pt x="2552" y="7435"/>
                </a:lnTo>
                <a:lnTo>
                  <a:pt x="2552" y="9924"/>
                </a:lnTo>
                <a:lnTo>
                  <a:pt x="851" y="9924"/>
                </a:lnTo>
                <a:lnTo>
                  <a:pt x="851" y="3308"/>
                </a:lnTo>
                <a:close/>
                <a:moveTo>
                  <a:pt x="5009" y="3308"/>
                </a:moveTo>
                <a:lnTo>
                  <a:pt x="5009" y="7026"/>
                </a:lnTo>
                <a:cubicBezTo>
                  <a:pt x="5009" y="7246"/>
                  <a:pt x="5198" y="7435"/>
                  <a:pt x="5387" y="7435"/>
                </a:cubicBezTo>
                <a:lnTo>
                  <a:pt x="5828" y="7435"/>
                </a:lnTo>
                <a:lnTo>
                  <a:pt x="5828" y="9924"/>
                </a:lnTo>
                <a:lnTo>
                  <a:pt x="3340" y="9924"/>
                </a:lnTo>
                <a:lnTo>
                  <a:pt x="3340" y="7435"/>
                </a:lnTo>
                <a:lnTo>
                  <a:pt x="3781" y="7435"/>
                </a:lnTo>
                <a:cubicBezTo>
                  <a:pt x="4001" y="7435"/>
                  <a:pt x="4159" y="7246"/>
                  <a:pt x="4159" y="7026"/>
                </a:cubicBezTo>
                <a:lnTo>
                  <a:pt x="4159" y="3308"/>
                </a:lnTo>
                <a:close/>
                <a:moveTo>
                  <a:pt x="8569" y="3308"/>
                </a:moveTo>
                <a:lnTo>
                  <a:pt x="8569" y="7026"/>
                </a:lnTo>
                <a:cubicBezTo>
                  <a:pt x="8569" y="7246"/>
                  <a:pt x="8790" y="7435"/>
                  <a:pt x="9010" y="7435"/>
                </a:cubicBezTo>
                <a:lnTo>
                  <a:pt x="9452" y="7435"/>
                </a:lnTo>
                <a:lnTo>
                  <a:pt x="9452" y="9924"/>
                </a:lnTo>
                <a:lnTo>
                  <a:pt x="6648" y="9924"/>
                </a:lnTo>
                <a:lnTo>
                  <a:pt x="6648" y="7435"/>
                </a:lnTo>
                <a:lnTo>
                  <a:pt x="7089" y="7435"/>
                </a:lnTo>
                <a:cubicBezTo>
                  <a:pt x="7309" y="7435"/>
                  <a:pt x="7467" y="7246"/>
                  <a:pt x="7467" y="7026"/>
                </a:cubicBezTo>
                <a:lnTo>
                  <a:pt x="7467" y="3308"/>
                </a:lnTo>
                <a:close/>
                <a:moveTo>
                  <a:pt x="11940" y="3308"/>
                </a:moveTo>
                <a:lnTo>
                  <a:pt x="11940" y="9924"/>
                </a:lnTo>
                <a:lnTo>
                  <a:pt x="10239" y="9924"/>
                </a:lnTo>
                <a:lnTo>
                  <a:pt x="10239" y="7435"/>
                </a:lnTo>
                <a:lnTo>
                  <a:pt x="10680" y="7435"/>
                </a:lnTo>
                <a:cubicBezTo>
                  <a:pt x="10901" y="7435"/>
                  <a:pt x="11090" y="7246"/>
                  <a:pt x="11090" y="7026"/>
                </a:cubicBezTo>
                <a:lnTo>
                  <a:pt x="11090" y="3308"/>
                </a:lnTo>
                <a:close/>
                <a:moveTo>
                  <a:pt x="441" y="0"/>
                </a:moveTo>
                <a:cubicBezTo>
                  <a:pt x="189" y="0"/>
                  <a:pt x="0" y="189"/>
                  <a:pt x="0" y="441"/>
                </a:cubicBezTo>
                <a:lnTo>
                  <a:pt x="0" y="10365"/>
                </a:lnTo>
                <a:cubicBezTo>
                  <a:pt x="0" y="10586"/>
                  <a:pt x="189" y="10806"/>
                  <a:pt x="441" y="10806"/>
                </a:cubicBezTo>
                <a:lnTo>
                  <a:pt x="12287" y="10806"/>
                </a:lnTo>
                <a:cubicBezTo>
                  <a:pt x="12508" y="10806"/>
                  <a:pt x="12728" y="10586"/>
                  <a:pt x="12728" y="10365"/>
                </a:cubicBezTo>
                <a:lnTo>
                  <a:pt x="12728" y="2930"/>
                </a:lnTo>
                <a:lnTo>
                  <a:pt x="12728" y="441"/>
                </a:lnTo>
                <a:cubicBezTo>
                  <a:pt x="12728" y="189"/>
                  <a:pt x="12508" y="0"/>
                  <a:pt x="122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0" name="Google Shape;15350;p82"/>
          <p:cNvSpPr/>
          <p:nvPr/>
        </p:nvSpPr>
        <p:spPr>
          <a:xfrm>
            <a:off x="5327253" y="4396296"/>
            <a:ext cx="387051" cy="500473"/>
          </a:xfrm>
          <a:custGeom>
            <a:avLst/>
            <a:gdLst/>
            <a:ahLst/>
            <a:cxnLst/>
            <a:rect l="l" t="t" r="r" b="b"/>
            <a:pathLst>
              <a:path w="9862" h="12752" extrusionOk="0">
                <a:moveTo>
                  <a:pt x="2395" y="1001"/>
                </a:moveTo>
                <a:lnTo>
                  <a:pt x="5042" y="3552"/>
                </a:lnTo>
                <a:lnTo>
                  <a:pt x="3971" y="4655"/>
                </a:lnTo>
                <a:lnTo>
                  <a:pt x="1356" y="2103"/>
                </a:lnTo>
                <a:lnTo>
                  <a:pt x="2395" y="1001"/>
                </a:lnTo>
                <a:close/>
                <a:moveTo>
                  <a:pt x="5640" y="4151"/>
                </a:moveTo>
                <a:lnTo>
                  <a:pt x="6302" y="4781"/>
                </a:lnTo>
                <a:lnTo>
                  <a:pt x="5231" y="5884"/>
                </a:lnTo>
                <a:lnTo>
                  <a:pt x="4569" y="5254"/>
                </a:lnTo>
                <a:lnTo>
                  <a:pt x="5640" y="4151"/>
                </a:lnTo>
                <a:close/>
                <a:moveTo>
                  <a:pt x="4443" y="8562"/>
                </a:moveTo>
                <a:cubicBezTo>
                  <a:pt x="4664" y="8562"/>
                  <a:pt x="4821" y="8688"/>
                  <a:pt x="4853" y="8845"/>
                </a:cubicBezTo>
                <a:cubicBezTo>
                  <a:pt x="4884" y="8908"/>
                  <a:pt x="4853" y="8877"/>
                  <a:pt x="4884" y="9790"/>
                </a:cubicBezTo>
                <a:lnTo>
                  <a:pt x="4884" y="10200"/>
                </a:lnTo>
                <a:lnTo>
                  <a:pt x="4065" y="10200"/>
                </a:lnTo>
                <a:lnTo>
                  <a:pt x="4065" y="9003"/>
                </a:lnTo>
                <a:cubicBezTo>
                  <a:pt x="4065" y="8751"/>
                  <a:pt x="4254" y="8562"/>
                  <a:pt x="4443" y="8562"/>
                </a:cubicBezTo>
                <a:close/>
                <a:moveTo>
                  <a:pt x="7814" y="10956"/>
                </a:moveTo>
                <a:cubicBezTo>
                  <a:pt x="8035" y="10956"/>
                  <a:pt x="8224" y="11145"/>
                  <a:pt x="8224" y="11366"/>
                </a:cubicBezTo>
                <a:lnTo>
                  <a:pt x="8224" y="11744"/>
                </a:lnTo>
                <a:lnTo>
                  <a:pt x="789" y="11870"/>
                </a:lnTo>
                <a:lnTo>
                  <a:pt x="789" y="11460"/>
                </a:lnTo>
                <a:cubicBezTo>
                  <a:pt x="789" y="11271"/>
                  <a:pt x="915" y="11114"/>
                  <a:pt x="1072" y="11082"/>
                </a:cubicBezTo>
                <a:cubicBezTo>
                  <a:pt x="1104" y="11066"/>
                  <a:pt x="1072" y="11066"/>
                  <a:pt x="1371" y="11066"/>
                </a:cubicBezTo>
                <a:cubicBezTo>
                  <a:pt x="1671" y="11066"/>
                  <a:pt x="2301" y="11066"/>
                  <a:pt x="3656" y="11051"/>
                </a:cubicBezTo>
                <a:cubicBezTo>
                  <a:pt x="3719" y="11051"/>
                  <a:pt x="5357" y="10988"/>
                  <a:pt x="5325" y="10988"/>
                </a:cubicBezTo>
                <a:cubicBezTo>
                  <a:pt x="5483" y="10988"/>
                  <a:pt x="7121" y="10956"/>
                  <a:pt x="7814" y="10956"/>
                </a:cubicBezTo>
                <a:close/>
                <a:moveTo>
                  <a:pt x="2427" y="0"/>
                </a:moveTo>
                <a:cubicBezTo>
                  <a:pt x="2324" y="0"/>
                  <a:pt x="2222" y="40"/>
                  <a:pt x="2143" y="118"/>
                </a:cubicBezTo>
                <a:lnTo>
                  <a:pt x="505" y="1820"/>
                </a:lnTo>
                <a:cubicBezTo>
                  <a:pt x="348" y="1977"/>
                  <a:pt x="348" y="2261"/>
                  <a:pt x="505" y="2418"/>
                </a:cubicBezTo>
                <a:lnTo>
                  <a:pt x="1608" y="3458"/>
                </a:lnTo>
                <a:cubicBezTo>
                  <a:pt x="726" y="4624"/>
                  <a:pt x="505" y="6104"/>
                  <a:pt x="946" y="7396"/>
                </a:cubicBezTo>
                <a:cubicBezTo>
                  <a:pt x="1356" y="8499"/>
                  <a:pt x="2175" y="9412"/>
                  <a:pt x="3277" y="9885"/>
                </a:cubicBezTo>
                <a:lnTo>
                  <a:pt x="3277" y="10263"/>
                </a:lnTo>
                <a:lnTo>
                  <a:pt x="1230" y="10294"/>
                </a:lnTo>
                <a:cubicBezTo>
                  <a:pt x="568" y="10294"/>
                  <a:pt x="1" y="10862"/>
                  <a:pt x="1" y="11555"/>
                </a:cubicBezTo>
                <a:lnTo>
                  <a:pt x="1" y="12374"/>
                </a:lnTo>
                <a:cubicBezTo>
                  <a:pt x="1" y="12594"/>
                  <a:pt x="222" y="12752"/>
                  <a:pt x="442" y="12752"/>
                </a:cubicBezTo>
                <a:lnTo>
                  <a:pt x="8728" y="12657"/>
                </a:lnTo>
                <a:cubicBezTo>
                  <a:pt x="8948" y="12657"/>
                  <a:pt x="9106" y="12437"/>
                  <a:pt x="9106" y="12216"/>
                </a:cubicBezTo>
                <a:lnTo>
                  <a:pt x="9106" y="11397"/>
                </a:lnTo>
                <a:cubicBezTo>
                  <a:pt x="9106" y="10704"/>
                  <a:pt x="8507" y="10168"/>
                  <a:pt x="7846" y="10168"/>
                </a:cubicBezTo>
                <a:lnTo>
                  <a:pt x="5798" y="10200"/>
                </a:lnTo>
                <a:lnTo>
                  <a:pt x="5798" y="10137"/>
                </a:lnTo>
                <a:cubicBezTo>
                  <a:pt x="7153" y="9853"/>
                  <a:pt x="8255" y="8908"/>
                  <a:pt x="8759" y="7680"/>
                </a:cubicBezTo>
                <a:lnTo>
                  <a:pt x="9452" y="7680"/>
                </a:lnTo>
                <a:cubicBezTo>
                  <a:pt x="9704" y="7680"/>
                  <a:pt x="9862" y="7491"/>
                  <a:pt x="9862" y="7270"/>
                </a:cubicBezTo>
                <a:cubicBezTo>
                  <a:pt x="9799" y="6986"/>
                  <a:pt x="9610" y="6797"/>
                  <a:pt x="9389" y="6797"/>
                </a:cubicBezTo>
                <a:lnTo>
                  <a:pt x="6901" y="6829"/>
                </a:lnTo>
                <a:cubicBezTo>
                  <a:pt x="6649" y="6829"/>
                  <a:pt x="6491" y="7018"/>
                  <a:pt x="6491" y="7270"/>
                </a:cubicBezTo>
                <a:cubicBezTo>
                  <a:pt x="6491" y="7491"/>
                  <a:pt x="6712" y="7648"/>
                  <a:pt x="6932" y="7648"/>
                </a:cubicBezTo>
                <a:lnTo>
                  <a:pt x="7751" y="7648"/>
                </a:lnTo>
                <a:cubicBezTo>
                  <a:pt x="7342" y="8436"/>
                  <a:pt x="6586" y="9003"/>
                  <a:pt x="5703" y="9223"/>
                </a:cubicBezTo>
                <a:lnTo>
                  <a:pt x="5703" y="8908"/>
                </a:lnTo>
                <a:cubicBezTo>
                  <a:pt x="5703" y="8341"/>
                  <a:pt x="5357" y="7900"/>
                  <a:pt x="4821" y="7711"/>
                </a:cubicBezTo>
                <a:cubicBezTo>
                  <a:pt x="4709" y="7680"/>
                  <a:pt x="4598" y="7665"/>
                  <a:pt x="4488" y="7665"/>
                </a:cubicBezTo>
                <a:cubicBezTo>
                  <a:pt x="3826" y="7665"/>
                  <a:pt x="3246" y="8205"/>
                  <a:pt x="3246" y="8908"/>
                </a:cubicBezTo>
                <a:cubicBezTo>
                  <a:pt x="1450" y="7932"/>
                  <a:pt x="1041" y="5569"/>
                  <a:pt x="2206" y="4025"/>
                </a:cubicBezTo>
                <a:lnTo>
                  <a:pt x="2206" y="4025"/>
                </a:lnTo>
                <a:lnTo>
                  <a:pt x="5010" y="6734"/>
                </a:lnTo>
                <a:cubicBezTo>
                  <a:pt x="5089" y="6813"/>
                  <a:pt x="5199" y="6853"/>
                  <a:pt x="5310" y="6853"/>
                </a:cubicBezTo>
                <a:cubicBezTo>
                  <a:pt x="5420" y="6853"/>
                  <a:pt x="5530" y="6813"/>
                  <a:pt x="5609" y="6734"/>
                </a:cubicBezTo>
                <a:lnTo>
                  <a:pt x="7216" y="5033"/>
                </a:lnTo>
                <a:cubicBezTo>
                  <a:pt x="7373" y="4876"/>
                  <a:pt x="7373" y="4624"/>
                  <a:pt x="7216" y="4466"/>
                </a:cubicBezTo>
                <a:lnTo>
                  <a:pt x="5955" y="3237"/>
                </a:lnTo>
                <a:lnTo>
                  <a:pt x="2710" y="118"/>
                </a:lnTo>
                <a:cubicBezTo>
                  <a:pt x="2632" y="40"/>
                  <a:pt x="2529" y="0"/>
                  <a:pt x="24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51" name="Google Shape;15351;p82"/>
          <p:cNvGrpSpPr/>
          <p:nvPr/>
        </p:nvGrpSpPr>
        <p:grpSpPr>
          <a:xfrm>
            <a:off x="2213089" y="2045450"/>
            <a:ext cx="506988" cy="495724"/>
            <a:chOff x="-42430625" y="1949750"/>
            <a:chExt cx="322950" cy="315775"/>
          </a:xfrm>
        </p:grpSpPr>
        <p:sp>
          <p:nvSpPr>
            <p:cNvPr id="15352" name="Google Shape;15352;p82"/>
            <p:cNvSpPr/>
            <p:nvPr/>
          </p:nvSpPr>
          <p:spPr>
            <a:xfrm>
              <a:off x="-423534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3" name="Google Shape;15353;p82"/>
            <p:cNvSpPr/>
            <p:nvPr/>
          </p:nvSpPr>
          <p:spPr>
            <a:xfrm>
              <a:off x="-422896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92" y="1639"/>
                    <a:pt x="1639" y="1293"/>
                    <a:pt x="1639" y="820"/>
                  </a:cubicBezTo>
                  <a:cubicBezTo>
                    <a:pt x="1639" y="379"/>
                    <a:pt x="1292"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4" name="Google Shape;15354;p82"/>
            <p:cNvSpPr/>
            <p:nvPr/>
          </p:nvSpPr>
          <p:spPr>
            <a:xfrm>
              <a:off x="-42226625" y="2065525"/>
              <a:ext cx="40975" cy="41000"/>
            </a:xfrm>
            <a:custGeom>
              <a:avLst/>
              <a:gdLst/>
              <a:ahLst/>
              <a:cxnLst/>
              <a:rect l="l" t="t" r="r" b="b"/>
              <a:pathLst>
                <a:path w="1639" h="1640" extrusionOk="0">
                  <a:moveTo>
                    <a:pt x="819" y="1"/>
                  </a:moveTo>
                  <a:cubicBezTo>
                    <a:pt x="378" y="1"/>
                    <a:pt x="0" y="379"/>
                    <a:pt x="0" y="820"/>
                  </a:cubicBezTo>
                  <a:cubicBezTo>
                    <a:pt x="0" y="1293"/>
                    <a:pt x="378" y="1639"/>
                    <a:pt x="819" y="1639"/>
                  </a:cubicBezTo>
                  <a:cubicBezTo>
                    <a:pt x="1292" y="1639"/>
                    <a:pt x="1638" y="1293"/>
                    <a:pt x="1638" y="820"/>
                  </a:cubicBezTo>
                  <a:cubicBezTo>
                    <a:pt x="1638" y="379"/>
                    <a:pt x="1292" y="1"/>
                    <a:pt x="8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5" name="Google Shape;15355;p82"/>
            <p:cNvSpPr/>
            <p:nvPr/>
          </p:nvSpPr>
          <p:spPr>
            <a:xfrm>
              <a:off x="-42430625" y="1949750"/>
              <a:ext cx="322950" cy="315775"/>
            </a:xfrm>
            <a:custGeom>
              <a:avLst/>
              <a:gdLst/>
              <a:ahLst/>
              <a:cxnLst/>
              <a:rect l="l" t="t" r="r" b="b"/>
              <a:pathLst>
                <a:path w="12918" h="12631" extrusionOk="0">
                  <a:moveTo>
                    <a:pt x="6427" y="757"/>
                  </a:moveTo>
                  <a:cubicBezTo>
                    <a:pt x="8790" y="757"/>
                    <a:pt x="10712" y="2017"/>
                    <a:pt x="11500" y="3655"/>
                  </a:cubicBezTo>
                  <a:cubicBezTo>
                    <a:pt x="12098" y="4821"/>
                    <a:pt x="12098" y="6081"/>
                    <a:pt x="11500" y="7215"/>
                  </a:cubicBezTo>
                  <a:cubicBezTo>
                    <a:pt x="10679" y="8857"/>
                    <a:pt x="8789" y="10067"/>
                    <a:pt x="6472" y="10067"/>
                  </a:cubicBezTo>
                  <a:cubicBezTo>
                    <a:pt x="6210" y="10067"/>
                    <a:pt x="5943" y="10051"/>
                    <a:pt x="5671" y="10019"/>
                  </a:cubicBezTo>
                  <a:cubicBezTo>
                    <a:pt x="5545" y="10019"/>
                    <a:pt x="5451" y="10051"/>
                    <a:pt x="5325" y="10145"/>
                  </a:cubicBezTo>
                  <a:lnTo>
                    <a:pt x="4285" y="11153"/>
                  </a:lnTo>
                  <a:lnTo>
                    <a:pt x="4285" y="9988"/>
                  </a:lnTo>
                  <a:cubicBezTo>
                    <a:pt x="4285" y="9830"/>
                    <a:pt x="4190" y="9673"/>
                    <a:pt x="4033" y="9578"/>
                  </a:cubicBezTo>
                  <a:cubicBezTo>
                    <a:pt x="3088" y="9200"/>
                    <a:pt x="2300" y="8602"/>
                    <a:pt x="1796" y="7908"/>
                  </a:cubicBezTo>
                  <a:cubicBezTo>
                    <a:pt x="0" y="5577"/>
                    <a:pt x="1071" y="2458"/>
                    <a:pt x="4033" y="1229"/>
                  </a:cubicBezTo>
                  <a:cubicBezTo>
                    <a:pt x="4726" y="914"/>
                    <a:pt x="5545" y="757"/>
                    <a:pt x="6427" y="757"/>
                  </a:cubicBezTo>
                  <a:close/>
                  <a:moveTo>
                    <a:pt x="6427" y="1"/>
                  </a:moveTo>
                  <a:cubicBezTo>
                    <a:pt x="2962" y="1"/>
                    <a:pt x="126" y="2427"/>
                    <a:pt x="126" y="5451"/>
                  </a:cubicBezTo>
                  <a:cubicBezTo>
                    <a:pt x="126" y="7593"/>
                    <a:pt x="1544" y="9389"/>
                    <a:pt x="3497" y="10303"/>
                  </a:cubicBezTo>
                  <a:lnTo>
                    <a:pt x="3497" y="12193"/>
                  </a:lnTo>
                  <a:cubicBezTo>
                    <a:pt x="3497" y="12319"/>
                    <a:pt x="3560" y="12477"/>
                    <a:pt x="3655" y="12540"/>
                  </a:cubicBezTo>
                  <a:cubicBezTo>
                    <a:pt x="3729" y="12599"/>
                    <a:pt x="3825" y="12631"/>
                    <a:pt x="3921" y="12631"/>
                  </a:cubicBezTo>
                  <a:cubicBezTo>
                    <a:pt x="4029" y="12631"/>
                    <a:pt x="4139" y="12591"/>
                    <a:pt x="4222" y="12508"/>
                  </a:cubicBezTo>
                  <a:lnTo>
                    <a:pt x="5829" y="10901"/>
                  </a:lnTo>
                  <a:cubicBezTo>
                    <a:pt x="6063" y="10925"/>
                    <a:pt x="6295" y="10936"/>
                    <a:pt x="6524" y="10936"/>
                  </a:cubicBezTo>
                  <a:cubicBezTo>
                    <a:pt x="9075" y="10936"/>
                    <a:pt x="11304" y="9530"/>
                    <a:pt x="12287" y="7593"/>
                  </a:cubicBezTo>
                  <a:cubicBezTo>
                    <a:pt x="12917" y="6239"/>
                    <a:pt x="12917" y="4663"/>
                    <a:pt x="12256" y="3309"/>
                  </a:cubicBezTo>
                  <a:cubicBezTo>
                    <a:pt x="11311" y="1324"/>
                    <a:pt x="9074" y="1"/>
                    <a:pt x="64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56" name="Google Shape;15356;p82"/>
          <p:cNvSpPr/>
          <p:nvPr/>
        </p:nvSpPr>
        <p:spPr>
          <a:xfrm>
            <a:off x="2292049" y="2642205"/>
            <a:ext cx="432812" cy="497099"/>
          </a:xfrm>
          <a:custGeom>
            <a:avLst/>
            <a:gdLst/>
            <a:ahLst/>
            <a:cxnLst/>
            <a:rect l="l" t="t" r="r" b="b"/>
            <a:pathLst>
              <a:path w="11028" h="12666" extrusionOk="0">
                <a:moveTo>
                  <a:pt x="8538" y="820"/>
                </a:moveTo>
                <a:lnTo>
                  <a:pt x="8538" y="2710"/>
                </a:lnTo>
                <a:lnTo>
                  <a:pt x="8412" y="2584"/>
                </a:lnTo>
                <a:cubicBezTo>
                  <a:pt x="8333" y="2505"/>
                  <a:pt x="8223" y="2466"/>
                  <a:pt x="8113" y="2466"/>
                </a:cubicBezTo>
                <a:cubicBezTo>
                  <a:pt x="8003" y="2466"/>
                  <a:pt x="7892" y="2505"/>
                  <a:pt x="7814" y="2584"/>
                </a:cubicBezTo>
                <a:lnTo>
                  <a:pt x="7719" y="2710"/>
                </a:lnTo>
                <a:lnTo>
                  <a:pt x="7719" y="820"/>
                </a:lnTo>
                <a:close/>
                <a:moveTo>
                  <a:pt x="10177" y="820"/>
                </a:moveTo>
                <a:lnTo>
                  <a:pt x="10177" y="9357"/>
                </a:lnTo>
                <a:lnTo>
                  <a:pt x="2458" y="9357"/>
                </a:lnTo>
                <a:lnTo>
                  <a:pt x="2458" y="820"/>
                </a:lnTo>
                <a:lnTo>
                  <a:pt x="6869" y="820"/>
                </a:lnTo>
                <a:lnTo>
                  <a:pt x="6869" y="3687"/>
                </a:lnTo>
                <a:cubicBezTo>
                  <a:pt x="6869" y="3813"/>
                  <a:pt x="6932" y="3970"/>
                  <a:pt x="7026" y="4033"/>
                </a:cubicBezTo>
                <a:cubicBezTo>
                  <a:pt x="7100" y="4093"/>
                  <a:pt x="7196" y="4124"/>
                  <a:pt x="7292" y="4124"/>
                </a:cubicBezTo>
                <a:cubicBezTo>
                  <a:pt x="7400" y="4124"/>
                  <a:pt x="7510" y="4085"/>
                  <a:pt x="7593" y="4002"/>
                </a:cubicBezTo>
                <a:lnTo>
                  <a:pt x="8129" y="3466"/>
                </a:lnTo>
                <a:lnTo>
                  <a:pt x="8664" y="3970"/>
                </a:lnTo>
                <a:cubicBezTo>
                  <a:pt x="8719" y="4024"/>
                  <a:pt x="8844" y="4102"/>
                  <a:pt x="8958" y="4102"/>
                </a:cubicBezTo>
                <a:cubicBezTo>
                  <a:pt x="8976" y="4102"/>
                  <a:pt x="8994" y="4100"/>
                  <a:pt x="9011" y="4096"/>
                </a:cubicBezTo>
                <a:cubicBezTo>
                  <a:pt x="9200" y="4033"/>
                  <a:pt x="9357" y="3876"/>
                  <a:pt x="9357" y="3687"/>
                </a:cubicBezTo>
                <a:lnTo>
                  <a:pt x="9357" y="820"/>
                </a:lnTo>
                <a:close/>
                <a:moveTo>
                  <a:pt x="1639" y="851"/>
                </a:moveTo>
                <a:lnTo>
                  <a:pt x="1639" y="9326"/>
                </a:lnTo>
                <a:cubicBezTo>
                  <a:pt x="1355" y="9326"/>
                  <a:pt x="1103" y="9389"/>
                  <a:pt x="820" y="9546"/>
                </a:cubicBezTo>
                <a:lnTo>
                  <a:pt x="820" y="2017"/>
                </a:lnTo>
                <a:cubicBezTo>
                  <a:pt x="820" y="1481"/>
                  <a:pt x="1166" y="1040"/>
                  <a:pt x="1639" y="851"/>
                </a:cubicBezTo>
                <a:close/>
                <a:moveTo>
                  <a:pt x="10145" y="10177"/>
                </a:moveTo>
                <a:lnTo>
                  <a:pt x="10145" y="11846"/>
                </a:lnTo>
                <a:lnTo>
                  <a:pt x="1639" y="11846"/>
                </a:lnTo>
                <a:cubicBezTo>
                  <a:pt x="1166" y="11846"/>
                  <a:pt x="820" y="11500"/>
                  <a:pt x="820" y="11027"/>
                </a:cubicBezTo>
                <a:cubicBezTo>
                  <a:pt x="820" y="10555"/>
                  <a:pt x="1166" y="10177"/>
                  <a:pt x="1639" y="10177"/>
                </a:cubicBezTo>
                <a:close/>
                <a:moveTo>
                  <a:pt x="1985" y="0"/>
                </a:moveTo>
                <a:cubicBezTo>
                  <a:pt x="851" y="32"/>
                  <a:pt x="0" y="946"/>
                  <a:pt x="0" y="2017"/>
                </a:cubicBezTo>
                <a:lnTo>
                  <a:pt x="0" y="11027"/>
                </a:lnTo>
                <a:cubicBezTo>
                  <a:pt x="0" y="11909"/>
                  <a:pt x="725" y="12665"/>
                  <a:pt x="1639" y="12665"/>
                </a:cubicBezTo>
                <a:lnTo>
                  <a:pt x="10618" y="12665"/>
                </a:lnTo>
                <a:cubicBezTo>
                  <a:pt x="10870" y="12665"/>
                  <a:pt x="11027" y="12476"/>
                  <a:pt x="11027" y="12224"/>
                </a:cubicBezTo>
                <a:lnTo>
                  <a:pt x="11027" y="379"/>
                </a:lnTo>
                <a:cubicBezTo>
                  <a:pt x="11027" y="189"/>
                  <a:pt x="10807"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7" name="Google Shape;15357;p82"/>
          <p:cNvSpPr/>
          <p:nvPr/>
        </p:nvSpPr>
        <p:spPr>
          <a:xfrm>
            <a:off x="2262013" y="3218797"/>
            <a:ext cx="493409" cy="496863"/>
          </a:xfrm>
          <a:custGeom>
            <a:avLst/>
            <a:gdLst/>
            <a:ahLst/>
            <a:cxnLst/>
            <a:rect l="l" t="t" r="r" b="b"/>
            <a:pathLst>
              <a:path w="12572" h="12660" extrusionOk="0">
                <a:moveTo>
                  <a:pt x="2773" y="840"/>
                </a:moveTo>
                <a:cubicBezTo>
                  <a:pt x="3025" y="840"/>
                  <a:pt x="3183" y="1061"/>
                  <a:pt x="3183" y="1250"/>
                </a:cubicBezTo>
                <a:lnTo>
                  <a:pt x="3183" y="2888"/>
                </a:lnTo>
                <a:cubicBezTo>
                  <a:pt x="3183" y="3140"/>
                  <a:pt x="2962" y="3298"/>
                  <a:pt x="2773" y="3298"/>
                </a:cubicBezTo>
                <a:cubicBezTo>
                  <a:pt x="2553" y="3298"/>
                  <a:pt x="2395" y="3109"/>
                  <a:pt x="2332" y="2888"/>
                </a:cubicBezTo>
                <a:lnTo>
                  <a:pt x="2332" y="1250"/>
                </a:lnTo>
                <a:cubicBezTo>
                  <a:pt x="2332" y="998"/>
                  <a:pt x="2553" y="840"/>
                  <a:pt x="2773" y="840"/>
                </a:cubicBezTo>
                <a:close/>
                <a:moveTo>
                  <a:pt x="9673" y="840"/>
                </a:moveTo>
                <a:cubicBezTo>
                  <a:pt x="9925" y="840"/>
                  <a:pt x="10082" y="1061"/>
                  <a:pt x="10082" y="1250"/>
                </a:cubicBezTo>
                <a:lnTo>
                  <a:pt x="10082" y="2888"/>
                </a:lnTo>
                <a:cubicBezTo>
                  <a:pt x="10082" y="3140"/>
                  <a:pt x="9862" y="3298"/>
                  <a:pt x="9673" y="3298"/>
                </a:cubicBezTo>
                <a:cubicBezTo>
                  <a:pt x="9452" y="3298"/>
                  <a:pt x="9295" y="3109"/>
                  <a:pt x="9232" y="2888"/>
                </a:cubicBezTo>
                <a:lnTo>
                  <a:pt x="9232" y="1250"/>
                </a:lnTo>
                <a:cubicBezTo>
                  <a:pt x="9232" y="998"/>
                  <a:pt x="9452" y="840"/>
                  <a:pt x="9673" y="840"/>
                </a:cubicBezTo>
                <a:close/>
                <a:moveTo>
                  <a:pt x="11374" y="2479"/>
                </a:moveTo>
                <a:cubicBezTo>
                  <a:pt x="11469" y="2479"/>
                  <a:pt x="11595" y="2542"/>
                  <a:pt x="11689" y="2668"/>
                </a:cubicBezTo>
                <a:cubicBezTo>
                  <a:pt x="11752" y="2794"/>
                  <a:pt x="11721" y="2857"/>
                  <a:pt x="11721" y="2983"/>
                </a:cubicBezTo>
                <a:lnTo>
                  <a:pt x="11721" y="4936"/>
                </a:lnTo>
                <a:lnTo>
                  <a:pt x="694" y="4936"/>
                </a:lnTo>
                <a:lnTo>
                  <a:pt x="694" y="2983"/>
                </a:lnTo>
                <a:cubicBezTo>
                  <a:pt x="694" y="2857"/>
                  <a:pt x="694" y="2794"/>
                  <a:pt x="725" y="2668"/>
                </a:cubicBezTo>
                <a:cubicBezTo>
                  <a:pt x="820" y="2542"/>
                  <a:pt x="946" y="2479"/>
                  <a:pt x="1040" y="2479"/>
                </a:cubicBezTo>
                <a:lnTo>
                  <a:pt x="1513" y="2479"/>
                </a:lnTo>
                <a:lnTo>
                  <a:pt x="1513" y="2888"/>
                </a:lnTo>
                <a:cubicBezTo>
                  <a:pt x="1513" y="3614"/>
                  <a:pt x="2132" y="4133"/>
                  <a:pt x="2803" y="4133"/>
                </a:cubicBezTo>
                <a:cubicBezTo>
                  <a:pt x="2919" y="4133"/>
                  <a:pt x="3036" y="4118"/>
                  <a:pt x="3151" y="4085"/>
                </a:cubicBezTo>
                <a:cubicBezTo>
                  <a:pt x="3655" y="3928"/>
                  <a:pt x="4002" y="3455"/>
                  <a:pt x="4002" y="2888"/>
                </a:cubicBezTo>
                <a:lnTo>
                  <a:pt x="4002" y="2479"/>
                </a:lnTo>
                <a:lnTo>
                  <a:pt x="8413" y="2479"/>
                </a:lnTo>
                <a:lnTo>
                  <a:pt x="8413" y="2888"/>
                </a:lnTo>
                <a:cubicBezTo>
                  <a:pt x="8413" y="3455"/>
                  <a:pt x="8759" y="3928"/>
                  <a:pt x="9263" y="4085"/>
                </a:cubicBezTo>
                <a:cubicBezTo>
                  <a:pt x="9379" y="4118"/>
                  <a:pt x="9496" y="4133"/>
                  <a:pt x="9612" y="4133"/>
                </a:cubicBezTo>
                <a:cubicBezTo>
                  <a:pt x="10282" y="4133"/>
                  <a:pt x="10902" y="3614"/>
                  <a:pt x="10902" y="2888"/>
                </a:cubicBezTo>
                <a:lnTo>
                  <a:pt x="10902" y="2479"/>
                </a:lnTo>
                <a:close/>
                <a:moveTo>
                  <a:pt x="11721" y="5787"/>
                </a:moveTo>
                <a:lnTo>
                  <a:pt x="11721" y="11457"/>
                </a:lnTo>
                <a:cubicBezTo>
                  <a:pt x="11721" y="11678"/>
                  <a:pt x="11532" y="11835"/>
                  <a:pt x="11280" y="11867"/>
                </a:cubicBezTo>
                <a:lnTo>
                  <a:pt x="1072" y="11867"/>
                </a:lnTo>
                <a:cubicBezTo>
                  <a:pt x="851" y="11867"/>
                  <a:pt x="694" y="11678"/>
                  <a:pt x="694" y="11457"/>
                </a:cubicBezTo>
                <a:lnTo>
                  <a:pt x="694" y="5787"/>
                </a:lnTo>
                <a:close/>
                <a:moveTo>
                  <a:pt x="2825" y="1"/>
                </a:moveTo>
                <a:cubicBezTo>
                  <a:pt x="2180" y="1"/>
                  <a:pt x="1608" y="526"/>
                  <a:pt x="1608" y="1250"/>
                </a:cubicBezTo>
                <a:lnTo>
                  <a:pt x="1608" y="1691"/>
                </a:lnTo>
                <a:lnTo>
                  <a:pt x="1135" y="1691"/>
                </a:lnTo>
                <a:cubicBezTo>
                  <a:pt x="851" y="1691"/>
                  <a:pt x="568" y="1785"/>
                  <a:pt x="379" y="2006"/>
                </a:cubicBezTo>
                <a:cubicBezTo>
                  <a:pt x="158" y="2227"/>
                  <a:pt x="1" y="2542"/>
                  <a:pt x="1" y="2888"/>
                </a:cubicBezTo>
                <a:lnTo>
                  <a:pt x="1" y="11457"/>
                </a:lnTo>
                <a:cubicBezTo>
                  <a:pt x="1" y="12087"/>
                  <a:pt x="486" y="12659"/>
                  <a:pt x="1102" y="12659"/>
                </a:cubicBezTo>
                <a:cubicBezTo>
                  <a:pt x="1134" y="12659"/>
                  <a:pt x="1166" y="12658"/>
                  <a:pt x="1198" y="12655"/>
                </a:cubicBezTo>
                <a:lnTo>
                  <a:pt x="11311" y="12655"/>
                </a:lnTo>
                <a:cubicBezTo>
                  <a:pt x="12004" y="12655"/>
                  <a:pt x="12571" y="12119"/>
                  <a:pt x="12571" y="11457"/>
                </a:cubicBezTo>
                <a:lnTo>
                  <a:pt x="12571" y="2888"/>
                </a:lnTo>
                <a:cubicBezTo>
                  <a:pt x="12571" y="2542"/>
                  <a:pt x="12414" y="2227"/>
                  <a:pt x="12193" y="2006"/>
                </a:cubicBezTo>
                <a:cubicBezTo>
                  <a:pt x="12004" y="1785"/>
                  <a:pt x="11721" y="1691"/>
                  <a:pt x="11437" y="1691"/>
                </a:cubicBezTo>
                <a:lnTo>
                  <a:pt x="10965" y="1691"/>
                </a:lnTo>
                <a:lnTo>
                  <a:pt x="10965" y="1250"/>
                </a:lnTo>
                <a:cubicBezTo>
                  <a:pt x="10965" y="526"/>
                  <a:pt x="10392" y="1"/>
                  <a:pt x="9747" y="1"/>
                </a:cubicBezTo>
                <a:cubicBezTo>
                  <a:pt x="9577" y="1"/>
                  <a:pt x="9402" y="37"/>
                  <a:pt x="9232" y="116"/>
                </a:cubicBezTo>
                <a:cubicBezTo>
                  <a:pt x="8759" y="305"/>
                  <a:pt x="8507" y="746"/>
                  <a:pt x="8507" y="1250"/>
                </a:cubicBezTo>
                <a:lnTo>
                  <a:pt x="8507" y="1691"/>
                </a:lnTo>
                <a:lnTo>
                  <a:pt x="4096" y="1691"/>
                </a:lnTo>
                <a:lnTo>
                  <a:pt x="4096" y="1250"/>
                </a:lnTo>
                <a:cubicBezTo>
                  <a:pt x="4096" y="746"/>
                  <a:pt x="3781" y="305"/>
                  <a:pt x="3340" y="116"/>
                </a:cubicBezTo>
                <a:cubicBezTo>
                  <a:pt x="3170" y="37"/>
                  <a:pt x="2995" y="1"/>
                  <a:pt x="28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8" name="Google Shape;15358;p82"/>
          <p:cNvSpPr/>
          <p:nvPr/>
        </p:nvSpPr>
        <p:spPr>
          <a:xfrm>
            <a:off x="5222695" y="2091102"/>
            <a:ext cx="498355" cy="453809"/>
          </a:xfrm>
          <a:custGeom>
            <a:avLst/>
            <a:gdLst/>
            <a:ahLst/>
            <a:cxnLst/>
            <a:rect l="l" t="t" r="r" b="b"/>
            <a:pathLst>
              <a:path w="12698" h="11563" extrusionOk="0">
                <a:moveTo>
                  <a:pt x="2490" y="820"/>
                </a:moveTo>
                <a:cubicBezTo>
                  <a:pt x="3529" y="914"/>
                  <a:pt x="4600" y="1292"/>
                  <a:pt x="5483" y="2017"/>
                </a:cubicBezTo>
                <a:lnTo>
                  <a:pt x="5798" y="2237"/>
                </a:lnTo>
                <a:lnTo>
                  <a:pt x="5798" y="10334"/>
                </a:lnTo>
                <a:lnTo>
                  <a:pt x="5766" y="10334"/>
                </a:lnTo>
                <a:cubicBezTo>
                  <a:pt x="4789" y="9609"/>
                  <a:pt x="3655" y="9168"/>
                  <a:pt x="2490" y="9105"/>
                </a:cubicBezTo>
                <a:lnTo>
                  <a:pt x="2490" y="820"/>
                </a:lnTo>
                <a:close/>
                <a:moveTo>
                  <a:pt x="9925" y="883"/>
                </a:moveTo>
                <a:lnTo>
                  <a:pt x="9925" y="9137"/>
                </a:lnTo>
                <a:cubicBezTo>
                  <a:pt x="8728" y="9200"/>
                  <a:pt x="7593" y="9609"/>
                  <a:pt x="6617" y="10334"/>
                </a:cubicBezTo>
                <a:lnTo>
                  <a:pt x="6617" y="2300"/>
                </a:lnTo>
                <a:lnTo>
                  <a:pt x="6932" y="2048"/>
                </a:lnTo>
                <a:cubicBezTo>
                  <a:pt x="7782" y="1355"/>
                  <a:pt x="8854" y="946"/>
                  <a:pt x="9925" y="883"/>
                </a:cubicBezTo>
                <a:close/>
                <a:moveTo>
                  <a:pt x="1702" y="2458"/>
                </a:moveTo>
                <a:lnTo>
                  <a:pt x="1702" y="9483"/>
                </a:lnTo>
                <a:cubicBezTo>
                  <a:pt x="1702" y="9735"/>
                  <a:pt x="1891" y="9924"/>
                  <a:pt x="2080" y="9924"/>
                </a:cubicBezTo>
                <a:cubicBezTo>
                  <a:pt x="3057" y="9924"/>
                  <a:pt x="4096" y="10208"/>
                  <a:pt x="4978" y="10744"/>
                </a:cubicBezTo>
                <a:lnTo>
                  <a:pt x="1261" y="10744"/>
                </a:lnTo>
                <a:cubicBezTo>
                  <a:pt x="1009" y="10744"/>
                  <a:pt x="851" y="10555"/>
                  <a:pt x="851" y="10334"/>
                </a:cubicBezTo>
                <a:lnTo>
                  <a:pt x="851" y="2867"/>
                </a:lnTo>
                <a:cubicBezTo>
                  <a:pt x="851" y="2647"/>
                  <a:pt x="1040" y="2489"/>
                  <a:pt x="1261" y="2458"/>
                </a:cubicBezTo>
                <a:close/>
                <a:moveTo>
                  <a:pt x="11406" y="2458"/>
                </a:moveTo>
                <a:cubicBezTo>
                  <a:pt x="11658" y="2458"/>
                  <a:pt x="11815" y="2647"/>
                  <a:pt x="11847" y="2867"/>
                </a:cubicBezTo>
                <a:lnTo>
                  <a:pt x="11847" y="10334"/>
                </a:lnTo>
                <a:cubicBezTo>
                  <a:pt x="11847" y="10555"/>
                  <a:pt x="11658" y="10712"/>
                  <a:pt x="11406" y="10744"/>
                </a:cubicBezTo>
                <a:lnTo>
                  <a:pt x="7436" y="10744"/>
                </a:lnTo>
                <a:cubicBezTo>
                  <a:pt x="8255" y="10239"/>
                  <a:pt x="9295" y="9924"/>
                  <a:pt x="10303" y="9924"/>
                </a:cubicBezTo>
                <a:cubicBezTo>
                  <a:pt x="10555" y="9924"/>
                  <a:pt x="10712" y="9735"/>
                  <a:pt x="10712" y="9483"/>
                </a:cubicBezTo>
                <a:lnTo>
                  <a:pt x="10712" y="2458"/>
                </a:lnTo>
                <a:close/>
                <a:moveTo>
                  <a:pt x="2080" y="0"/>
                </a:moveTo>
                <a:cubicBezTo>
                  <a:pt x="1828" y="0"/>
                  <a:pt x="1670" y="189"/>
                  <a:pt x="1670" y="410"/>
                </a:cubicBezTo>
                <a:lnTo>
                  <a:pt x="1670" y="1670"/>
                </a:lnTo>
                <a:lnTo>
                  <a:pt x="1261" y="1670"/>
                </a:lnTo>
                <a:cubicBezTo>
                  <a:pt x="568" y="1670"/>
                  <a:pt x="1" y="2206"/>
                  <a:pt x="32" y="2930"/>
                </a:cubicBezTo>
                <a:lnTo>
                  <a:pt x="32" y="10334"/>
                </a:lnTo>
                <a:cubicBezTo>
                  <a:pt x="32" y="10996"/>
                  <a:pt x="568" y="11563"/>
                  <a:pt x="1261" y="11563"/>
                </a:cubicBezTo>
                <a:lnTo>
                  <a:pt x="11437" y="11563"/>
                </a:lnTo>
                <a:cubicBezTo>
                  <a:pt x="12130" y="11563"/>
                  <a:pt x="12697" y="11027"/>
                  <a:pt x="12697" y="10334"/>
                </a:cubicBezTo>
                <a:lnTo>
                  <a:pt x="12697" y="2867"/>
                </a:lnTo>
                <a:cubicBezTo>
                  <a:pt x="12666" y="2206"/>
                  <a:pt x="12130" y="1670"/>
                  <a:pt x="11437" y="1670"/>
                </a:cubicBezTo>
                <a:lnTo>
                  <a:pt x="10744" y="1670"/>
                </a:lnTo>
                <a:lnTo>
                  <a:pt x="10744" y="410"/>
                </a:lnTo>
                <a:cubicBezTo>
                  <a:pt x="10744" y="158"/>
                  <a:pt x="10555" y="0"/>
                  <a:pt x="10334" y="0"/>
                </a:cubicBezTo>
                <a:cubicBezTo>
                  <a:pt x="8980" y="0"/>
                  <a:pt x="7562" y="473"/>
                  <a:pt x="6396" y="1387"/>
                </a:cubicBezTo>
                <a:lnTo>
                  <a:pt x="6207" y="1544"/>
                </a:lnTo>
                <a:lnTo>
                  <a:pt x="6018" y="1387"/>
                </a:lnTo>
                <a:cubicBezTo>
                  <a:pt x="4915" y="473"/>
                  <a:pt x="3498"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9" name="Google Shape;15359;p82"/>
          <p:cNvSpPr/>
          <p:nvPr/>
        </p:nvSpPr>
        <p:spPr>
          <a:xfrm>
            <a:off x="5248555" y="2676819"/>
            <a:ext cx="505772" cy="498355"/>
          </a:xfrm>
          <a:custGeom>
            <a:avLst/>
            <a:gdLst/>
            <a:ahLst/>
            <a:cxnLst/>
            <a:rect l="l" t="t" r="r" b="b"/>
            <a:pathLst>
              <a:path w="12887" h="12698" extrusionOk="0">
                <a:moveTo>
                  <a:pt x="7814" y="3309"/>
                </a:moveTo>
                <a:cubicBezTo>
                  <a:pt x="7782" y="3592"/>
                  <a:pt x="7782" y="3907"/>
                  <a:pt x="7814" y="4159"/>
                </a:cubicBezTo>
                <a:lnTo>
                  <a:pt x="4947" y="4159"/>
                </a:lnTo>
                <a:cubicBezTo>
                  <a:pt x="4978" y="3876"/>
                  <a:pt x="4978" y="3592"/>
                  <a:pt x="4947" y="3309"/>
                </a:cubicBezTo>
                <a:close/>
                <a:moveTo>
                  <a:pt x="9830" y="788"/>
                </a:moveTo>
                <a:cubicBezTo>
                  <a:pt x="10082" y="788"/>
                  <a:pt x="10366" y="820"/>
                  <a:pt x="10618" y="946"/>
                </a:cubicBezTo>
                <a:cubicBezTo>
                  <a:pt x="11721" y="1481"/>
                  <a:pt x="12193" y="2678"/>
                  <a:pt x="11752" y="3718"/>
                </a:cubicBezTo>
                <a:cubicBezTo>
                  <a:pt x="11500" y="4254"/>
                  <a:pt x="11027" y="4695"/>
                  <a:pt x="10460" y="4884"/>
                </a:cubicBezTo>
                <a:cubicBezTo>
                  <a:pt x="10261" y="4950"/>
                  <a:pt x="10035" y="4990"/>
                  <a:pt x="9816" y="4990"/>
                </a:cubicBezTo>
                <a:cubicBezTo>
                  <a:pt x="9619" y="4990"/>
                  <a:pt x="9427" y="4958"/>
                  <a:pt x="9263" y="4884"/>
                </a:cubicBezTo>
                <a:cubicBezTo>
                  <a:pt x="9074" y="4821"/>
                  <a:pt x="8885" y="4663"/>
                  <a:pt x="8791" y="4474"/>
                </a:cubicBezTo>
                <a:cubicBezTo>
                  <a:pt x="8791" y="4411"/>
                  <a:pt x="8759" y="4380"/>
                  <a:pt x="8728" y="4348"/>
                </a:cubicBezTo>
                <a:cubicBezTo>
                  <a:pt x="8570" y="3970"/>
                  <a:pt x="8570" y="3561"/>
                  <a:pt x="8728" y="3183"/>
                </a:cubicBezTo>
                <a:cubicBezTo>
                  <a:pt x="8759" y="3151"/>
                  <a:pt x="8759" y="3120"/>
                  <a:pt x="8791" y="3088"/>
                </a:cubicBezTo>
                <a:cubicBezTo>
                  <a:pt x="8980" y="2710"/>
                  <a:pt x="9358" y="2521"/>
                  <a:pt x="9830" y="2521"/>
                </a:cubicBezTo>
                <a:cubicBezTo>
                  <a:pt x="9956" y="2521"/>
                  <a:pt x="10019" y="2552"/>
                  <a:pt x="10082" y="2615"/>
                </a:cubicBezTo>
                <a:cubicBezTo>
                  <a:pt x="10240" y="2773"/>
                  <a:pt x="10240" y="3025"/>
                  <a:pt x="10145" y="3183"/>
                </a:cubicBezTo>
                <a:cubicBezTo>
                  <a:pt x="10051" y="3309"/>
                  <a:pt x="9956" y="3340"/>
                  <a:pt x="9830" y="3340"/>
                </a:cubicBezTo>
                <a:cubicBezTo>
                  <a:pt x="9578" y="3340"/>
                  <a:pt x="9389" y="3561"/>
                  <a:pt x="9389" y="3781"/>
                </a:cubicBezTo>
                <a:cubicBezTo>
                  <a:pt x="9389" y="4033"/>
                  <a:pt x="9578" y="4222"/>
                  <a:pt x="9830" y="4222"/>
                </a:cubicBezTo>
                <a:cubicBezTo>
                  <a:pt x="10555" y="4222"/>
                  <a:pt x="11059" y="3655"/>
                  <a:pt x="11059" y="2962"/>
                </a:cubicBezTo>
                <a:cubicBezTo>
                  <a:pt x="11059" y="2395"/>
                  <a:pt x="10681" y="1891"/>
                  <a:pt x="10114" y="1733"/>
                </a:cubicBezTo>
                <a:cubicBezTo>
                  <a:pt x="10034" y="1721"/>
                  <a:pt x="9933" y="1712"/>
                  <a:pt x="9817" y="1712"/>
                </a:cubicBezTo>
                <a:cubicBezTo>
                  <a:pt x="9339" y="1712"/>
                  <a:pt x="8611" y="1861"/>
                  <a:pt x="8129" y="2521"/>
                </a:cubicBezTo>
                <a:lnTo>
                  <a:pt x="4600" y="2521"/>
                </a:lnTo>
                <a:cubicBezTo>
                  <a:pt x="4191" y="1985"/>
                  <a:pt x="3592" y="1702"/>
                  <a:pt x="2931" y="1702"/>
                </a:cubicBezTo>
                <a:cubicBezTo>
                  <a:pt x="2395" y="1702"/>
                  <a:pt x="1986" y="1985"/>
                  <a:pt x="1796" y="2458"/>
                </a:cubicBezTo>
                <a:cubicBezTo>
                  <a:pt x="1481" y="3246"/>
                  <a:pt x="1954" y="4191"/>
                  <a:pt x="2931" y="4191"/>
                </a:cubicBezTo>
                <a:cubicBezTo>
                  <a:pt x="3183" y="4191"/>
                  <a:pt x="3340" y="3970"/>
                  <a:pt x="3340" y="3750"/>
                </a:cubicBezTo>
                <a:cubicBezTo>
                  <a:pt x="3340" y="3498"/>
                  <a:pt x="3120" y="3309"/>
                  <a:pt x="2931" y="3309"/>
                </a:cubicBezTo>
                <a:cubicBezTo>
                  <a:pt x="2805" y="3309"/>
                  <a:pt x="2742" y="3277"/>
                  <a:pt x="2647" y="3246"/>
                </a:cubicBezTo>
                <a:cubicBezTo>
                  <a:pt x="2458" y="3057"/>
                  <a:pt x="2490" y="2615"/>
                  <a:pt x="2805" y="2521"/>
                </a:cubicBezTo>
                <a:cubicBezTo>
                  <a:pt x="2836" y="2513"/>
                  <a:pt x="2879" y="2509"/>
                  <a:pt x="2931" y="2509"/>
                </a:cubicBezTo>
                <a:cubicBezTo>
                  <a:pt x="3084" y="2509"/>
                  <a:pt x="3309" y="2545"/>
                  <a:pt x="3498" y="2615"/>
                </a:cubicBezTo>
                <a:cubicBezTo>
                  <a:pt x="3687" y="2678"/>
                  <a:pt x="3876" y="2836"/>
                  <a:pt x="3970" y="3025"/>
                </a:cubicBezTo>
                <a:cubicBezTo>
                  <a:pt x="3970" y="3088"/>
                  <a:pt x="4002" y="3120"/>
                  <a:pt x="4033" y="3151"/>
                </a:cubicBezTo>
                <a:cubicBezTo>
                  <a:pt x="4191" y="3498"/>
                  <a:pt x="4191" y="3939"/>
                  <a:pt x="4033" y="4285"/>
                </a:cubicBezTo>
                <a:cubicBezTo>
                  <a:pt x="4002" y="4348"/>
                  <a:pt x="4002" y="4380"/>
                  <a:pt x="3970" y="4411"/>
                </a:cubicBezTo>
                <a:cubicBezTo>
                  <a:pt x="3750" y="4726"/>
                  <a:pt x="3403" y="4978"/>
                  <a:pt x="2931" y="4978"/>
                </a:cubicBezTo>
                <a:cubicBezTo>
                  <a:pt x="1796" y="4978"/>
                  <a:pt x="851" y="4033"/>
                  <a:pt x="851" y="2899"/>
                </a:cubicBezTo>
                <a:cubicBezTo>
                  <a:pt x="851" y="1733"/>
                  <a:pt x="1765" y="851"/>
                  <a:pt x="2931" y="788"/>
                </a:cubicBezTo>
                <a:close/>
                <a:moveTo>
                  <a:pt x="7751" y="4915"/>
                </a:moveTo>
                <a:lnTo>
                  <a:pt x="7751" y="10618"/>
                </a:lnTo>
                <a:cubicBezTo>
                  <a:pt x="7751" y="10838"/>
                  <a:pt x="7940" y="11027"/>
                  <a:pt x="8129" y="11027"/>
                </a:cubicBezTo>
                <a:cubicBezTo>
                  <a:pt x="8318" y="11027"/>
                  <a:pt x="8570" y="10838"/>
                  <a:pt x="8570" y="10618"/>
                </a:cubicBezTo>
                <a:lnTo>
                  <a:pt x="8570" y="5419"/>
                </a:lnTo>
                <a:cubicBezTo>
                  <a:pt x="8791" y="5577"/>
                  <a:pt x="9074" y="5671"/>
                  <a:pt x="9389" y="5766"/>
                </a:cubicBezTo>
                <a:lnTo>
                  <a:pt x="9389" y="11878"/>
                </a:lnTo>
                <a:lnTo>
                  <a:pt x="3372" y="11878"/>
                </a:lnTo>
                <a:lnTo>
                  <a:pt x="3372" y="5766"/>
                </a:lnTo>
                <a:cubicBezTo>
                  <a:pt x="3687" y="5734"/>
                  <a:pt x="3970" y="5608"/>
                  <a:pt x="4191" y="5419"/>
                </a:cubicBezTo>
                <a:lnTo>
                  <a:pt x="4191" y="10618"/>
                </a:lnTo>
                <a:cubicBezTo>
                  <a:pt x="4191" y="10838"/>
                  <a:pt x="4380" y="11027"/>
                  <a:pt x="4600" y="11027"/>
                </a:cubicBezTo>
                <a:cubicBezTo>
                  <a:pt x="4821" y="11027"/>
                  <a:pt x="5010" y="10838"/>
                  <a:pt x="5010" y="10618"/>
                </a:cubicBezTo>
                <a:lnTo>
                  <a:pt x="5010" y="4915"/>
                </a:lnTo>
                <a:lnTo>
                  <a:pt x="5861" y="4915"/>
                </a:lnTo>
                <a:lnTo>
                  <a:pt x="5861" y="10618"/>
                </a:lnTo>
                <a:cubicBezTo>
                  <a:pt x="5861" y="10838"/>
                  <a:pt x="6050" y="11027"/>
                  <a:pt x="6239" y="11027"/>
                </a:cubicBezTo>
                <a:cubicBezTo>
                  <a:pt x="6428" y="11027"/>
                  <a:pt x="6648" y="10838"/>
                  <a:pt x="6648" y="10618"/>
                </a:cubicBezTo>
                <a:lnTo>
                  <a:pt x="6648" y="4915"/>
                </a:lnTo>
                <a:close/>
                <a:moveTo>
                  <a:pt x="2931" y="1"/>
                </a:moveTo>
                <a:cubicBezTo>
                  <a:pt x="1324" y="1"/>
                  <a:pt x="1" y="1324"/>
                  <a:pt x="1" y="2899"/>
                </a:cubicBezTo>
                <a:cubicBezTo>
                  <a:pt x="1" y="4348"/>
                  <a:pt x="1072" y="5514"/>
                  <a:pt x="2490" y="5766"/>
                </a:cubicBezTo>
                <a:lnTo>
                  <a:pt x="2490" y="12256"/>
                </a:lnTo>
                <a:cubicBezTo>
                  <a:pt x="2490" y="12508"/>
                  <a:pt x="2679" y="12697"/>
                  <a:pt x="2931" y="12697"/>
                </a:cubicBezTo>
                <a:lnTo>
                  <a:pt x="9830" y="12697"/>
                </a:lnTo>
                <a:cubicBezTo>
                  <a:pt x="10051" y="12697"/>
                  <a:pt x="10208" y="12508"/>
                  <a:pt x="10208" y="12256"/>
                </a:cubicBezTo>
                <a:lnTo>
                  <a:pt x="10208" y="5797"/>
                </a:lnTo>
                <a:cubicBezTo>
                  <a:pt x="10964" y="5671"/>
                  <a:pt x="11721" y="5293"/>
                  <a:pt x="12193" y="4537"/>
                </a:cubicBezTo>
                <a:cubicBezTo>
                  <a:pt x="12823" y="3718"/>
                  <a:pt x="12886" y="2678"/>
                  <a:pt x="12508" y="1796"/>
                </a:cubicBezTo>
                <a:cubicBezTo>
                  <a:pt x="12067" y="725"/>
                  <a:pt x="10996" y="1"/>
                  <a:pt x="98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0" name="Google Shape;15360;p82"/>
          <p:cNvSpPr/>
          <p:nvPr/>
        </p:nvSpPr>
        <p:spPr>
          <a:xfrm>
            <a:off x="5209145" y="3253253"/>
            <a:ext cx="498355" cy="498315"/>
          </a:xfrm>
          <a:custGeom>
            <a:avLst/>
            <a:gdLst/>
            <a:ahLst/>
            <a:cxnLst/>
            <a:rect l="l" t="t" r="r" b="b"/>
            <a:pathLst>
              <a:path w="12698" h="12697" extrusionOk="0">
                <a:moveTo>
                  <a:pt x="11784" y="970"/>
                </a:moveTo>
                <a:lnTo>
                  <a:pt x="11784" y="2577"/>
                </a:lnTo>
                <a:lnTo>
                  <a:pt x="5168" y="4026"/>
                </a:lnTo>
                <a:lnTo>
                  <a:pt x="5168" y="2420"/>
                </a:lnTo>
                <a:lnTo>
                  <a:pt x="11784" y="970"/>
                </a:lnTo>
                <a:close/>
                <a:moveTo>
                  <a:pt x="10115" y="7741"/>
                </a:moveTo>
                <a:cubicBezTo>
                  <a:pt x="10982" y="7741"/>
                  <a:pt x="11784" y="8286"/>
                  <a:pt x="11784" y="8973"/>
                </a:cubicBezTo>
                <a:cubicBezTo>
                  <a:pt x="11784" y="9666"/>
                  <a:pt x="11027" y="10201"/>
                  <a:pt x="10145" y="10201"/>
                </a:cubicBezTo>
                <a:cubicBezTo>
                  <a:pt x="9358" y="10201"/>
                  <a:pt x="8665" y="9792"/>
                  <a:pt x="8507" y="9225"/>
                </a:cubicBezTo>
                <a:cubicBezTo>
                  <a:pt x="8350" y="8689"/>
                  <a:pt x="8728" y="8154"/>
                  <a:pt x="9263" y="7933"/>
                </a:cubicBezTo>
                <a:cubicBezTo>
                  <a:pt x="9537" y="7800"/>
                  <a:pt x="9829" y="7741"/>
                  <a:pt x="10115" y="7741"/>
                </a:cubicBezTo>
                <a:close/>
                <a:moveTo>
                  <a:pt x="2665" y="9393"/>
                </a:moveTo>
                <a:cubicBezTo>
                  <a:pt x="3537" y="9393"/>
                  <a:pt x="4348" y="9928"/>
                  <a:pt x="4348" y="10642"/>
                </a:cubicBezTo>
                <a:cubicBezTo>
                  <a:pt x="4348" y="11304"/>
                  <a:pt x="3592" y="11871"/>
                  <a:pt x="2679" y="11871"/>
                </a:cubicBezTo>
                <a:cubicBezTo>
                  <a:pt x="1891" y="11871"/>
                  <a:pt x="1229" y="11430"/>
                  <a:pt x="1072" y="10894"/>
                </a:cubicBezTo>
                <a:cubicBezTo>
                  <a:pt x="914" y="10327"/>
                  <a:pt x="1261" y="9823"/>
                  <a:pt x="1828" y="9571"/>
                </a:cubicBezTo>
                <a:cubicBezTo>
                  <a:pt x="2097" y="9448"/>
                  <a:pt x="2384" y="9393"/>
                  <a:pt x="2665" y="9393"/>
                </a:cubicBezTo>
                <a:close/>
                <a:moveTo>
                  <a:pt x="12242" y="1"/>
                </a:moveTo>
                <a:cubicBezTo>
                  <a:pt x="12197" y="1"/>
                  <a:pt x="12149" y="9"/>
                  <a:pt x="12099" y="25"/>
                </a:cubicBezTo>
                <a:lnTo>
                  <a:pt x="4663" y="1664"/>
                </a:lnTo>
                <a:cubicBezTo>
                  <a:pt x="4474" y="1695"/>
                  <a:pt x="4348" y="1853"/>
                  <a:pt x="4348" y="2073"/>
                </a:cubicBezTo>
                <a:lnTo>
                  <a:pt x="4348" y="9067"/>
                </a:lnTo>
                <a:cubicBezTo>
                  <a:pt x="3876" y="8721"/>
                  <a:pt x="3277" y="8563"/>
                  <a:pt x="2679" y="8563"/>
                </a:cubicBezTo>
                <a:cubicBezTo>
                  <a:pt x="1481" y="8563"/>
                  <a:pt x="536" y="9256"/>
                  <a:pt x="284" y="10138"/>
                </a:cubicBezTo>
                <a:cubicBezTo>
                  <a:pt x="1" y="11084"/>
                  <a:pt x="568" y="12060"/>
                  <a:pt x="1670" y="12501"/>
                </a:cubicBezTo>
                <a:cubicBezTo>
                  <a:pt x="1997" y="12634"/>
                  <a:pt x="2349" y="12697"/>
                  <a:pt x="2700" y="12697"/>
                </a:cubicBezTo>
                <a:cubicBezTo>
                  <a:pt x="3600" y="12697"/>
                  <a:pt x="4494" y="12281"/>
                  <a:pt x="4947" y="11556"/>
                </a:cubicBezTo>
                <a:cubicBezTo>
                  <a:pt x="5104" y="11273"/>
                  <a:pt x="5199" y="10957"/>
                  <a:pt x="5199" y="10611"/>
                </a:cubicBezTo>
                <a:lnTo>
                  <a:pt x="5199" y="4909"/>
                </a:lnTo>
                <a:lnTo>
                  <a:pt x="11815" y="3428"/>
                </a:lnTo>
                <a:lnTo>
                  <a:pt x="11815" y="7460"/>
                </a:lnTo>
                <a:cubicBezTo>
                  <a:pt x="11342" y="7114"/>
                  <a:pt x="10775" y="6956"/>
                  <a:pt x="10177" y="6956"/>
                </a:cubicBezTo>
                <a:cubicBezTo>
                  <a:pt x="8948" y="6956"/>
                  <a:pt x="8003" y="7649"/>
                  <a:pt x="7782" y="8532"/>
                </a:cubicBezTo>
                <a:cubicBezTo>
                  <a:pt x="7499" y="9477"/>
                  <a:pt x="8034" y="10453"/>
                  <a:pt x="9137" y="10894"/>
                </a:cubicBezTo>
                <a:cubicBezTo>
                  <a:pt x="9470" y="11017"/>
                  <a:pt x="9823" y="11076"/>
                  <a:pt x="10172" y="11076"/>
                </a:cubicBezTo>
                <a:cubicBezTo>
                  <a:pt x="11077" y="11076"/>
                  <a:pt x="11959" y="10677"/>
                  <a:pt x="12414" y="9949"/>
                </a:cubicBezTo>
                <a:cubicBezTo>
                  <a:pt x="12571" y="9666"/>
                  <a:pt x="12697" y="9351"/>
                  <a:pt x="12697" y="8973"/>
                </a:cubicBezTo>
                <a:cubicBezTo>
                  <a:pt x="12603" y="8941"/>
                  <a:pt x="12603" y="403"/>
                  <a:pt x="12603" y="403"/>
                </a:cubicBezTo>
                <a:cubicBezTo>
                  <a:pt x="12603" y="170"/>
                  <a:pt x="12453" y="1"/>
                  <a:pt x="122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1" name="Google Shape;15361;p82"/>
          <p:cNvSpPr/>
          <p:nvPr/>
        </p:nvSpPr>
        <p:spPr>
          <a:xfrm>
            <a:off x="3488467" y="3833085"/>
            <a:ext cx="499571" cy="500827"/>
          </a:xfrm>
          <a:custGeom>
            <a:avLst/>
            <a:gdLst/>
            <a:ahLst/>
            <a:cxnLst/>
            <a:rect l="l" t="t" r="r" b="b"/>
            <a:pathLst>
              <a:path w="12729" h="12761" extrusionOk="0">
                <a:moveTo>
                  <a:pt x="10595" y="882"/>
                </a:moveTo>
                <a:cubicBezTo>
                  <a:pt x="11081" y="882"/>
                  <a:pt x="11558" y="1164"/>
                  <a:pt x="11752" y="1647"/>
                </a:cubicBezTo>
                <a:cubicBezTo>
                  <a:pt x="11941" y="2120"/>
                  <a:pt x="11846" y="2624"/>
                  <a:pt x="11500" y="3033"/>
                </a:cubicBezTo>
                <a:lnTo>
                  <a:pt x="11374" y="3128"/>
                </a:lnTo>
                <a:lnTo>
                  <a:pt x="9609" y="1363"/>
                </a:lnTo>
                <a:lnTo>
                  <a:pt x="9735" y="1237"/>
                </a:lnTo>
                <a:cubicBezTo>
                  <a:pt x="9979" y="994"/>
                  <a:pt x="10288" y="882"/>
                  <a:pt x="10595" y="882"/>
                </a:cubicBezTo>
                <a:close/>
                <a:moveTo>
                  <a:pt x="9011" y="1899"/>
                </a:moveTo>
                <a:lnTo>
                  <a:pt x="10807" y="3695"/>
                </a:lnTo>
                <a:lnTo>
                  <a:pt x="7656" y="6845"/>
                </a:lnTo>
                <a:lnTo>
                  <a:pt x="5860" y="5049"/>
                </a:lnTo>
                <a:lnTo>
                  <a:pt x="9011" y="1899"/>
                </a:lnTo>
                <a:close/>
                <a:moveTo>
                  <a:pt x="5293" y="5648"/>
                </a:moveTo>
                <a:lnTo>
                  <a:pt x="7057" y="7444"/>
                </a:lnTo>
                <a:lnTo>
                  <a:pt x="4065" y="10437"/>
                </a:lnTo>
                <a:lnTo>
                  <a:pt x="2300" y="8641"/>
                </a:lnTo>
                <a:lnTo>
                  <a:pt x="5293" y="5648"/>
                </a:lnTo>
                <a:close/>
                <a:moveTo>
                  <a:pt x="2017" y="9523"/>
                </a:moveTo>
                <a:lnTo>
                  <a:pt x="3245" y="10752"/>
                </a:lnTo>
                <a:lnTo>
                  <a:pt x="1733" y="11004"/>
                </a:lnTo>
                <a:lnTo>
                  <a:pt x="2017" y="9523"/>
                </a:lnTo>
                <a:close/>
                <a:moveTo>
                  <a:pt x="7762" y="1"/>
                </a:moveTo>
                <a:cubicBezTo>
                  <a:pt x="7443" y="1"/>
                  <a:pt x="7120" y="119"/>
                  <a:pt x="6868" y="355"/>
                </a:cubicBezTo>
                <a:lnTo>
                  <a:pt x="4569" y="2624"/>
                </a:lnTo>
                <a:cubicBezTo>
                  <a:pt x="4411" y="2781"/>
                  <a:pt x="4411" y="3065"/>
                  <a:pt x="4569" y="3222"/>
                </a:cubicBezTo>
                <a:cubicBezTo>
                  <a:pt x="4647" y="3301"/>
                  <a:pt x="4758" y="3340"/>
                  <a:pt x="4868" y="3340"/>
                </a:cubicBezTo>
                <a:cubicBezTo>
                  <a:pt x="4978" y="3340"/>
                  <a:pt x="5088" y="3301"/>
                  <a:pt x="5167" y="3222"/>
                </a:cubicBezTo>
                <a:lnTo>
                  <a:pt x="7436" y="922"/>
                </a:lnTo>
                <a:cubicBezTo>
                  <a:pt x="7514" y="844"/>
                  <a:pt x="7625" y="804"/>
                  <a:pt x="7735" y="804"/>
                </a:cubicBezTo>
                <a:cubicBezTo>
                  <a:pt x="7845" y="804"/>
                  <a:pt x="7955" y="844"/>
                  <a:pt x="8034" y="922"/>
                </a:cubicBezTo>
                <a:lnTo>
                  <a:pt x="8475" y="1363"/>
                </a:lnTo>
                <a:lnTo>
                  <a:pt x="5041" y="4797"/>
                </a:lnTo>
                <a:lnTo>
                  <a:pt x="1450" y="8389"/>
                </a:lnTo>
                <a:cubicBezTo>
                  <a:pt x="1418" y="8420"/>
                  <a:pt x="1387" y="8483"/>
                  <a:pt x="1355" y="8578"/>
                </a:cubicBezTo>
                <a:cubicBezTo>
                  <a:pt x="1355" y="8610"/>
                  <a:pt x="1387" y="8420"/>
                  <a:pt x="883" y="11319"/>
                </a:cubicBezTo>
                <a:lnTo>
                  <a:pt x="158" y="12044"/>
                </a:lnTo>
                <a:cubicBezTo>
                  <a:pt x="0" y="12201"/>
                  <a:pt x="0" y="12485"/>
                  <a:pt x="158" y="12642"/>
                </a:cubicBezTo>
                <a:cubicBezTo>
                  <a:pt x="237" y="12721"/>
                  <a:pt x="347" y="12760"/>
                  <a:pt x="457" y="12760"/>
                </a:cubicBezTo>
                <a:cubicBezTo>
                  <a:pt x="567" y="12760"/>
                  <a:pt x="678" y="12721"/>
                  <a:pt x="756" y="12642"/>
                </a:cubicBezTo>
                <a:lnTo>
                  <a:pt x="1450" y="11918"/>
                </a:lnTo>
                <a:cubicBezTo>
                  <a:pt x="1513" y="11918"/>
                  <a:pt x="4191" y="11445"/>
                  <a:pt x="4191" y="11445"/>
                </a:cubicBezTo>
                <a:cubicBezTo>
                  <a:pt x="4254" y="11445"/>
                  <a:pt x="4317" y="11413"/>
                  <a:pt x="4380" y="11382"/>
                </a:cubicBezTo>
                <a:lnTo>
                  <a:pt x="12130" y="3600"/>
                </a:lnTo>
                <a:cubicBezTo>
                  <a:pt x="12539" y="3222"/>
                  <a:pt x="12728" y="2718"/>
                  <a:pt x="12728" y="2151"/>
                </a:cubicBezTo>
                <a:cubicBezTo>
                  <a:pt x="12697" y="985"/>
                  <a:pt x="11783" y="72"/>
                  <a:pt x="10649" y="72"/>
                </a:cubicBezTo>
                <a:cubicBezTo>
                  <a:pt x="10082" y="72"/>
                  <a:pt x="9578" y="261"/>
                  <a:pt x="9168" y="670"/>
                </a:cubicBezTo>
                <a:lnTo>
                  <a:pt x="9074" y="765"/>
                </a:lnTo>
                <a:lnTo>
                  <a:pt x="8633" y="355"/>
                </a:lnTo>
                <a:cubicBezTo>
                  <a:pt x="8396" y="119"/>
                  <a:pt x="8081" y="1"/>
                  <a:pt x="776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62" name="Google Shape;15362;p82"/>
          <p:cNvGrpSpPr/>
          <p:nvPr/>
        </p:nvGrpSpPr>
        <p:grpSpPr>
          <a:xfrm>
            <a:off x="3497792" y="4413376"/>
            <a:ext cx="497099" cy="496077"/>
            <a:chOff x="-38686275" y="2314400"/>
            <a:chExt cx="316650" cy="316000"/>
          </a:xfrm>
        </p:grpSpPr>
        <p:sp>
          <p:nvSpPr>
            <p:cNvPr id="15363" name="Google Shape;15363;p82"/>
            <p:cNvSpPr/>
            <p:nvPr/>
          </p:nvSpPr>
          <p:spPr>
            <a:xfrm>
              <a:off x="-38686275" y="2314400"/>
              <a:ext cx="316650" cy="316000"/>
            </a:xfrm>
            <a:custGeom>
              <a:avLst/>
              <a:gdLst/>
              <a:ahLst/>
              <a:cxnLst/>
              <a:rect l="l" t="t" r="r" b="b"/>
              <a:pathLst>
                <a:path w="12666" h="12640" extrusionOk="0">
                  <a:moveTo>
                    <a:pt x="8161" y="852"/>
                  </a:moveTo>
                  <a:cubicBezTo>
                    <a:pt x="8381" y="852"/>
                    <a:pt x="8539" y="1041"/>
                    <a:pt x="8570" y="1262"/>
                  </a:cubicBezTo>
                  <a:lnTo>
                    <a:pt x="8570" y="1703"/>
                  </a:lnTo>
                  <a:lnTo>
                    <a:pt x="4160" y="1703"/>
                  </a:lnTo>
                  <a:lnTo>
                    <a:pt x="4160" y="1230"/>
                  </a:lnTo>
                  <a:lnTo>
                    <a:pt x="4128" y="1230"/>
                  </a:lnTo>
                  <a:cubicBezTo>
                    <a:pt x="4128" y="1199"/>
                    <a:pt x="4128" y="1104"/>
                    <a:pt x="4160" y="1073"/>
                  </a:cubicBezTo>
                  <a:cubicBezTo>
                    <a:pt x="4254" y="915"/>
                    <a:pt x="4380" y="852"/>
                    <a:pt x="4569" y="852"/>
                  </a:cubicBezTo>
                  <a:close/>
                  <a:moveTo>
                    <a:pt x="11437" y="2427"/>
                  </a:moveTo>
                  <a:cubicBezTo>
                    <a:pt x="11658" y="2427"/>
                    <a:pt x="11815" y="2616"/>
                    <a:pt x="11847" y="2805"/>
                  </a:cubicBezTo>
                  <a:lnTo>
                    <a:pt x="11847" y="5641"/>
                  </a:lnTo>
                  <a:cubicBezTo>
                    <a:pt x="11847" y="5830"/>
                    <a:pt x="11721" y="5987"/>
                    <a:pt x="11563" y="6050"/>
                  </a:cubicBezTo>
                  <a:cubicBezTo>
                    <a:pt x="11542" y="6061"/>
                    <a:pt x="11532" y="6064"/>
                    <a:pt x="11478" y="6064"/>
                  </a:cubicBezTo>
                  <a:cubicBezTo>
                    <a:pt x="11371" y="6064"/>
                    <a:pt x="11091" y="6050"/>
                    <a:pt x="10208" y="6050"/>
                  </a:cubicBezTo>
                  <a:lnTo>
                    <a:pt x="10208" y="4822"/>
                  </a:lnTo>
                  <a:cubicBezTo>
                    <a:pt x="10208" y="4570"/>
                    <a:pt x="9988" y="4381"/>
                    <a:pt x="9767" y="4381"/>
                  </a:cubicBezTo>
                  <a:lnTo>
                    <a:pt x="8129" y="4381"/>
                  </a:lnTo>
                  <a:cubicBezTo>
                    <a:pt x="7877" y="4381"/>
                    <a:pt x="7688" y="4570"/>
                    <a:pt x="7688" y="4822"/>
                  </a:cubicBezTo>
                  <a:lnTo>
                    <a:pt x="7688" y="6050"/>
                  </a:lnTo>
                  <a:lnTo>
                    <a:pt x="4916" y="6050"/>
                  </a:lnTo>
                  <a:lnTo>
                    <a:pt x="4916" y="4822"/>
                  </a:lnTo>
                  <a:cubicBezTo>
                    <a:pt x="4916" y="4570"/>
                    <a:pt x="4727" y="4381"/>
                    <a:pt x="4506" y="4381"/>
                  </a:cubicBezTo>
                  <a:lnTo>
                    <a:pt x="2836" y="4381"/>
                  </a:lnTo>
                  <a:cubicBezTo>
                    <a:pt x="2710" y="4381"/>
                    <a:pt x="2647" y="4412"/>
                    <a:pt x="2553" y="4507"/>
                  </a:cubicBezTo>
                  <a:cubicBezTo>
                    <a:pt x="2490" y="4570"/>
                    <a:pt x="2458" y="4696"/>
                    <a:pt x="2458" y="4790"/>
                  </a:cubicBezTo>
                  <a:lnTo>
                    <a:pt x="2458" y="5987"/>
                  </a:lnTo>
                  <a:lnTo>
                    <a:pt x="1230" y="5987"/>
                  </a:lnTo>
                  <a:cubicBezTo>
                    <a:pt x="978" y="5987"/>
                    <a:pt x="820" y="5798"/>
                    <a:pt x="788" y="5578"/>
                  </a:cubicBezTo>
                  <a:lnTo>
                    <a:pt x="788" y="2805"/>
                  </a:lnTo>
                  <a:cubicBezTo>
                    <a:pt x="788" y="2585"/>
                    <a:pt x="978" y="2427"/>
                    <a:pt x="1230" y="2427"/>
                  </a:cubicBezTo>
                  <a:close/>
                  <a:moveTo>
                    <a:pt x="4128" y="5200"/>
                  </a:moveTo>
                  <a:lnTo>
                    <a:pt x="4128" y="6428"/>
                  </a:lnTo>
                  <a:cubicBezTo>
                    <a:pt x="4128" y="6586"/>
                    <a:pt x="4065" y="6712"/>
                    <a:pt x="3939" y="6775"/>
                  </a:cubicBezTo>
                  <a:cubicBezTo>
                    <a:pt x="3857" y="6826"/>
                    <a:pt x="3768" y="6851"/>
                    <a:pt x="3684" y="6851"/>
                  </a:cubicBezTo>
                  <a:cubicBezTo>
                    <a:pt x="3508" y="6851"/>
                    <a:pt x="3351" y="6746"/>
                    <a:pt x="3309" y="6554"/>
                  </a:cubicBezTo>
                  <a:lnTo>
                    <a:pt x="3309" y="5200"/>
                  </a:lnTo>
                  <a:close/>
                  <a:moveTo>
                    <a:pt x="9358" y="5200"/>
                  </a:moveTo>
                  <a:lnTo>
                    <a:pt x="9358" y="6428"/>
                  </a:lnTo>
                  <a:cubicBezTo>
                    <a:pt x="9358" y="6586"/>
                    <a:pt x="9295" y="6712"/>
                    <a:pt x="9169" y="6775"/>
                  </a:cubicBezTo>
                  <a:cubicBezTo>
                    <a:pt x="9097" y="6826"/>
                    <a:pt x="9015" y="6851"/>
                    <a:pt x="8934" y="6851"/>
                  </a:cubicBezTo>
                  <a:cubicBezTo>
                    <a:pt x="8766" y="6851"/>
                    <a:pt x="8602" y="6746"/>
                    <a:pt x="8539" y="6554"/>
                  </a:cubicBezTo>
                  <a:lnTo>
                    <a:pt x="8539" y="5200"/>
                  </a:lnTo>
                  <a:close/>
                  <a:moveTo>
                    <a:pt x="11059" y="6869"/>
                  </a:moveTo>
                  <a:lnTo>
                    <a:pt x="11059" y="11438"/>
                  </a:lnTo>
                  <a:lnTo>
                    <a:pt x="11028" y="11438"/>
                  </a:lnTo>
                  <a:cubicBezTo>
                    <a:pt x="11028" y="11658"/>
                    <a:pt x="10839" y="11816"/>
                    <a:pt x="10618" y="11816"/>
                  </a:cubicBezTo>
                  <a:lnTo>
                    <a:pt x="2080" y="11816"/>
                  </a:lnTo>
                  <a:cubicBezTo>
                    <a:pt x="1860" y="11816"/>
                    <a:pt x="1702" y="11627"/>
                    <a:pt x="1702" y="11438"/>
                  </a:cubicBezTo>
                  <a:lnTo>
                    <a:pt x="1702" y="6869"/>
                  </a:lnTo>
                  <a:lnTo>
                    <a:pt x="2616" y="6869"/>
                  </a:lnTo>
                  <a:cubicBezTo>
                    <a:pt x="2710" y="7216"/>
                    <a:pt x="3025" y="7531"/>
                    <a:pt x="3403" y="7657"/>
                  </a:cubicBezTo>
                  <a:cubicBezTo>
                    <a:pt x="3520" y="7692"/>
                    <a:pt x="3637" y="7709"/>
                    <a:pt x="3752" y="7709"/>
                  </a:cubicBezTo>
                  <a:cubicBezTo>
                    <a:pt x="4263" y="7709"/>
                    <a:pt x="4736" y="7383"/>
                    <a:pt x="4916" y="6869"/>
                  </a:cubicBezTo>
                  <a:lnTo>
                    <a:pt x="7846" y="6869"/>
                  </a:lnTo>
                  <a:cubicBezTo>
                    <a:pt x="8017" y="7384"/>
                    <a:pt x="8513" y="7708"/>
                    <a:pt x="9036" y="7708"/>
                  </a:cubicBezTo>
                  <a:cubicBezTo>
                    <a:pt x="9185" y="7708"/>
                    <a:pt x="9337" y="7682"/>
                    <a:pt x="9484" y="7626"/>
                  </a:cubicBezTo>
                  <a:cubicBezTo>
                    <a:pt x="9799" y="7500"/>
                    <a:pt x="10082" y="7216"/>
                    <a:pt x="10145" y="6869"/>
                  </a:cubicBezTo>
                  <a:close/>
                  <a:moveTo>
                    <a:pt x="8211" y="0"/>
                  </a:moveTo>
                  <a:cubicBezTo>
                    <a:pt x="8194" y="0"/>
                    <a:pt x="8177" y="1"/>
                    <a:pt x="8161" y="1"/>
                  </a:cubicBezTo>
                  <a:lnTo>
                    <a:pt x="4569" y="1"/>
                  </a:lnTo>
                  <a:cubicBezTo>
                    <a:pt x="3907" y="1"/>
                    <a:pt x="3309" y="569"/>
                    <a:pt x="3340" y="1230"/>
                  </a:cubicBezTo>
                  <a:lnTo>
                    <a:pt x="3340" y="1671"/>
                  </a:lnTo>
                  <a:lnTo>
                    <a:pt x="1261" y="1671"/>
                  </a:lnTo>
                  <a:cubicBezTo>
                    <a:pt x="599" y="1671"/>
                    <a:pt x="1" y="2207"/>
                    <a:pt x="1" y="2868"/>
                  </a:cubicBezTo>
                  <a:lnTo>
                    <a:pt x="1" y="5641"/>
                  </a:lnTo>
                  <a:cubicBezTo>
                    <a:pt x="1" y="6145"/>
                    <a:pt x="316" y="6617"/>
                    <a:pt x="820" y="6838"/>
                  </a:cubicBezTo>
                  <a:lnTo>
                    <a:pt x="820" y="11438"/>
                  </a:lnTo>
                  <a:cubicBezTo>
                    <a:pt x="820" y="12067"/>
                    <a:pt x="1333" y="12639"/>
                    <a:pt x="1953" y="12639"/>
                  </a:cubicBezTo>
                  <a:cubicBezTo>
                    <a:pt x="1984" y="12639"/>
                    <a:pt x="2016" y="12638"/>
                    <a:pt x="2049" y="12635"/>
                  </a:cubicBezTo>
                  <a:lnTo>
                    <a:pt x="10587" y="12635"/>
                  </a:lnTo>
                  <a:cubicBezTo>
                    <a:pt x="11248" y="12635"/>
                    <a:pt x="11847" y="12099"/>
                    <a:pt x="11815" y="11438"/>
                  </a:cubicBezTo>
                  <a:lnTo>
                    <a:pt x="11815" y="6838"/>
                  </a:lnTo>
                  <a:cubicBezTo>
                    <a:pt x="12288" y="6680"/>
                    <a:pt x="12634" y="6208"/>
                    <a:pt x="12634" y="5641"/>
                  </a:cubicBezTo>
                  <a:lnTo>
                    <a:pt x="12634" y="2868"/>
                  </a:lnTo>
                  <a:cubicBezTo>
                    <a:pt x="12666" y="2207"/>
                    <a:pt x="12130" y="1640"/>
                    <a:pt x="11469" y="1640"/>
                  </a:cubicBezTo>
                  <a:lnTo>
                    <a:pt x="9358" y="1640"/>
                  </a:lnTo>
                  <a:lnTo>
                    <a:pt x="9358" y="1230"/>
                  </a:lnTo>
                  <a:cubicBezTo>
                    <a:pt x="9358" y="585"/>
                    <a:pt x="8849" y="0"/>
                    <a:pt x="82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4" name="Google Shape;15364;p82"/>
            <p:cNvSpPr/>
            <p:nvPr/>
          </p:nvSpPr>
          <p:spPr>
            <a:xfrm>
              <a:off x="-38583075" y="2527075"/>
              <a:ext cx="111075" cy="63050"/>
            </a:xfrm>
            <a:custGeom>
              <a:avLst/>
              <a:gdLst/>
              <a:ahLst/>
              <a:cxnLst/>
              <a:rect l="l" t="t" r="r" b="b"/>
              <a:pathLst>
                <a:path w="4443" h="2522" extrusionOk="0">
                  <a:moveTo>
                    <a:pt x="3592" y="851"/>
                  </a:moveTo>
                  <a:lnTo>
                    <a:pt x="3592" y="1670"/>
                  </a:lnTo>
                  <a:lnTo>
                    <a:pt x="819" y="1670"/>
                  </a:lnTo>
                  <a:lnTo>
                    <a:pt x="819" y="851"/>
                  </a:lnTo>
                  <a:close/>
                  <a:moveTo>
                    <a:pt x="441" y="1"/>
                  </a:moveTo>
                  <a:cubicBezTo>
                    <a:pt x="189" y="1"/>
                    <a:pt x="0" y="221"/>
                    <a:pt x="0" y="442"/>
                  </a:cubicBezTo>
                  <a:lnTo>
                    <a:pt x="0" y="2112"/>
                  </a:lnTo>
                  <a:cubicBezTo>
                    <a:pt x="0" y="2332"/>
                    <a:pt x="189" y="2521"/>
                    <a:pt x="441" y="2521"/>
                  </a:cubicBezTo>
                  <a:lnTo>
                    <a:pt x="4033" y="2521"/>
                  </a:lnTo>
                  <a:cubicBezTo>
                    <a:pt x="4253" y="2521"/>
                    <a:pt x="4442" y="2332"/>
                    <a:pt x="4442" y="2112"/>
                  </a:cubicBezTo>
                  <a:lnTo>
                    <a:pt x="4442" y="442"/>
                  </a:lnTo>
                  <a:cubicBezTo>
                    <a:pt x="4411" y="221"/>
                    <a:pt x="4253" y="1"/>
                    <a:pt x="40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65" name="Google Shape;15365;p82"/>
          <p:cNvGrpSpPr/>
          <p:nvPr/>
        </p:nvGrpSpPr>
        <p:grpSpPr>
          <a:xfrm>
            <a:off x="3495928" y="5069429"/>
            <a:ext cx="500827" cy="498315"/>
            <a:chOff x="-38686275" y="2682250"/>
            <a:chExt cx="319025" cy="317425"/>
          </a:xfrm>
        </p:grpSpPr>
        <p:sp>
          <p:nvSpPr>
            <p:cNvPr id="15366" name="Google Shape;15366;p82"/>
            <p:cNvSpPr/>
            <p:nvPr/>
          </p:nvSpPr>
          <p:spPr>
            <a:xfrm>
              <a:off x="-38686275" y="2682250"/>
              <a:ext cx="319025" cy="317425"/>
            </a:xfrm>
            <a:custGeom>
              <a:avLst/>
              <a:gdLst/>
              <a:ahLst/>
              <a:cxnLst/>
              <a:rect l="l" t="t" r="r" b="b"/>
              <a:pathLst>
                <a:path w="12761" h="12697" extrusionOk="0">
                  <a:moveTo>
                    <a:pt x="11511" y="5995"/>
                  </a:moveTo>
                  <a:cubicBezTo>
                    <a:pt x="11742" y="5995"/>
                    <a:pt x="11941" y="6184"/>
                    <a:pt x="11941" y="6396"/>
                  </a:cubicBezTo>
                  <a:cubicBezTo>
                    <a:pt x="11941" y="6616"/>
                    <a:pt x="11815" y="6774"/>
                    <a:pt x="11626" y="6805"/>
                  </a:cubicBezTo>
                  <a:cubicBezTo>
                    <a:pt x="11576" y="6818"/>
                    <a:pt x="11528" y="6824"/>
                    <a:pt x="11483" y="6824"/>
                  </a:cubicBezTo>
                  <a:cubicBezTo>
                    <a:pt x="11302" y="6824"/>
                    <a:pt x="11166" y="6723"/>
                    <a:pt x="11091" y="6522"/>
                  </a:cubicBezTo>
                  <a:cubicBezTo>
                    <a:pt x="11028" y="6301"/>
                    <a:pt x="11154" y="6081"/>
                    <a:pt x="11374" y="6018"/>
                  </a:cubicBezTo>
                  <a:cubicBezTo>
                    <a:pt x="11420" y="6002"/>
                    <a:pt x="11466" y="5995"/>
                    <a:pt x="11511" y="5995"/>
                  </a:cubicBezTo>
                  <a:close/>
                  <a:moveTo>
                    <a:pt x="5042" y="788"/>
                  </a:moveTo>
                  <a:cubicBezTo>
                    <a:pt x="7310" y="788"/>
                    <a:pt x="9169" y="2615"/>
                    <a:pt x="9169" y="4915"/>
                  </a:cubicBezTo>
                  <a:cubicBezTo>
                    <a:pt x="9169" y="7183"/>
                    <a:pt x="7310" y="9042"/>
                    <a:pt x="5042" y="9042"/>
                  </a:cubicBezTo>
                  <a:cubicBezTo>
                    <a:pt x="3624" y="9042"/>
                    <a:pt x="2364" y="8317"/>
                    <a:pt x="1608" y="7246"/>
                  </a:cubicBezTo>
                  <a:cubicBezTo>
                    <a:pt x="820" y="6049"/>
                    <a:pt x="694" y="4568"/>
                    <a:pt x="1230" y="3308"/>
                  </a:cubicBezTo>
                  <a:cubicBezTo>
                    <a:pt x="1860" y="1827"/>
                    <a:pt x="3309" y="788"/>
                    <a:pt x="5042" y="788"/>
                  </a:cubicBezTo>
                  <a:close/>
                  <a:moveTo>
                    <a:pt x="7531" y="9200"/>
                  </a:moveTo>
                  <a:lnTo>
                    <a:pt x="7531" y="11373"/>
                  </a:lnTo>
                  <a:cubicBezTo>
                    <a:pt x="7531" y="11594"/>
                    <a:pt x="7310" y="11751"/>
                    <a:pt x="7089" y="11814"/>
                  </a:cubicBezTo>
                  <a:lnTo>
                    <a:pt x="2962" y="11814"/>
                  </a:lnTo>
                  <a:cubicBezTo>
                    <a:pt x="2710" y="11814"/>
                    <a:pt x="2553" y="11594"/>
                    <a:pt x="2553" y="11373"/>
                  </a:cubicBezTo>
                  <a:lnTo>
                    <a:pt x="2553" y="9200"/>
                  </a:lnTo>
                  <a:cubicBezTo>
                    <a:pt x="3316" y="9645"/>
                    <a:pt x="4174" y="9873"/>
                    <a:pt x="5041" y="9873"/>
                  </a:cubicBezTo>
                  <a:cubicBezTo>
                    <a:pt x="5892" y="9873"/>
                    <a:pt x="6750" y="9652"/>
                    <a:pt x="7531" y="9200"/>
                  </a:cubicBezTo>
                  <a:close/>
                  <a:moveTo>
                    <a:pt x="4947" y="0"/>
                  </a:moveTo>
                  <a:cubicBezTo>
                    <a:pt x="4296" y="0"/>
                    <a:pt x="3643" y="126"/>
                    <a:pt x="3025" y="378"/>
                  </a:cubicBezTo>
                  <a:cubicBezTo>
                    <a:pt x="1230" y="1134"/>
                    <a:pt x="1" y="2930"/>
                    <a:pt x="1" y="4946"/>
                  </a:cubicBezTo>
                  <a:cubicBezTo>
                    <a:pt x="1" y="6396"/>
                    <a:pt x="631" y="7750"/>
                    <a:pt x="1639" y="8664"/>
                  </a:cubicBezTo>
                  <a:lnTo>
                    <a:pt x="1639" y="11436"/>
                  </a:lnTo>
                  <a:cubicBezTo>
                    <a:pt x="1639" y="12098"/>
                    <a:pt x="2206" y="12697"/>
                    <a:pt x="2868" y="12697"/>
                  </a:cubicBezTo>
                  <a:lnTo>
                    <a:pt x="6995" y="12697"/>
                  </a:lnTo>
                  <a:cubicBezTo>
                    <a:pt x="7562" y="12697"/>
                    <a:pt x="8035" y="12350"/>
                    <a:pt x="8192" y="11877"/>
                  </a:cubicBezTo>
                  <a:cubicBezTo>
                    <a:pt x="10114" y="11720"/>
                    <a:pt x="11847" y="10113"/>
                    <a:pt x="11847" y="8160"/>
                  </a:cubicBezTo>
                  <a:lnTo>
                    <a:pt x="11847" y="7719"/>
                  </a:lnTo>
                  <a:cubicBezTo>
                    <a:pt x="12351" y="7530"/>
                    <a:pt x="12666" y="7089"/>
                    <a:pt x="12666" y="6522"/>
                  </a:cubicBezTo>
                  <a:cubicBezTo>
                    <a:pt x="12760" y="5734"/>
                    <a:pt x="12193" y="5198"/>
                    <a:pt x="11500" y="5198"/>
                  </a:cubicBezTo>
                  <a:cubicBezTo>
                    <a:pt x="10839" y="5198"/>
                    <a:pt x="10240" y="5734"/>
                    <a:pt x="10240" y="6459"/>
                  </a:cubicBezTo>
                  <a:cubicBezTo>
                    <a:pt x="10240" y="6994"/>
                    <a:pt x="10587" y="7435"/>
                    <a:pt x="11059" y="7624"/>
                  </a:cubicBezTo>
                  <a:lnTo>
                    <a:pt x="11059" y="8097"/>
                  </a:lnTo>
                  <a:cubicBezTo>
                    <a:pt x="11059" y="9546"/>
                    <a:pt x="9767" y="10775"/>
                    <a:pt x="8318" y="10964"/>
                  </a:cubicBezTo>
                  <a:lnTo>
                    <a:pt x="8318" y="8664"/>
                  </a:lnTo>
                  <a:cubicBezTo>
                    <a:pt x="8633" y="8380"/>
                    <a:pt x="8885" y="8065"/>
                    <a:pt x="9106" y="7750"/>
                  </a:cubicBezTo>
                  <a:cubicBezTo>
                    <a:pt x="10618" y="5514"/>
                    <a:pt x="10051" y="2395"/>
                    <a:pt x="7751" y="851"/>
                  </a:cubicBezTo>
                  <a:cubicBezTo>
                    <a:pt x="6900" y="284"/>
                    <a:pt x="5925" y="0"/>
                    <a:pt x="49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7" name="Google Shape;15367;p82"/>
            <p:cNvSpPr/>
            <p:nvPr/>
          </p:nvSpPr>
          <p:spPr>
            <a:xfrm>
              <a:off x="-38591750" y="2773600"/>
              <a:ext cx="63025" cy="61350"/>
            </a:xfrm>
            <a:custGeom>
              <a:avLst/>
              <a:gdLst/>
              <a:ahLst/>
              <a:cxnLst/>
              <a:rect l="l" t="t" r="r" b="b"/>
              <a:pathLst>
                <a:path w="2521" h="2454" extrusionOk="0">
                  <a:moveTo>
                    <a:pt x="1264" y="788"/>
                  </a:moveTo>
                  <a:cubicBezTo>
                    <a:pt x="1315" y="788"/>
                    <a:pt x="1368" y="798"/>
                    <a:pt x="1418" y="820"/>
                  </a:cubicBezTo>
                  <a:cubicBezTo>
                    <a:pt x="1544" y="851"/>
                    <a:pt x="1607" y="977"/>
                    <a:pt x="1639" y="1103"/>
                  </a:cubicBezTo>
                  <a:cubicBezTo>
                    <a:pt x="1716" y="1387"/>
                    <a:pt x="1519" y="1649"/>
                    <a:pt x="1273" y="1649"/>
                  </a:cubicBezTo>
                  <a:cubicBezTo>
                    <a:pt x="1218" y="1649"/>
                    <a:pt x="1161" y="1636"/>
                    <a:pt x="1103" y="1607"/>
                  </a:cubicBezTo>
                  <a:cubicBezTo>
                    <a:pt x="914" y="1544"/>
                    <a:pt x="788" y="1292"/>
                    <a:pt x="851" y="1072"/>
                  </a:cubicBezTo>
                  <a:cubicBezTo>
                    <a:pt x="924" y="902"/>
                    <a:pt x="1090" y="788"/>
                    <a:pt x="1264" y="788"/>
                  </a:cubicBezTo>
                  <a:close/>
                  <a:moveTo>
                    <a:pt x="1261" y="1"/>
                  </a:moveTo>
                  <a:cubicBezTo>
                    <a:pt x="599" y="1"/>
                    <a:pt x="0" y="536"/>
                    <a:pt x="32" y="1229"/>
                  </a:cubicBezTo>
                  <a:cubicBezTo>
                    <a:pt x="32" y="1765"/>
                    <a:pt x="379" y="2238"/>
                    <a:pt x="914" y="2395"/>
                  </a:cubicBezTo>
                  <a:cubicBezTo>
                    <a:pt x="1038" y="2435"/>
                    <a:pt x="1163" y="2453"/>
                    <a:pt x="1285" y="2453"/>
                  </a:cubicBezTo>
                  <a:cubicBezTo>
                    <a:pt x="1939" y="2453"/>
                    <a:pt x="2521" y="1920"/>
                    <a:pt x="2521" y="1229"/>
                  </a:cubicBezTo>
                  <a:cubicBezTo>
                    <a:pt x="2489" y="536"/>
                    <a:pt x="1922"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68" name="Google Shape;15368;p82"/>
          <p:cNvGrpSpPr/>
          <p:nvPr/>
        </p:nvGrpSpPr>
        <p:grpSpPr>
          <a:xfrm>
            <a:off x="5253771" y="5067487"/>
            <a:ext cx="521824" cy="502200"/>
            <a:chOff x="-37534750" y="2668075"/>
            <a:chExt cx="332400" cy="319900"/>
          </a:xfrm>
        </p:grpSpPr>
        <p:sp>
          <p:nvSpPr>
            <p:cNvPr id="15369" name="Google Shape;15369;p82"/>
            <p:cNvSpPr/>
            <p:nvPr/>
          </p:nvSpPr>
          <p:spPr>
            <a:xfrm>
              <a:off x="-37534750" y="2668075"/>
              <a:ext cx="332400" cy="319900"/>
            </a:xfrm>
            <a:custGeom>
              <a:avLst/>
              <a:gdLst/>
              <a:ahLst/>
              <a:cxnLst/>
              <a:rect l="l" t="t" r="r" b="b"/>
              <a:pathLst>
                <a:path w="13296" h="12796" extrusionOk="0">
                  <a:moveTo>
                    <a:pt x="5258" y="834"/>
                  </a:moveTo>
                  <a:cubicBezTo>
                    <a:pt x="5799" y="834"/>
                    <a:pt x="6338" y="935"/>
                    <a:pt x="6837" y="1134"/>
                  </a:cubicBezTo>
                  <a:cubicBezTo>
                    <a:pt x="9105" y="2142"/>
                    <a:pt x="10019" y="4852"/>
                    <a:pt x="8822" y="6963"/>
                  </a:cubicBezTo>
                  <a:cubicBezTo>
                    <a:pt x="8790" y="7026"/>
                    <a:pt x="8790" y="7026"/>
                    <a:pt x="8790" y="7057"/>
                  </a:cubicBezTo>
                  <a:cubicBezTo>
                    <a:pt x="8632" y="7372"/>
                    <a:pt x="8412" y="7656"/>
                    <a:pt x="8160" y="7876"/>
                  </a:cubicBezTo>
                  <a:cubicBezTo>
                    <a:pt x="8002" y="8002"/>
                    <a:pt x="7876" y="8128"/>
                    <a:pt x="7782" y="8191"/>
                  </a:cubicBezTo>
                  <a:cubicBezTo>
                    <a:pt x="7687" y="8223"/>
                    <a:pt x="7719" y="8223"/>
                    <a:pt x="7687" y="8286"/>
                  </a:cubicBezTo>
                  <a:cubicBezTo>
                    <a:pt x="7152" y="8664"/>
                    <a:pt x="6585" y="8947"/>
                    <a:pt x="5923" y="9073"/>
                  </a:cubicBezTo>
                  <a:cubicBezTo>
                    <a:pt x="5694" y="9110"/>
                    <a:pt x="5468" y="9128"/>
                    <a:pt x="5245" y="9128"/>
                  </a:cubicBezTo>
                  <a:cubicBezTo>
                    <a:pt x="2977" y="9128"/>
                    <a:pt x="1071" y="7298"/>
                    <a:pt x="1071" y="4946"/>
                  </a:cubicBezTo>
                  <a:cubicBezTo>
                    <a:pt x="1071" y="3592"/>
                    <a:pt x="1796" y="2268"/>
                    <a:pt x="2899" y="1544"/>
                  </a:cubicBezTo>
                  <a:cubicBezTo>
                    <a:pt x="3603" y="1068"/>
                    <a:pt x="4433" y="834"/>
                    <a:pt x="5258" y="834"/>
                  </a:cubicBezTo>
                  <a:close/>
                  <a:moveTo>
                    <a:pt x="9200" y="7876"/>
                  </a:moveTo>
                  <a:lnTo>
                    <a:pt x="11909" y="10586"/>
                  </a:lnTo>
                  <a:cubicBezTo>
                    <a:pt x="12067" y="10743"/>
                    <a:pt x="12130" y="10901"/>
                    <a:pt x="12130" y="11153"/>
                  </a:cubicBezTo>
                  <a:cubicBezTo>
                    <a:pt x="12130" y="11594"/>
                    <a:pt x="11783" y="11909"/>
                    <a:pt x="11405" y="11909"/>
                  </a:cubicBezTo>
                  <a:cubicBezTo>
                    <a:pt x="11184" y="11909"/>
                    <a:pt x="10995" y="11814"/>
                    <a:pt x="10838" y="11657"/>
                  </a:cubicBezTo>
                  <a:lnTo>
                    <a:pt x="8128" y="8947"/>
                  </a:lnTo>
                  <a:cubicBezTo>
                    <a:pt x="8160" y="8916"/>
                    <a:pt x="8759" y="8506"/>
                    <a:pt x="9200" y="7876"/>
                  </a:cubicBezTo>
                  <a:close/>
                  <a:moveTo>
                    <a:pt x="5198" y="0"/>
                  </a:moveTo>
                  <a:cubicBezTo>
                    <a:pt x="3529" y="0"/>
                    <a:pt x="1985" y="882"/>
                    <a:pt x="1103" y="2205"/>
                  </a:cubicBezTo>
                  <a:cubicBezTo>
                    <a:pt x="158" y="3623"/>
                    <a:pt x="0" y="5387"/>
                    <a:pt x="630" y="6931"/>
                  </a:cubicBezTo>
                  <a:cubicBezTo>
                    <a:pt x="1470" y="8860"/>
                    <a:pt x="3356" y="9972"/>
                    <a:pt x="5251" y="9972"/>
                  </a:cubicBezTo>
                  <a:cubicBezTo>
                    <a:pt x="5988" y="9972"/>
                    <a:pt x="6725" y="9804"/>
                    <a:pt x="7404" y="9452"/>
                  </a:cubicBezTo>
                  <a:lnTo>
                    <a:pt x="10302" y="12318"/>
                  </a:lnTo>
                  <a:cubicBezTo>
                    <a:pt x="10588" y="12626"/>
                    <a:pt x="11026" y="12796"/>
                    <a:pt x="11468" y="12796"/>
                  </a:cubicBezTo>
                  <a:cubicBezTo>
                    <a:pt x="11661" y="12796"/>
                    <a:pt x="11854" y="12763"/>
                    <a:pt x="12035" y="12697"/>
                  </a:cubicBezTo>
                  <a:cubicBezTo>
                    <a:pt x="13043" y="12161"/>
                    <a:pt x="13295" y="10806"/>
                    <a:pt x="12539" y="10050"/>
                  </a:cubicBezTo>
                  <a:lnTo>
                    <a:pt x="9672" y="7183"/>
                  </a:lnTo>
                  <a:cubicBezTo>
                    <a:pt x="10334" y="5860"/>
                    <a:pt x="10334" y="4348"/>
                    <a:pt x="9767" y="3025"/>
                  </a:cubicBezTo>
                  <a:cubicBezTo>
                    <a:pt x="9042" y="1229"/>
                    <a:pt x="7215" y="0"/>
                    <a:pt x="51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0" name="Google Shape;15370;p82"/>
            <p:cNvSpPr/>
            <p:nvPr/>
          </p:nvSpPr>
          <p:spPr>
            <a:xfrm>
              <a:off x="-37487500" y="2709475"/>
              <a:ext cx="165425" cy="164450"/>
            </a:xfrm>
            <a:custGeom>
              <a:avLst/>
              <a:gdLst/>
              <a:ahLst/>
              <a:cxnLst/>
              <a:rect l="l" t="t" r="r" b="b"/>
              <a:pathLst>
                <a:path w="6617" h="6578" extrusionOk="0">
                  <a:moveTo>
                    <a:pt x="3308" y="833"/>
                  </a:moveTo>
                  <a:cubicBezTo>
                    <a:pt x="4695" y="833"/>
                    <a:pt x="5797" y="1936"/>
                    <a:pt x="5797" y="3290"/>
                  </a:cubicBezTo>
                  <a:cubicBezTo>
                    <a:pt x="5797" y="4614"/>
                    <a:pt x="4726" y="5779"/>
                    <a:pt x="3308" y="5779"/>
                  </a:cubicBezTo>
                  <a:cubicBezTo>
                    <a:pt x="1954" y="5779"/>
                    <a:pt x="851" y="4677"/>
                    <a:pt x="851" y="3290"/>
                  </a:cubicBezTo>
                  <a:cubicBezTo>
                    <a:pt x="851" y="1936"/>
                    <a:pt x="1954" y="833"/>
                    <a:pt x="3308" y="833"/>
                  </a:cubicBezTo>
                  <a:close/>
                  <a:moveTo>
                    <a:pt x="3319" y="0"/>
                  </a:moveTo>
                  <a:cubicBezTo>
                    <a:pt x="2880" y="0"/>
                    <a:pt x="2438" y="81"/>
                    <a:pt x="2017" y="234"/>
                  </a:cubicBezTo>
                  <a:cubicBezTo>
                    <a:pt x="851" y="738"/>
                    <a:pt x="0" y="1936"/>
                    <a:pt x="0" y="3259"/>
                  </a:cubicBezTo>
                  <a:cubicBezTo>
                    <a:pt x="0" y="4362"/>
                    <a:pt x="568" y="5401"/>
                    <a:pt x="1481" y="6031"/>
                  </a:cubicBezTo>
                  <a:cubicBezTo>
                    <a:pt x="2033" y="6405"/>
                    <a:pt x="2645" y="6578"/>
                    <a:pt x="3255" y="6578"/>
                  </a:cubicBezTo>
                  <a:cubicBezTo>
                    <a:pt x="3725" y="6578"/>
                    <a:pt x="4193" y="6475"/>
                    <a:pt x="4632" y="6283"/>
                  </a:cubicBezTo>
                  <a:cubicBezTo>
                    <a:pt x="5829" y="5748"/>
                    <a:pt x="6585" y="4551"/>
                    <a:pt x="6585" y="3259"/>
                  </a:cubicBezTo>
                  <a:cubicBezTo>
                    <a:pt x="6616" y="2219"/>
                    <a:pt x="6081" y="1180"/>
                    <a:pt x="5167" y="549"/>
                  </a:cubicBezTo>
                  <a:cubicBezTo>
                    <a:pt x="4605" y="175"/>
                    <a:pt x="3965" y="0"/>
                    <a:pt x="33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71" name="Google Shape;15371;p82"/>
          <p:cNvSpPr/>
          <p:nvPr/>
        </p:nvSpPr>
        <p:spPr>
          <a:xfrm>
            <a:off x="2809002" y="2044439"/>
            <a:ext cx="500788" cy="496784"/>
          </a:xfrm>
          <a:custGeom>
            <a:avLst/>
            <a:gdLst/>
            <a:ahLst/>
            <a:cxnLst/>
            <a:rect l="l" t="t" r="r" b="b"/>
            <a:pathLst>
              <a:path w="12760" h="12658" extrusionOk="0">
                <a:moveTo>
                  <a:pt x="6270" y="1032"/>
                </a:moveTo>
                <a:lnTo>
                  <a:pt x="6932" y="1693"/>
                </a:lnTo>
                <a:lnTo>
                  <a:pt x="5640" y="1693"/>
                </a:lnTo>
                <a:lnTo>
                  <a:pt x="6270" y="1032"/>
                </a:lnTo>
                <a:close/>
                <a:moveTo>
                  <a:pt x="11342" y="2481"/>
                </a:moveTo>
                <a:lnTo>
                  <a:pt x="10523" y="3300"/>
                </a:lnTo>
                <a:lnTo>
                  <a:pt x="2332" y="3300"/>
                </a:lnTo>
                <a:lnTo>
                  <a:pt x="1513" y="2481"/>
                </a:lnTo>
                <a:close/>
                <a:moveTo>
                  <a:pt x="8381" y="9381"/>
                </a:moveTo>
                <a:lnTo>
                  <a:pt x="8381" y="10200"/>
                </a:lnTo>
                <a:lnTo>
                  <a:pt x="6711" y="10200"/>
                </a:lnTo>
                <a:lnTo>
                  <a:pt x="6711" y="9381"/>
                </a:lnTo>
                <a:close/>
                <a:moveTo>
                  <a:pt x="10303" y="4151"/>
                </a:moveTo>
                <a:lnTo>
                  <a:pt x="10303" y="10200"/>
                </a:lnTo>
                <a:lnTo>
                  <a:pt x="9200" y="10200"/>
                </a:lnTo>
                <a:lnTo>
                  <a:pt x="9200" y="9003"/>
                </a:lnTo>
                <a:cubicBezTo>
                  <a:pt x="9200" y="8751"/>
                  <a:pt x="8980" y="8562"/>
                  <a:pt x="8759" y="8562"/>
                </a:cubicBezTo>
                <a:lnTo>
                  <a:pt x="6270" y="8562"/>
                </a:lnTo>
                <a:cubicBezTo>
                  <a:pt x="6050" y="8562"/>
                  <a:pt x="5892" y="8751"/>
                  <a:pt x="5892" y="9003"/>
                </a:cubicBezTo>
                <a:lnTo>
                  <a:pt x="5892" y="10200"/>
                </a:lnTo>
                <a:lnTo>
                  <a:pt x="2584" y="10200"/>
                </a:lnTo>
                <a:lnTo>
                  <a:pt x="2584" y="4151"/>
                </a:lnTo>
                <a:close/>
                <a:moveTo>
                  <a:pt x="914" y="3080"/>
                </a:moveTo>
                <a:lnTo>
                  <a:pt x="1733" y="3899"/>
                </a:lnTo>
                <a:lnTo>
                  <a:pt x="1733" y="10452"/>
                </a:lnTo>
                <a:lnTo>
                  <a:pt x="914" y="11271"/>
                </a:lnTo>
                <a:lnTo>
                  <a:pt x="914" y="3080"/>
                </a:lnTo>
                <a:close/>
                <a:moveTo>
                  <a:pt x="11941" y="3080"/>
                </a:moveTo>
                <a:lnTo>
                  <a:pt x="11941" y="11271"/>
                </a:lnTo>
                <a:lnTo>
                  <a:pt x="11122" y="10452"/>
                </a:lnTo>
                <a:lnTo>
                  <a:pt x="11122" y="3899"/>
                </a:lnTo>
                <a:lnTo>
                  <a:pt x="11941" y="3080"/>
                </a:lnTo>
                <a:close/>
                <a:moveTo>
                  <a:pt x="10492" y="11050"/>
                </a:moveTo>
                <a:lnTo>
                  <a:pt x="11311" y="11870"/>
                </a:lnTo>
                <a:lnTo>
                  <a:pt x="1481" y="11870"/>
                </a:lnTo>
                <a:lnTo>
                  <a:pt x="2300" y="11050"/>
                </a:lnTo>
                <a:close/>
                <a:moveTo>
                  <a:pt x="6254" y="0"/>
                </a:moveTo>
                <a:cubicBezTo>
                  <a:pt x="6144" y="0"/>
                  <a:pt x="6034" y="39"/>
                  <a:pt x="5955" y="118"/>
                </a:cubicBezTo>
                <a:lnTo>
                  <a:pt x="4443" y="1662"/>
                </a:lnTo>
                <a:lnTo>
                  <a:pt x="379" y="1662"/>
                </a:lnTo>
                <a:cubicBezTo>
                  <a:pt x="221" y="1693"/>
                  <a:pt x="95" y="1819"/>
                  <a:pt x="64" y="1946"/>
                </a:cubicBezTo>
                <a:cubicBezTo>
                  <a:pt x="1" y="2009"/>
                  <a:pt x="64" y="1473"/>
                  <a:pt x="64" y="12248"/>
                </a:cubicBezTo>
                <a:cubicBezTo>
                  <a:pt x="64" y="12374"/>
                  <a:pt x="95" y="12500"/>
                  <a:pt x="221" y="12563"/>
                </a:cubicBezTo>
                <a:cubicBezTo>
                  <a:pt x="284" y="12657"/>
                  <a:pt x="379" y="12657"/>
                  <a:pt x="473" y="12657"/>
                </a:cubicBezTo>
                <a:lnTo>
                  <a:pt x="12351" y="12657"/>
                </a:lnTo>
                <a:cubicBezTo>
                  <a:pt x="12571" y="12657"/>
                  <a:pt x="12729" y="12468"/>
                  <a:pt x="12729" y="12216"/>
                </a:cubicBezTo>
                <a:lnTo>
                  <a:pt x="12729" y="2009"/>
                </a:lnTo>
                <a:cubicBezTo>
                  <a:pt x="12760" y="1851"/>
                  <a:pt x="12571" y="1662"/>
                  <a:pt x="12351" y="1662"/>
                </a:cubicBezTo>
                <a:lnTo>
                  <a:pt x="8097" y="1662"/>
                </a:lnTo>
                <a:lnTo>
                  <a:pt x="6554" y="118"/>
                </a:lnTo>
                <a:cubicBezTo>
                  <a:pt x="6475" y="39"/>
                  <a:pt x="6365" y="0"/>
                  <a:pt x="62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72" name="Google Shape;15372;p82"/>
          <p:cNvGrpSpPr/>
          <p:nvPr/>
        </p:nvGrpSpPr>
        <p:grpSpPr>
          <a:xfrm>
            <a:off x="2842259" y="2642333"/>
            <a:ext cx="500788" cy="498747"/>
            <a:chOff x="-42062025" y="2316000"/>
            <a:chExt cx="319000" cy="317700"/>
          </a:xfrm>
        </p:grpSpPr>
        <p:sp>
          <p:nvSpPr>
            <p:cNvPr id="15373" name="Google Shape;15373;p82"/>
            <p:cNvSpPr/>
            <p:nvPr/>
          </p:nvSpPr>
          <p:spPr>
            <a:xfrm>
              <a:off x="-41965150" y="2477075"/>
              <a:ext cx="124475" cy="112675"/>
            </a:xfrm>
            <a:custGeom>
              <a:avLst/>
              <a:gdLst/>
              <a:ahLst/>
              <a:cxnLst/>
              <a:rect l="l" t="t" r="r" b="b"/>
              <a:pathLst>
                <a:path w="4979" h="4507" extrusionOk="0">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4" name="Google Shape;15374;p82"/>
            <p:cNvSpPr/>
            <p:nvPr/>
          </p:nvSpPr>
          <p:spPr>
            <a:xfrm>
              <a:off x="-42062025" y="2316000"/>
              <a:ext cx="319000" cy="317700"/>
            </a:xfrm>
            <a:custGeom>
              <a:avLst/>
              <a:gdLst/>
              <a:ahLst/>
              <a:cxnLst/>
              <a:rect l="l" t="t" r="r" b="b"/>
              <a:pathLst>
                <a:path w="12760" h="12708" extrusionOk="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75" name="Google Shape;15375;p82"/>
          <p:cNvSpPr/>
          <p:nvPr/>
        </p:nvSpPr>
        <p:spPr>
          <a:xfrm>
            <a:off x="2846703" y="3217580"/>
            <a:ext cx="504516" cy="500395"/>
          </a:xfrm>
          <a:custGeom>
            <a:avLst/>
            <a:gdLst/>
            <a:ahLst/>
            <a:cxnLst/>
            <a:rect l="l" t="t" r="r" b="b"/>
            <a:pathLst>
              <a:path w="12855" h="12750" extrusionOk="0">
                <a:moveTo>
                  <a:pt x="6304" y="770"/>
                </a:moveTo>
                <a:cubicBezTo>
                  <a:pt x="6519" y="770"/>
                  <a:pt x="6711" y="952"/>
                  <a:pt x="6711" y="1186"/>
                </a:cubicBezTo>
                <a:lnTo>
                  <a:pt x="6711" y="1659"/>
                </a:lnTo>
                <a:cubicBezTo>
                  <a:pt x="6569" y="1643"/>
                  <a:pt x="6435" y="1635"/>
                  <a:pt x="6302" y="1635"/>
                </a:cubicBezTo>
                <a:cubicBezTo>
                  <a:pt x="6168" y="1635"/>
                  <a:pt x="6034" y="1643"/>
                  <a:pt x="5892" y="1659"/>
                </a:cubicBezTo>
                <a:lnTo>
                  <a:pt x="5892" y="1186"/>
                </a:lnTo>
                <a:cubicBezTo>
                  <a:pt x="5892" y="1029"/>
                  <a:pt x="5955" y="934"/>
                  <a:pt x="6081" y="840"/>
                </a:cubicBezTo>
                <a:cubicBezTo>
                  <a:pt x="6154" y="791"/>
                  <a:pt x="6230" y="770"/>
                  <a:pt x="6304" y="770"/>
                </a:cubicBezTo>
                <a:close/>
                <a:moveTo>
                  <a:pt x="6249" y="2423"/>
                </a:moveTo>
                <a:cubicBezTo>
                  <a:pt x="7067" y="2423"/>
                  <a:pt x="7748" y="3312"/>
                  <a:pt x="7373" y="4148"/>
                </a:cubicBezTo>
                <a:cubicBezTo>
                  <a:pt x="7184" y="4619"/>
                  <a:pt x="6731" y="4914"/>
                  <a:pt x="6251" y="4914"/>
                </a:cubicBezTo>
                <a:cubicBezTo>
                  <a:pt x="6089" y="4914"/>
                  <a:pt x="5925" y="4881"/>
                  <a:pt x="5766" y="4809"/>
                </a:cubicBezTo>
                <a:cubicBezTo>
                  <a:pt x="5136" y="4557"/>
                  <a:pt x="4852" y="3707"/>
                  <a:pt x="5230" y="3045"/>
                </a:cubicBezTo>
                <a:cubicBezTo>
                  <a:pt x="5325" y="2856"/>
                  <a:pt x="5482" y="2699"/>
                  <a:pt x="5640" y="2604"/>
                </a:cubicBezTo>
                <a:cubicBezTo>
                  <a:pt x="5766" y="2541"/>
                  <a:pt x="5892" y="2510"/>
                  <a:pt x="6018" y="2447"/>
                </a:cubicBezTo>
                <a:cubicBezTo>
                  <a:pt x="6096" y="2431"/>
                  <a:pt x="6173" y="2423"/>
                  <a:pt x="6249" y="2423"/>
                </a:cubicBezTo>
                <a:close/>
                <a:moveTo>
                  <a:pt x="4852" y="5156"/>
                </a:moveTo>
                <a:cubicBezTo>
                  <a:pt x="5041" y="5377"/>
                  <a:pt x="5293" y="5534"/>
                  <a:pt x="5577" y="5597"/>
                </a:cubicBezTo>
                <a:lnTo>
                  <a:pt x="3939" y="8243"/>
                </a:lnTo>
                <a:lnTo>
                  <a:pt x="2962" y="8243"/>
                </a:lnTo>
                <a:lnTo>
                  <a:pt x="4852" y="5156"/>
                </a:lnTo>
                <a:close/>
                <a:moveTo>
                  <a:pt x="7719" y="5187"/>
                </a:moveTo>
                <a:lnTo>
                  <a:pt x="9610" y="8243"/>
                </a:lnTo>
                <a:lnTo>
                  <a:pt x="8633" y="8243"/>
                </a:lnTo>
                <a:lnTo>
                  <a:pt x="7026" y="5597"/>
                </a:lnTo>
                <a:cubicBezTo>
                  <a:pt x="7310" y="5503"/>
                  <a:pt x="7530" y="5377"/>
                  <a:pt x="7719" y="5187"/>
                </a:cubicBezTo>
                <a:close/>
                <a:moveTo>
                  <a:pt x="6333" y="6007"/>
                </a:moveTo>
                <a:lnTo>
                  <a:pt x="7688" y="8275"/>
                </a:lnTo>
                <a:lnTo>
                  <a:pt x="7467" y="8275"/>
                </a:lnTo>
                <a:lnTo>
                  <a:pt x="7467" y="8243"/>
                </a:lnTo>
                <a:cubicBezTo>
                  <a:pt x="7373" y="7960"/>
                  <a:pt x="7215" y="7771"/>
                  <a:pt x="6995" y="7613"/>
                </a:cubicBezTo>
                <a:cubicBezTo>
                  <a:pt x="6783" y="7462"/>
                  <a:pt x="6545" y="7391"/>
                  <a:pt x="6310" y="7391"/>
                </a:cubicBezTo>
                <a:cubicBezTo>
                  <a:pt x="5812" y="7391"/>
                  <a:pt x="5329" y="7708"/>
                  <a:pt x="5136" y="8243"/>
                </a:cubicBezTo>
                <a:lnTo>
                  <a:pt x="4947" y="8243"/>
                </a:lnTo>
                <a:lnTo>
                  <a:pt x="6333" y="6007"/>
                </a:lnTo>
                <a:close/>
                <a:moveTo>
                  <a:pt x="6274" y="8212"/>
                </a:moveTo>
                <a:cubicBezTo>
                  <a:pt x="6325" y="8212"/>
                  <a:pt x="6377" y="8222"/>
                  <a:pt x="6428" y="8243"/>
                </a:cubicBezTo>
                <a:cubicBezTo>
                  <a:pt x="6585" y="8306"/>
                  <a:pt x="6680" y="8495"/>
                  <a:pt x="6680" y="8653"/>
                </a:cubicBezTo>
                <a:cubicBezTo>
                  <a:pt x="6704" y="8901"/>
                  <a:pt x="6515" y="9071"/>
                  <a:pt x="6295" y="9071"/>
                </a:cubicBezTo>
                <a:cubicBezTo>
                  <a:pt x="6235" y="9071"/>
                  <a:pt x="6173" y="9058"/>
                  <a:pt x="6113" y="9031"/>
                </a:cubicBezTo>
                <a:cubicBezTo>
                  <a:pt x="5924" y="8968"/>
                  <a:pt x="5798" y="8716"/>
                  <a:pt x="5892" y="8495"/>
                </a:cubicBezTo>
                <a:cubicBezTo>
                  <a:pt x="5941" y="8326"/>
                  <a:pt x="6101" y="8212"/>
                  <a:pt x="6274" y="8212"/>
                </a:cubicBezTo>
                <a:close/>
                <a:moveTo>
                  <a:pt x="3435" y="9063"/>
                </a:moveTo>
                <a:lnTo>
                  <a:pt x="1891" y="11583"/>
                </a:lnTo>
                <a:cubicBezTo>
                  <a:pt x="1576" y="11205"/>
                  <a:pt x="1513" y="10606"/>
                  <a:pt x="1796" y="10165"/>
                </a:cubicBezTo>
                <a:lnTo>
                  <a:pt x="2458" y="9063"/>
                </a:lnTo>
                <a:close/>
                <a:moveTo>
                  <a:pt x="10145" y="9063"/>
                </a:moveTo>
                <a:lnTo>
                  <a:pt x="10807" y="10165"/>
                </a:lnTo>
                <a:cubicBezTo>
                  <a:pt x="11027" y="10606"/>
                  <a:pt x="10996" y="11205"/>
                  <a:pt x="10681" y="11583"/>
                </a:cubicBezTo>
                <a:lnTo>
                  <a:pt x="9169" y="9063"/>
                </a:lnTo>
                <a:close/>
                <a:moveTo>
                  <a:pt x="6256" y="1"/>
                </a:moveTo>
                <a:cubicBezTo>
                  <a:pt x="5728" y="1"/>
                  <a:pt x="5259" y="331"/>
                  <a:pt x="5104" y="871"/>
                </a:cubicBezTo>
                <a:cubicBezTo>
                  <a:pt x="5041" y="997"/>
                  <a:pt x="5041" y="1123"/>
                  <a:pt x="5041" y="1218"/>
                </a:cubicBezTo>
                <a:lnTo>
                  <a:pt x="5041" y="2069"/>
                </a:lnTo>
                <a:cubicBezTo>
                  <a:pt x="4317" y="2604"/>
                  <a:pt x="4033" y="3581"/>
                  <a:pt x="4348" y="4431"/>
                </a:cubicBezTo>
                <a:cubicBezTo>
                  <a:pt x="4002" y="4998"/>
                  <a:pt x="2836" y="6920"/>
                  <a:pt x="1985" y="8275"/>
                </a:cubicBezTo>
                <a:lnTo>
                  <a:pt x="473" y="8275"/>
                </a:lnTo>
                <a:cubicBezTo>
                  <a:pt x="284" y="8275"/>
                  <a:pt x="95" y="8432"/>
                  <a:pt x="64" y="8653"/>
                </a:cubicBezTo>
                <a:cubicBezTo>
                  <a:pt x="1" y="8874"/>
                  <a:pt x="221" y="9094"/>
                  <a:pt x="442" y="9094"/>
                </a:cubicBezTo>
                <a:lnTo>
                  <a:pt x="1418" y="9094"/>
                </a:lnTo>
                <a:lnTo>
                  <a:pt x="1009" y="9787"/>
                </a:lnTo>
                <a:cubicBezTo>
                  <a:pt x="599" y="10417"/>
                  <a:pt x="599" y="11236"/>
                  <a:pt x="946" y="11866"/>
                </a:cubicBezTo>
                <a:cubicBezTo>
                  <a:pt x="1103" y="12182"/>
                  <a:pt x="1387" y="12465"/>
                  <a:pt x="1702" y="12654"/>
                </a:cubicBezTo>
                <a:cubicBezTo>
                  <a:pt x="1761" y="12694"/>
                  <a:pt x="1827" y="12711"/>
                  <a:pt x="1893" y="12711"/>
                </a:cubicBezTo>
                <a:cubicBezTo>
                  <a:pt x="2037" y="12711"/>
                  <a:pt x="2182" y="12626"/>
                  <a:pt x="2269" y="12497"/>
                </a:cubicBezTo>
                <a:lnTo>
                  <a:pt x="4348" y="9094"/>
                </a:lnTo>
                <a:lnTo>
                  <a:pt x="5041" y="9094"/>
                </a:lnTo>
                <a:cubicBezTo>
                  <a:pt x="5167" y="9504"/>
                  <a:pt x="5482" y="9787"/>
                  <a:pt x="5829" y="9882"/>
                </a:cubicBezTo>
                <a:cubicBezTo>
                  <a:pt x="5961" y="9928"/>
                  <a:pt x="6096" y="9950"/>
                  <a:pt x="6227" y="9950"/>
                </a:cubicBezTo>
                <a:cubicBezTo>
                  <a:pt x="6628" y="9950"/>
                  <a:pt x="7002" y="9749"/>
                  <a:pt x="7215" y="9441"/>
                </a:cubicBezTo>
                <a:cubicBezTo>
                  <a:pt x="7310" y="9346"/>
                  <a:pt x="7373" y="9189"/>
                  <a:pt x="7373" y="9189"/>
                </a:cubicBezTo>
                <a:lnTo>
                  <a:pt x="8097" y="9189"/>
                </a:lnTo>
                <a:lnTo>
                  <a:pt x="10145" y="12528"/>
                </a:lnTo>
                <a:cubicBezTo>
                  <a:pt x="10207" y="12673"/>
                  <a:pt x="10337" y="12750"/>
                  <a:pt x="10473" y="12750"/>
                </a:cubicBezTo>
                <a:cubicBezTo>
                  <a:pt x="10544" y="12750"/>
                  <a:pt x="10616" y="12729"/>
                  <a:pt x="10681" y="12686"/>
                </a:cubicBezTo>
                <a:cubicBezTo>
                  <a:pt x="11657" y="12119"/>
                  <a:pt x="11972" y="10795"/>
                  <a:pt x="11405" y="9850"/>
                </a:cubicBezTo>
                <a:lnTo>
                  <a:pt x="10996" y="9189"/>
                </a:lnTo>
                <a:lnTo>
                  <a:pt x="12288" y="9189"/>
                </a:lnTo>
                <a:cubicBezTo>
                  <a:pt x="12508" y="9189"/>
                  <a:pt x="12697" y="9031"/>
                  <a:pt x="12729" y="8842"/>
                </a:cubicBezTo>
                <a:cubicBezTo>
                  <a:pt x="12855" y="8432"/>
                  <a:pt x="12666" y="8243"/>
                  <a:pt x="12382" y="8243"/>
                </a:cubicBezTo>
                <a:lnTo>
                  <a:pt x="10555" y="8243"/>
                </a:lnTo>
                <a:lnTo>
                  <a:pt x="8192" y="4368"/>
                </a:lnTo>
                <a:cubicBezTo>
                  <a:pt x="8507" y="3549"/>
                  <a:pt x="8255" y="2573"/>
                  <a:pt x="7499" y="2005"/>
                </a:cubicBezTo>
                <a:lnTo>
                  <a:pt x="7499" y="1218"/>
                </a:lnTo>
                <a:cubicBezTo>
                  <a:pt x="7499" y="682"/>
                  <a:pt x="7152" y="210"/>
                  <a:pt x="6617" y="52"/>
                </a:cubicBezTo>
                <a:cubicBezTo>
                  <a:pt x="6495" y="18"/>
                  <a:pt x="6374" y="1"/>
                  <a:pt x="62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76" name="Google Shape;15376;p82"/>
          <p:cNvGrpSpPr/>
          <p:nvPr/>
        </p:nvGrpSpPr>
        <p:grpSpPr>
          <a:xfrm>
            <a:off x="1168759" y="3857138"/>
            <a:ext cx="440191" cy="490897"/>
            <a:chOff x="-40150450" y="1977325"/>
            <a:chExt cx="280400" cy="312700"/>
          </a:xfrm>
        </p:grpSpPr>
        <p:sp>
          <p:nvSpPr>
            <p:cNvPr id="15377" name="Google Shape;15377;p82"/>
            <p:cNvSpPr/>
            <p:nvPr/>
          </p:nvSpPr>
          <p:spPr>
            <a:xfrm>
              <a:off x="-40052800" y="204112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8" name="Google Shape;15378;p82"/>
            <p:cNvSpPr/>
            <p:nvPr/>
          </p:nvSpPr>
          <p:spPr>
            <a:xfrm>
              <a:off x="-40150450" y="1977325"/>
              <a:ext cx="280400" cy="312700"/>
            </a:xfrm>
            <a:custGeom>
              <a:avLst/>
              <a:gdLst/>
              <a:ahLst/>
              <a:cxnLst/>
              <a:rect l="l" t="t" r="r" b="b"/>
              <a:pathLst>
                <a:path w="11216" h="12508" extrusionOk="0">
                  <a:moveTo>
                    <a:pt x="8379" y="838"/>
                  </a:moveTo>
                  <a:cubicBezTo>
                    <a:pt x="8626" y="838"/>
                    <a:pt x="8880" y="873"/>
                    <a:pt x="9137" y="946"/>
                  </a:cubicBezTo>
                  <a:cubicBezTo>
                    <a:pt x="8948" y="1733"/>
                    <a:pt x="8506" y="2300"/>
                    <a:pt x="7971" y="2615"/>
                  </a:cubicBezTo>
                  <a:cubicBezTo>
                    <a:pt x="7908" y="2678"/>
                    <a:pt x="7876" y="2678"/>
                    <a:pt x="7876" y="2678"/>
                  </a:cubicBezTo>
                  <a:cubicBezTo>
                    <a:pt x="7861" y="2694"/>
                    <a:pt x="7853" y="2694"/>
                    <a:pt x="7845" y="2694"/>
                  </a:cubicBezTo>
                  <a:cubicBezTo>
                    <a:pt x="7837" y="2694"/>
                    <a:pt x="7829" y="2694"/>
                    <a:pt x="7813" y="2710"/>
                  </a:cubicBezTo>
                  <a:cubicBezTo>
                    <a:pt x="7470" y="2868"/>
                    <a:pt x="7083" y="2938"/>
                    <a:pt x="6744" y="2938"/>
                  </a:cubicBezTo>
                  <a:cubicBezTo>
                    <a:pt x="6678" y="2938"/>
                    <a:pt x="6615" y="2935"/>
                    <a:pt x="6553" y="2930"/>
                  </a:cubicBezTo>
                  <a:lnTo>
                    <a:pt x="6459" y="2930"/>
                  </a:lnTo>
                  <a:cubicBezTo>
                    <a:pt x="6301" y="2930"/>
                    <a:pt x="6112" y="2899"/>
                    <a:pt x="5955" y="2867"/>
                  </a:cubicBezTo>
                  <a:cubicBezTo>
                    <a:pt x="6240" y="1597"/>
                    <a:pt x="7230" y="838"/>
                    <a:pt x="8379" y="838"/>
                  </a:cubicBezTo>
                  <a:close/>
                  <a:moveTo>
                    <a:pt x="9798" y="8538"/>
                  </a:moveTo>
                  <a:lnTo>
                    <a:pt x="9798" y="8538"/>
                  </a:lnTo>
                  <a:cubicBezTo>
                    <a:pt x="9831" y="8545"/>
                    <a:pt x="9862" y="8554"/>
                    <a:pt x="9892" y="8565"/>
                  </a:cubicBezTo>
                  <a:lnTo>
                    <a:pt x="9892" y="8565"/>
                  </a:lnTo>
                  <a:cubicBezTo>
                    <a:pt x="9829" y="8546"/>
                    <a:pt x="9798" y="8538"/>
                    <a:pt x="9798" y="8538"/>
                  </a:cubicBezTo>
                  <a:close/>
                  <a:moveTo>
                    <a:pt x="3433" y="3256"/>
                  </a:moveTo>
                  <a:cubicBezTo>
                    <a:pt x="3506" y="3256"/>
                    <a:pt x="3570" y="3264"/>
                    <a:pt x="3623" y="3277"/>
                  </a:cubicBezTo>
                  <a:cubicBezTo>
                    <a:pt x="4064" y="3403"/>
                    <a:pt x="4631" y="3970"/>
                    <a:pt x="5167" y="4128"/>
                  </a:cubicBezTo>
                  <a:cubicBezTo>
                    <a:pt x="5293" y="4159"/>
                    <a:pt x="5419" y="4159"/>
                    <a:pt x="5514" y="4159"/>
                  </a:cubicBezTo>
                  <a:lnTo>
                    <a:pt x="5577" y="4159"/>
                  </a:lnTo>
                  <a:cubicBezTo>
                    <a:pt x="5923" y="4159"/>
                    <a:pt x="6270" y="3907"/>
                    <a:pt x="6585" y="3718"/>
                  </a:cubicBezTo>
                  <a:cubicBezTo>
                    <a:pt x="7152" y="3718"/>
                    <a:pt x="7687" y="3592"/>
                    <a:pt x="8160" y="3371"/>
                  </a:cubicBezTo>
                  <a:cubicBezTo>
                    <a:pt x="9294" y="3812"/>
                    <a:pt x="10838" y="5388"/>
                    <a:pt x="9767" y="8475"/>
                  </a:cubicBezTo>
                  <a:cubicBezTo>
                    <a:pt x="9420" y="9672"/>
                    <a:pt x="8506" y="11342"/>
                    <a:pt x="7561" y="11594"/>
                  </a:cubicBezTo>
                  <a:cubicBezTo>
                    <a:pt x="7484" y="11627"/>
                    <a:pt x="7404" y="11641"/>
                    <a:pt x="7319" y="11641"/>
                  </a:cubicBezTo>
                  <a:cubicBezTo>
                    <a:pt x="7161" y="11641"/>
                    <a:pt x="6990" y="11593"/>
                    <a:pt x="6805" y="11531"/>
                  </a:cubicBezTo>
                  <a:cubicBezTo>
                    <a:pt x="6459" y="11279"/>
                    <a:pt x="6081" y="11027"/>
                    <a:pt x="5608" y="11027"/>
                  </a:cubicBezTo>
                  <a:cubicBezTo>
                    <a:pt x="5482" y="11027"/>
                    <a:pt x="5356" y="11027"/>
                    <a:pt x="5135" y="11059"/>
                  </a:cubicBezTo>
                  <a:cubicBezTo>
                    <a:pt x="4820" y="11122"/>
                    <a:pt x="4537" y="11311"/>
                    <a:pt x="4253" y="11468"/>
                  </a:cubicBezTo>
                  <a:cubicBezTo>
                    <a:pt x="4094" y="11568"/>
                    <a:pt x="3934" y="11630"/>
                    <a:pt x="3767" y="11630"/>
                  </a:cubicBezTo>
                  <a:cubicBezTo>
                    <a:pt x="3670" y="11630"/>
                    <a:pt x="3570" y="11609"/>
                    <a:pt x="3466" y="11563"/>
                  </a:cubicBezTo>
                  <a:cubicBezTo>
                    <a:pt x="3119" y="11437"/>
                    <a:pt x="2804" y="11122"/>
                    <a:pt x="2552" y="10838"/>
                  </a:cubicBezTo>
                  <a:cubicBezTo>
                    <a:pt x="1386" y="9515"/>
                    <a:pt x="0" y="6207"/>
                    <a:pt x="1670" y="4222"/>
                  </a:cubicBezTo>
                  <a:cubicBezTo>
                    <a:pt x="2238" y="3518"/>
                    <a:pt x="2992" y="3256"/>
                    <a:pt x="3433" y="3256"/>
                  </a:cubicBezTo>
                  <a:close/>
                  <a:moveTo>
                    <a:pt x="8415" y="0"/>
                  </a:moveTo>
                  <a:cubicBezTo>
                    <a:pt x="7084" y="0"/>
                    <a:pt x="5925" y="752"/>
                    <a:pt x="5356" y="1985"/>
                  </a:cubicBezTo>
                  <a:cubicBezTo>
                    <a:pt x="5104" y="1576"/>
                    <a:pt x="4663" y="1198"/>
                    <a:pt x="4190" y="977"/>
                  </a:cubicBezTo>
                  <a:lnTo>
                    <a:pt x="4033" y="883"/>
                  </a:lnTo>
                  <a:cubicBezTo>
                    <a:pt x="3975" y="858"/>
                    <a:pt x="3917" y="846"/>
                    <a:pt x="3862" y="846"/>
                  </a:cubicBezTo>
                  <a:cubicBezTo>
                    <a:pt x="3703" y="846"/>
                    <a:pt x="3559" y="940"/>
                    <a:pt x="3466" y="1103"/>
                  </a:cubicBezTo>
                  <a:cubicBezTo>
                    <a:pt x="3340" y="1292"/>
                    <a:pt x="3466" y="1513"/>
                    <a:pt x="3655" y="1639"/>
                  </a:cubicBezTo>
                  <a:lnTo>
                    <a:pt x="3812" y="1733"/>
                  </a:lnTo>
                  <a:cubicBezTo>
                    <a:pt x="4411" y="1985"/>
                    <a:pt x="4820" y="2521"/>
                    <a:pt x="4978" y="3088"/>
                  </a:cubicBezTo>
                  <a:cubicBezTo>
                    <a:pt x="4600" y="2867"/>
                    <a:pt x="4253" y="2615"/>
                    <a:pt x="3907" y="2521"/>
                  </a:cubicBezTo>
                  <a:cubicBezTo>
                    <a:pt x="3773" y="2479"/>
                    <a:pt x="3623" y="2459"/>
                    <a:pt x="3462" y="2459"/>
                  </a:cubicBezTo>
                  <a:cubicBezTo>
                    <a:pt x="2151" y="2459"/>
                    <a:pt x="126" y="3831"/>
                    <a:pt x="126" y="6553"/>
                  </a:cubicBezTo>
                  <a:cubicBezTo>
                    <a:pt x="126" y="8034"/>
                    <a:pt x="725" y="9641"/>
                    <a:pt x="1544" y="10870"/>
                  </a:cubicBezTo>
                  <a:cubicBezTo>
                    <a:pt x="2365" y="12070"/>
                    <a:pt x="3159" y="12482"/>
                    <a:pt x="3830" y="12482"/>
                  </a:cubicBezTo>
                  <a:cubicBezTo>
                    <a:pt x="4162" y="12482"/>
                    <a:pt x="4465" y="12381"/>
                    <a:pt x="4726" y="12224"/>
                  </a:cubicBezTo>
                  <a:cubicBezTo>
                    <a:pt x="4978" y="12067"/>
                    <a:pt x="5324" y="11846"/>
                    <a:pt x="5514" y="11846"/>
                  </a:cubicBezTo>
                  <a:cubicBezTo>
                    <a:pt x="5545" y="11846"/>
                    <a:pt x="5573" y="11844"/>
                    <a:pt x="5602" y="11844"/>
                  </a:cubicBezTo>
                  <a:cubicBezTo>
                    <a:pt x="5689" y="11844"/>
                    <a:pt x="5789" y="11862"/>
                    <a:pt x="6049" y="12004"/>
                  </a:cubicBezTo>
                  <a:lnTo>
                    <a:pt x="6396" y="12224"/>
                  </a:lnTo>
                  <a:cubicBezTo>
                    <a:pt x="6711" y="12445"/>
                    <a:pt x="6994" y="12508"/>
                    <a:pt x="7309" y="12508"/>
                  </a:cubicBezTo>
                  <a:cubicBezTo>
                    <a:pt x="8822" y="12508"/>
                    <a:pt x="10082" y="10302"/>
                    <a:pt x="10617" y="8853"/>
                  </a:cubicBezTo>
                  <a:cubicBezTo>
                    <a:pt x="11121" y="7246"/>
                    <a:pt x="11216" y="5514"/>
                    <a:pt x="10271" y="4096"/>
                  </a:cubicBezTo>
                  <a:cubicBezTo>
                    <a:pt x="9924" y="3560"/>
                    <a:pt x="9452" y="3151"/>
                    <a:pt x="8979" y="2867"/>
                  </a:cubicBezTo>
                  <a:cubicBezTo>
                    <a:pt x="9546" y="2363"/>
                    <a:pt x="9924" y="1607"/>
                    <a:pt x="10050" y="693"/>
                  </a:cubicBezTo>
                  <a:cubicBezTo>
                    <a:pt x="10082" y="504"/>
                    <a:pt x="9956" y="347"/>
                    <a:pt x="9767" y="252"/>
                  </a:cubicBezTo>
                  <a:cubicBezTo>
                    <a:pt x="9308" y="81"/>
                    <a:pt x="8852" y="0"/>
                    <a:pt x="84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9" name="Google Shape;15379;p82"/>
            <p:cNvSpPr/>
            <p:nvPr/>
          </p:nvSpPr>
          <p:spPr>
            <a:xfrm>
              <a:off x="-39925200" y="210807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0" name="Google Shape;15380;p82"/>
            <p:cNvSpPr/>
            <p:nvPr/>
          </p:nvSpPr>
          <p:spPr>
            <a:xfrm>
              <a:off x="-39958275" y="2087025"/>
              <a:ext cx="44925" cy="105350"/>
            </a:xfrm>
            <a:custGeom>
              <a:avLst/>
              <a:gdLst/>
              <a:ahLst/>
              <a:cxnLst/>
              <a:rect l="l" t="t" r="r" b="b"/>
              <a:pathLst>
                <a:path w="1797" h="4214" extrusionOk="0">
                  <a:moveTo>
                    <a:pt x="439" y="1"/>
                  </a:moveTo>
                  <a:cubicBezTo>
                    <a:pt x="326" y="1"/>
                    <a:pt x="216" y="55"/>
                    <a:pt x="126" y="181"/>
                  </a:cubicBezTo>
                  <a:cubicBezTo>
                    <a:pt x="0" y="370"/>
                    <a:pt x="0" y="590"/>
                    <a:pt x="189" y="748"/>
                  </a:cubicBezTo>
                  <a:cubicBezTo>
                    <a:pt x="1009" y="1378"/>
                    <a:pt x="914" y="2638"/>
                    <a:pt x="536" y="3678"/>
                  </a:cubicBezTo>
                  <a:cubicBezTo>
                    <a:pt x="473" y="3867"/>
                    <a:pt x="599" y="4087"/>
                    <a:pt x="819" y="4182"/>
                  </a:cubicBezTo>
                  <a:cubicBezTo>
                    <a:pt x="862" y="4203"/>
                    <a:pt x="908" y="4213"/>
                    <a:pt x="954" y="4213"/>
                  </a:cubicBezTo>
                  <a:cubicBezTo>
                    <a:pt x="1112" y="4213"/>
                    <a:pt x="1275" y="4093"/>
                    <a:pt x="1324" y="3898"/>
                  </a:cubicBezTo>
                  <a:cubicBezTo>
                    <a:pt x="1639" y="2922"/>
                    <a:pt x="1796" y="1787"/>
                    <a:pt x="1324" y="842"/>
                  </a:cubicBezTo>
                  <a:cubicBezTo>
                    <a:pt x="1166" y="559"/>
                    <a:pt x="977" y="275"/>
                    <a:pt x="693" y="86"/>
                  </a:cubicBezTo>
                  <a:cubicBezTo>
                    <a:pt x="612" y="32"/>
                    <a:pt x="525" y="1"/>
                    <a:pt x="4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81" name="Google Shape;15381;p82"/>
          <p:cNvGrpSpPr/>
          <p:nvPr/>
        </p:nvGrpSpPr>
        <p:grpSpPr>
          <a:xfrm>
            <a:off x="1160713" y="4469429"/>
            <a:ext cx="456281" cy="497099"/>
            <a:chOff x="-40160700" y="2339625"/>
            <a:chExt cx="290650" cy="316650"/>
          </a:xfrm>
        </p:grpSpPr>
        <p:sp>
          <p:nvSpPr>
            <p:cNvPr id="15382" name="Google Shape;15382;p82"/>
            <p:cNvSpPr/>
            <p:nvPr/>
          </p:nvSpPr>
          <p:spPr>
            <a:xfrm>
              <a:off x="-40005525" y="2552600"/>
              <a:ext cx="70900" cy="62175"/>
            </a:xfrm>
            <a:custGeom>
              <a:avLst/>
              <a:gdLst/>
              <a:ahLst/>
              <a:cxnLst/>
              <a:rect l="l" t="t" r="r" b="b"/>
              <a:pathLst>
                <a:path w="2836" h="2487" extrusionOk="0">
                  <a:moveTo>
                    <a:pt x="1408" y="807"/>
                  </a:moveTo>
                  <a:cubicBezTo>
                    <a:pt x="1461" y="807"/>
                    <a:pt x="1518" y="817"/>
                    <a:pt x="1575" y="839"/>
                  </a:cubicBezTo>
                  <a:cubicBezTo>
                    <a:pt x="1733" y="902"/>
                    <a:pt x="1796" y="1028"/>
                    <a:pt x="1796" y="1248"/>
                  </a:cubicBezTo>
                  <a:cubicBezTo>
                    <a:pt x="1845" y="1496"/>
                    <a:pt x="1661" y="1666"/>
                    <a:pt x="1442" y="1666"/>
                  </a:cubicBezTo>
                  <a:cubicBezTo>
                    <a:pt x="1383" y="1666"/>
                    <a:pt x="1321" y="1653"/>
                    <a:pt x="1260" y="1626"/>
                  </a:cubicBezTo>
                  <a:cubicBezTo>
                    <a:pt x="1071" y="1563"/>
                    <a:pt x="945" y="1311"/>
                    <a:pt x="1008" y="1091"/>
                  </a:cubicBezTo>
                  <a:cubicBezTo>
                    <a:pt x="1081" y="921"/>
                    <a:pt x="1229" y="807"/>
                    <a:pt x="1408" y="807"/>
                  </a:cubicBezTo>
                  <a:close/>
                  <a:moveTo>
                    <a:pt x="1438" y="1"/>
                  </a:moveTo>
                  <a:cubicBezTo>
                    <a:pt x="1040" y="1"/>
                    <a:pt x="635" y="188"/>
                    <a:pt x="378" y="523"/>
                  </a:cubicBezTo>
                  <a:cubicBezTo>
                    <a:pt x="0" y="1091"/>
                    <a:pt x="158" y="1878"/>
                    <a:pt x="693" y="2256"/>
                  </a:cubicBezTo>
                  <a:cubicBezTo>
                    <a:pt x="909" y="2412"/>
                    <a:pt x="1158" y="2486"/>
                    <a:pt x="1405" y="2486"/>
                  </a:cubicBezTo>
                  <a:cubicBezTo>
                    <a:pt x="1806" y="2486"/>
                    <a:pt x="2204" y="2292"/>
                    <a:pt x="2457" y="1941"/>
                  </a:cubicBezTo>
                  <a:cubicBezTo>
                    <a:pt x="2836" y="1406"/>
                    <a:pt x="2678" y="618"/>
                    <a:pt x="2111" y="208"/>
                  </a:cubicBezTo>
                  <a:cubicBezTo>
                    <a:pt x="1911" y="67"/>
                    <a:pt x="1676" y="1"/>
                    <a:pt x="143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3" name="Google Shape;15383;p82"/>
            <p:cNvSpPr/>
            <p:nvPr/>
          </p:nvSpPr>
          <p:spPr>
            <a:xfrm>
              <a:off x="-40039400" y="2605050"/>
              <a:ext cx="29150" cy="20500"/>
            </a:xfrm>
            <a:custGeom>
              <a:avLst/>
              <a:gdLst/>
              <a:ahLst/>
              <a:cxnLst/>
              <a:rect l="l" t="t" r="r" b="b"/>
              <a:pathLst>
                <a:path w="1166" h="820" extrusionOk="0">
                  <a:moveTo>
                    <a:pt x="725" y="1"/>
                  </a:moveTo>
                  <a:cubicBezTo>
                    <a:pt x="473" y="1"/>
                    <a:pt x="0" y="190"/>
                    <a:pt x="0" y="410"/>
                  </a:cubicBezTo>
                  <a:cubicBezTo>
                    <a:pt x="0" y="631"/>
                    <a:pt x="473" y="820"/>
                    <a:pt x="725" y="820"/>
                  </a:cubicBezTo>
                  <a:cubicBezTo>
                    <a:pt x="945" y="820"/>
                    <a:pt x="1166" y="631"/>
                    <a:pt x="1166" y="410"/>
                  </a:cubicBezTo>
                  <a:cubicBezTo>
                    <a:pt x="1103" y="158"/>
                    <a:pt x="914"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4" name="Google Shape;15384;p82"/>
            <p:cNvSpPr/>
            <p:nvPr/>
          </p:nvSpPr>
          <p:spPr>
            <a:xfrm>
              <a:off x="-40079575" y="2584575"/>
              <a:ext cx="19725" cy="19725"/>
            </a:xfrm>
            <a:custGeom>
              <a:avLst/>
              <a:gdLst/>
              <a:ahLst/>
              <a:cxnLst/>
              <a:rect l="l" t="t" r="r" b="b"/>
              <a:pathLst>
                <a:path w="789" h="789" extrusionOk="0">
                  <a:moveTo>
                    <a:pt x="410" y="1"/>
                  </a:moveTo>
                  <a:cubicBezTo>
                    <a:pt x="190" y="1"/>
                    <a:pt x="1" y="158"/>
                    <a:pt x="1" y="379"/>
                  </a:cubicBezTo>
                  <a:cubicBezTo>
                    <a:pt x="1" y="599"/>
                    <a:pt x="190" y="788"/>
                    <a:pt x="410" y="788"/>
                  </a:cubicBezTo>
                  <a:cubicBezTo>
                    <a:pt x="631" y="788"/>
                    <a:pt x="788" y="599"/>
                    <a:pt x="788" y="379"/>
                  </a:cubicBezTo>
                  <a:cubicBezTo>
                    <a:pt x="788" y="158"/>
                    <a:pt x="631"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5" name="Google Shape;15385;p82"/>
            <p:cNvSpPr/>
            <p:nvPr/>
          </p:nvSpPr>
          <p:spPr>
            <a:xfrm>
              <a:off x="-40160700" y="2339625"/>
              <a:ext cx="290650" cy="316650"/>
            </a:xfrm>
            <a:custGeom>
              <a:avLst/>
              <a:gdLst/>
              <a:ahLst/>
              <a:cxnLst/>
              <a:rect l="l" t="t" r="r" b="b"/>
              <a:pathLst>
                <a:path w="11626" h="12666" extrusionOk="0">
                  <a:moveTo>
                    <a:pt x="7656" y="820"/>
                  </a:moveTo>
                  <a:cubicBezTo>
                    <a:pt x="7845" y="820"/>
                    <a:pt x="8003" y="946"/>
                    <a:pt x="8066" y="1072"/>
                  </a:cubicBezTo>
                  <a:cubicBezTo>
                    <a:pt x="8129" y="1355"/>
                    <a:pt x="7940" y="1639"/>
                    <a:pt x="7656" y="1639"/>
                  </a:cubicBezTo>
                  <a:lnTo>
                    <a:pt x="4065" y="1639"/>
                  </a:lnTo>
                  <a:cubicBezTo>
                    <a:pt x="3876" y="1639"/>
                    <a:pt x="3687" y="1450"/>
                    <a:pt x="3687" y="1261"/>
                  </a:cubicBezTo>
                  <a:cubicBezTo>
                    <a:pt x="3687" y="1009"/>
                    <a:pt x="3876" y="851"/>
                    <a:pt x="4065" y="820"/>
                  </a:cubicBezTo>
                  <a:close/>
                  <a:moveTo>
                    <a:pt x="7310" y="2458"/>
                  </a:moveTo>
                  <a:lnTo>
                    <a:pt x="7310" y="5860"/>
                  </a:lnTo>
                  <a:cubicBezTo>
                    <a:pt x="7310" y="6270"/>
                    <a:pt x="7467" y="6711"/>
                    <a:pt x="7656" y="7026"/>
                  </a:cubicBezTo>
                  <a:cubicBezTo>
                    <a:pt x="7026" y="7152"/>
                    <a:pt x="6396" y="7404"/>
                    <a:pt x="5797" y="7782"/>
                  </a:cubicBezTo>
                  <a:cubicBezTo>
                    <a:pt x="5146" y="8207"/>
                    <a:pt x="4241" y="8453"/>
                    <a:pt x="3401" y="8453"/>
                  </a:cubicBezTo>
                  <a:cubicBezTo>
                    <a:pt x="3306" y="8453"/>
                    <a:pt x="3212" y="8450"/>
                    <a:pt x="3120" y="8444"/>
                  </a:cubicBezTo>
                  <a:lnTo>
                    <a:pt x="4128" y="7026"/>
                  </a:lnTo>
                  <a:cubicBezTo>
                    <a:pt x="4380" y="6680"/>
                    <a:pt x="4537" y="6239"/>
                    <a:pt x="4537" y="5829"/>
                  </a:cubicBezTo>
                  <a:lnTo>
                    <a:pt x="4537" y="2458"/>
                  </a:lnTo>
                  <a:close/>
                  <a:moveTo>
                    <a:pt x="8192" y="7782"/>
                  </a:moveTo>
                  <a:cubicBezTo>
                    <a:pt x="10775" y="11500"/>
                    <a:pt x="10586" y="11216"/>
                    <a:pt x="10618" y="11279"/>
                  </a:cubicBezTo>
                  <a:cubicBezTo>
                    <a:pt x="10681" y="11563"/>
                    <a:pt x="10523" y="11846"/>
                    <a:pt x="10208" y="11846"/>
                  </a:cubicBezTo>
                  <a:lnTo>
                    <a:pt x="1576" y="11846"/>
                  </a:lnTo>
                  <a:cubicBezTo>
                    <a:pt x="1198" y="11846"/>
                    <a:pt x="1040" y="11437"/>
                    <a:pt x="1198" y="11216"/>
                  </a:cubicBezTo>
                  <a:lnTo>
                    <a:pt x="2584" y="9232"/>
                  </a:lnTo>
                  <a:cubicBezTo>
                    <a:pt x="2825" y="9263"/>
                    <a:pt x="3077" y="9280"/>
                    <a:pt x="3333" y="9280"/>
                  </a:cubicBezTo>
                  <a:cubicBezTo>
                    <a:pt x="4347" y="9280"/>
                    <a:pt x="5434" y="9022"/>
                    <a:pt x="6239" y="8444"/>
                  </a:cubicBezTo>
                  <a:cubicBezTo>
                    <a:pt x="6837" y="8066"/>
                    <a:pt x="7499" y="7814"/>
                    <a:pt x="8192" y="7782"/>
                  </a:cubicBezTo>
                  <a:close/>
                  <a:moveTo>
                    <a:pt x="4128" y="1"/>
                  </a:moveTo>
                  <a:cubicBezTo>
                    <a:pt x="3435" y="1"/>
                    <a:pt x="2899" y="536"/>
                    <a:pt x="2899" y="1261"/>
                  </a:cubicBezTo>
                  <a:cubicBezTo>
                    <a:pt x="2899" y="1765"/>
                    <a:pt x="3214" y="2237"/>
                    <a:pt x="3718" y="2426"/>
                  </a:cubicBezTo>
                  <a:lnTo>
                    <a:pt x="3718" y="5860"/>
                  </a:lnTo>
                  <a:cubicBezTo>
                    <a:pt x="3718" y="6081"/>
                    <a:pt x="3655" y="6365"/>
                    <a:pt x="3498" y="6554"/>
                  </a:cubicBezTo>
                  <a:lnTo>
                    <a:pt x="568" y="10744"/>
                  </a:lnTo>
                  <a:cubicBezTo>
                    <a:pt x="1" y="11563"/>
                    <a:pt x="568" y="12666"/>
                    <a:pt x="1607" y="12666"/>
                  </a:cubicBezTo>
                  <a:lnTo>
                    <a:pt x="10271" y="12666"/>
                  </a:lnTo>
                  <a:cubicBezTo>
                    <a:pt x="10555" y="12666"/>
                    <a:pt x="10870" y="12540"/>
                    <a:pt x="11090" y="12350"/>
                  </a:cubicBezTo>
                  <a:cubicBezTo>
                    <a:pt x="11531" y="11972"/>
                    <a:pt x="11626" y="11248"/>
                    <a:pt x="11248" y="10744"/>
                  </a:cubicBezTo>
                  <a:lnTo>
                    <a:pt x="8318" y="6554"/>
                  </a:lnTo>
                  <a:cubicBezTo>
                    <a:pt x="8160" y="6365"/>
                    <a:pt x="8097" y="6081"/>
                    <a:pt x="8097" y="5860"/>
                  </a:cubicBezTo>
                  <a:lnTo>
                    <a:pt x="8097" y="2426"/>
                  </a:lnTo>
                  <a:cubicBezTo>
                    <a:pt x="8570" y="2269"/>
                    <a:pt x="8916" y="1796"/>
                    <a:pt x="8916" y="1261"/>
                  </a:cubicBezTo>
                  <a:cubicBezTo>
                    <a:pt x="8916" y="568"/>
                    <a:pt x="8381" y="1"/>
                    <a:pt x="76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86" name="Google Shape;15386;p82"/>
          <p:cNvGrpSpPr/>
          <p:nvPr/>
        </p:nvGrpSpPr>
        <p:grpSpPr>
          <a:xfrm>
            <a:off x="1136479" y="5070039"/>
            <a:ext cx="500788" cy="497099"/>
            <a:chOff x="-40171725" y="2705875"/>
            <a:chExt cx="319000" cy="316650"/>
          </a:xfrm>
        </p:grpSpPr>
        <p:sp>
          <p:nvSpPr>
            <p:cNvPr id="15387" name="Google Shape;15387;p82"/>
            <p:cNvSpPr/>
            <p:nvPr/>
          </p:nvSpPr>
          <p:spPr>
            <a:xfrm>
              <a:off x="-40068550" y="2788575"/>
              <a:ext cx="48075" cy="58775"/>
            </a:xfrm>
            <a:custGeom>
              <a:avLst/>
              <a:gdLst/>
              <a:ahLst/>
              <a:cxnLst/>
              <a:rect l="l" t="t" r="r" b="b"/>
              <a:pathLst>
                <a:path w="1923" h="2351" extrusionOk="0">
                  <a:moveTo>
                    <a:pt x="442" y="0"/>
                  </a:moveTo>
                  <a:cubicBezTo>
                    <a:pt x="190" y="0"/>
                    <a:pt x="1" y="158"/>
                    <a:pt x="32" y="410"/>
                  </a:cubicBezTo>
                  <a:cubicBezTo>
                    <a:pt x="32" y="1261"/>
                    <a:pt x="505" y="1985"/>
                    <a:pt x="1261" y="2300"/>
                  </a:cubicBezTo>
                  <a:cubicBezTo>
                    <a:pt x="1322" y="2335"/>
                    <a:pt x="1386" y="2351"/>
                    <a:pt x="1448" y="2351"/>
                  </a:cubicBezTo>
                  <a:cubicBezTo>
                    <a:pt x="1607" y="2351"/>
                    <a:pt x="1751" y="2247"/>
                    <a:pt x="1796" y="2111"/>
                  </a:cubicBezTo>
                  <a:cubicBezTo>
                    <a:pt x="1922" y="1891"/>
                    <a:pt x="1796" y="1639"/>
                    <a:pt x="1607" y="1576"/>
                  </a:cubicBezTo>
                  <a:cubicBezTo>
                    <a:pt x="1135" y="1355"/>
                    <a:pt x="851" y="945"/>
                    <a:pt x="851" y="410"/>
                  </a:cubicBezTo>
                  <a:cubicBezTo>
                    <a:pt x="851" y="189"/>
                    <a:pt x="662"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8" name="Google Shape;15388;p82"/>
            <p:cNvSpPr/>
            <p:nvPr/>
          </p:nvSpPr>
          <p:spPr>
            <a:xfrm>
              <a:off x="-40171725" y="2705875"/>
              <a:ext cx="319000" cy="316650"/>
            </a:xfrm>
            <a:custGeom>
              <a:avLst/>
              <a:gdLst/>
              <a:ahLst/>
              <a:cxnLst/>
              <a:rect l="l" t="t" r="r" b="b"/>
              <a:pathLst>
                <a:path w="12760" h="12666" extrusionOk="0">
                  <a:moveTo>
                    <a:pt x="2489" y="1639"/>
                  </a:moveTo>
                  <a:lnTo>
                    <a:pt x="2489" y="3718"/>
                  </a:lnTo>
                  <a:cubicBezTo>
                    <a:pt x="2489" y="4127"/>
                    <a:pt x="2552" y="4506"/>
                    <a:pt x="2678" y="4884"/>
                  </a:cubicBezTo>
                  <a:cubicBezTo>
                    <a:pt x="1639" y="4600"/>
                    <a:pt x="820" y="3623"/>
                    <a:pt x="820" y="2458"/>
                  </a:cubicBezTo>
                  <a:lnTo>
                    <a:pt x="820" y="2048"/>
                  </a:lnTo>
                  <a:cubicBezTo>
                    <a:pt x="820" y="1796"/>
                    <a:pt x="1009" y="1639"/>
                    <a:pt x="1261" y="1639"/>
                  </a:cubicBezTo>
                  <a:close/>
                  <a:moveTo>
                    <a:pt x="11500" y="1639"/>
                  </a:moveTo>
                  <a:cubicBezTo>
                    <a:pt x="11720" y="1639"/>
                    <a:pt x="11878" y="1828"/>
                    <a:pt x="11878" y="2048"/>
                  </a:cubicBezTo>
                  <a:lnTo>
                    <a:pt x="11878" y="2426"/>
                  </a:lnTo>
                  <a:cubicBezTo>
                    <a:pt x="11878" y="3623"/>
                    <a:pt x="11090" y="4569"/>
                    <a:pt x="10019" y="4884"/>
                  </a:cubicBezTo>
                  <a:cubicBezTo>
                    <a:pt x="10145" y="4506"/>
                    <a:pt x="10240" y="4127"/>
                    <a:pt x="10240" y="3718"/>
                  </a:cubicBezTo>
                  <a:lnTo>
                    <a:pt x="10240" y="1639"/>
                  </a:lnTo>
                  <a:close/>
                  <a:moveTo>
                    <a:pt x="9389" y="788"/>
                  </a:moveTo>
                  <a:lnTo>
                    <a:pt x="9389" y="3686"/>
                  </a:lnTo>
                  <a:cubicBezTo>
                    <a:pt x="9389" y="4789"/>
                    <a:pt x="8759" y="5860"/>
                    <a:pt x="7656" y="6333"/>
                  </a:cubicBezTo>
                  <a:cubicBezTo>
                    <a:pt x="7247" y="6522"/>
                    <a:pt x="6932" y="6963"/>
                    <a:pt x="6932" y="7467"/>
                  </a:cubicBezTo>
                  <a:cubicBezTo>
                    <a:pt x="6932" y="7467"/>
                    <a:pt x="6932" y="7908"/>
                    <a:pt x="7026" y="8507"/>
                  </a:cubicBezTo>
                  <a:cubicBezTo>
                    <a:pt x="7121" y="8759"/>
                    <a:pt x="7247" y="9074"/>
                    <a:pt x="7341" y="9357"/>
                  </a:cubicBezTo>
                  <a:lnTo>
                    <a:pt x="5356" y="9357"/>
                  </a:lnTo>
                  <a:cubicBezTo>
                    <a:pt x="5671" y="8759"/>
                    <a:pt x="5766" y="8066"/>
                    <a:pt x="5766" y="7498"/>
                  </a:cubicBezTo>
                  <a:cubicBezTo>
                    <a:pt x="5766" y="6994"/>
                    <a:pt x="5451" y="6553"/>
                    <a:pt x="5041" y="6364"/>
                  </a:cubicBezTo>
                  <a:cubicBezTo>
                    <a:pt x="4569" y="6144"/>
                    <a:pt x="4128" y="5766"/>
                    <a:pt x="3813" y="5293"/>
                  </a:cubicBezTo>
                  <a:cubicBezTo>
                    <a:pt x="3498" y="4821"/>
                    <a:pt x="3340" y="4285"/>
                    <a:pt x="3340" y="3686"/>
                  </a:cubicBezTo>
                  <a:lnTo>
                    <a:pt x="3340" y="788"/>
                  </a:lnTo>
                  <a:close/>
                  <a:moveTo>
                    <a:pt x="8696" y="10176"/>
                  </a:moveTo>
                  <a:lnTo>
                    <a:pt x="9263" y="11846"/>
                  </a:lnTo>
                  <a:lnTo>
                    <a:pt x="3498" y="11846"/>
                  </a:lnTo>
                  <a:lnTo>
                    <a:pt x="4033" y="10176"/>
                  </a:lnTo>
                  <a:close/>
                  <a:moveTo>
                    <a:pt x="2930" y="0"/>
                  </a:moveTo>
                  <a:cubicBezTo>
                    <a:pt x="2710" y="0"/>
                    <a:pt x="2552" y="189"/>
                    <a:pt x="2552" y="410"/>
                  </a:cubicBezTo>
                  <a:lnTo>
                    <a:pt x="2552" y="851"/>
                  </a:lnTo>
                  <a:lnTo>
                    <a:pt x="1324" y="851"/>
                  </a:lnTo>
                  <a:cubicBezTo>
                    <a:pt x="1302" y="850"/>
                    <a:pt x="1280" y="850"/>
                    <a:pt x="1258" y="850"/>
                  </a:cubicBezTo>
                  <a:cubicBezTo>
                    <a:pt x="506" y="850"/>
                    <a:pt x="1" y="1374"/>
                    <a:pt x="1" y="2048"/>
                  </a:cubicBezTo>
                  <a:lnTo>
                    <a:pt x="1" y="2426"/>
                  </a:lnTo>
                  <a:cubicBezTo>
                    <a:pt x="1" y="4190"/>
                    <a:pt x="1355" y="5608"/>
                    <a:pt x="3088" y="5766"/>
                  </a:cubicBezTo>
                  <a:cubicBezTo>
                    <a:pt x="3498" y="6364"/>
                    <a:pt x="4033" y="6837"/>
                    <a:pt x="4726" y="7120"/>
                  </a:cubicBezTo>
                  <a:cubicBezTo>
                    <a:pt x="4884" y="7183"/>
                    <a:pt x="4947" y="7309"/>
                    <a:pt x="4947" y="7498"/>
                  </a:cubicBezTo>
                  <a:cubicBezTo>
                    <a:pt x="4947" y="8097"/>
                    <a:pt x="4726" y="8885"/>
                    <a:pt x="4348" y="9357"/>
                  </a:cubicBezTo>
                  <a:lnTo>
                    <a:pt x="3718" y="9357"/>
                  </a:lnTo>
                  <a:cubicBezTo>
                    <a:pt x="3529" y="9357"/>
                    <a:pt x="3372" y="9483"/>
                    <a:pt x="3340" y="9641"/>
                  </a:cubicBezTo>
                  <a:lnTo>
                    <a:pt x="2521" y="12130"/>
                  </a:lnTo>
                  <a:cubicBezTo>
                    <a:pt x="2426" y="12382"/>
                    <a:pt x="2615" y="12665"/>
                    <a:pt x="2899" y="12665"/>
                  </a:cubicBezTo>
                  <a:lnTo>
                    <a:pt x="9799" y="12665"/>
                  </a:lnTo>
                  <a:cubicBezTo>
                    <a:pt x="10082" y="12665"/>
                    <a:pt x="10271" y="12382"/>
                    <a:pt x="10177" y="12130"/>
                  </a:cubicBezTo>
                  <a:lnTo>
                    <a:pt x="9357" y="9641"/>
                  </a:lnTo>
                  <a:cubicBezTo>
                    <a:pt x="9326" y="9483"/>
                    <a:pt x="9168" y="9357"/>
                    <a:pt x="8979" y="9357"/>
                  </a:cubicBezTo>
                  <a:lnTo>
                    <a:pt x="8349" y="9357"/>
                  </a:lnTo>
                  <a:cubicBezTo>
                    <a:pt x="7971" y="8885"/>
                    <a:pt x="7751" y="8097"/>
                    <a:pt x="7751" y="7498"/>
                  </a:cubicBezTo>
                  <a:cubicBezTo>
                    <a:pt x="7751" y="7341"/>
                    <a:pt x="7877" y="7183"/>
                    <a:pt x="7971" y="7152"/>
                  </a:cubicBezTo>
                  <a:cubicBezTo>
                    <a:pt x="8601" y="6868"/>
                    <a:pt x="9200" y="6396"/>
                    <a:pt x="9610" y="5829"/>
                  </a:cubicBezTo>
                  <a:cubicBezTo>
                    <a:pt x="10901" y="5734"/>
                    <a:pt x="12004" y="4947"/>
                    <a:pt x="12476" y="3781"/>
                  </a:cubicBezTo>
                  <a:cubicBezTo>
                    <a:pt x="12760" y="3056"/>
                    <a:pt x="12760" y="2552"/>
                    <a:pt x="12760" y="2080"/>
                  </a:cubicBezTo>
                  <a:cubicBezTo>
                    <a:pt x="12760" y="1435"/>
                    <a:pt x="12221" y="850"/>
                    <a:pt x="11581" y="850"/>
                  </a:cubicBezTo>
                  <a:cubicBezTo>
                    <a:pt x="11565" y="850"/>
                    <a:pt x="11548" y="850"/>
                    <a:pt x="11531" y="851"/>
                  </a:cubicBezTo>
                  <a:lnTo>
                    <a:pt x="10271" y="851"/>
                  </a:lnTo>
                  <a:lnTo>
                    <a:pt x="10271" y="410"/>
                  </a:lnTo>
                  <a:cubicBezTo>
                    <a:pt x="10271" y="189"/>
                    <a:pt x="10082" y="0"/>
                    <a:pt x="98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89" name="Google Shape;15389;p82"/>
          <p:cNvGrpSpPr/>
          <p:nvPr/>
        </p:nvGrpSpPr>
        <p:grpSpPr>
          <a:xfrm>
            <a:off x="4146610" y="3835979"/>
            <a:ext cx="363581" cy="498355"/>
            <a:chOff x="-38275925" y="1946600"/>
            <a:chExt cx="231600" cy="317450"/>
          </a:xfrm>
        </p:grpSpPr>
        <p:sp>
          <p:nvSpPr>
            <p:cNvPr id="15390" name="Google Shape;15390;p82"/>
            <p:cNvSpPr/>
            <p:nvPr/>
          </p:nvSpPr>
          <p:spPr>
            <a:xfrm>
              <a:off x="-38275925" y="1946600"/>
              <a:ext cx="231600" cy="317450"/>
            </a:xfrm>
            <a:custGeom>
              <a:avLst/>
              <a:gdLst/>
              <a:ahLst/>
              <a:cxnLst/>
              <a:rect l="l" t="t" r="r" b="b"/>
              <a:pathLst>
                <a:path w="9264" h="12698" extrusionOk="0">
                  <a:moveTo>
                    <a:pt x="4546" y="892"/>
                  </a:moveTo>
                  <a:cubicBezTo>
                    <a:pt x="4811" y="892"/>
                    <a:pt x="5082" y="920"/>
                    <a:pt x="5357" y="977"/>
                  </a:cubicBezTo>
                  <a:cubicBezTo>
                    <a:pt x="6964" y="1292"/>
                    <a:pt x="8287" y="2742"/>
                    <a:pt x="8287" y="4600"/>
                  </a:cubicBezTo>
                  <a:cubicBezTo>
                    <a:pt x="8287" y="5987"/>
                    <a:pt x="7531" y="7215"/>
                    <a:pt x="6396" y="7845"/>
                  </a:cubicBezTo>
                  <a:cubicBezTo>
                    <a:pt x="5987" y="8034"/>
                    <a:pt x="5798" y="8475"/>
                    <a:pt x="5798" y="8885"/>
                  </a:cubicBezTo>
                  <a:lnTo>
                    <a:pt x="5798" y="9169"/>
                  </a:lnTo>
                  <a:lnTo>
                    <a:pt x="3309" y="9169"/>
                  </a:lnTo>
                  <a:lnTo>
                    <a:pt x="3309" y="8854"/>
                  </a:lnTo>
                  <a:cubicBezTo>
                    <a:pt x="3309" y="8412"/>
                    <a:pt x="3088" y="8034"/>
                    <a:pt x="2679" y="7782"/>
                  </a:cubicBezTo>
                  <a:cubicBezTo>
                    <a:pt x="1545" y="7121"/>
                    <a:pt x="820" y="5955"/>
                    <a:pt x="820" y="4600"/>
                  </a:cubicBezTo>
                  <a:cubicBezTo>
                    <a:pt x="820" y="2536"/>
                    <a:pt x="2499" y="892"/>
                    <a:pt x="4546" y="892"/>
                  </a:cubicBezTo>
                  <a:close/>
                  <a:moveTo>
                    <a:pt x="5798" y="9956"/>
                  </a:moveTo>
                  <a:lnTo>
                    <a:pt x="5798" y="10681"/>
                  </a:lnTo>
                  <a:cubicBezTo>
                    <a:pt x="5798" y="10901"/>
                    <a:pt x="5609" y="11059"/>
                    <a:pt x="5357" y="11090"/>
                  </a:cubicBezTo>
                  <a:lnTo>
                    <a:pt x="3719" y="11090"/>
                  </a:lnTo>
                  <a:cubicBezTo>
                    <a:pt x="3467" y="11090"/>
                    <a:pt x="3309" y="10901"/>
                    <a:pt x="3277" y="10681"/>
                  </a:cubicBezTo>
                  <a:lnTo>
                    <a:pt x="3277" y="9956"/>
                  </a:lnTo>
                  <a:close/>
                  <a:moveTo>
                    <a:pt x="4443" y="1"/>
                  </a:moveTo>
                  <a:cubicBezTo>
                    <a:pt x="2049" y="32"/>
                    <a:pt x="1" y="2080"/>
                    <a:pt x="1" y="4600"/>
                  </a:cubicBezTo>
                  <a:cubicBezTo>
                    <a:pt x="1" y="6270"/>
                    <a:pt x="883" y="7719"/>
                    <a:pt x="2238" y="8539"/>
                  </a:cubicBezTo>
                  <a:cubicBezTo>
                    <a:pt x="2332" y="8570"/>
                    <a:pt x="2395" y="8696"/>
                    <a:pt x="2458" y="8759"/>
                  </a:cubicBezTo>
                  <a:lnTo>
                    <a:pt x="2458" y="10681"/>
                  </a:lnTo>
                  <a:cubicBezTo>
                    <a:pt x="2458" y="11216"/>
                    <a:pt x="2805" y="11689"/>
                    <a:pt x="3309" y="11847"/>
                  </a:cubicBezTo>
                  <a:cubicBezTo>
                    <a:pt x="3467" y="12351"/>
                    <a:pt x="3939" y="12697"/>
                    <a:pt x="4506" y="12697"/>
                  </a:cubicBezTo>
                  <a:cubicBezTo>
                    <a:pt x="5042" y="12697"/>
                    <a:pt x="5514" y="12351"/>
                    <a:pt x="5672" y="11847"/>
                  </a:cubicBezTo>
                  <a:cubicBezTo>
                    <a:pt x="6176" y="11689"/>
                    <a:pt x="6554" y="11216"/>
                    <a:pt x="6554" y="10681"/>
                  </a:cubicBezTo>
                  <a:lnTo>
                    <a:pt x="6554" y="8854"/>
                  </a:lnTo>
                  <a:cubicBezTo>
                    <a:pt x="6554" y="8728"/>
                    <a:pt x="6617" y="8570"/>
                    <a:pt x="6712" y="8507"/>
                  </a:cubicBezTo>
                  <a:cubicBezTo>
                    <a:pt x="8318" y="7593"/>
                    <a:pt x="9263" y="5735"/>
                    <a:pt x="8948" y="3750"/>
                  </a:cubicBezTo>
                  <a:cubicBezTo>
                    <a:pt x="8602" y="1702"/>
                    <a:pt x="6806"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1" name="Google Shape;15391;p82"/>
            <p:cNvSpPr/>
            <p:nvPr/>
          </p:nvSpPr>
          <p:spPr>
            <a:xfrm>
              <a:off x="-38235750" y="1989125"/>
              <a:ext cx="84300" cy="83525"/>
            </a:xfrm>
            <a:custGeom>
              <a:avLst/>
              <a:gdLst/>
              <a:ahLst/>
              <a:cxnLst/>
              <a:rect l="l" t="t" r="r" b="b"/>
              <a:pathLst>
                <a:path w="3372" h="3341" extrusionOk="0">
                  <a:moveTo>
                    <a:pt x="2931" y="1"/>
                  </a:moveTo>
                  <a:cubicBezTo>
                    <a:pt x="1355" y="1"/>
                    <a:pt x="64" y="1293"/>
                    <a:pt x="1" y="2899"/>
                  </a:cubicBezTo>
                  <a:cubicBezTo>
                    <a:pt x="1" y="3120"/>
                    <a:pt x="158" y="3340"/>
                    <a:pt x="410" y="3340"/>
                  </a:cubicBezTo>
                  <a:cubicBezTo>
                    <a:pt x="631" y="3340"/>
                    <a:pt x="851" y="3120"/>
                    <a:pt x="851" y="2899"/>
                  </a:cubicBezTo>
                  <a:cubicBezTo>
                    <a:pt x="883" y="1765"/>
                    <a:pt x="1796" y="820"/>
                    <a:pt x="2931" y="820"/>
                  </a:cubicBezTo>
                  <a:cubicBezTo>
                    <a:pt x="3151" y="820"/>
                    <a:pt x="3372" y="631"/>
                    <a:pt x="3372" y="379"/>
                  </a:cubicBezTo>
                  <a:cubicBezTo>
                    <a:pt x="3372" y="190"/>
                    <a:pt x="3151" y="1"/>
                    <a:pt x="29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92" name="Google Shape;15392;p82"/>
          <p:cNvSpPr/>
          <p:nvPr/>
        </p:nvSpPr>
        <p:spPr>
          <a:xfrm>
            <a:off x="4077164" y="4411601"/>
            <a:ext cx="499571" cy="498785"/>
          </a:xfrm>
          <a:custGeom>
            <a:avLst/>
            <a:gdLst/>
            <a:ahLst/>
            <a:cxnLst/>
            <a:rect l="l" t="t" r="r" b="b"/>
            <a:pathLst>
              <a:path w="12729" h="12709" extrusionOk="0">
                <a:moveTo>
                  <a:pt x="7089" y="894"/>
                </a:moveTo>
                <a:lnTo>
                  <a:pt x="7089" y="894"/>
                </a:lnTo>
                <a:cubicBezTo>
                  <a:pt x="8160" y="989"/>
                  <a:pt x="9137" y="1461"/>
                  <a:pt x="9956" y="2186"/>
                </a:cubicBezTo>
                <a:lnTo>
                  <a:pt x="8192" y="3950"/>
                </a:lnTo>
                <a:cubicBezTo>
                  <a:pt x="7436" y="3099"/>
                  <a:pt x="7089" y="1934"/>
                  <a:pt x="7089" y="894"/>
                </a:cubicBezTo>
                <a:close/>
                <a:moveTo>
                  <a:pt x="10555" y="2721"/>
                </a:moveTo>
                <a:cubicBezTo>
                  <a:pt x="11248" y="3572"/>
                  <a:pt x="11689" y="4549"/>
                  <a:pt x="11847" y="5620"/>
                </a:cubicBezTo>
                <a:cubicBezTo>
                  <a:pt x="10775" y="5620"/>
                  <a:pt x="9673" y="5242"/>
                  <a:pt x="8791" y="4486"/>
                </a:cubicBezTo>
                <a:lnTo>
                  <a:pt x="10555" y="2721"/>
                </a:lnTo>
                <a:close/>
                <a:moveTo>
                  <a:pt x="6270" y="831"/>
                </a:moveTo>
                <a:cubicBezTo>
                  <a:pt x="6207" y="2154"/>
                  <a:pt x="6680" y="3477"/>
                  <a:pt x="7593" y="4549"/>
                </a:cubicBezTo>
                <a:lnTo>
                  <a:pt x="6365" y="5777"/>
                </a:lnTo>
                <a:lnTo>
                  <a:pt x="2805" y="2186"/>
                </a:lnTo>
                <a:cubicBezTo>
                  <a:pt x="3781" y="1304"/>
                  <a:pt x="5010" y="831"/>
                  <a:pt x="6270" y="831"/>
                </a:cubicBezTo>
                <a:close/>
                <a:moveTo>
                  <a:pt x="2206" y="2721"/>
                </a:moveTo>
                <a:lnTo>
                  <a:pt x="5798" y="6313"/>
                </a:lnTo>
                <a:lnTo>
                  <a:pt x="4569" y="7542"/>
                </a:lnTo>
                <a:cubicBezTo>
                  <a:pt x="3648" y="6620"/>
                  <a:pt x="2337" y="6028"/>
                  <a:pt x="958" y="6028"/>
                </a:cubicBezTo>
                <a:cubicBezTo>
                  <a:pt x="923" y="6028"/>
                  <a:pt x="887" y="6029"/>
                  <a:pt x="851" y="6029"/>
                </a:cubicBezTo>
                <a:cubicBezTo>
                  <a:pt x="946" y="4864"/>
                  <a:pt x="1387" y="3666"/>
                  <a:pt x="2206" y="2721"/>
                </a:cubicBezTo>
                <a:close/>
                <a:moveTo>
                  <a:pt x="8192" y="5147"/>
                </a:moveTo>
                <a:cubicBezTo>
                  <a:pt x="9263" y="6029"/>
                  <a:pt x="10586" y="6470"/>
                  <a:pt x="11878" y="6470"/>
                </a:cubicBezTo>
                <a:cubicBezTo>
                  <a:pt x="11847" y="7699"/>
                  <a:pt x="11405" y="8959"/>
                  <a:pt x="10555" y="9936"/>
                </a:cubicBezTo>
                <a:lnTo>
                  <a:pt x="6963" y="6344"/>
                </a:lnTo>
                <a:lnTo>
                  <a:pt x="8192" y="5147"/>
                </a:lnTo>
                <a:close/>
                <a:moveTo>
                  <a:pt x="1027" y="6910"/>
                </a:moveTo>
                <a:cubicBezTo>
                  <a:pt x="2180" y="6910"/>
                  <a:pt x="3239" y="7378"/>
                  <a:pt x="4002" y="8172"/>
                </a:cubicBezTo>
                <a:lnTo>
                  <a:pt x="2206" y="9967"/>
                </a:lnTo>
                <a:cubicBezTo>
                  <a:pt x="1450" y="9117"/>
                  <a:pt x="1009" y="8046"/>
                  <a:pt x="914" y="6911"/>
                </a:cubicBezTo>
                <a:cubicBezTo>
                  <a:pt x="952" y="6910"/>
                  <a:pt x="989" y="6910"/>
                  <a:pt x="1027" y="6910"/>
                </a:cubicBezTo>
                <a:close/>
                <a:moveTo>
                  <a:pt x="4537" y="8770"/>
                </a:moveTo>
                <a:cubicBezTo>
                  <a:pt x="5104" y="9652"/>
                  <a:pt x="5325" y="10692"/>
                  <a:pt x="5199" y="11700"/>
                </a:cubicBezTo>
                <a:cubicBezTo>
                  <a:pt x="4285" y="11511"/>
                  <a:pt x="3498" y="11133"/>
                  <a:pt x="2805" y="10503"/>
                </a:cubicBezTo>
                <a:lnTo>
                  <a:pt x="4537" y="8770"/>
                </a:lnTo>
                <a:close/>
                <a:moveTo>
                  <a:pt x="6365" y="6911"/>
                </a:moveTo>
                <a:lnTo>
                  <a:pt x="9956" y="10503"/>
                </a:lnTo>
                <a:cubicBezTo>
                  <a:pt x="8948" y="11399"/>
                  <a:pt x="7716" y="11847"/>
                  <a:pt x="6481" y="11847"/>
                </a:cubicBezTo>
                <a:cubicBezTo>
                  <a:pt x="6327" y="11847"/>
                  <a:pt x="6172" y="11840"/>
                  <a:pt x="6018" y="11826"/>
                </a:cubicBezTo>
                <a:cubicBezTo>
                  <a:pt x="6176" y="10566"/>
                  <a:pt x="5892" y="9274"/>
                  <a:pt x="5104" y="8172"/>
                </a:cubicBezTo>
                <a:lnTo>
                  <a:pt x="6365" y="6911"/>
                </a:lnTo>
                <a:close/>
                <a:moveTo>
                  <a:pt x="6349" y="0"/>
                </a:moveTo>
                <a:cubicBezTo>
                  <a:pt x="2842" y="0"/>
                  <a:pt x="1" y="2821"/>
                  <a:pt x="1" y="6344"/>
                </a:cubicBezTo>
                <a:cubicBezTo>
                  <a:pt x="1" y="9873"/>
                  <a:pt x="2836" y="12708"/>
                  <a:pt x="6333" y="12708"/>
                </a:cubicBezTo>
                <a:cubicBezTo>
                  <a:pt x="9830" y="12708"/>
                  <a:pt x="12666" y="9873"/>
                  <a:pt x="12666" y="6344"/>
                </a:cubicBezTo>
                <a:cubicBezTo>
                  <a:pt x="12729" y="2973"/>
                  <a:pt x="10082" y="201"/>
                  <a:pt x="6743" y="12"/>
                </a:cubicBezTo>
                <a:cubicBezTo>
                  <a:pt x="6611" y="4"/>
                  <a:pt x="6479" y="0"/>
                  <a:pt x="634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3" name="Google Shape;15393;p82"/>
          <p:cNvSpPr/>
          <p:nvPr/>
        </p:nvSpPr>
        <p:spPr>
          <a:xfrm>
            <a:off x="4183934" y="5068801"/>
            <a:ext cx="293095" cy="499571"/>
          </a:xfrm>
          <a:custGeom>
            <a:avLst/>
            <a:gdLst/>
            <a:ahLst/>
            <a:cxnLst/>
            <a:rect l="l" t="t" r="r" b="b"/>
            <a:pathLst>
              <a:path w="7468" h="12729" extrusionOk="0">
                <a:moveTo>
                  <a:pt x="3715" y="5763"/>
                </a:moveTo>
                <a:cubicBezTo>
                  <a:pt x="3853" y="5763"/>
                  <a:pt x="3994" y="5833"/>
                  <a:pt x="4096" y="5955"/>
                </a:cubicBezTo>
                <a:cubicBezTo>
                  <a:pt x="4285" y="6239"/>
                  <a:pt x="4096" y="6585"/>
                  <a:pt x="3718" y="6585"/>
                </a:cubicBezTo>
                <a:cubicBezTo>
                  <a:pt x="3561" y="6585"/>
                  <a:pt x="3466" y="6491"/>
                  <a:pt x="3372" y="6396"/>
                </a:cubicBezTo>
                <a:cubicBezTo>
                  <a:pt x="3246" y="6239"/>
                  <a:pt x="3309" y="5955"/>
                  <a:pt x="3498" y="5829"/>
                </a:cubicBezTo>
                <a:cubicBezTo>
                  <a:pt x="3565" y="5784"/>
                  <a:pt x="3639" y="5763"/>
                  <a:pt x="3715" y="5763"/>
                </a:cubicBezTo>
                <a:close/>
                <a:moveTo>
                  <a:pt x="4128" y="1922"/>
                </a:moveTo>
                <a:lnTo>
                  <a:pt x="6554" y="6176"/>
                </a:lnTo>
                <a:lnTo>
                  <a:pt x="5104" y="9074"/>
                </a:lnTo>
                <a:lnTo>
                  <a:pt x="2300" y="9074"/>
                </a:lnTo>
                <a:cubicBezTo>
                  <a:pt x="1954" y="8349"/>
                  <a:pt x="977" y="6333"/>
                  <a:pt x="851" y="6176"/>
                </a:cubicBezTo>
                <a:lnTo>
                  <a:pt x="3309" y="1922"/>
                </a:lnTo>
                <a:lnTo>
                  <a:pt x="3309" y="5010"/>
                </a:lnTo>
                <a:cubicBezTo>
                  <a:pt x="2836" y="5167"/>
                  <a:pt x="2458" y="5640"/>
                  <a:pt x="2458" y="6176"/>
                </a:cubicBezTo>
                <a:cubicBezTo>
                  <a:pt x="2458" y="6837"/>
                  <a:pt x="3025" y="7436"/>
                  <a:pt x="3718" y="7436"/>
                </a:cubicBezTo>
                <a:cubicBezTo>
                  <a:pt x="4411" y="7436"/>
                  <a:pt x="4978" y="6900"/>
                  <a:pt x="4947" y="6176"/>
                </a:cubicBezTo>
                <a:cubicBezTo>
                  <a:pt x="4947" y="5640"/>
                  <a:pt x="4600" y="5199"/>
                  <a:pt x="4128" y="5010"/>
                </a:cubicBezTo>
                <a:lnTo>
                  <a:pt x="4128" y="1922"/>
                </a:lnTo>
                <a:close/>
                <a:moveTo>
                  <a:pt x="4947" y="9893"/>
                </a:moveTo>
                <a:lnTo>
                  <a:pt x="4947" y="11815"/>
                </a:lnTo>
                <a:lnTo>
                  <a:pt x="2458" y="11815"/>
                </a:lnTo>
                <a:lnTo>
                  <a:pt x="2458" y="9893"/>
                </a:lnTo>
                <a:close/>
                <a:moveTo>
                  <a:pt x="3592" y="1"/>
                </a:moveTo>
                <a:cubicBezTo>
                  <a:pt x="3529" y="32"/>
                  <a:pt x="3466" y="95"/>
                  <a:pt x="3435" y="127"/>
                </a:cubicBezTo>
                <a:cubicBezTo>
                  <a:pt x="3435" y="127"/>
                  <a:pt x="3435" y="158"/>
                  <a:pt x="3372" y="158"/>
                </a:cubicBezTo>
                <a:lnTo>
                  <a:pt x="3372" y="190"/>
                </a:lnTo>
                <a:lnTo>
                  <a:pt x="64" y="5987"/>
                </a:lnTo>
                <a:cubicBezTo>
                  <a:pt x="1" y="6113"/>
                  <a:pt x="1" y="6270"/>
                  <a:pt x="64" y="6396"/>
                </a:cubicBezTo>
                <a:lnTo>
                  <a:pt x="1670" y="9610"/>
                </a:lnTo>
                <a:lnTo>
                  <a:pt x="1670" y="12288"/>
                </a:lnTo>
                <a:cubicBezTo>
                  <a:pt x="1670" y="12540"/>
                  <a:pt x="1891" y="12729"/>
                  <a:pt x="2080" y="12729"/>
                </a:cubicBezTo>
                <a:lnTo>
                  <a:pt x="5388" y="12729"/>
                </a:lnTo>
                <a:cubicBezTo>
                  <a:pt x="5608" y="12729"/>
                  <a:pt x="5829" y="12540"/>
                  <a:pt x="5829" y="12288"/>
                </a:cubicBezTo>
                <a:lnTo>
                  <a:pt x="5829" y="9610"/>
                </a:lnTo>
                <a:lnTo>
                  <a:pt x="7436" y="6396"/>
                </a:lnTo>
                <a:cubicBezTo>
                  <a:pt x="7467" y="6239"/>
                  <a:pt x="7436" y="6113"/>
                  <a:pt x="7404" y="5987"/>
                </a:cubicBezTo>
                <a:lnTo>
                  <a:pt x="4096" y="190"/>
                </a:lnTo>
                <a:lnTo>
                  <a:pt x="4096" y="158"/>
                </a:lnTo>
                <a:cubicBezTo>
                  <a:pt x="4096" y="158"/>
                  <a:pt x="4096" y="127"/>
                  <a:pt x="4033" y="127"/>
                </a:cubicBezTo>
                <a:cubicBezTo>
                  <a:pt x="4002" y="95"/>
                  <a:pt x="3970" y="32"/>
                  <a:pt x="38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94" name="Google Shape;15394;p82"/>
          <p:cNvGrpSpPr/>
          <p:nvPr/>
        </p:nvGrpSpPr>
        <p:grpSpPr>
          <a:xfrm>
            <a:off x="2898455" y="5699236"/>
            <a:ext cx="509461" cy="495881"/>
            <a:chOff x="-37190575" y="1951325"/>
            <a:chExt cx="324525" cy="315875"/>
          </a:xfrm>
        </p:grpSpPr>
        <p:sp>
          <p:nvSpPr>
            <p:cNvPr id="15395" name="Google Shape;15395;p82"/>
            <p:cNvSpPr/>
            <p:nvPr/>
          </p:nvSpPr>
          <p:spPr>
            <a:xfrm>
              <a:off x="-37190575" y="1951325"/>
              <a:ext cx="324525" cy="315875"/>
            </a:xfrm>
            <a:custGeom>
              <a:avLst/>
              <a:gdLst/>
              <a:ahLst/>
              <a:cxnLst/>
              <a:rect l="l" t="t" r="r" b="b"/>
              <a:pathLst>
                <a:path w="12981" h="12635" extrusionOk="0">
                  <a:moveTo>
                    <a:pt x="6693" y="790"/>
                  </a:moveTo>
                  <a:cubicBezTo>
                    <a:pt x="8301" y="790"/>
                    <a:pt x="9913" y="1489"/>
                    <a:pt x="11028" y="2868"/>
                  </a:cubicBezTo>
                  <a:cubicBezTo>
                    <a:pt x="11752" y="3813"/>
                    <a:pt x="12193" y="5010"/>
                    <a:pt x="12193" y="6270"/>
                  </a:cubicBezTo>
                  <a:cubicBezTo>
                    <a:pt x="12162" y="7058"/>
                    <a:pt x="11563" y="7593"/>
                    <a:pt x="10870" y="7593"/>
                  </a:cubicBezTo>
                  <a:lnTo>
                    <a:pt x="10019" y="7593"/>
                  </a:lnTo>
                  <a:cubicBezTo>
                    <a:pt x="8854" y="7593"/>
                    <a:pt x="7940" y="8539"/>
                    <a:pt x="7940" y="9704"/>
                  </a:cubicBezTo>
                  <a:lnTo>
                    <a:pt x="7940" y="10523"/>
                  </a:lnTo>
                  <a:cubicBezTo>
                    <a:pt x="7940" y="11216"/>
                    <a:pt x="7404" y="11784"/>
                    <a:pt x="6680" y="11815"/>
                  </a:cubicBezTo>
                  <a:cubicBezTo>
                    <a:pt x="6239" y="11815"/>
                    <a:pt x="5892" y="11784"/>
                    <a:pt x="5420" y="11658"/>
                  </a:cubicBezTo>
                  <a:cubicBezTo>
                    <a:pt x="3844" y="11311"/>
                    <a:pt x="2490" y="10208"/>
                    <a:pt x="1765" y="8791"/>
                  </a:cubicBezTo>
                  <a:cubicBezTo>
                    <a:pt x="536" y="6428"/>
                    <a:pt x="1261" y="3340"/>
                    <a:pt x="3624" y="1733"/>
                  </a:cubicBezTo>
                  <a:cubicBezTo>
                    <a:pt x="4545" y="1102"/>
                    <a:pt x="5618" y="790"/>
                    <a:pt x="6693" y="790"/>
                  </a:cubicBezTo>
                  <a:close/>
                  <a:moveTo>
                    <a:pt x="6648" y="1"/>
                  </a:moveTo>
                  <a:cubicBezTo>
                    <a:pt x="4474" y="1"/>
                    <a:pt x="2553" y="1103"/>
                    <a:pt x="1419" y="2805"/>
                  </a:cubicBezTo>
                  <a:cubicBezTo>
                    <a:pt x="95" y="4726"/>
                    <a:pt x="1" y="7215"/>
                    <a:pt x="1009" y="9169"/>
                  </a:cubicBezTo>
                  <a:cubicBezTo>
                    <a:pt x="2080" y="11216"/>
                    <a:pt x="4191" y="12634"/>
                    <a:pt x="6680" y="12634"/>
                  </a:cubicBezTo>
                  <a:cubicBezTo>
                    <a:pt x="7814" y="12634"/>
                    <a:pt x="8791" y="11689"/>
                    <a:pt x="8791" y="10523"/>
                  </a:cubicBezTo>
                  <a:lnTo>
                    <a:pt x="8791" y="9704"/>
                  </a:lnTo>
                  <a:cubicBezTo>
                    <a:pt x="8791" y="8980"/>
                    <a:pt x="9358" y="8444"/>
                    <a:pt x="10019" y="8444"/>
                  </a:cubicBezTo>
                  <a:lnTo>
                    <a:pt x="10870" y="8444"/>
                  </a:lnTo>
                  <a:cubicBezTo>
                    <a:pt x="12004" y="8444"/>
                    <a:pt x="12981" y="7499"/>
                    <a:pt x="12981" y="6333"/>
                  </a:cubicBezTo>
                  <a:cubicBezTo>
                    <a:pt x="12981" y="2962"/>
                    <a:pt x="10240" y="1"/>
                    <a:pt x="66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6" name="Google Shape;15396;p82"/>
            <p:cNvSpPr/>
            <p:nvPr/>
          </p:nvSpPr>
          <p:spPr>
            <a:xfrm>
              <a:off x="-37081875" y="2162600"/>
              <a:ext cx="72475" cy="63100"/>
            </a:xfrm>
            <a:custGeom>
              <a:avLst/>
              <a:gdLst/>
              <a:ahLst/>
              <a:cxnLst/>
              <a:rect l="l" t="t" r="r" b="b"/>
              <a:pathLst>
                <a:path w="2899" h="2524" extrusionOk="0">
                  <a:moveTo>
                    <a:pt x="1418" y="812"/>
                  </a:moveTo>
                  <a:cubicBezTo>
                    <a:pt x="1670" y="812"/>
                    <a:pt x="1859" y="1001"/>
                    <a:pt x="1859" y="1253"/>
                  </a:cubicBezTo>
                  <a:cubicBezTo>
                    <a:pt x="1859" y="1474"/>
                    <a:pt x="1670" y="1663"/>
                    <a:pt x="1418" y="1663"/>
                  </a:cubicBezTo>
                  <a:cubicBezTo>
                    <a:pt x="1198" y="1663"/>
                    <a:pt x="1009" y="1474"/>
                    <a:pt x="1009" y="1253"/>
                  </a:cubicBezTo>
                  <a:cubicBezTo>
                    <a:pt x="1009" y="1001"/>
                    <a:pt x="1198" y="812"/>
                    <a:pt x="1418" y="812"/>
                  </a:cubicBezTo>
                  <a:close/>
                  <a:moveTo>
                    <a:pt x="1405" y="0"/>
                  </a:moveTo>
                  <a:cubicBezTo>
                    <a:pt x="1250" y="0"/>
                    <a:pt x="1094" y="28"/>
                    <a:pt x="946" y="88"/>
                  </a:cubicBezTo>
                  <a:cubicBezTo>
                    <a:pt x="316" y="371"/>
                    <a:pt x="0" y="1127"/>
                    <a:pt x="284" y="1757"/>
                  </a:cubicBezTo>
                  <a:cubicBezTo>
                    <a:pt x="496" y="2229"/>
                    <a:pt x="973" y="2524"/>
                    <a:pt x="1463" y="2524"/>
                  </a:cubicBezTo>
                  <a:cubicBezTo>
                    <a:pt x="1628" y="2524"/>
                    <a:pt x="1795" y="2490"/>
                    <a:pt x="1954" y="2419"/>
                  </a:cubicBezTo>
                  <a:cubicBezTo>
                    <a:pt x="2584" y="2135"/>
                    <a:pt x="2899" y="1379"/>
                    <a:pt x="2615" y="749"/>
                  </a:cubicBezTo>
                  <a:cubicBezTo>
                    <a:pt x="2399" y="292"/>
                    <a:pt x="1907" y="0"/>
                    <a:pt x="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7" name="Google Shape;15397;p82"/>
            <p:cNvSpPr/>
            <p:nvPr/>
          </p:nvSpPr>
          <p:spPr>
            <a:xfrm>
              <a:off x="-37144875" y="2099025"/>
              <a:ext cx="72475" cy="62875"/>
            </a:xfrm>
            <a:custGeom>
              <a:avLst/>
              <a:gdLst/>
              <a:ahLst/>
              <a:cxnLst/>
              <a:rect l="l" t="t" r="r" b="b"/>
              <a:pathLst>
                <a:path w="2899" h="2515" extrusionOk="0">
                  <a:moveTo>
                    <a:pt x="1418" y="835"/>
                  </a:moveTo>
                  <a:cubicBezTo>
                    <a:pt x="1670" y="835"/>
                    <a:pt x="1859" y="1024"/>
                    <a:pt x="1859" y="1276"/>
                  </a:cubicBezTo>
                  <a:cubicBezTo>
                    <a:pt x="1859" y="1496"/>
                    <a:pt x="1670" y="1685"/>
                    <a:pt x="1418" y="1685"/>
                  </a:cubicBezTo>
                  <a:cubicBezTo>
                    <a:pt x="1197" y="1685"/>
                    <a:pt x="1008" y="1496"/>
                    <a:pt x="1008" y="1276"/>
                  </a:cubicBezTo>
                  <a:cubicBezTo>
                    <a:pt x="1008" y="1024"/>
                    <a:pt x="1197" y="835"/>
                    <a:pt x="1418" y="835"/>
                  </a:cubicBezTo>
                  <a:close/>
                  <a:moveTo>
                    <a:pt x="1411" y="0"/>
                  </a:moveTo>
                  <a:cubicBezTo>
                    <a:pt x="1254" y="0"/>
                    <a:pt x="1096" y="26"/>
                    <a:pt x="945" y="79"/>
                  </a:cubicBezTo>
                  <a:cubicBezTo>
                    <a:pt x="315" y="362"/>
                    <a:pt x="0" y="1118"/>
                    <a:pt x="284" y="1748"/>
                  </a:cubicBezTo>
                  <a:cubicBezTo>
                    <a:pt x="496" y="2220"/>
                    <a:pt x="972" y="2515"/>
                    <a:pt x="1463" y="2515"/>
                  </a:cubicBezTo>
                  <a:cubicBezTo>
                    <a:pt x="1628" y="2515"/>
                    <a:pt x="1795" y="2481"/>
                    <a:pt x="1953" y="2410"/>
                  </a:cubicBezTo>
                  <a:cubicBezTo>
                    <a:pt x="2583" y="2126"/>
                    <a:pt x="2899" y="1370"/>
                    <a:pt x="2615" y="740"/>
                  </a:cubicBezTo>
                  <a:cubicBezTo>
                    <a:pt x="2399" y="261"/>
                    <a:pt x="1910" y="0"/>
                    <a:pt x="14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8" name="Google Shape;15398;p82"/>
            <p:cNvSpPr/>
            <p:nvPr/>
          </p:nvSpPr>
          <p:spPr>
            <a:xfrm>
              <a:off x="-37123625" y="2014875"/>
              <a:ext cx="71700" cy="62775"/>
            </a:xfrm>
            <a:custGeom>
              <a:avLst/>
              <a:gdLst/>
              <a:ahLst/>
              <a:cxnLst/>
              <a:rect l="l" t="t" r="r" b="b"/>
              <a:pathLst>
                <a:path w="2868" h="2511" extrusionOk="0">
                  <a:moveTo>
                    <a:pt x="1418" y="798"/>
                  </a:moveTo>
                  <a:cubicBezTo>
                    <a:pt x="1639" y="798"/>
                    <a:pt x="1828" y="1019"/>
                    <a:pt x="1828" y="1239"/>
                  </a:cubicBezTo>
                  <a:cubicBezTo>
                    <a:pt x="1828" y="1460"/>
                    <a:pt x="1639" y="1680"/>
                    <a:pt x="1418" y="1680"/>
                  </a:cubicBezTo>
                  <a:cubicBezTo>
                    <a:pt x="1166" y="1680"/>
                    <a:pt x="977" y="1460"/>
                    <a:pt x="977" y="1239"/>
                  </a:cubicBezTo>
                  <a:cubicBezTo>
                    <a:pt x="1009" y="1019"/>
                    <a:pt x="1166" y="798"/>
                    <a:pt x="1418" y="798"/>
                  </a:cubicBezTo>
                  <a:close/>
                  <a:moveTo>
                    <a:pt x="1431" y="0"/>
                  </a:moveTo>
                  <a:cubicBezTo>
                    <a:pt x="1269" y="0"/>
                    <a:pt x="1105" y="34"/>
                    <a:pt x="946" y="105"/>
                  </a:cubicBezTo>
                  <a:cubicBezTo>
                    <a:pt x="316" y="389"/>
                    <a:pt x="1" y="1113"/>
                    <a:pt x="253" y="1743"/>
                  </a:cubicBezTo>
                  <a:cubicBezTo>
                    <a:pt x="472" y="2231"/>
                    <a:pt x="974" y="2511"/>
                    <a:pt x="1481" y="2511"/>
                  </a:cubicBezTo>
                  <a:cubicBezTo>
                    <a:pt x="1630" y="2511"/>
                    <a:pt x="1780" y="2487"/>
                    <a:pt x="1923" y="2436"/>
                  </a:cubicBezTo>
                  <a:cubicBezTo>
                    <a:pt x="2553" y="2153"/>
                    <a:pt x="2868" y="1397"/>
                    <a:pt x="2584" y="767"/>
                  </a:cubicBezTo>
                  <a:cubicBezTo>
                    <a:pt x="2372" y="295"/>
                    <a:pt x="1913" y="0"/>
                    <a:pt x="143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9" name="Google Shape;15399;p82"/>
            <p:cNvSpPr/>
            <p:nvPr/>
          </p:nvSpPr>
          <p:spPr>
            <a:xfrm>
              <a:off x="-37039350" y="1993250"/>
              <a:ext cx="71700" cy="63125"/>
            </a:xfrm>
            <a:custGeom>
              <a:avLst/>
              <a:gdLst/>
              <a:ahLst/>
              <a:cxnLst/>
              <a:rect l="l" t="t" r="r" b="b"/>
              <a:pathLst>
                <a:path w="2868" h="2525" extrusionOk="0">
                  <a:moveTo>
                    <a:pt x="1418" y="844"/>
                  </a:moveTo>
                  <a:cubicBezTo>
                    <a:pt x="1671" y="844"/>
                    <a:pt x="1860" y="1033"/>
                    <a:pt x="1860" y="1285"/>
                  </a:cubicBezTo>
                  <a:cubicBezTo>
                    <a:pt x="1860" y="1506"/>
                    <a:pt x="1671" y="1726"/>
                    <a:pt x="1418" y="1726"/>
                  </a:cubicBezTo>
                  <a:cubicBezTo>
                    <a:pt x="1198" y="1726"/>
                    <a:pt x="977" y="1506"/>
                    <a:pt x="977" y="1285"/>
                  </a:cubicBezTo>
                  <a:cubicBezTo>
                    <a:pt x="977" y="1033"/>
                    <a:pt x="1198" y="844"/>
                    <a:pt x="1418" y="844"/>
                  </a:cubicBezTo>
                  <a:close/>
                  <a:moveTo>
                    <a:pt x="1402" y="1"/>
                  </a:moveTo>
                  <a:cubicBezTo>
                    <a:pt x="1248" y="1"/>
                    <a:pt x="1094" y="29"/>
                    <a:pt x="946" y="88"/>
                  </a:cubicBezTo>
                  <a:cubicBezTo>
                    <a:pt x="316" y="372"/>
                    <a:pt x="1" y="1128"/>
                    <a:pt x="284" y="1758"/>
                  </a:cubicBezTo>
                  <a:cubicBezTo>
                    <a:pt x="496" y="2229"/>
                    <a:pt x="955" y="2524"/>
                    <a:pt x="1437" y="2524"/>
                  </a:cubicBezTo>
                  <a:cubicBezTo>
                    <a:pt x="1599" y="2524"/>
                    <a:pt x="1764" y="2491"/>
                    <a:pt x="1923" y="2419"/>
                  </a:cubicBezTo>
                  <a:cubicBezTo>
                    <a:pt x="2553" y="2136"/>
                    <a:pt x="2868" y="1411"/>
                    <a:pt x="2616" y="781"/>
                  </a:cubicBezTo>
                  <a:cubicBezTo>
                    <a:pt x="2399" y="299"/>
                    <a:pt x="1905" y="1"/>
                    <a:pt x="14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00" name="Google Shape;15400;p82"/>
          <p:cNvSpPr/>
          <p:nvPr/>
        </p:nvSpPr>
        <p:spPr>
          <a:xfrm>
            <a:off x="3388795" y="2041967"/>
            <a:ext cx="504516" cy="498315"/>
          </a:xfrm>
          <a:custGeom>
            <a:avLst/>
            <a:gdLst/>
            <a:ahLst/>
            <a:cxnLst/>
            <a:rect l="l" t="t" r="r" b="b"/>
            <a:pathLst>
              <a:path w="12855" h="12697" extrusionOk="0">
                <a:moveTo>
                  <a:pt x="8035" y="1032"/>
                </a:moveTo>
                <a:lnTo>
                  <a:pt x="11847" y="4844"/>
                </a:lnTo>
                <a:lnTo>
                  <a:pt x="7468" y="9223"/>
                </a:lnTo>
                <a:lnTo>
                  <a:pt x="3655" y="5380"/>
                </a:lnTo>
                <a:lnTo>
                  <a:pt x="8035" y="1032"/>
                </a:lnTo>
                <a:close/>
                <a:moveTo>
                  <a:pt x="3057" y="5978"/>
                </a:moveTo>
                <a:lnTo>
                  <a:pt x="6869" y="9790"/>
                </a:lnTo>
                <a:lnTo>
                  <a:pt x="4916" y="11775"/>
                </a:lnTo>
                <a:cubicBezTo>
                  <a:pt x="4837" y="11854"/>
                  <a:pt x="4727" y="11893"/>
                  <a:pt x="4616" y="11893"/>
                </a:cubicBezTo>
                <a:cubicBezTo>
                  <a:pt x="4506" y="11893"/>
                  <a:pt x="4396" y="11854"/>
                  <a:pt x="4317" y="11775"/>
                </a:cubicBezTo>
                <a:lnTo>
                  <a:pt x="1104" y="8530"/>
                </a:lnTo>
                <a:cubicBezTo>
                  <a:pt x="946" y="8372"/>
                  <a:pt x="946" y="8120"/>
                  <a:pt x="1104" y="7963"/>
                </a:cubicBezTo>
                <a:lnTo>
                  <a:pt x="3057" y="5978"/>
                </a:lnTo>
                <a:close/>
                <a:moveTo>
                  <a:pt x="7987" y="0"/>
                </a:moveTo>
                <a:cubicBezTo>
                  <a:pt x="7877" y="0"/>
                  <a:pt x="7767" y="39"/>
                  <a:pt x="7688" y="118"/>
                </a:cubicBezTo>
                <a:lnTo>
                  <a:pt x="442" y="7364"/>
                </a:lnTo>
                <a:cubicBezTo>
                  <a:pt x="1" y="7837"/>
                  <a:pt x="1" y="8625"/>
                  <a:pt x="442" y="9129"/>
                </a:cubicBezTo>
                <a:lnTo>
                  <a:pt x="3687" y="12342"/>
                </a:lnTo>
                <a:cubicBezTo>
                  <a:pt x="3923" y="12578"/>
                  <a:pt x="4238" y="12697"/>
                  <a:pt x="4557" y="12697"/>
                </a:cubicBezTo>
                <a:cubicBezTo>
                  <a:pt x="4876" y="12697"/>
                  <a:pt x="5199" y="12578"/>
                  <a:pt x="5451" y="12342"/>
                </a:cubicBezTo>
                <a:lnTo>
                  <a:pt x="12697" y="5096"/>
                </a:lnTo>
                <a:cubicBezTo>
                  <a:pt x="12855" y="4970"/>
                  <a:pt x="12855" y="4686"/>
                  <a:pt x="12697" y="4529"/>
                </a:cubicBezTo>
                <a:lnTo>
                  <a:pt x="8287" y="118"/>
                </a:lnTo>
                <a:cubicBezTo>
                  <a:pt x="8208" y="39"/>
                  <a:pt x="8098" y="0"/>
                  <a:pt x="79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01" name="Google Shape;15401;p82"/>
          <p:cNvGrpSpPr/>
          <p:nvPr/>
        </p:nvGrpSpPr>
        <p:grpSpPr>
          <a:xfrm>
            <a:off x="3432192" y="2747437"/>
            <a:ext cx="498315" cy="390740"/>
            <a:chOff x="-41694200" y="2382950"/>
            <a:chExt cx="317425" cy="248900"/>
          </a:xfrm>
        </p:grpSpPr>
        <p:sp>
          <p:nvSpPr>
            <p:cNvPr id="15402" name="Google Shape;15402;p82"/>
            <p:cNvSpPr/>
            <p:nvPr/>
          </p:nvSpPr>
          <p:spPr>
            <a:xfrm>
              <a:off x="-41694200" y="2382950"/>
              <a:ext cx="317425" cy="248900"/>
            </a:xfrm>
            <a:custGeom>
              <a:avLst/>
              <a:gdLst/>
              <a:ahLst/>
              <a:cxnLst/>
              <a:rect l="l" t="t" r="r" b="b"/>
              <a:pathLst>
                <a:path w="12697" h="9956" extrusionOk="0">
                  <a:moveTo>
                    <a:pt x="10555" y="851"/>
                  </a:moveTo>
                  <a:cubicBezTo>
                    <a:pt x="10807" y="851"/>
                    <a:pt x="10964" y="1040"/>
                    <a:pt x="10964" y="1292"/>
                  </a:cubicBezTo>
                  <a:lnTo>
                    <a:pt x="10964" y="7499"/>
                  </a:lnTo>
                  <a:lnTo>
                    <a:pt x="1576" y="7499"/>
                  </a:lnTo>
                  <a:lnTo>
                    <a:pt x="1576" y="1292"/>
                  </a:lnTo>
                  <a:lnTo>
                    <a:pt x="1607" y="1292"/>
                  </a:lnTo>
                  <a:cubicBezTo>
                    <a:pt x="1607" y="1040"/>
                    <a:pt x="1828" y="882"/>
                    <a:pt x="2017" y="851"/>
                  </a:cubicBezTo>
                  <a:close/>
                  <a:moveTo>
                    <a:pt x="8507" y="8286"/>
                  </a:moveTo>
                  <a:lnTo>
                    <a:pt x="8507" y="8727"/>
                  </a:lnTo>
                  <a:cubicBezTo>
                    <a:pt x="8507" y="8918"/>
                    <a:pt x="8633" y="9073"/>
                    <a:pt x="8777" y="9137"/>
                  </a:cubicBezTo>
                  <a:lnTo>
                    <a:pt x="1198" y="9137"/>
                  </a:lnTo>
                  <a:cubicBezTo>
                    <a:pt x="1009" y="9137"/>
                    <a:pt x="851" y="9011"/>
                    <a:pt x="788" y="8853"/>
                  </a:cubicBezTo>
                  <a:cubicBezTo>
                    <a:pt x="757" y="8759"/>
                    <a:pt x="788" y="8759"/>
                    <a:pt x="788" y="8286"/>
                  </a:cubicBezTo>
                  <a:close/>
                  <a:moveTo>
                    <a:pt x="10145" y="8286"/>
                  </a:moveTo>
                  <a:lnTo>
                    <a:pt x="10145" y="8727"/>
                  </a:lnTo>
                  <a:cubicBezTo>
                    <a:pt x="10145" y="8918"/>
                    <a:pt x="10254" y="9073"/>
                    <a:pt x="10402" y="9137"/>
                  </a:cubicBezTo>
                  <a:lnTo>
                    <a:pt x="9051" y="9137"/>
                  </a:lnTo>
                  <a:cubicBezTo>
                    <a:pt x="9186" y="9073"/>
                    <a:pt x="9294" y="8918"/>
                    <a:pt x="9294" y="8727"/>
                  </a:cubicBezTo>
                  <a:lnTo>
                    <a:pt x="9294" y="8286"/>
                  </a:lnTo>
                  <a:close/>
                  <a:moveTo>
                    <a:pt x="11783" y="8286"/>
                  </a:moveTo>
                  <a:lnTo>
                    <a:pt x="11783" y="8727"/>
                  </a:lnTo>
                  <a:cubicBezTo>
                    <a:pt x="11815" y="8979"/>
                    <a:pt x="11626" y="9137"/>
                    <a:pt x="11374" y="9137"/>
                  </a:cubicBezTo>
                  <a:lnTo>
                    <a:pt x="10720" y="9137"/>
                  </a:lnTo>
                  <a:cubicBezTo>
                    <a:pt x="10874" y="9073"/>
                    <a:pt x="10964" y="8918"/>
                    <a:pt x="10964" y="8727"/>
                  </a:cubicBezTo>
                  <a:lnTo>
                    <a:pt x="10964" y="8286"/>
                  </a:lnTo>
                  <a:close/>
                  <a:moveTo>
                    <a:pt x="2048" y="0"/>
                  </a:moveTo>
                  <a:cubicBezTo>
                    <a:pt x="1387" y="0"/>
                    <a:pt x="788" y="536"/>
                    <a:pt x="820" y="1261"/>
                  </a:cubicBezTo>
                  <a:lnTo>
                    <a:pt x="820" y="7467"/>
                  </a:lnTo>
                  <a:lnTo>
                    <a:pt x="347" y="7467"/>
                  </a:lnTo>
                  <a:cubicBezTo>
                    <a:pt x="158" y="7467"/>
                    <a:pt x="0" y="7625"/>
                    <a:pt x="0" y="7814"/>
                  </a:cubicBezTo>
                  <a:lnTo>
                    <a:pt x="0" y="8696"/>
                  </a:lnTo>
                  <a:cubicBezTo>
                    <a:pt x="0" y="9357"/>
                    <a:pt x="568" y="9956"/>
                    <a:pt x="1229" y="9956"/>
                  </a:cubicBezTo>
                  <a:lnTo>
                    <a:pt x="11437" y="9956"/>
                  </a:lnTo>
                  <a:cubicBezTo>
                    <a:pt x="12098" y="9956"/>
                    <a:pt x="12697" y="9389"/>
                    <a:pt x="12697" y="8696"/>
                  </a:cubicBezTo>
                  <a:lnTo>
                    <a:pt x="12697" y="7877"/>
                  </a:lnTo>
                  <a:cubicBezTo>
                    <a:pt x="12634" y="7656"/>
                    <a:pt x="12445" y="7467"/>
                    <a:pt x="12224" y="7467"/>
                  </a:cubicBezTo>
                  <a:lnTo>
                    <a:pt x="11815" y="7467"/>
                  </a:lnTo>
                  <a:lnTo>
                    <a:pt x="11815" y="1261"/>
                  </a:lnTo>
                  <a:cubicBezTo>
                    <a:pt x="11815" y="567"/>
                    <a:pt x="11279"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03" name="Google Shape;15403;p82"/>
            <p:cNvSpPr/>
            <p:nvPr/>
          </p:nvSpPr>
          <p:spPr>
            <a:xfrm>
              <a:off x="-41586600" y="2425550"/>
              <a:ext cx="107450" cy="102925"/>
            </a:xfrm>
            <a:custGeom>
              <a:avLst/>
              <a:gdLst/>
              <a:ahLst/>
              <a:cxnLst/>
              <a:rect l="l" t="t" r="r" b="b"/>
              <a:pathLst>
                <a:path w="4298" h="4117" extrusionOk="0">
                  <a:moveTo>
                    <a:pt x="1147" y="1037"/>
                  </a:moveTo>
                  <a:lnTo>
                    <a:pt x="2218" y="1384"/>
                  </a:lnTo>
                  <a:lnTo>
                    <a:pt x="1493" y="2108"/>
                  </a:lnTo>
                  <a:lnTo>
                    <a:pt x="1147" y="1037"/>
                  </a:lnTo>
                  <a:close/>
                  <a:moveTo>
                    <a:pt x="466" y="1"/>
                  </a:moveTo>
                  <a:cubicBezTo>
                    <a:pt x="209" y="1"/>
                    <a:pt x="1" y="267"/>
                    <a:pt x="107" y="533"/>
                  </a:cubicBezTo>
                  <a:lnTo>
                    <a:pt x="926" y="3022"/>
                  </a:lnTo>
                  <a:cubicBezTo>
                    <a:pt x="987" y="3184"/>
                    <a:pt x="1164" y="3293"/>
                    <a:pt x="1341" y="3293"/>
                  </a:cubicBezTo>
                  <a:cubicBezTo>
                    <a:pt x="1441" y="3293"/>
                    <a:pt x="1540" y="3259"/>
                    <a:pt x="1619" y="3180"/>
                  </a:cubicBezTo>
                  <a:lnTo>
                    <a:pt x="2155" y="2613"/>
                  </a:lnTo>
                  <a:lnTo>
                    <a:pt x="3541" y="3999"/>
                  </a:lnTo>
                  <a:cubicBezTo>
                    <a:pt x="3620" y="4077"/>
                    <a:pt x="3730" y="4117"/>
                    <a:pt x="3840" y="4117"/>
                  </a:cubicBezTo>
                  <a:cubicBezTo>
                    <a:pt x="3951" y="4117"/>
                    <a:pt x="4061" y="4077"/>
                    <a:pt x="4140" y="3999"/>
                  </a:cubicBezTo>
                  <a:cubicBezTo>
                    <a:pt x="4297" y="3841"/>
                    <a:pt x="4297" y="3558"/>
                    <a:pt x="4140" y="3400"/>
                  </a:cubicBezTo>
                  <a:lnTo>
                    <a:pt x="2722" y="2077"/>
                  </a:lnTo>
                  <a:lnTo>
                    <a:pt x="3258" y="1510"/>
                  </a:lnTo>
                  <a:cubicBezTo>
                    <a:pt x="3510" y="1289"/>
                    <a:pt x="3384" y="911"/>
                    <a:pt x="3100" y="848"/>
                  </a:cubicBezTo>
                  <a:lnTo>
                    <a:pt x="611" y="29"/>
                  </a:lnTo>
                  <a:cubicBezTo>
                    <a:pt x="562" y="10"/>
                    <a:pt x="514" y="1"/>
                    <a:pt x="4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04" name="Google Shape;15404;p82"/>
          <p:cNvGrpSpPr/>
          <p:nvPr/>
        </p:nvGrpSpPr>
        <p:grpSpPr>
          <a:xfrm>
            <a:off x="3427957" y="3218513"/>
            <a:ext cx="500788" cy="498355"/>
            <a:chOff x="-41695775" y="2683025"/>
            <a:chExt cx="319000" cy="317450"/>
          </a:xfrm>
        </p:grpSpPr>
        <p:sp>
          <p:nvSpPr>
            <p:cNvPr id="15405" name="Google Shape;15405;p82"/>
            <p:cNvSpPr/>
            <p:nvPr/>
          </p:nvSpPr>
          <p:spPr>
            <a:xfrm>
              <a:off x="-41695775" y="2683025"/>
              <a:ext cx="319000" cy="317450"/>
            </a:xfrm>
            <a:custGeom>
              <a:avLst/>
              <a:gdLst/>
              <a:ahLst/>
              <a:cxnLst/>
              <a:rect l="l" t="t" r="r" b="b"/>
              <a:pathLst>
                <a:path w="12760" h="12698" extrusionOk="0">
                  <a:moveTo>
                    <a:pt x="6238" y="2521"/>
                  </a:moveTo>
                  <a:lnTo>
                    <a:pt x="10240" y="5199"/>
                  </a:lnTo>
                  <a:lnTo>
                    <a:pt x="10240" y="11815"/>
                  </a:lnTo>
                  <a:lnTo>
                    <a:pt x="2521" y="11815"/>
                  </a:lnTo>
                  <a:lnTo>
                    <a:pt x="2521" y="5199"/>
                  </a:lnTo>
                  <a:lnTo>
                    <a:pt x="6238" y="2521"/>
                  </a:lnTo>
                  <a:close/>
                  <a:moveTo>
                    <a:pt x="6270" y="1"/>
                  </a:moveTo>
                  <a:cubicBezTo>
                    <a:pt x="6049" y="1"/>
                    <a:pt x="5860" y="190"/>
                    <a:pt x="5860" y="379"/>
                  </a:cubicBezTo>
                  <a:lnTo>
                    <a:pt x="5860" y="1859"/>
                  </a:lnTo>
                  <a:lnTo>
                    <a:pt x="1891" y="4695"/>
                  </a:lnTo>
                  <a:lnTo>
                    <a:pt x="221" y="5861"/>
                  </a:lnTo>
                  <a:cubicBezTo>
                    <a:pt x="32" y="5987"/>
                    <a:pt x="0" y="6270"/>
                    <a:pt x="158" y="6459"/>
                  </a:cubicBezTo>
                  <a:cubicBezTo>
                    <a:pt x="229" y="6566"/>
                    <a:pt x="342" y="6623"/>
                    <a:pt x="466" y="6623"/>
                  </a:cubicBezTo>
                  <a:cubicBezTo>
                    <a:pt x="560" y="6623"/>
                    <a:pt x="661" y="6590"/>
                    <a:pt x="757" y="6522"/>
                  </a:cubicBezTo>
                  <a:lnTo>
                    <a:pt x="1733" y="5829"/>
                  </a:lnTo>
                  <a:lnTo>
                    <a:pt x="1733" y="12288"/>
                  </a:lnTo>
                  <a:cubicBezTo>
                    <a:pt x="1733" y="12508"/>
                    <a:pt x="1922" y="12697"/>
                    <a:pt x="2111" y="12697"/>
                  </a:cubicBezTo>
                  <a:lnTo>
                    <a:pt x="10649" y="12697"/>
                  </a:lnTo>
                  <a:cubicBezTo>
                    <a:pt x="10901" y="12697"/>
                    <a:pt x="11059" y="12508"/>
                    <a:pt x="11059" y="12288"/>
                  </a:cubicBezTo>
                  <a:lnTo>
                    <a:pt x="11059" y="5798"/>
                  </a:lnTo>
                  <a:lnTo>
                    <a:pt x="12035" y="6491"/>
                  </a:lnTo>
                  <a:cubicBezTo>
                    <a:pt x="12114" y="6543"/>
                    <a:pt x="12204" y="6568"/>
                    <a:pt x="12294" y="6568"/>
                  </a:cubicBezTo>
                  <a:cubicBezTo>
                    <a:pt x="12418" y="6568"/>
                    <a:pt x="12542" y="6519"/>
                    <a:pt x="12634" y="6428"/>
                  </a:cubicBezTo>
                  <a:cubicBezTo>
                    <a:pt x="12760" y="6207"/>
                    <a:pt x="12697" y="5987"/>
                    <a:pt x="12571" y="5829"/>
                  </a:cubicBezTo>
                  <a:lnTo>
                    <a:pt x="10901" y="4632"/>
                  </a:lnTo>
                  <a:cubicBezTo>
                    <a:pt x="10901" y="4632"/>
                    <a:pt x="6679" y="1796"/>
                    <a:pt x="6648" y="1796"/>
                  </a:cubicBezTo>
                  <a:lnTo>
                    <a:pt x="6648" y="379"/>
                  </a:lnTo>
                  <a:cubicBezTo>
                    <a:pt x="6648" y="158"/>
                    <a:pt x="6459" y="1"/>
                    <a:pt x="627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06" name="Google Shape;15406;p82"/>
            <p:cNvSpPr/>
            <p:nvPr/>
          </p:nvSpPr>
          <p:spPr>
            <a:xfrm>
              <a:off x="-41615450" y="2813750"/>
              <a:ext cx="152050" cy="144975"/>
            </a:xfrm>
            <a:custGeom>
              <a:avLst/>
              <a:gdLst/>
              <a:ahLst/>
              <a:cxnLst/>
              <a:rect l="l" t="t" r="r" b="b"/>
              <a:pathLst>
                <a:path w="6082" h="5799" extrusionOk="0">
                  <a:moveTo>
                    <a:pt x="3050" y="782"/>
                  </a:moveTo>
                  <a:cubicBezTo>
                    <a:pt x="3325" y="782"/>
                    <a:pt x="3606" y="835"/>
                    <a:pt x="3876" y="947"/>
                  </a:cubicBezTo>
                  <a:cubicBezTo>
                    <a:pt x="4853" y="1419"/>
                    <a:pt x="5357" y="2616"/>
                    <a:pt x="4916" y="3656"/>
                  </a:cubicBezTo>
                  <a:cubicBezTo>
                    <a:pt x="4601" y="4412"/>
                    <a:pt x="3908" y="4916"/>
                    <a:pt x="3025" y="4916"/>
                  </a:cubicBezTo>
                  <a:cubicBezTo>
                    <a:pt x="1545" y="4916"/>
                    <a:pt x="568" y="3436"/>
                    <a:pt x="1135" y="2049"/>
                  </a:cubicBezTo>
                  <a:cubicBezTo>
                    <a:pt x="1465" y="1248"/>
                    <a:pt x="2235" y="782"/>
                    <a:pt x="3050" y="782"/>
                  </a:cubicBezTo>
                  <a:close/>
                  <a:moveTo>
                    <a:pt x="2968" y="0"/>
                  </a:moveTo>
                  <a:cubicBezTo>
                    <a:pt x="1995" y="0"/>
                    <a:pt x="1120" y="497"/>
                    <a:pt x="631" y="1262"/>
                  </a:cubicBezTo>
                  <a:cubicBezTo>
                    <a:pt x="95" y="2081"/>
                    <a:pt x="1" y="3152"/>
                    <a:pt x="347" y="4034"/>
                  </a:cubicBezTo>
                  <a:cubicBezTo>
                    <a:pt x="789" y="5074"/>
                    <a:pt x="1860" y="5798"/>
                    <a:pt x="3057" y="5798"/>
                  </a:cubicBezTo>
                  <a:cubicBezTo>
                    <a:pt x="4034" y="5798"/>
                    <a:pt x="4884" y="5326"/>
                    <a:pt x="5451" y="4538"/>
                  </a:cubicBezTo>
                  <a:cubicBezTo>
                    <a:pt x="5987" y="3719"/>
                    <a:pt x="6081" y="2648"/>
                    <a:pt x="5735" y="1766"/>
                  </a:cubicBezTo>
                  <a:cubicBezTo>
                    <a:pt x="5294" y="726"/>
                    <a:pt x="4223" y="1"/>
                    <a:pt x="3057" y="1"/>
                  </a:cubicBezTo>
                  <a:cubicBezTo>
                    <a:pt x="3027" y="1"/>
                    <a:pt x="2997" y="0"/>
                    <a:pt x="29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07" name="Google Shape;15407;p82"/>
            <p:cNvSpPr/>
            <p:nvPr/>
          </p:nvSpPr>
          <p:spPr>
            <a:xfrm>
              <a:off x="-41550075" y="2853950"/>
              <a:ext cx="40200" cy="42550"/>
            </a:xfrm>
            <a:custGeom>
              <a:avLst/>
              <a:gdLst/>
              <a:ahLst/>
              <a:cxnLst/>
              <a:rect l="l" t="t" r="r" b="b"/>
              <a:pathLst>
                <a:path w="1608" h="1702" extrusionOk="0">
                  <a:moveTo>
                    <a:pt x="379" y="0"/>
                  </a:moveTo>
                  <a:cubicBezTo>
                    <a:pt x="190" y="0"/>
                    <a:pt x="1" y="221"/>
                    <a:pt x="1" y="441"/>
                  </a:cubicBezTo>
                  <a:lnTo>
                    <a:pt x="1" y="1260"/>
                  </a:lnTo>
                  <a:cubicBezTo>
                    <a:pt x="1" y="1512"/>
                    <a:pt x="190" y="1701"/>
                    <a:pt x="379" y="1701"/>
                  </a:cubicBezTo>
                  <a:lnTo>
                    <a:pt x="1230" y="1701"/>
                  </a:lnTo>
                  <a:cubicBezTo>
                    <a:pt x="1450" y="1701"/>
                    <a:pt x="1608" y="1512"/>
                    <a:pt x="1608" y="1260"/>
                  </a:cubicBezTo>
                  <a:cubicBezTo>
                    <a:pt x="1608" y="1040"/>
                    <a:pt x="1419" y="851"/>
                    <a:pt x="1230" y="851"/>
                  </a:cubicBezTo>
                  <a:lnTo>
                    <a:pt x="788" y="851"/>
                  </a:lnTo>
                  <a:lnTo>
                    <a:pt x="788" y="410"/>
                  </a:lnTo>
                  <a:cubicBezTo>
                    <a:pt x="788"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08" name="Google Shape;15408;p82"/>
          <p:cNvGrpSpPr/>
          <p:nvPr/>
        </p:nvGrpSpPr>
        <p:grpSpPr>
          <a:xfrm>
            <a:off x="1751022" y="3875540"/>
            <a:ext cx="456281" cy="500827"/>
            <a:chOff x="-39792875" y="1971800"/>
            <a:chExt cx="290650" cy="319025"/>
          </a:xfrm>
        </p:grpSpPr>
        <p:sp>
          <p:nvSpPr>
            <p:cNvPr id="15409" name="Google Shape;15409;p82"/>
            <p:cNvSpPr/>
            <p:nvPr/>
          </p:nvSpPr>
          <p:spPr>
            <a:xfrm>
              <a:off x="-39667650" y="2145075"/>
              <a:ext cx="40975" cy="41775"/>
            </a:xfrm>
            <a:custGeom>
              <a:avLst/>
              <a:gdLst/>
              <a:ahLst/>
              <a:cxnLst/>
              <a:rect l="l" t="t" r="r" b="b"/>
              <a:pathLst>
                <a:path w="1639" h="1671" extrusionOk="0">
                  <a:moveTo>
                    <a:pt x="820" y="1"/>
                  </a:moveTo>
                  <a:cubicBezTo>
                    <a:pt x="379" y="1"/>
                    <a:pt x="1" y="379"/>
                    <a:pt x="1" y="852"/>
                  </a:cubicBezTo>
                  <a:cubicBezTo>
                    <a:pt x="1" y="1293"/>
                    <a:pt x="379" y="1671"/>
                    <a:pt x="820" y="1671"/>
                  </a:cubicBezTo>
                  <a:cubicBezTo>
                    <a:pt x="1261" y="1671"/>
                    <a:pt x="1639" y="1293"/>
                    <a:pt x="1639" y="852"/>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0" name="Google Shape;15410;p82"/>
            <p:cNvSpPr/>
            <p:nvPr/>
          </p:nvSpPr>
          <p:spPr>
            <a:xfrm>
              <a:off x="-39792875" y="1971800"/>
              <a:ext cx="290650" cy="319025"/>
            </a:xfrm>
            <a:custGeom>
              <a:avLst/>
              <a:gdLst/>
              <a:ahLst/>
              <a:cxnLst/>
              <a:rect l="l" t="t" r="r" b="b"/>
              <a:pathLst>
                <a:path w="11626" h="12761" extrusionOk="0">
                  <a:moveTo>
                    <a:pt x="6207" y="3687"/>
                  </a:moveTo>
                  <a:cubicBezTo>
                    <a:pt x="6900" y="3687"/>
                    <a:pt x="7436" y="4222"/>
                    <a:pt x="7436" y="4884"/>
                  </a:cubicBezTo>
                  <a:lnTo>
                    <a:pt x="7436" y="11910"/>
                  </a:lnTo>
                  <a:lnTo>
                    <a:pt x="4159" y="11910"/>
                  </a:lnTo>
                  <a:lnTo>
                    <a:pt x="4159" y="4884"/>
                  </a:lnTo>
                  <a:cubicBezTo>
                    <a:pt x="4159" y="4222"/>
                    <a:pt x="4726" y="3687"/>
                    <a:pt x="5388" y="3687"/>
                  </a:cubicBezTo>
                  <a:close/>
                  <a:moveTo>
                    <a:pt x="10744" y="914"/>
                  </a:moveTo>
                  <a:lnTo>
                    <a:pt x="10744" y="3939"/>
                  </a:lnTo>
                  <a:cubicBezTo>
                    <a:pt x="9767" y="4412"/>
                    <a:pt x="9105" y="5420"/>
                    <a:pt x="9105" y="6554"/>
                  </a:cubicBezTo>
                  <a:cubicBezTo>
                    <a:pt x="9105" y="7688"/>
                    <a:pt x="9767" y="8665"/>
                    <a:pt x="10744" y="9137"/>
                  </a:cubicBezTo>
                  <a:cubicBezTo>
                    <a:pt x="10775" y="10145"/>
                    <a:pt x="10775" y="11280"/>
                    <a:pt x="10775" y="11910"/>
                  </a:cubicBezTo>
                  <a:lnTo>
                    <a:pt x="8318" y="11910"/>
                  </a:lnTo>
                  <a:lnTo>
                    <a:pt x="8318" y="4884"/>
                  </a:lnTo>
                  <a:cubicBezTo>
                    <a:pt x="8318" y="3750"/>
                    <a:pt x="7373" y="2805"/>
                    <a:pt x="6207" y="2805"/>
                  </a:cubicBezTo>
                  <a:lnTo>
                    <a:pt x="5388" y="2805"/>
                  </a:lnTo>
                  <a:cubicBezTo>
                    <a:pt x="4254" y="2805"/>
                    <a:pt x="3308" y="3750"/>
                    <a:pt x="3308" y="4884"/>
                  </a:cubicBezTo>
                  <a:lnTo>
                    <a:pt x="3308" y="11910"/>
                  </a:lnTo>
                  <a:lnTo>
                    <a:pt x="820" y="11910"/>
                  </a:lnTo>
                  <a:lnTo>
                    <a:pt x="820" y="9137"/>
                  </a:lnTo>
                  <a:cubicBezTo>
                    <a:pt x="2174" y="8507"/>
                    <a:pt x="2804" y="7026"/>
                    <a:pt x="2332" y="5640"/>
                  </a:cubicBezTo>
                  <a:cubicBezTo>
                    <a:pt x="2080" y="4884"/>
                    <a:pt x="1544" y="4254"/>
                    <a:pt x="820" y="3939"/>
                  </a:cubicBezTo>
                  <a:lnTo>
                    <a:pt x="820" y="914"/>
                  </a:lnTo>
                  <a:close/>
                  <a:moveTo>
                    <a:pt x="441" y="1"/>
                  </a:moveTo>
                  <a:cubicBezTo>
                    <a:pt x="189" y="1"/>
                    <a:pt x="0" y="221"/>
                    <a:pt x="0" y="442"/>
                  </a:cubicBezTo>
                  <a:lnTo>
                    <a:pt x="0" y="4191"/>
                  </a:lnTo>
                  <a:cubicBezTo>
                    <a:pt x="0" y="4349"/>
                    <a:pt x="126" y="4506"/>
                    <a:pt x="284" y="4569"/>
                  </a:cubicBezTo>
                  <a:cubicBezTo>
                    <a:pt x="1072" y="4853"/>
                    <a:pt x="1639" y="5609"/>
                    <a:pt x="1639" y="6522"/>
                  </a:cubicBezTo>
                  <a:cubicBezTo>
                    <a:pt x="1639" y="7404"/>
                    <a:pt x="1072" y="8161"/>
                    <a:pt x="284" y="8476"/>
                  </a:cubicBezTo>
                  <a:cubicBezTo>
                    <a:pt x="126" y="8507"/>
                    <a:pt x="0" y="8665"/>
                    <a:pt x="0" y="8885"/>
                  </a:cubicBezTo>
                  <a:lnTo>
                    <a:pt x="0" y="12351"/>
                  </a:lnTo>
                  <a:cubicBezTo>
                    <a:pt x="0" y="12571"/>
                    <a:pt x="189" y="12760"/>
                    <a:pt x="441" y="12760"/>
                  </a:cubicBezTo>
                  <a:lnTo>
                    <a:pt x="11185" y="12760"/>
                  </a:lnTo>
                  <a:cubicBezTo>
                    <a:pt x="11405" y="12760"/>
                    <a:pt x="11563" y="12571"/>
                    <a:pt x="11626" y="12382"/>
                  </a:cubicBezTo>
                  <a:lnTo>
                    <a:pt x="11626" y="8885"/>
                  </a:lnTo>
                  <a:cubicBezTo>
                    <a:pt x="11626" y="8696"/>
                    <a:pt x="11500" y="8539"/>
                    <a:pt x="11342" y="8476"/>
                  </a:cubicBezTo>
                  <a:cubicBezTo>
                    <a:pt x="10555" y="8192"/>
                    <a:pt x="9956" y="7404"/>
                    <a:pt x="9956" y="6522"/>
                  </a:cubicBezTo>
                  <a:cubicBezTo>
                    <a:pt x="9956" y="5609"/>
                    <a:pt x="10555" y="4853"/>
                    <a:pt x="11342" y="4569"/>
                  </a:cubicBezTo>
                  <a:cubicBezTo>
                    <a:pt x="11500" y="4538"/>
                    <a:pt x="11626" y="4380"/>
                    <a:pt x="11626" y="4191"/>
                  </a:cubicBezTo>
                  <a:lnTo>
                    <a:pt x="11626" y="442"/>
                  </a:lnTo>
                  <a:cubicBezTo>
                    <a:pt x="11626" y="221"/>
                    <a:pt x="11405" y="1"/>
                    <a:pt x="111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11" name="Google Shape;15411;p82"/>
          <p:cNvGrpSpPr/>
          <p:nvPr/>
        </p:nvGrpSpPr>
        <p:grpSpPr>
          <a:xfrm>
            <a:off x="1764941" y="4473175"/>
            <a:ext cx="432812" cy="499767"/>
            <a:chOff x="-39783425" y="2337925"/>
            <a:chExt cx="275700" cy="318350"/>
          </a:xfrm>
        </p:grpSpPr>
        <p:sp>
          <p:nvSpPr>
            <p:cNvPr id="15412" name="Google Shape;15412;p82"/>
            <p:cNvSpPr/>
            <p:nvPr/>
          </p:nvSpPr>
          <p:spPr>
            <a:xfrm>
              <a:off x="-39739325" y="2468600"/>
              <a:ext cx="194575" cy="148500"/>
            </a:xfrm>
            <a:custGeom>
              <a:avLst/>
              <a:gdLst/>
              <a:ahLst/>
              <a:cxnLst/>
              <a:rect l="l" t="t" r="r" b="b"/>
              <a:pathLst>
                <a:path w="7783" h="5940" extrusionOk="0">
                  <a:moveTo>
                    <a:pt x="6349" y="772"/>
                  </a:moveTo>
                  <a:cubicBezTo>
                    <a:pt x="6459" y="772"/>
                    <a:pt x="6570" y="812"/>
                    <a:pt x="6648" y="891"/>
                  </a:cubicBezTo>
                  <a:cubicBezTo>
                    <a:pt x="6711" y="954"/>
                    <a:pt x="6743" y="1017"/>
                    <a:pt x="6806" y="1080"/>
                  </a:cubicBezTo>
                  <a:cubicBezTo>
                    <a:pt x="6837" y="1300"/>
                    <a:pt x="6837" y="1458"/>
                    <a:pt x="6711" y="1552"/>
                  </a:cubicBezTo>
                  <a:lnTo>
                    <a:pt x="3340" y="4955"/>
                  </a:lnTo>
                  <a:cubicBezTo>
                    <a:pt x="3261" y="5033"/>
                    <a:pt x="3151" y="5073"/>
                    <a:pt x="3041" y="5073"/>
                  </a:cubicBezTo>
                  <a:cubicBezTo>
                    <a:pt x="2931" y="5073"/>
                    <a:pt x="2820" y="5033"/>
                    <a:pt x="2742" y="4955"/>
                  </a:cubicBezTo>
                  <a:lnTo>
                    <a:pt x="1040" y="3253"/>
                  </a:lnTo>
                  <a:cubicBezTo>
                    <a:pt x="883" y="3096"/>
                    <a:pt x="883" y="2812"/>
                    <a:pt x="1040" y="2655"/>
                  </a:cubicBezTo>
                  <a:lnTo>
                    <a:pt x="1135" y="2592"/>
                  </a:lnTo>
                  <a:cubicBezTo>
                    <a:pt x="1214" y="2513"/>
                    <a:pt x="1316" y="2474"/>
                    <a:pt x="1418" y="2474"/>
                  </a:cubicBezTo>
                  <a:cubicBezTo>
                    <a:pt x="1521" y="2474"/>
                    <a:pt x="1623" y="2513"/>
                    <a:pt x="1702" y="2592"/>
                  </a:cubicBezTo>
                  <a:lnTo>
                    <a:pt x="2742" y="3600"/>
                  </a:lnTo>
                  <a:cubicBezTo>
                    <a:pt x="2820" y="3679"/>
                    <a:pt x="2931" y="3718"/>
                    <a:pt x="3041" y="3718"/>
                  </a:cubicBezTo>
                  <a:cubicBezTo>
                    <a:pt x="3151" y="3718"/>
                    <a:pt x="3261" y="3679"/>
                    <a:pt x="3340" y="3600"/>
                  </a:cubicBezTo>
                  <a:lnTo>
                    <a:pt x="6050" y="891"/>
                  </a:lnTo>
                  <a:cubicBezTo>
                    <a:pt x="6128" y="812"/>
                    <a:pt x="6239" y="772"/>
                    <a:pt x="6349" y="772"/>
                  </a:cubicBezTo>
                  <a:close/>
                  <a:moveTo>
                    <a:pt x="6369" y="1"/>
                  </a:moveTo>
                  <a:cubicBezTo>
                    <a:pt x="6050" y="1"/>
                    <a:pt x="5719" y="119"/>
                    <a:pt x="5451" y="355"/>
                  </a:cubicBezTo>
                  <a:lnTo>
                    <a:pt x="3025" y="2781"/>
                  </a:lnTo>
                  <a:lnTo>
                    <a:pt x="2269" y="2025"/>
                  </a:lnTo>
                  <a:cubicBezTo>
                    <a:pt x="2040" y="1796"/>
                    <a:pt x="1742" y="1663"/>
                    <a:pt x="1421" y="1663"/>
                  </a:cubicBezTo>
                  <a:cubicBezTo>
                    <a:pt x="1256" y="1663"/>
                    <a:pt x="1085" y="1698"/>
                    <a:pt x="914" y="1773"/>
                  </a:cubicBezTo>
                  <a:cubicBezTo>
                    <a:pt x="694" y="1867"/>
                    <a:pt x="536" y="1993"/>
                    <a:pt x="473" y="2119"/>
                  </a:cubicBezTo>
                  <a:cubicBezTo>
                    <a:pt x="1" y="2592"/>
                    <a:pt x="1" y="3379"/>
                    <a:pt x="473" y="3883"/>
                  </a:cubicBezTo>
                  <a:lnTo>
                    <a:pt x="2143" y="5585"/>
                  </a:lnTo>
                  <a:cubicBezTo>
                    <a:pt x="2379" y="5821"/>
                    <a:pt x="2694" y="5939"/>
                    <a:pt x="3017" y="5939"/>
                  </a:cubicBezTo>
                  <a:cubicBezTo>
                    <a:pt x="3340" y="5939"/>
                    <a:pt x="3671" y="5821"/>
                    <a:pt x="3939" y="5585"/>
                  </a:cubicBezTo>
                  <a:lnTo>
                    <a:pt x="7310" y="2182"/>
                  </a:lnTo>
                  <a:cubicBezTo>
                    <a:pt x="7656" y="1836"/>
                    <a:pt x="7782" y="1300"/>
                    <a:pt x="7593" y="859"/>
                  </a:cubicBezTo>
                  <a:cubicBezTo>
                    <a:pt x="7467" y="575"/>
                    <a:pt x="7310" y="418"/>
                    <a:pt x="7215" y="355"/>
                  </a:cubicBezTo>
                  <a:cubicBezTo>
                    <a:pt x="6995" y="119"/>
                    <a:pt x="6688" y="1"/>
                    <a:pt x="63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3" name="Google Shape;15413;p82"/>
            <p:cNvSpPr/>
            <p:nvPr/>
          </p:nvSpPr>
          <p:spPr>
            <a:xfrm>
              <a:off x="-39783425" y="2337925"/>
              <a:ext cx="275700" cy="318350"/>
            </a:xfrm>
            <a:custGeom>
              <a:avLst/>
              <a:gdLst/>
              <a:ahLst/>
              <a:cxnLst/>
              <a:rect l="l" t="t" r="r" b="b"/>
              <a:pathLst>
                <a:path w="11028" h="12734" extrusionOk="0">
                  <a:moveTo>
                    <a:pt x="5608" y="793"/>
                  </a:moveTo>
                  <a:cubicBezTo>
                    <a:pt x="5829" y="793"/>
                    <a:pt x="5986" y="1014"/>
                    <a:pt x="6049" y="1234"/>
                  </a:cubicBezTo>
                  <a:cubicBezTo>
                    <a:pt x="6049" y="1486"/>
                    <a:pt x="6238" y="1644"/>
                    <a:pt x="6459" y="1644"/>
                  </a:cubicBezTo>
                  <a:lnTo>
                    <a:pt x="8129" y="1644"/>
                  </a:lnTo>
                  <a:cubicBezTo>
                    <a:pt x="8349" y="1644"/>
                    <a:pt x="8507" y="1833"/>
                    <a:pt x="8570" y="2053"/>
                  </a:cubicBezTo>
                  <a:lnTo>
                    <a:pt x="8570" y="2494"/>
                  </a:lnTo>
                  <a:lnTo>
                    <a:pt x="2773" y="2494"/>
                  </a:lnTo>
                  <a:lnTo>
                    <a:pt x="2773" y="2116"/>
                  </a:lnTo>
                  <a:lnTo>
                    <a:pt x="2741" y="2116"/>
                  </a:lnTo>
                  <a:cubicBezTo>
                    <a:pt x="2741" y="1864"/>
                    <a:pt x="2930" y="1707"/>
                    <a:pt x="3119" y="1675"/>
                  </a:cubicBezTo>
                  <a:lnTo>
                    <a:pt x="4789" y="1675"/>
                  </a:lnTo>
                  <a:cubicBezTo>
                    <a:pt x="5010" y="1675"/>
                    <a:pt x="5167" y="1486"/>
                    <a:pt x="5167" y="1234"/>
                  </a:cubicBezTo>
                  <a:cubicBezTo>
                    <a:pt x="5167" y="1014"/>
                    <a:pt x="5356" y="856"/>
                    <a:pt x="5608" y="793"/>
                  </a:cubicBezTo>
                  <a:close/>
                  <a:moveTo>
                    <a:pt x="10177" y="2494"/>
                  </a:moveTo>
                  <a:lnTo>
                    <a:pt x="10177" y="11883"/>
                  </a:lnTo>
                  <a:lnTo>
                    <a:pt x="788" y="11883"/>
                  </a:lnTo>
                  <a:lnTo>
                    <a:pt x="788" y="2494"/>
                  </a:lnTo>
                  <a:lnTo>
                    <a:pt x="1891" y="2494"/>
                  </a:lnTo>
                  <a:lnTo>
                    <a:pt x="1891" y="2904"/>
                  </a:lnTo>
                  <a:cubicBezTo>
                    <a:pt x="1891" y="3125"/>
                    <a:pt x="2111" y="3314"/>
                    <a:pt x="2332" y="3314"/>
                  </a:cubicBezTo>
                  <a:lnTo>
                    <a:pt x="8948" y="3314"/>
                  </a:lnTo>
                  <a:cubicBezTo>
                    <a:pt x="9200" y="3314"/>
                    <a:pt x="9357" y="3125"/>
                    <a:pt x="9357" y="2904"/>
                  </a:cubicBezTo>
                  <a:lnTo>
                    <a:pt x="9357" y="2494"/>
                  </a:lnTo>
                  <a:close/>
                  <a:moveTo>
                    <a:pt x="5615" y="1"/>
                  </a:moveTo>
                  <a:cubicBezTo>
                    <a:pt x="5456" y="1"/>
                    <a:pt x="5293" y="33"/>
                    <a:pt x="5136" y="100"/>
                  </a:cubicBezTo>
                  <a:cubicBezTo>
                    <a:pt x="4821" y="226"/>
                    <a:pt x="4537" y="478"/>
                    <a:pt x="4474" y="856"/>
                  </a:cubicBezTo>
                  <a:lnTo>
                    <a:pt x="3151" y="856"/>
                  </a:lnTo>
                  <a:cubicBezTo>
                    <a:pt x="2647" y="856"/>
                    <a:pt x="2174" y="1203"/>
                    <a:pt x="1985" y="1675"/>
                  </a:cubicBezTo>
                  <a:lnTo>
                    <a:pt x="410" y="1675"/>
                  </a:lnTo>
                  <a:cubicBezTo>
                    <a:pt x="158" y="1675"/>
                    <a:pt x="0" y="1864"/>
                    <a:pt x="0" y="2116"/>
                  </a:cubicBezTo>
                  <a:lnTo>
                    <a:pt x="0" y="12292"/>
                  </a:lnTo>
                  <a:cubicBezTo>
                    <a:pt x="0" y="12544"/>
                    <a:pt x="221" y="12734"/>
                    <a:pt x="410" y="12734"/>
                  </a:cubicBezTo>
                  <a:lnTo>
                    <a:pt x="10618" y="12734"/>
                  </a:lnTo>
                  <a:cubicBezTo>
                    <a:pt x="10838" y="12734"/>
                    <a:pt x="11027" y="12544"/>
                    <a:pt x="11027" y="12292"/>
                  </a:cubicBezTo>
                  <a:lnTo>
                    <a:pt x="11027" y="2116"/>
                  </a:lnTo>
                  <a:cubicBezTo>
                    <a:pt x="10996" y="1864"/>
                    <a:pt x="10807" y="1675"/>
                    <a:pt x="10555" y="1675"/>
                  </a:cubicBezTo>
                  <a:lnTo>
                    <a:pt x="9263" y="1675"/>
                  </a:lnTo>
                  <a:cubicBezTo>
                    <a:pt x="9105" y="1203"/>
                    <a:pt x="8633" y="856"/>
                    <a:pt x="8097" y="856"/>
                  </a:cubicBezTo>
                  <a:lnTo>
                    <a:pt x="6774" y="856"/>
                  </a:lnTo>
                  <a:cubicBezTo>
                    <a:pt x="6606" y="328"/>
                    <a:pt x="6127" y="1"/>
                    <a:pt x="56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14" name="Google Shape;15414;p82"/>
          <p:cNvSpPr/>
          <p:nvPr/>
        </p:nvSpPr>
        <p:spPr>
          <a:xfrm>
            <a:off x="1728578" y="5069745"/>
            <a:ext cx="495881" cy="497687"/>
          </a:xfrm>
          <a:custGeom>
            <a:avLst/>
            <a:gdLst/>
            <a:ahLst/>
            <a:cxnLst/>
            <a:rect l="l" t="t" r="r" b="b"/>
            <a:pathLst>
              <a:path w="12635" h="12681" extrusionOk="0">
                <a:moveTo>
                  <a:pt x="2017" y="865"/>
                </a:moveTo>
                <a:lnTo>
                  <a:pt x="3624" y="1275"/>
                </a:lnTo>
                <a:cubicBezTo>
                  <a:pt x="3655" y="1370"/>
                  <a:pt x="2679" y="4961"/>
                  <a:pt x="2679" y="4961"/>
                </a:cubicBezTo>
                <a:lnTo>
                  <a:pt x="2553" y="5339"/>
                </a:lnTo>
                <a:lnTo>
                  <a:pt x="946" y="4898"/>
                </a:lnTo>
                <a:lnTo>
                  <a:pt x="2017" y="865"/>
                </a:lnTo>
                <a:close/>
                <a:moveTo>
                  <a:pt x="10460" y="4867"/>
                </a:moveTo>
                <a:lnTo>
                  <a:pt x="11689" y="5182"/>
                </a:lnTo>
                <a:lnTo>
                  <a:pt x="11469" y="6001"/>
                </a:lnTo>
                <a:lnTo>
                  <a:pt x="10240" y="5686"/>
                </a:lnTo>
                <a:lnTo>
                  <a:pt x="10460" y="4867"/>
                </a:lnTo>
                <a:close/>
                <a:moveTo>
                  <a:pt x="4159" y="2346"/>
                </a:moveTo>
                <a:lnTo>
                  <a:pt x="9799" y="3858"/>
                </a:lnTo>
                <a:lnTo>
                  <a:pt x="9200" y="6284"/>
                </a:lnTo>
                <a:lnTo>
                  <a:pt x="8381" y="6064"/>
                </a:lnTo>
                <a:cubicBezTo>
                  <a:pt x="8413" y="5465"/>
                  <a:pt x="8161" y="4867"/>
                  <a:pt x="7625" y="4552"/>
                </a:cubicBezTo>
                <a:cubicBezTo>
                  <a:pt x="7341" y="4366"/>
                  <a:pt x="7014" y="4275"/>
                  <a:pt x="6691" y="4275"/>
                </a:cubicBezTo>
                <a:cubicBezTo>
                  <a:pt x="6084" y="4275"/>
                  <a:pt x="5487" y="4596"/>
                  <a:pt x="5199" y="5213"/>
                </a:cubicBezTo>
                <a:cubicBezTo>
                  <a:pt x="4601" y="5056"/>
                  <a:pt x="3529" y="4804"/>
                  <a:pt x="3529" y="4804"/>
                </a:cubicBezTo>
                <a:cubicBezTo>
                  <a:pt x="3624" y="4552"/>
                  <a:pt x="4128" y="2630"/>
                  <a:pt x="4159" y="2346"/>
                </a:cubicBezTo>
                <a:close/>
                <a:moveTo>
                  <a:pt x="6746" y="5106"/>
                </a:moveTo>
                <a:cubicBezTo>
                  <a:pt x="7102" y="5106"/>
                  <a:pt x="7435" y="5355"/>
                  <a:pt x="7562" y="5686"/>
                </a:cubicBezTo>
                <a:cubicBezTo>
                  <a:pt x="7594" y="5906"/>
                  <a:pt x="7594" y="6095"/>
                  <a:pt x="7531" y="6284"/>
                </a:cubicBezTo>
                <a:cubicBezTo>
                  <a:pt x="7368" y="6610"/>
                  <a:pt x="7067" y="6798"/>
                  <a:pt x="6756" y="6798"/>
                </a:cubicBezTo>
                <a:cubicBezTo>
                  <a:pt x="6646" y="6798"/>
                  <a:pt x="6535" y="6775"/>
                  <a:pt x="6428" y="6725"/>
                </a:cubicBezTo>
                <a:cubicBezTo>
                  <a:pt x="6176" y="6631"/>
                  <a:pt x="6018" y="6442"/>
                  <a:pt x="5955" y="6221"/>
                </a:cubicBezTo>
                <a:cubicBezTo>
                  <a:pt x="5798" y="5749"/>
                  <a:pt x="6050" y="5276"/>
                  <a:pt x="6491" y="5150"/>
                </a:cubicBezTo>
                <a:cubicBezTo>
                  <a:pt x="6575" y="5120"/>
                  <a:pt x="6661" y="5106"/>
                  <a:pt x="6746" y="5106"/>
                </a:cubicBezTo>
                <a:close/>
                <a:moveTo>
                  <a:pt x="7531" y="7387"/>
                </a:moveTo>
                <a:lnTo>
                  <a:pt x="8476" y="9277"/>
                </a:lnTo>
                <a:lnTo>
                  <a:pt x="4947" y="9277"/>
                </a:lnTo>
                <a:lnTo>
                  <a:pt x="5955" y="7387"/>
                </a:lnTo>
                <a:cubicBezTo>
                  <a:pt x="6192" y="7529"/>
                  <a:pt x="6451" y="7600"/>
                  <a:pt x="6719" y="7600"/>
                </a:cubicBezTo>
                <a:cubicBezTo>
                  <a:pt x="6987" y="7600"/>
                  <a:pt x="7263" y="7529"/>
                  <a:pt x="7531" y="7387"/>
                </a:cubicBezTo>
                <a:close/>
                <a:moveTo>
                  <a:pt x="1791" y="1"/>
                </a:moveTo>
                <a:cubicBezTo>
                  <a:pt x="1607" y="1"/>
                  <a:pt x="1440" y="138"/>
                  <a:pt x="1387" y="298"/>
                </a:cubicBezTo>
                <a:lnTo>
                  <a:pt x="95" y="5150"/>
                </a:lnTo>
                <a:cubicBezTo>
                  <a:pt x="1" y="5371"/>
                  <a:pt x="158" y="5591"/>
                  <a:pt x="347" y="5654"/>
                </a:cubicBezTo>
                <a:lnTo>
                  <a:pt x="2742" y="6284"/>
                </a:lnTo>
                <a:cubicBezTo>
                  <a:pt x="2773" y="6288"/>
                  <a:pt x="2804" y="6290"/>
                  <a:pt x="2833" y="6290"/>
                </a:cubicBezTo>
                <a:cubicBezTo>
                  <a:pt x="3040" y="6290"/>
                  <a:pt x="3195" y="6194"/>
                  <a:pt x="3277" y="6001"/>
                </a:cubicBezTo>
                <a:lnTo>
                  <a:pt x="3403" y="5623"/>
                </a:lnTo>
                <a:lnTo>
                  <a:pt x="5073" y="6095"/>
                </a:lnTo>
                <a:cubicBezTo>
                  <a:pt x="5073" y="6379"/>
                  <a:pt x="5199" y="6631"/>
                  <a:pt x="5325" y="6883"/>
                </a:cubicBezTo>
                <a:lnTo>
                  <a:pt x="2616" y="12081"/>
                </a:lnTo>
                <a:cubicBezTo>
                  <a:pt x="2490" y="12270"/>
                  <a:pt x="2553" y="12522"/>
                  <a:pt x="2773" y="12617"/>
                </a:cubicBezTo>
                <a:cubicBezTo>
                  <a:pt x="2838" y="12660"/>
                  <a:pt x="2907" y="12681"/>
                  <a:pt x="2974" y="12681"/>
                </a:cubicBezTo>
                <a:cubicBezTo>
                  <a:pt x="3103" y="12681"/>
                  <a:pt x="3226" y="12604"/>
                  <a:pt x="3309" y="12459"/>
                </a:cubicBezTo>
                <a:lnTo>
                  <a:pt x="4538" y="10191"/>
                </a:lnTo>
                <a:cubicBezTo>
                  <a:pt x="4559" y="10201"/>
                  <a:pt x="4538" y="10205"/>
                  <a:pt x="4668" y="10205"/>
                </a:cubicBezTo>
                <a:cubicBezTo>
                  <a:pt x="4930" y="10205"/>
                  <a:pt x="5798" y="10191"/>
                  <a:pt x="8822" y="10191"/>
                </a:cubicBezTo>
                <a:lnTo>
                  <a:pt x="8917" y="10191"/>
                </a:lnTo>
                <a:lnTo>
                  <a:pt x="10082" y="12459"/>
                </a:lnTo>
                <a:cubicBezTo>
                  <a:pt x="10165" y="12604"/>
                  <a:pt x="10289" y="12681"/>
                  <a:pt x="10426" y="12681"/>
                </a:cubicBezTo>
                <a:cubicBezTo>
                  <a:pt x="10498" y="12681"/>
                  <a:pt x="10574" y="12660"/>
                  <a:pt x="10650" y="12617"/>
                </a:cubicBezTo>
                <a:cubicBezTo>
                  <a:pt x="10839" y="12522"/>
                  <a:pt x="10902" y="12270"/>
                  <a:pt x="10807" y="12081"/>
                </a:cubicBezTo>
                <a:lnTo>
                  <a:pt x="8129" y="6914"/>
                </a:lnTo>
                <a:lnTo>
                  <a:pt x="9389" y="7261"/>
                </a:lnTo>
                <a:cubicBezTo>
                  <a:pt x="9428" y="7272"/>
                  <a:pt x="9466" y="7277"/>
                  <a:pt x="9503" y="7277"/>
                </a:cubicBezTo>
                <a:cubicBezTo>
                  <a:pt x="9674" y="7277"/>
                  <a:pt x="9816" y="7164"/>
                  <a:pt x="9893" y="7009"/>
                </a:cubicBezTo>
                <a:lnTo>
                  <a:pt x="10019" y="6599"/>
                </a:lnTo>
                <a:lnTo>
                  <a:pt x="11626" y="7040"/>
                </a:lnTo>
                <a:cubicBezTo>
                  <a:pt x="11660" y="7050"/>
                  <a:pt x="11694" y="7055"/>
                  <a:pt x="11727" y="7055"/>
                </a:cubicBezTo>
                <a:cubicBezTo>
                  <a:pt x="11910" y="7055"/>
                  <a:pt x="12077" y="6917"/>
                  <a:pt x="12130" y="6757"/>
                </a:cubicBezTo>
                <a:lnTo>
                  <a:pt x="12571" y="5150"/>
                </a:lnTo>
                <a:cubicBezTo>
                  <a:pt x="12634" y="4804"/>
                  <a:pt x="12508" y="4583"/>
                  <a:pt x="12288" y="4520"/>
                </a:cubicBezTo>
                <a:lnTo>
                  <a:pt x="10681" y="4079"/>
                </a:lnTo>
                <a:lnTo>
                  <a:pt x="10776" y="3701"/>
                </a:lnTo>
                <a:cubicBezTo>
                  <a:pt x="10839" y="3449"/>
                  <a:pt x="10713" y="3260"/>
                  <a:pt x="10523" y="3165"/>
                </a:cubicBezTo>
                <a:lnTo>
                  <a:pt x="4443" y="1559"/>
                </a:lnTo>
                <a:lnTo>
                  <a:pt x="4569" y="1181"/>
                </a:lnTo>
                <a:cubicBezTo>
                  <a:pt x="4601" y="928"/>
                  <a:pt x="4506" y="739"/>
                  <a:pt x="4285" y="645"/>
                </a:cubicBezTo>
                <a:lnTo>
                  <a:pt x="1891" y="15"/>
                </a:lnTo>
                <a:cubicBezTo>
                  <a:pt x="1857" y="5"/>
                  <a:pt x="1824" y="1"/>
                  <a:pt x="17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15" name="Google Shape;15415;p82"/>
          <p:cNvGrpSpPr/>
          <p:nvPr/>
        </p:nvGrpSpPr>
        <p:grpSpPr>
          <a:xfrm>
            <a:off x="4653771" y="3838452"/>
            <a:ext cx="511933" cy="496824"/>
            <a:chOff x="-37956150" y="1948175"/>
            <a:chExt cx="326100" cy="316475"/>
          </a:xfrm>
        </p:grpSpPr>
        <p:sp>
          <p:nvSpPr>
            <p:cNvPr id="15416" name="Google Shape;15416;p82"/>
            <p:cNvSpPr/>
            <p:nvPr/>
          </p:nvSpPr>
          <p:spPr>
            <a:xfrm>
              <a:off x="-37956150" y="1948175"/>
              <a:ext cx="326100" cy="316475"/>
            </a:xfrm>
            <a:custGeom>
              <a:avLst/>
              <a:gdLst/>
              <a:ahLst/>
              <a:cxnLst/>
              <a:rect l="l" t="t" r="r" b="b"/>
              <a:pathLst>
                <a:path w="13044" h="12659" extrusionOk="0">
                  <a:moveTo>
                    <a:pt x="11627" y="844"/>
                  </a:moveTo>
                  <a:cubicBezTo>
                    <a:pt x="11847" y="844"/>
                    <a:pt x="12067" y="993"/>
                    <a:pt x="12067" y="1229"/>
                  </a:cubicBezTo>
                  <a:cubicBezTo>
                    <a:pt x="12067" y="1355"/>
                    <a:pt x="12036" y="1418"/>
                    <a:pt x="11941" y="1513"/>
                  </a:cubicBezTo>
                  <a:lnTo>
                    <a:pt x="9106" y="4254"/>
                  </a:lnTo>
                  <a:cubicBezTo>
                    <a:pt x="8948" y="4065"/>
                    <a:pt x="8759" y="3876"/>
                    <a:pt x="8507" y="3687"/>
                  </a:cubicBezTo>
                  <a:cubicBezTo>
                    <a:pt x="9358" y="2899"/>
                    <a:pt x="11343" y="946"/>
                    <a:pt x="11343" y="946"/>
                  </a:cubicBezTo>
                  <a:cubicBezTo>
                    <a:pt x="11423" y="876"/>
                    <a:pt x="11525" y="844"/>
                    <a:pt x="11627" y="844"/>
                  </a:cubicBezTo>
                  <a:close/>
                  <a:moveTo>
                    <a:pt x="3845" y="10712"/>
                  </a:moveTo>
                  <a:lnTo>
                    <a:pt x="4412" y="11311"/>
                  </a:lnTo>
                  <a:lnTo>
                    <a:pt x="4065" y="11657"/>
                  </a:lnTo>
                  <a:cubicBezTo>
                    <a:pt x="3986" y="11736"/>
                    <a:pt x="3876" y="11776"/>
                    <a:pt x="3766" y="11776"/>
                  </a:cubicBezTo>
                  <a:cubicBezTo>
                    <a:pt x="3656" y="11776"/>
                    <a:pt x="3545" y="11736"/>
                    <a:pt x="3467" y="11657"/>
                  </a:cubicBezTo>
                  <a:cubicBezTo>
                    <a:pt x="3309" y="11500"/>
                    <a:pt x="3309" y="11248"/>
                    <a:pt x="3467" y="11090"/>
                  </a:cubicBezTo>
                  <a:lnTo>
                    <a:pt x="3845" y="10712"/>
                  </a:lnTo>
                  <a:close/>
                  <a:moveTo>
                    <a:pt x="6222" y="3658"/>
                  </a:moveTo>
                  <a:cubicBezTo>
                    <a:pt x="6719" y="3658"/>
                    <a:pt x="7224" y="3789"/>
                    <a:pt x="7688" y="4065"/>
                  </a:cubicBezTo>
                  <a:cubicBezTo>
                    <a:pt x="8035" y="4254"/>
                    <a:pt x="8350" y="4569"/>
                    <a:pt x="8602" y="4884"/>
                  </a:cubicBezTo>
                  <a:cubicBezTo>
                    <a:pt x="9389" y="6207"/>
                    <a:pt x="9106" y="7782"/>
                    <a:pt x="8129" y="8759"/>
                  </a:cubicBezTo>
                  <a:lnTo>
                    <a:pt x="7027" y="9862"/>
                  </a:lnTo>
                  <a:cubicBezTo>
                    <a:pt x="6838" y="10051"/>
                    <a:pt x="6712" y="10334"/>
                    <a:pt x="6680" y="10649"/>
                  </a:cubicBezTo>
                  <a:cubicBezTo>
                    <a:pt x="6680" y="11027"/>
                    <a:pt x="6554" y="11468"/>
                    <a:pt x="6270" y="11752"/>
                  </a:cubicBezTo>
                  <a:cubicBezTo>
                    <a:pt x="6255" y="11768"/>
                    <a:pt x="6215" y="11776"/>
                    <a:pt x="6176" y="11776"/>
                  </a:cubicBezTo>
                  <a:cubicBezTo>
                    <a:pt x="6137" y="11776"/>
                    <a:pt x="6097" y="11768"/>
                    <a:pt x="6081" y="11752"/>
                  </a:cubicBezTo>
                  <a:cubicBezTo>
                    <a:pt x="726" y="6396"/>
                    <a:pt x="1009" y="6680"/>
                    <a:pt x="1009" y="6617"/>
                  </a:cubicBezTo>
                  <a:lnTo>
                    <a:pt x="1009" y="6522"/>
                  </a:lnTo>
                  <a:cubicBezTo>
                    <a:pt x="1009" y="6459"/>
                    <a:pt x="1041" y="6459"/>
                    <a:pt x="1041" y="6459"/>
                  </a:cubicBezTo>
                  <a:cubicBezTo>
                    <a:pt x="1198" y="6302"/>
                    <a:pt x="1419" y="6207"/>
                    <a:pt x="1671" y="6113"/>
                  </a:cubicBezTo>
                  <a:cubicBezTo>
                    <a:pt x="2049" y="5987"/>
                    <a:pt x="2269" y="6081"/>
                    <a:pt x="2616" y="5955"/>
                  </a:cubicBezTo>
                  <a:cubicBezTo>
                    <a:pt x="2773" y="5892"/>
                    <a:pt x="2899" y="5798"/>
                    <a:pt x="2994" y="5672"/>
                  </a:cubicBezTo>
                  <a:lnTo>
                    <a:pt x="4191" y="4506"/>
                  </a:lnTo>
                  <a:cubicBezTo>
                    <a:pt x="4741" y="3956"/>
                    <a:pt x="5473" y="3658"/>
                    <a:pt x="6222" y="3658"/>
                  </a:cubicBezTo>
                  <a:close/>
                  <a:moveTo>
                    <a:pt x="11637" y="1"/>
                  </a:moveTo>
                  <a:cubicBezTo>
                    <a:pt x="11322" y="1"/>
                    <a:pt x="11007" y="127"/>
                    <a:pt x="10776" y="379"/>
                  </a:cubicBezTo>
                  <a:lnTo>
                    <a:pt x="7814" y="3277"/>
                  </a:lnTo>
                  <a:cubicBezTo>
                    <a:pt x="7301" y="3032"/>
                    <a:pt x="6741" y="2908"/>
                    <a:pt x="6181" y="2908"/>
                  </a:cubicBezTo>
                  <a:cubicBezTo>
                    <a:pt x="5227" y="2908"/>
                    <a:pt x="4275" y="3268"/>
                    <a:pt x="3561" y="4002"/>
                  </a:cubicBezTo>
                  <a:lnTo>
                    <a:pt x="2364" y="5167"/>
                  </a:lnTo>
                  <a:cubicBezTo>
                    <a:pt x="2301" y="5262"/>
                    <a:pt x="2175" y="5294"/>
                    <a:pt x="2049" y="5294"/>
                  </a:cubicBezTo>
                  <a:cubicBezTo>
                    <a:pt x="915" y="5325"/>
                    <a:pt x="474" y="5924"/>
                    <a:pt x="411" y="5955"/>
                  </a:cubicBezTo>
                  <a:cubicBezTo>
                    <a:pt x="1" y="6365"/>
                    <a:pt x="64" y="6932"/>
                    <a:pt x="411" y="7341"/>
                  </a:cubicBezTo>
                  <a:lnTo>
                    <a:pt x="3246" y="10177"/>
                  </a:lnTo>
                  <a:lnTo>
                    <a:pt x="2836" y="10555"/>
                  </a:lnTo>
                  <a:cubicBezTo>
                    <a:pt x="2206" y="11185"/>
                    <a:pt x="2458" y="12256"/>
                    <a:pt x="3246" y="12571"/>
                  </a:cubicBezTo>
                  <a:cubicBezTo>
                    <a:pt x="3395" y="12631"/>
                    <a:pt x="3547" y="12659"/>
                    <a:pt x="3696" y="12659"/>
                  </a:cubicBezTo>
                  <a:cubicBezTo>
                    <a:pt x="4020" y="12659"/>
                    <a:pt x="4332" y="12525"/>
                    <a:pt x="4569" y="12288"/>
                  </a:cubicBezTo>
                  <a:lnTo>
                    <a:pt x="4979" y="11910"/>
                  </a:lnTo>
                  <a:lnTo>
                    <a:pt x="5451" y="12382"/>
                  </a:lnTo>
                  <a:cubicBezTo>
                    <a:pt x="5636" y="12567"/>
                    <a:pt x="5874" y="12654"/>
                    <a:pt x="6116" y="12654"/>
                  </a:cubicBezTo>
                  <a:cubicBezTo>
                    <a:pt x="6370" y="12654"/>
                    <a:pt x="6628" y="12559"/>
                    <a:pt x="6838" y="12382"/>
                  </a:cubicBezTo>
                  <a:cubicBezTo>
                    <a:pt x="7247" y="11941"/>
                    <a:pt x="7468" y="11342"/>
                    <a:pt x="7499" y="10712"/>
                  </a:cubicBezTo>
                  <a:cubicBezTo>
                    <a:pt x="7499" y="10649"/>
                    <a:pt x="7531" y="10523"/>
                    <a:pt x="7625" y="10460"/>
                  </a:cubicBezTo>
                  <a:lnTo>
                    <a:pt x="8728" y="9358"/>
                  </a:lnTo>
                  <a:cubicBezTo>
                    <a:pt x="9862" y="8192"/>
                    <a:pt x="10209" y="6428"/>
                    <a:pt x="9547" y="5010"/>
                  </a:cubicBezTo>
                  <a:lnTo>
                    <a:pt x="12540" y="2112"/>
                  </a:lnTo>
                  <a:cubicBezTo>
                    <a:pt x="12666" y="1986"/>
                    <a:pt x="12729" y="1828"/>
                    <a:pt x="12823" y="1670"/>
                  </a:cubicBezTo>
                  <a:cubicBezTo>
                    <a:pt x="13044" y="1072"/>
                    <a:pt x="12729" y="379"/>
                    <a:pt x="12099" y="95"/>
                  </a:cubicBezTo>
                  <a:cubicBezTo>
                    <a:pt x="11952" y="32"/>
                    <a:pt x="11794" y="1"/>
                    <a:pt x="116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7" name="Google Shape;15417;p82"/>
            <p:cNvSpPr/>
            <p:nvPr/>
          </p:nvSpPr>
          <p:spPr>
            <a:xfrm>
              <a:off x="-37729300" y="20545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8" name="Google Shape;15418;p82"/>
            <p:cNvSpPr/>
            <p:nvPr/>
          </p:nvSpPr>
          <p:spPr>
            <a:xfrm>
              <a:off x="-37839575" y="2058625"/>
              <a:ext cx="81950" cy="34300"/>
            </a:xfrm>
            <a:custGeom>
              <a:avLst/>
              <a:gdLst/>
              <a:ahLst/>
              <a:cxnLst/>
              <a:rect l="l" t="t" r="r" b="b"/>
              <a:pathLst>
                <a:path w="3278" h="1372" extrusionOk="0">
                  <a:moveTo>
                    <a:pt x="1497" y="0"/>
                  </a:moveTo>
                  <a:cubicBezTo>
                    <a:pt x="1030" y="0"/>
                    <a:pt x="577" y="150"/>
                    <a:pt x="221" y="434"/>
                  </a:cubicBezTo>
                  <a:cubicBezTo>
                    <a:pt x="32" y="623"/>
                    <a:pt x="1" y="876"/>
                    <a:pt x="158" y="1065"/>
                  </a:cubicBezTo>
                  <a:cubicBezTo>
                    <a:pt x="245" y="1151"/>
                    <a:pt x="350" y="1200"/>
                    <a:pt x="465" y="1200"/>
                  </a:cubicBezTo>
                  <a:cubicBezTo>
                    <a:pt x="558" y="1200"/>
                    <a:pt x="657" y="1167"/>
                    <a:pt x="757" y="1096"/>
                  </a:cubicBezTo>
                  <a:cubicBezTo>
                    <a:pt x="968" y="927"/>
                    <a:pt x="1241" y="840"/>
                    <a:pt x="1524" y="840"/>
                  </a:cubicBezTo>
                  <a:cubicBezTo>
                    <a:pt x="1876" y="840"/>
                    <a:pt x="2242" y="974"/>
                    <a:pt x="2521" y="1254"/>
                  </a:cubicBezTo>
                  <a:cubicBezTo>
                    <a:pt x="2600" y="1332"/>
                    <a:pt x="2710" y="1372"/>
                    <a:pt x="2820" y="1372"/>
                  </a:cubicBezTo>
                  <a:cubicBezTo>
                    <a:pt x="2931" y="1372"/>
                    <a:pt x="3041" y="1332"/>
                    <a:pt x="3120" y="1254"/>
                  </a:cubicBezTo>
                  <a:cubicBezTo>
                    <a:pt x="3277" y="1096"/>
                    <a:pt x="3277" y="844"/>
                    <a:pt x="3120" y="686"/>
                  </a:cubicBezTo>
                  <a:cubicBezTo>
                    <a:pt x="2653" y="220"/>
                    <a:pt x="2064" y="0"/>
                    <a:pt x="14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19" name="Google Shape;15419;p82"/>
          <p:cNvGrpSpPr/>
          <p:nvPr/>
        </p:nvGrpSpPr>
        <p:grpSpPr>
          <a:xfrm>
            <a:off x="4663796" y="4514790"/>
            <a:ext cx="500827" cy="324020"/>
            <a:chOff x="-37953000" y="2379000"/>
            <a:chExt cx="319025" cy="206400"/>
          </a:xfrm>
        </p:grpSpPr>
        <p:sp>
          <p:nvSpPr>
            <p:cNvPr id="15420" name="Google Shape;15420;p82"/>
            <p:cNvSpPr/>
            <p:nvPr/>
          </p:nvSpPr>
          <p:spPr>
            <a:xfrm>
              <a:off x="-37953000" y="2379000"/>
              <a:ext cx="319025" cy="206400"/>
            </a:xfrm>
            <a:custGeom>
              <a:avLst/>
              <a:gdLst/>
              <a:ahLst/>
              <a:cxnLst/>
              <a:rect l="l" t="t" r="r" b="b"/>
              <a:pathLst>
                <a:path w="12761" h="8256" extrusionOk="0">
                  <a:moveTo>
                    <a:pt x="11469" y="788"/>
                  </a:moveTo>
                  <a:cubicBezTo>
                    <a:pt x="11721" y="788"/>
                    <a:pt x="11878" y="977"/>
                    <a:pt x="11910" y="1198"/>
                  </a:cubicBezTo>
                  <a:lnTo>
                    <a:pt x="11910" y="6207"/>
                  </a:lnTo>
                  <a:lnTo>
                    <a:pt x="11847" y="6207"/>
                  </a:lnTo>
                  <a:cubicBezTo>
                    <a:pt x="11847" y="6396"/>
                    <a:pt x="11752" y="6554"/>
                    <a:pt x="11595" y="6617"/>
                  </a:cubicBezTo>
                  <a:cubicBezTo>
                    <a:pt x="11563" y="6627"/>
                    <a:pt x="11612" y="6631"/>
                    <a:pt x="11289" y="6631"/>
                  </a:cubicBezTo>
                  <a:cubicBezTo>
                    <a:pt x="10643" y="6631"/>
                    <a:pt x="8507" y="6617"/>
                    <a:pt x="1261" y="6617"/>
                  </a:cubicBezTo>
                  <a:cubicBezTo>
                    <a:pt x="1041" y="6617"/>
                    <a:pt x="883" y="6396"/>
                    <a:pt x="852" y="6176"/>
                  </a:cubicBezTo>
                  <a:lnTo>
                    <a:pt x="852" y="1198"/>
                  </a:lnTo>
                  <a:cubicBezTo>
                    <a:pt x="852" y="977"/>
                    <a:pt x="1041" y="820"/>
                    <a:pt x="1261" y="788"/>
                  </a:cubicBezTo>
                  <a:close/>
                  <a:moveTo>
                    <a:pt x="1261" y="1"/>
                  </a:moveTo>
                  <a:cubicBezTo>
                    <a:pt x="600" y="1"/>
                    <a:pt x="1" y="536"/>
                    <a:pt x="1" y="1198"/>
                  </a:cubicBezTo>
                  <a:lnTo>
                    <a:pt x="1" y="6176"/>
                  </a:lnTo>
                  <a:cubicBezTo>
                    <a:pt x="1" y="6711"/>
                    <a:pt x="348" y="7152"/>
                    <a:pt x="820" y="7341"/>
                  </a:cubicBezTo>
                  <a:lnTo>
                    <a:pt x="820" y="7814"/>
                  </a:lnTo>
                  <a:cubicBezTo>
                    <a:pt x="820" y="8066"/>
                    <a:pt x="1041" y="8255"/>
                    <a:pt x="1261" y="8255"/>
                  </a:cubicBezTo>
                  <a:lnTo>
                    <a:pt x="2931" y="8255"/>
                  </a:lnTo>
                  <a:cubicBezTo>
                    <a:pt x="3151" y="8255"/>
                    <a:pt x="3341" y="8066"/>
                    <a:pt x="3341" y="7814"/>
                  </a:cubicBezTo>
                  <a:lnTo>
                    <a:pt x="3341" y="7404"/>
                  </a:lnTo>
                  <a:lnTo>
                    <a:pt x="9421" y="7404"/>
                  </a:lnTo>
                  <a:lnTo>
                    <a:pt x="9421" y="7814"/>
                  </a:lnTo>
                  <a:cubicBezTo>
                    <a:pt x="9421" y="8066"/>
                    <a:pt x="9610" y="8255"/>
                    <a:pt x="9862" y="8255"/>
                  </a:cubicBezTo>
                  <a:lnTo>
                    <a:pt x="11500" y="8255"/>
                  </a:lnTo>
                  <a:cubicBezTo>
                    <a:pt x="11752" y="8255"/>
                    <a:pt x="11941" y="8066"/>
                    <a:pt x="11941" y="7814"/>
                  </a:cubicBezTo>
                  <a:lnTo>
                    <a:pt x="11941" y="7341"/>
                  </a:lnTo>
                  <a:cubicBezTo>
                    <a:pt x="12445" y="7184"/>
                    <a:pt x="12760" y="6711"/>
                    <a:pt x="12760" y="6176"/>
                  </a:cubicBezTo>
                  <a:lnTo>
                    <a:pt x="12760" y="1198"/>
                  </a:lnTo>
                  <a:cubicBezTo>
                    <a:pt x="12697" y="536"/>
                    <a:pt x="12130" y="1"/>
                    <a:pt x="114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1" name="Google Shape;15421;p82"/>
            <p:cNvSpPr/>
            <p:nvPr/>
          </p:nvSpPr>
          <p:spPr>
            <a:xfrm>
              <a:off x="-37780500" y="2419975"/>
              <a:ext cx="110300" cy="104075"/>
            </a:xfrm>
            <a:custGeom>
              <a:avLst/>
              <a:gdLst/>
              <a:ahLst/>
              <a:cxnLst/>
              <a:rect l="l" t="t" r="r" b="b"/>
              <a:pathLst>
                <a:path w="4412" h="4163" extrusionOk="0">
                  <a:moveTo>
                    <a:pt x="2043" y="804"/>
                  </a:moveTo>
                  <a:cubicBezTo>
                    <a:pt x="2447" y="804"/>
                    <a:pt x="2859" y="1006"/>
                    <a:pt x="3120" y="1386"/>
                  </a:cubicBezTo>
                  <a:cubicBezTo>
                    <a:pt x="3466" y="1922"/>
                    <a:pt x="3340" y="2709"/>
                    <a:pt x="2742" y="3119"/>
                  </a:cubicBezTo>
                  <a:cubicBezTo>
                    <a:pt x="2544" y="3259"/>
                    <a:pt x="2312" y="3325"/>
                    <a:pt x="2077" y="3325"/>
                  </a:cubicBezTo>
                  <a:cubicBezTo>
                    <a:pt x="1676" y="3325"/>
                    <a:pt x="1267" y="3130"/>
                    <a:pt x="1009" y="2773"/>
                  </a:cubicBezTo>
                  <a:cubicBezTo>
                    <a:pt x="631" y="2205"/>
                    <a:pt x="788" y="1418"/>
                    <a:pt x="1387" y="1008"/>
                  </a:cubicBezTo>
                  <a:cubicBezTo>
                    <a:pt x="1582" y="870"/>
                    <a:pt x="1811" y="804"/>
                    <a:pt x="2043" y="804"/>
                  </a:cubicBezTo>
                  <a:close/>
                  <a:moveTo>
                    <a:pt x="2080" y="0"/>
                  </a:moveTo>
                  <a:cubicBezTo>
                    <a:pt x="946" y="0"/>
                    <a:pt x="1" y="945"/>
                    <a:pt x="1" y="2079"/>
                  </a:cubicBezTo>
                  <a:cubicBezTo>
                    <a:pt x="1" y="2993"/>
                    <a:pt x="599" y="3781"/>
                    <a:pt x="1450" y="4064"/>
                  </a:cubicBezTo>
                  <a:cubicBezTo>
                    <a:pt x="1647" y="4130"/>
                    <a:pt x="1849" y="4163"/>
                    <a:pt x="2050" y="4163"/>
                  </a:cubicBezTo>
                  <a:cubicBezTo>
                    <a:pt x="2332" y="4163"/>
                    <a:pt x="2610" y="4098"/>
                    <a:pt x="2868" y="3970"/>
                  </a:cubicBezTo>
                  <a:cubicBezTo>
                    <a:pt x="3939" y="3560"/>
                    <a:pt x="4411" y="2331"/>
                    <a:pt x="3970" y="1260"/>
                  </a:cubicBezTo>
                  <a:cubicBezTo>
                    <a:pt x="3655" y="504"/>
                    <a:pt x="2899"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2" name="Google Shape;15422;p82"/>
            <p:cNvSpPr/>
            <p:nvPr/>
          </p:nvSpPr>
          <p:spPr>
            <a:xfrm>
              <a:off x="-37910450" y="2419975"/>
              <a:ext cx="103200" cy="21275"/>
            </a:xfrm>
            <a:custGeom>
              <a:avLst/>
              <a:gdLst/>
              <a:ahLst/>
              <a:cxnLst/>
              <a:rect l="l" t="t" r="r" b="b"/>
              <a:pathLst>
                <a:path w="4128" h="851" extrusionOk="0">
                  <a:moveTo>
                    <a:pt x="378" y="0"/>
                  </a:moveTo>
                  <a:cubicBezTo>
                    <a:pt x="158" y="0"/>
                    <a:pt x="0" y="189"/>
                    <a:pt x="0" y="441"/>
                  </a:cubicBezTo>
                  <a:cubicBezTo>
                    <a:pt x="0" y="662"/>
                    <a:pt x="189" y="851"/>
                    <a:pt x="378" y="851"/>
                  </a:cubicBezTo>
                  <a:lnTo>
                    <a:pt x="3686" y="851"/>
                  </a:lnTo>
                  <a:cubicBezTo>
                    <a:pt x="3938" y="851"/>
                    <a:pt x="4127" y="662"/>
                    <a:pt x="4127" y="441"/>
                  </a:cubicBezTo>
                  <a:cubicBezTo>
                    <a:pt x="4096" y="189"/>
                    <a:pt x="3907" y="0"/>
                    <a:pt x="36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3" name="Google Shape;15423;p82"/>
            <p:cNvSpPr/>
            <p:nvPr/>
          </p:nvSpPr>
          <p:spPr>
            <a:xfrm>
              <a:off x="-37910450" y="2461700"/>
              <a:ext cx="103200" cy="21300"/>
            </a:xfrm>
            <a:custGeom>
              <a:avLst/>
              <a:gdLst/>
              <a:ahLst/>
              <a:cxnLst/>
              <a:rect l="l" t="t" r="r" b="b"/>
              <a:pathLst>
                <a:path w="4128" h="852" extrusionOk="0">
                  <a:moveTo>
                    <a:pt x="378" y="1"/>
                  </a:moveTo>
                  <a:cubicBezTo>
                    <a:pt x="158" y="1"/>
                    <a:pt x="0" y="190"/>
                    <a:pt x="0" y="410"/>
                  </a:cubicBezTo>
                  <a:cubicBezTo>
                    <a:pt x="0" y="662"/>
                    <a:pt x="189" y="851"/>
                    <a:pt x="378" y="851"/>
                  </a:cubicBezTo>
                  <a:lnTo>
                    <a:pt x="3686" y="851"/>
                  </a:lnTo>
                  <a:cubicBezTo>
                    <a:pt x="3938" y="851"/>
                    <a:pt x="4127" y="662"/>
                    <a:pt x="4127" y="410"/>
                  </a:cubicBezTo>
                  <a:cubicBezTo>
                    <a:pt x="4127" y="190"/>
                    <a:pt x="3907" y="1"/>
                    <a:pt x="36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4" name="Google Shape;15424;p82"/>
            <p:cNvSpPr/>
            <p:nvPr/>
          </p:nvSpPr>
          <p:spPr>
            <a:xfrm>
              <a:off x="-37910450" y="2502675"/>
              <a:ext cx="103200" cy="22075"/>
            </a:xfrm>
            <a:custGeom>
              <a:avLst/>
              <a:gdLst/>
              <a:ahLst/>
              <a:cxnLst/>
              <a:rect l="l" t="t" r="r" b="b"/>
              <a:pathLst>
                <a:path w="4128" h="883" extrusionOk="0">
                  <a:moveTo>
                    <a:pt x="378" y="0"/>
                  </a:moveTo>
                  <a:cubicBezTo>
                    <a:pt x="158" y="0"/>
                    <a:pt x="0" y="189"/>
                    <a:pt x="0" y="441"/>
                  </a:cubicBezTo>
                  <a:cubicBezTo>
                    <a:pt x="0" y="662"/>
                    <a:pt x="189" y="882"/>
                    <a:pt x="378" y="882"/>
                  </a:cubicBezTo>
                  <a:lnTo>
                    <a:pt x="3686" y="882"/>
                  </a:lnTo>
                  <a:cubicBezTo>
                    <a:pt x="3938" y="882"/>
                    <a:pt x="4127" y="662"/>
                    <a:pt x="4127" y="441"/>
                  </a:cubicBezTo>
                  <a:cubicBezTo>
                    <a:pt x="4127" y="189"/>
                    <a:pt x="3907" y="0"/>
                    <a:pt x="36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25" name="Google Shape;15425;p82"/>
          <p:cNvSpPr/>
          <p:nvPr/>
        </p:nvSpPr>
        <p:spPr>
          <a:xfrm>
            <a:off x="4654601" y="5068801"/>
            <a:ext cx="514407" cy="499571"/>
          </a:xfrm>
          <a:custGeom>
            <a:avLst/>
            <a:gdLst/>
            <a:ahLst/>
            <a:cxnLst/>
            <a:rect l="l" t="t" r="r" b="b"/>
            <a:pathLst>
              <a:path w="13107" h="12729" extrusionOk="0">
                <a:moveTo>
                  <a:pt x="10240" y="838"/>
                </a:moveTo>
                <a:cubicBezTo>
                  <a:pt x="10457" y="838"/>
                  <a:pt x="10681" y="882"/>
                  <a:pt x="10902" y="977"/>
                </a:cubicBezTo>
                <a:cubicBezTo>
                  <a:pt x="11752" y="1323"/>
                  <a:pt x="12130" y="2332"/>
                  <a:pt x="11784" y="3151"/>
                </a:cubicBezTo>
                <a:cubicBezTo>
                  <a:pt x="11505" y="3793"/>
                  <a:pt x="10877" y="4159"/>
                  <a:pt x="10226" y="4159"/>
                </a:cubicBezTo>
                <a:cubicBezTo>
                  <a:pt x="9920" y="4159"/>
                  <a:pt x="9609" y="4078"/>
                  <a:pt x="9326" y="3907"/>
                </a:cubicBezTo>
                <a:cubicBezTo>
                  <a:pt x="8917" y="3592"/>
                  <a:pt x="8602" y="3056"/>
                  <a:pt x="8602" y="2521"/>
                </a:cubicBezTo>
                <a:cubicBezTo>
                  <a:pt x="8627" y="1538"/>
                  <a:pt x="9377" y="838"/>
                  <a:pt x="10240" y="838"/>
                </a:cubicBezTo>
                <a:close/>
                <a:moveTo>
                  <a:pt x="11059" y="4852"/>
                </a:moveTo>
                <a:lnTo>
                  <a:pt x="11059" y="5990"/>
                </a:lnTo>
                <a:lnTo>
                  <a:pt x="10555" y="5514"/>
                </a:lnTo>
                <a:cubicBezTo>
                  <a:pt x="10476" y="5435"/>
                  <a:pt x="10366" y="5395"/>
                  <a:pt x="10256" y="5395"/>
                </a:cubicBezTo>
                <a:cubicBezTo>
                  <a:pt x="10146" y="5395"/>
                  <a:pt x="10035" y="5435"/>
                  <a:pt x="9957" y="5514"/>
                </a:cubicBezTo>
                <a:lnTo>
                  <a:pt x="9421" y="6049"/>
                </a:lnTo>
                <a:lnTo>
                  <a:pt x="9421" y="4852"/>
                </a:lnTo>
                <a:cubicBezTo>
                  <a:pt x="9673" y="4946"/>
                  <a:pt x="9949" y="4994"/>
                  <a:pt x="10228" y="4994"/>
                </a:cubicBezTo>
                <a:cubicBezTo>
                  <a:pt x="10508" y="4994"/>
                  <a:pt x="10791" y="4946"/>
                  <a:pt x="11059" y="4852"/>
                </a:cubicBezTo>
                <a:close/>
                <a:moveTo>
                  <a:pt x="11847" y="11027"/>
                </a:moveTo>
                <a:cubicBezTo>
                  <a:pt x="11658" y="11531"/>
                  <a:pt x="11217" y="11846"/>
                  <a:pt x="10681" y="11846"/>
                </a:cubicBezTo>
                <a:lnTo>
                  <a:pt x="3782" y="11846"/>
                </a:lnTo>
                <a:cubicBezTo>
                  <a:pt x="3971" y="11625"/>
                  <a:pt x="4097" y="11342"/>
                  <a:pt x="4128" y="11027"/>
                </a:cubicBezTo>
                <a:close/>
                <a:moveTo>
                  <a:pt x="8444" y="851"/>
                </a:moveTo>
                <a:cubicBezTo>
                  <a:pt x="7531" y="1890"/>
                  <a:pt x="7594" y="3466"/>
                  <a:pt x="8633" y="4379"/>
                </a:cubicBezTo>
                <a:lnTo>
                  <a:pt x="8633" y="7089"/>
                </a:lnTo>
                <a:cubicBezTo>
                  <a:pt x="8633" y="7246"/>
                  <a:pt x="8759" y="7404"/>
                  <a:pt x="8854" y="7467"/>
                </a:cubicBezTo>
                <a:cubicBezTo>
                  <a:pt x="8916" y="7504"/>
                  <a:pt x="8978" y="7522"/>
                  <a:pt x="9038" y="7522"/>
                </a:cubicBezTo>
                <a:cubicBezTo>
                  <a:pt x="9131" y="7522"/>
                  <a:pt x="9219" y="7480"/>
                  <a:pt x="9295" y="7404"/>
                </a:cubicBezTo>
                <a:lnTo>
                  <a:pt x="10240" y="6459"/>
                </a:lnTo>
                <a:lnTo>
                  <a:pt x="10240" y="10271"/>
                </a:lnTo>
                <a:lnTo>
                  <a:pt x="3782" y="10271"/>
                </a:lnTo>
                <a:cubicBezTo>
                  <a:pt x="3752" y="10262"/>
                  <a:pt x="3724" y="10258"/>
                  <a:pt x="3697" y="10258"/>
                </a:cubicBezTo>
                <a:cubicBezTo>
                  <a:pt x="3522" y="10258"/>
                  <a:pt x="3404" y="10426"/>
                  <a:pt x="3404" y="10617"/>
                </a:cubicBezTo>
                <a:cubicBezTo>
                  <a:pt x="3404" y="11331"/>
                  <a:pt x="2805" y="11880"/>
                  <a:pt x="2143" y="11880"/>
                </a:cubicBezTo>
                <a:cubicBezTo>
                  <a:pt x="1987" y="11880"/>
                  <a:pt x="1827" y="11849"/>
                  <a:pt x="1671" y="11783"/>
                </a:cubicBezTo>
                <a:cubicBezTo>
                  <a:pt x="1293" y="11625"/>
                  <a:pt x="1072" y="11342"/>
                  <a:pt x="946" y="10995"/>
                </a:cubicBezTo>
                <a:cubicBezTo>
                  <a:pt x="883" y="10743"/>
                  <a:pt x="915" y="10617"/>
                  <a:pt x="915" y="10302"/>
                </a:cubicBezTo>
                <a:lnTo>
                  <a:pt x="915" y="851"/>
                </a:lnTo>
                <a:close/>
                <a:moveTo>
                  <a:pt x="442" y="0"/>
                </a:moveTo>
                <a:cubicBezTo>
                  <a:pt x="190" y="0"/>
                  <a:pt x="1" y="189"/>
                  <a:pt x="1" y="441"/>
                </a:cubicBezTo>
                <a:lnTo>
                  <a:pt x="1" y="10617"/>
                </a:lnTo>
                <a:cubicBezTo>
                  <a:pt x="1" y="11783"/>
                  <a:pt x="946" y="12728"/>
                  <a:pt x="2080" y="12728"/>
                </a:cubicBezTo>
                <a:lnTo>
                  <a:pt x="10650" y="12728"/>
                </a:lnTo>
                <a:cubicBezTo>
                  <a:pt x="11784" y="12728"/>
                  <a:pt x="12729" y="11783"/>
                  <a:pt x="12729" y="10617"/>
                </a:cubicBezTo>
                <a:cubicBezTo>
                  <a:pt x="12760" y="10397"/>
                  <a:pt x="12571" y="10208"/>
                  <a:pt x="12319" y="10208"/>
                </a:cubicBezTo>
                <a:lnTo>
                  <a:pt x="11122" y="10208"/>
                </a:lnTo>
                <a:lnTo>
                  <a:pt x="11122" y="7215"/>
                </a:lnTo>
                <a:lnTo>
                  <a:pt x="11217" y="7309"/>
                </a:lnTo>
                <a:cubicBezTo>
                  <a:pt x="11301" y="7393"/>
                  <a:pt x="11413" y="7435"/>
                  <a:pt x="11515" y="7435"/>
                </a:cubicBezTo>
                <a:cubicBezTo>
                  <a:pt x="11567" y="7435"/>
                  <a:pt x="11616" y="7425"/>
                  <a:pt x="11658" y="7404"/>
                </a:cubicBezTo>
                <a:cubicBezTo>
                  <a:pt x="11815" y="7309"/>
                  <a:pt x="11910" y="7215"/>
                  <a:pt x="11910" y="6994"/>
                </a:cubicBezTo>
                <a:lnTo>
                  <a:pt x="11910" y="4285"/>
                </a:lnTo>
                <a:cubicBezTo>
                  <a:pt x="13107" y="3214"/>
                  <a:pt x="12950" y="1292"/>
                  <a:pt x="11626" y="378"/>
                </a:cubicBezTo>
                <a:cubicBezTo>
                  <a:pt x="11437" y="221"/>
                  <a:pt x="11154" y="126"/>
                  <a:pt x="10902" y="63"/>
                </a:cubicBezTo>
                <a:cubicBezTo>
                  <a:pt x="10839" y="0"/>
                  <a:pt x="10744" y="0"/>
                  <a:pt x="106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6" name="Google Shape;15426;p82"/>
          <p:cNvSpPr/>
          <p:nvPr/>
        </p:nvSpPr>
        <p:spPr>
          <a:xfrm>
            <a:off x="3558935" y="5697976"/>
            <a:ext cx="358636" cy="498355"/>
          </a:xfrm>
          <a:custGeom>
            <a:avLst/>
            <a:gdLst/>
            <a:ahLst/>
            <a:cxnLst/>
            <a:rect l="l" t="t" r="r" b="b"/>
            <a:pathLst>
              <a:path w="9138" h="12698" extrusionOk="0">
                <a:moveTo>
                  <a:pt x="7467" y="851"/>
                </a:moveTo>
                <a:lnTo>
                  <a:pt x="7467" y="1765"/>
                </a:lnTo>
                <a:cubicBezTo>
                  <a:pt x="7467" y="2363"/>
                  <a:pt x="7373" y="2931"/>
                  <a:pt x="7152" y="3466"/>
                </a:cubicBezTo>
                <a:cubicBezTo>
                  <a:pt x="6849" y="3390"/>
                  <a:pt x="6530" y="3352"/>
                  <a:pt x="6209" y="3352"/>
                </a:cubicBezTo>
                <a:cubicBezTo>
                  <a:pt x="5595" y="3352"/>
                  <a:pt x="4969" y="3492"/>
                  <a:pt x="4411" y="3781"/>
                </a:cubicBezTo>
                <a:cubicBezTo>
                  <a:pt x="3936" y="4019"/>
                  <a:pt x="3406" y="4131"/>
                  <a:pt x="2877" y="4131"/>
                </a:cubicBezTo>
                <a:cubicBezTo>
                  <a:pt x="2705" y="4131"/>
                  <a:pt x="2533" y="4119"/>
                  <a:pt x="2364" y="4096"/>
                </a:cubicBezTo>
                <a:cubicBezTo>
                  <a:pt x="1891" y="3403"/>
                  <a:pt x="1702" y="2584"/>
                  <a:pt x="1702" y="1765"/>
                </a:cubicBezTo>
                <a:lnTo>
                  <a:pt x="1702" y="851"/>
                </a:lnTo>
                <a:close/>
                <a:moveTo>
                  <a:pt x="6278" y="4137"/>
                </a:moveTo>
                <a:cubicBezTo>
                  <a:pt x="6425" y="4137"/>
                  <a:pt x="6570" y="4145"/>
                  <a:pt x="6711" y="4159"/>
                </a:cubicBezTo>
                <a:cubicBezTo>
                  <a:pt x="6428" y="4506"/>
                  <a:pt x="6081" y="4789"/>
                  <a:pt x="5672" y="4978"/>
                </a:cubicBezTo>
                <a:cubicBezTo>
                  <a:pt x="5168" y="5230"/>
                  <a:pt x="4916" y="5829"/>
                  <a:pt x="4947" y="6365"/>
                </a:cubicBezTo>
                <a:lnTo>
                  <a:pt x="4569" y="7152"/>
                </a:lnTo>
                <a:lnTo>
                  <a:pt x="4159" y="6365"/>
                </a:lnTo>
                <a:cubicBezTo>
                  <a:pt x="4222" y="5829"/>
                  <a:pt x="3970" y="5230"/>
                  <a:pt x="3466" y="4978"/>
                </a:cubicBezTo>
                <a:cubicBezTo>
                  <a:pt x="3372" y="4978"/>
                  <a:pt x="3340" y="4947"/>
                  <a:pt x="3277" y="4915"/>
                </a:cubicBezTo>
                <a:cubicBezTo>
                  <a:pt x="3781" y="4884"/>
                  <a:pt x="4285" y="4726"/>
                  <a:pt x="4758" y="4474"/>
                </a:cubicBezTo>
                <a:cubicBezTo>
                  <a:pt x="5246" y="4230"/>
                  <a:pt x="5773" y="4137"/>
                  <a:pt x="6278" y="4137"/>
                </a:cubicBezTo>
                <a:close/>
                <a:moveTo>
                  <a:pt x="5388" y="7436"/>
                </a:moveTo>
                <a:cubicBezTo>
                  <a:pt x="5483" y="7499"/>
                  <a:pt x="5577" y="7593"/>
                  <a:pt x="5703" y="7656"/>
                </a:cubicBezTo>
                <a:cubicBezTo>
                  <a:pt x="6932" y="8255"/>
                  <a:pt x="7499" y="9610"/>
                  <a:pt x="7499" y="10933"/>
                </a:cubicBezTo>
                <a:lnTo>
                  <a:pt x="7499" y="11437"/>
                </a:lnTo>
                <a:lnTo>
                  <a:pt x="7467" y="11437"/>
                </a:lnTo>
                <a:lnTo>
                  <a:pt x="4853" y="9484"/>
                </a:lnTo>
                <a:cubicBezTo>
                  <a:pt x="4774" y="9421"/>
                  <a:pt x="4679" y="9389"/>
                  <a:pt x="4585" y="9389"/>
                </a:cubicBezTo>
                <a:cubicBezTo>
                  <a:pt x="4490" y="9389"/>
                  <a:pt x="4396" y="9421"/>
                  <a:pt x="4317" y="9484"/>
                </a:cubicBezTo>
                <a:lnTo>
                  <a:pt x="1702" y="11437"/>
                </a:lnTo>
                <a:lnTo>
                  <a:pt x="1702" y="10933"/>
                </a:lnTo>
                <a:cubicBezTo>
                  <a:pt x="1702" y="9547"/>
                  <a:pt x="2269" y="8255"/>
                  <a:pt x="3466" y="7656"/>
                </a:cubicBezTo>
                <a:cubicBezTo>
                  <a:pt x="3592" y="7625"/>
                  <a:pt x="3655" y="7530"/>
                  <a:pt x="3781" y="7436"/>
                </a:cubicBezTo>
                <a:lnTo>
                  <a:pt x="4222" y="8286"/>
                </a:lnTo>
                <a:cubicBezTo>
                  <a:pt x="4301" y="8444"/>
                  <a:pt x="4443" y="8523"/>
                  <a:pt x="4585" y="8523"/>
                </a:cubicBezTo>
                <a:cubicBezTo>
                  <a:pt x="4726" y="8523"/>
                  <a:pt x="4868" y="8444"/>
                  <a:pt x="4947" y="8286"/>
                </a:cubicBezTo>
                <a:lnTo>
                  <a:pt x="5388" y="7436"/>
                </a:lnTo>
                <a:close/>
                <a:moveTo>
                  <a:pt x="4600" y="10303"/>
                </a:moveTo>
                <a:lnTo>
                  <a:pt x="6711" y="11846"/>
                </a:lnTo>
                <a:lnTo>
                  <a:pt x="2521" y="11846"/>
                </a:lnTo>
                <a:lnTo>
                  <a:pt x="4600" y="10303"/>
                </a:lnTo>
                <a:close/>
                <a:moveTo>
                  <a:pt x="442" y="1"/>
                </a:moveTo>
                <a:cubicBezTo>
                  <a:pt x="190" y="1"/>
                  <a:pt x="1" y="190"/>
                  <a:pt x="1" y="410"/>
                </a:cubicBezTo>
                <a:cubicBezTo>
                  <a:pt x="1" y="662"/>
                  <a:pt x="190" y="851"/>
                  <a:pt x="442" y="851"/>
                </a:cubicBezTo>
                <a:lnTo>
                  <a:pt x="851" y="851"/>
                </a:lnTo>
                <a:lnTo>
                  <a:pt x="851" y="1765"/>
                </a:lnTo>
                <a:cubicBezTo>
                  <a:pt x="851" y="3466"/>
                  <a:pt x="1607" y="5041"/>
                  <a:pt x="3120" y="5766"/>
                </a:cubicBezTo>
                <a:cubicBezTo>
                  <a:pt x="3309" y="5860"/>
                  <a:pt x="3340" y="6144"/>
                  <a:pt x="3340" y="6365"/>
                </a:cubicBezTo>
                <a:cubicBezTo>
                  <a:pt x="3340" y="6396"/>
                  <a:pt x="3309" y="6491"/>
                  <a:pt x="3340" y="6522"/>
                </a:cubicBezTo>
                <a:cubicBezTo>
                  <a:pt x="3309" y="6680"/>
                  <a:pt x="3214" y="6869"/>
                  <a:pt x="3120" y="6932"/>
                </a:cubicBezTo>
                <a:cubicBezTo>
                  <a:pt x="1607" y="7656"/>
                  <a:pt x="851" y="9232"/>
                  <a:pt x="851" y="10933"/>
                </a:cubicBezTo>
                <a:lnTo>
                  <a:pt x="851" y="11846"/>
                </a:lnTo>
                <a:lnTo>
                  <a:pt x="442" y="11846"/>
                </a:lnTo>
                <a:cubicBezTo>
                  <a:pt x="190" y="11846"/>
                  <a:pt x="1" y="12035"/>
                  <a:pt x="1" y="12287"/>
                </a:cubicBezTo>
                <a:cubicBezTo>
                  <a:pt x="1" y="12508"/>
                  <a:pt x="190" y="12697"/>
                  <a:pt x="442" y="12697"/>
                </a:cubicBezTo>
                <a:lnTo>
                  <a:pt x="8696" y="12697"/>
                </a:lnTo>
                <a:cubicBezTo>
                  <a:pt x="8948" y="12697"/>
                  <a:pt x="9137" y="12508"/>
                  <a:pt x="9137" y="12287"/>
                </a:cubicBezTo>
                <a:cubicBezTo>
                  <a:pt x="9137" y="12035"/>
                  <a:pt x="8948" y="11846"/>
                  <a:pt x="8696" y="11846"/>
                </a:cubicBezTo>
                <a:lnTo>
                  <a:pt x="8255" y="11846"/>
                </a:lnTo>
                <a:lnTo>
                  <a:pt x="8255" y="10933"/>
                </a:lnTo>
                <a:cubicBezTo>
                  <a:pt x="8255" y="9232"/>
                  <a:pt x="7530" y="7656"/>
                  <a:pt x="6018" y="6932"/>
                </a:cubicBezTo>
                <a:cubicBezTo>
                  <a:pt x="5892" y="6837"/>
                  <a:pt x="5829" y="6680"/>
                  <a:pt x="5798" y="6522"/>
                </a:cubicBezTo>
                <a:lnTo>
                  <a:pt x="5798" y="6365"/>
                </a:lnTo>
                <a:cubicBezTo>
                  <a:pt x="5798" y="6144"/>
                  <a:pt x="5861" y="5860"/>
                  <a:pt x="6018" y="5766"/>
                </a:cubicBezTo>
                <a:cubicBezTo>
                  <a:pt x="7530" y="5041"/>
                  <a:pt x="8255" y="3435"/>
                  <a:pt x="8255" y="1765"/>
                </a:cubicBezTo>
                <a:lnTo>
                  <a:pt x="8255" y="851"/>
                </a:lnTo>
                <a:lnTo>
                  <a:pt x="8696" y="851"/>
                </a:lnTo>
                <a:cubicBezTo>
                  <a:pt x="8948" y="851"/>
                  <a:pt x="9137" y="662"/>
                  <a:pt x="9137" y="410"/>
                </a:cubicBezTo>
                <a:cubicBezTo>
                  <a:pt x="9137" y="190"/>
                  <a:pt x="8948" y="1"/>
                  <a:pt x="86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7" name="Google Shape;15427;p82"/>
          <p:cNvSpPr txBox="1">
            <a:spLocks noGrp="1"/>
          </p:cNvSpPr>
          <p:nvPr>
            <p:ph type="title" idx="4294967295"/>
          </p:nvPr>
        </p:nvSpPr>
        <p:spPr>
          <a:xfrm>
            <a:off x="1132900" y="12639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5428" name="Google Shape;15428;p82"/>
          <p:cNvSpPr txBox="1">
            <a:spLocks noGrp="1"/>
          </p:cNvSpPr>
          <p:nvPr>
            <p:ph type="title" idx="4294967295"/>
          </p:nvPr>
        </p:nvSpPr>
        <p:spPr>
          <a:xfrm>
            <a:off x="6477867" y="12639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sp>
        <p:nvSpPr>
          <p:cNvPr id="15429" name="Google Shape;15429;p82"/>
          <p:cNvSpPr/>
          <p:nvPr/>
        </p:nvSpPr>
        <p:spPr>
          <a:xfrm>
            <a:off x="6488727" y="2108321"/>
            <a:ext cx="470907" cy="419452"/>
          </a:xfrm>
          <a:custGeom>
            <a:avLst/>
            <a:gdLst/>
            <a:ahLst/>
            <a:cxnLst/>
            <a:rect l="l" t="t" r="r" b="b"/>
            <a:pathLst>
              <a:path w="11815" h="10524" extrusionOk="0">
                <a:moveTo>
                  <a:pt x="8664" y="726"/>
                </a:moveTo>
                <a:cubicBezTo>
                  <a:pt x="9326" y="726"/>
                  <a:pt x="9956" y="1009"/>
                  <a:pt x="10428" y="1482"/>
                </a:cubicBezTo>
                <a:cubicBezTo>
                  <a:pt x="10869" y="1954"/>
                  <a:pt x="11090" y="2616"/>
                  <a:pt x="11090" y="3309"/>
                </a:cubicBezTo>
                <a:cubicBezTo>
                  <a:pt x="11090" y="4191"/>
                  <a:pt x="10712" y="4853"/>
                  <a:pt x="10082" y="5577"/>
                </a:cubicBezTo>
                <a:lnTo>
                  <a:pt x="7435" y="5577"/>
                </a:lnTo>
                <a:cubicBezTo>
                  <a:pt x="7309" y="5577"/>
                  <a:pt x="7215" y="5640"/>
                  <a:pt x="7120" y="5735"/>
                </a:cubicBezTo>
                <a:lnTo>
                  <a:pt x="6648" y="6522"/>
                </a:lnTo>
                <a:lnTo>
                  <a:pt x="5545" y="3687"/>
                </a:lnTo>
                <a:cubicBezTo>
                  <a:pt x="5514" y="3561"/>
                  <a:pt x="5388" y="3435"/>
                  <a:pt x="5230" y="3435"/>
                </a:cubicBezTo>
                <a:cubicBezTo>
                  <a:pt x="5073" y="3435"/>
                  <a:pt x="4947" y="3529"/>
                  <a:pt x="4915" y="3624"/>
                </a:cubicBezTo>
                <a:lnTo>
                  <a:pt x="4096" y="5514"/>
                </a:lnTo>
                <a:lnTo>
                  <a:pt x="1702" y="5514"/>
                </a:lnTo>
                <a:cubicBezTo>
                  <a:pt x="1103" y="4853"/>
                  <a:pt x="693" y="4191"/>
                  <a:pt x="693" y="3309"/>
                </a:cubicBezTo>
                <a:cubicBezTo>
                  <a:pt x="693" y="2616"/>
                  <a:pt x="945" y="1986"/>
                  <a:pt x="1355" y="1482"/>
                </a:cubicBezTo>
                <a:cubicBezTo>
                  <a:pt x="1796" y="1009"/>
                  <a:pt x="2426" y="726"/>
                  <a:pt x="3151" y="726"/>
                </a:cubicBezTo>
                <a:cubicBezTo>
                  <a:pt x="4096" y="726"/>
                  <a:pt x="4726" y="1293"/>
                  <a:pt x="5073" y="1797"/>
                </a:cubicBezTo>
                <a:cubicBezTo>
                  <a:pt x="5388" y="2206"/>
                  <a:pt x="5545" y="2647"/>
                  <a:pt x="5577" y="2836"/>
                </a:cubicBezTo>
                <a:cubicBezTo>
                  <a:pt x="5608" y="2994"/>
                  <a:pt x="5766" y="3088"/>
                  <a:pt x="5892" y="3088"/>
                </a:cubicBezTo>
                <a:cubicBezTo>
                  <a:pt x="6049" y="3088"/>
                  <a:pt x="6175" y="2994"/>
                  <a:pt x="6207" y="2836"/>
                </a:cubicBezTo>
                <a:cubicBezTo>
                  <a:pt x="6238" y="2679"/>
                  <a:pt x="6459" y="2206"/>
                  <a:pt x="6742" y="1797"/>
                </a:cubicBezTo>
                <a:cubicBezTo>
                  <a:pt x="7089" y="1293"/>
                  <a:pt x="7687" y="726"/>
                  <a:pt x="8664" y="726"/>
                </a:cubicBezTo>
                <a:close/>
                <a:moveTo>
                  <a:pt x="5293" y="4790"/>
                </a:moveTo>
                <a:lnTo>
                  <a:pt x="6364" y="7468"/>
                </a:lnTo>
                <a:cubicBezTo>
                  <a:pt x="6396" y="7562"/>
                  <a:pt x="6522" y="7657"/>
                  <a:pt x="6648" y="7688"/>
                </a:cubicBezTo>
                <a:lnTo>
                  <a:pt x="6679" y="7688"/>
                </a:lnTo>
                <a:cubicBezTo>
                  <a:pt x="6805" y="7688"/>
                  <a:pt x="6931" y="7625"/>
                  <a:pt x="6994" y="7531"/>
                </a:cubicBezTo>
                <a:lnTo>
                  <a:pt x="7750" y="6302"/>
                </a:lnTo>
                <a:lnTo>
                  <a:pt x="9483" y="6302"/>
                </a:lnTo>
                <a:cubicBezTo>
                  <a:pt x="9168" y="6459"/>
                  <a:pt x="8916" y="6711"/>
                  <a:pt x="8664" y="6932"/>
                </a:cubicBezTo>
                <a:cubicBezTo>
                  <a:pt x="7813" y="7688"/>
                  <a:pt x="6868" y="8507"/>
                  <a:pt x="5923" y="9610"/>
                </a:cubicBezTo>
                <a:cubicBezTo>
                  <a:pt x="4978" y="8507"/>
                  <a:pt x="4033" y="7688"/>
                  <a:pt x="3214" y="6932"/>
                </a:cubicBezTo>
                <a:cubicBezTo>
                  <a:pt x="2930" y="6711"/>
                  <a:pt x="2710" y="6459"/>
                  <a:pt x="2458" y="6270"/>
                </a:cubicBezTo>
                <a:lnTo>
                  <a:pt x="4411" y="6270"/>
                </a:lnTo>
                <a:cubicBezTo>
                  <a:pt x="4505" y="6270"/>
                  <a:pt x="4663" y="6207"/>
                  <a:pt x="4726" y="6081"/>
                </a:cubicBezTo>
                <a:lnTo>
                  <a:pt x="5293" y="4790"/>
                </a:lnTo>
                <a:close/>
                <a:moveTo>
                  <a:pt x="3151" y="1"/>
                </a:moveTo>
                <a:cubicBezTo>
                  <a:pt x="2269" y="1"/>
                  <a:pt x="1449" y="379"/>
                  <a:pt x="851" y="1009"/>
                </a:cubicBezTo>
                <a:cubicBezTo>
                  <a:pt x="315" y="1576"/>
                  <a:pt x="0" y="2427"/>
                  <a:pt x="0" y="3309"/>
                </a:cubicBezTo>
                <a:cubicBezTo>
                  <a:pt x="0" y="4097"/>
                  <a:pt x="252" y="4821"/>
                  <a:pt x="819" y="5514"/>
                </a:cubicBezTo>
                <a:lnTo>
                  <a:pt x="819" y="5577"/>
                </a:lnTo>
                <a:lnTo>
                  <a:pt x="347" y="5577"/>
                </a:lnTo>
                <a:cubicBezTo>
                  <a:pt x="158" y="5577"/>
                  <a:pt x="0" y="5735"/>
                  <a:pt x="0" y="5924"/>
                </a:cubicBezTo>
                <a:cubicBezTo>
                  <a:pt x="0" y="6113"/>
                  <a:pt x="158" y="6270"/>
                  <a:pt x="347" y="6270"/>
                </a:cubicBezTo>
                <a:lnTo>
                  <a:pt x="1418" y="6270"/>
                </a:lnTo>
                <a:cubicBezTo>
                  <a:pt x="1796" y="6680"/>
                  <a:pt x="2237" y="7058"/>
                  <a:pt x="2710" y="7468"/>
                </a:cubicBezTo>
                <a:cubicBezTo>
                  <a:pt x="3623" y="8255"/>
                  <a:pt x="4600" y="9137"/>
                  <a:pt x="5640" y="10366"/>
                </a:cubicBezTo>
                <a:lnTo>
                  <a:pt x="5640" y="10397"/>
                </a:lnTo>
                <a:cubicBezTo>
                  <a:pt x="5703" y="10492"/>
                  <a:pt x="5797" y="10524"/>
                  <a:pt x="5892" y="10524"/>
                </a:cubicBezTo>
                <a:cubicBezTo>
                  <a:pt x="6018" y="10524"/>
                  <a:pt x="6081" y="10492"/>
                  <a:pt x="6175" y="10397"/>
                </a:cubicBezTo>
                <a:lnTo>
                  <a:pt x="6175" y="10366"/>
                </a:lnTo>
                <a:cubicBezTo>
                  <a:pt x="7152" y="9137"/>
                  <a:pt x="8192" y="8287"/>
                  <a:pt x="9074" y="7468"/>
                </a:cubicBezTo>
                <a:cubicBezTo>
                  <a:pt x="9546" y="7026"/>
                  <a:pt x="9987" y="6617"/>
                  <a:pt x="10397" y="6270"/>
                </a:cubicBezTo>
                <a:lnTo>
                  <a:pt x="11437" y="6270"/>
                </a:lnTo>
                <a:cubicBezTo>
                  <a:pt x="11657" y="6270"/>
                  <a:pt x="11815" y="6113"/>
                  <a:pt x="11815" y="5924"/>
                </a:cubicBezTo>
                <a:cubicBezTo>
                  <a:pt x="11815" y="5735"/>
                  <a:pt x="11657" y="5577"/>
                  <a:pt x="11437" y="5577"/>
                </a:cubicBezTo>
                <a:lnTo>
                  <a:pt x="10964" y="5577"/>
                </a:lnTo>
                <a:lnTo>
                  <a:pt x="10964" y="5514"/>
                </a:lnTo>
                <a:cubicBezTo>
                  <a:pt x="11531" y="4821"/>
                  <a:pt x="11815" y="4097"/>
                  <a:pt x="11815" y="3309"/>
                </a:cubicBezTo>
                <a:cubicBezTo>
                  <a:pt x="11815" y="2458"/>
                  <a:pt x="11500" y="1639"/>
                  <a:pt x="10932" y="1009"/>
                </a:cubicBezTo>
                <a:cubicBezTo>
                  <a:pt x="10365" y="379"/>
                  <a:pt x="9578" y="1"/>
                  <a:pt x="8664" y="1"/>
                </a:cubicBezTo>
                <a:cubicBezTo>
                  <a:pt x="7404" y="1"/>
                  <a:pt x="6616" y="757"/>
                  <a:pt x="6175" y="1387"/>
                </a:cubicBezTo>
                <a:cubicBezTo>
                  <a:pt x="6049" y="1545"/>
                  <a:pt x="5986" y="1702"/>
                  <a:pt x="5892" y="1860"/>
                </a:cubicBezTo>
                <a:cubicBezTo>
                  <a:pt x="5829" y="1702"/>
                  <a:pt x="5703" y="1545"/>
                  <a:pt x="5640" y="1387"/>
                </a:cubicBezTo>
                <a:cubicBezTo>
                  <a:pt x="5199" y="757"/>
                  <a:pt x="4411"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30" name="Google Shape;15430;p82"/>
          <p:cNvGrpSpPr/>
          <p:nvPr/>
        </p:nvGrpSpPr>
        <p:grpSpPr>
          <a:xfrm>
            <a:off x="6487459" y="2677805"/>
            <a:ext cx="472143" cy="473417"/>
            <a:chOff x="-28467625" y="2331750"/>
            <a:chExt cx="296150" cy="296950"/>
          </a:xfrm>
        </p:grpSpPr>
        <p:sp>
          <p:nvSpPr>
            <p:cNvPr id="15431" name="Google Shape;15431;p82"/>
            <p:cNvSpPr/>
            <p:nvPr/>
          </p:nvSpPr>
          <p:spPr>
            <a:xfrm>
              <a:off x="-28467625" y="2331750"/>
              <a:ext cx="296150" cy="296950"/>
            </a:xfrm>
            <a:custGeom>
              <a:avLst/>
              <a:gdLst/>
              <a:ahLst/>
              <a:cxnLst/>
              <a:rect l="l" t="t" r="r" b="b"/>
              <a:pathLst>
                <a:path w="11846" h="11878" extrusionOk="0">
                  <a:moveTo>
                    <a:pt x="1733" y="3466"/>
                  </a:moveTo>
                  <a:cubicBezTo>
                    <a:pt x="1922" y="3466"/>
                    <a:pt x="2080" y="3624"/>
                    <a:pt x="2080" y="3813"/>
                  </a:cubicBezTo>
                  <a:cubicBezTo>
                    <a:pt x="2080" y="4002"/>
                    <a:pt x="1922" y="4159"/>
                    <a:pt x="1733" y="4159"/>
                  </a:cubicBezTo>
                  <a:lnTo>
                    <a:pt x="693" y="4159"/>
                  </a:lnTo>
                  <a:lnTo>
                    <a:pt x="693" y="3466"/>
                  </a:lnTo>
                  <a:close/>
                  <a:moveTo>
                    <a:pt x="1418" y="4821"/>
                  </a:moveTo>
                  <a:lnTo>
                    <a:pt x="1418" y="6963"/>
                  </a:lnTo>
                  <a:lnTo>
                    <a:pt x="693" y="6963"/>
                  </a:lnTo>
                  <a:lnTo>
                    <a:pt x="693" y="4821"/>
                  </a:lnTo>
                  <a:close/>
                  <a:moveTo>
                    <a:pt x="1733" y="7656"/>
                  </a:moveTo>
                  <a:cubicBezTo>
                    <a:pt x="1922" y="7656"/>
                    <a:pt x="2080" y="7814"/>
                    <a:pt x="2080" y="8034"/>
                  </a:cubicBezTo>
                  <a:cubicBezTo>
                    <a:pt x="2080" y="8223"/>
                    <a:pt x="1922" y="8381"/>
                    <a:pt x="1733" y="8381"/>
                  </a:cubicBezTo>
                  <a:lnTo>
                    <a:pt x="693" y="8381"/>
                  </a:lnTo>
                  <a:lnTo>
                    <a:pt x="693" y="7656"/>
                  </a:lnTo>
                  <a:close/>
                  <a:moveTo>
                    <a:pt x="9389" y="2080"/>
                  </a:moveTo>
                  <a:cubicBezTo>
                    <a:pt x="9609" y="2080"/>
                    <a:pt x="9767" y="2237"/>
                    <a:pt x="9767" y="2426"/>
                  </a:cubicBezTo>
                  <a:lnTo>
                    <a:pt x="9767" y="9389"/>
                  </a:lnTo>
                  <a:cubicBezTo>
                    <a:pt x="9767" y="9610"/>
                    <a:pt x="9609" y="9767"/>
                    <a:pt x="9389" y="9767"/>
                  </a:cubicBezTo>
                  <a:lnTo>
                    <a:pt x="2426" y="9767"/>
                  </a:lnTo>
                  <a:cubicBezTo>
                    <a:pt x="2237" y="9767"/>
                    <a:pt x="2080" y="9610"/>
                    <a:pt x="2080" y="9389"/>
                  </a:cubicBezTo>
                  <a:lnTo>
                    <a:pt x="2080" y="9011"/>
                  </a:lnTo>
                  <a:cubicBezTo>
                    <a:pt x="2458" y="8853"/>
                    <a:pt x="2773" y="8507"/>
                    <a:pt x="2773" y="8034"/>
                  </a:cubicBezTo>
                  <a:cubicBezTo>
                    <a:pt x="2773" y="7562"/>
                    <a:pt x="2521" y="7184"/>
                    <a:pt x="2080" y="7026"/>
                  </a:cubicBezTo>
                  <a:lnTo>
                    <a:pt x="2080" y="4789"/>
                  </a:lnTo>
                  <a:cubicBezTo>
                    <a:pt x="2458" y="4632"/>
                    <a:pt x="2773" y="4285"/>
                    <a:pt x="2773" y="3813"/>
                  </a:cubicBezTo>
                  <a:cubicBezTo>
                    <a:pt x="2773" y="3340"/>
                    <a:pt x="2521" y="2994"/>
                    <a:pt x="2080" y="2836"/>
                  </a:cubicBezTo>
                  <a:lnTo>
                    <a:pt x="2080" y="2426"/>
                  </a:lnTo>
                  <a:cubicBezTo>
                    <a:pt x="2080" y="2237"/>
                    <a:pt x="2237" y="2080"/>
                    <a:pt x="2426" y="2080"/>
                  </a:cubicBezTo>
                  <a:close/>
                  <a:moveTo>
                    <a:pt x="9389" y="694"/>
                  </a:moveTo>
                  <a:cubicBezTo>
                    <a:pt x="10334" y="694"/>
                    <a:pt x="11121" y="1481"/>
                    <a:pt x="11121" y="2426"/>
                  </a:cubicBezTo>
                  <a:lnTo>
                    <a:pt x="11121" y="9389"/>
                  </a:lnTo>
                  <a:cubicBezTo>
                    <a:pt x="11121" y="10334"/>
                    <a:pt x="10334" y="11122"/>
                    <a:pt x="9389" y="11122"/>
                  </a:cubicBezTo>
                  <a:lnTo>
                    <a:pt x="2426" y="11122"/>
                  </a:lnTo>
                  <a:cubicBezTo>
                    <a:pt x="1481" y="11122"/>
                    <a:pt x="693" y="10334"/>
                    <a:pt x="693" y="9389"/>
                  </a:cubicBezTo>
                  <a:lnTo>
                    <a:pt x="693" y="9042"/>
                  </a:lnTo>
                  <a:lnTo>
                    <a:pt x="1418" y="9042"/>
                  </a:lnTo>
                  <a:lnTo>
                    <a:pt x="1418" y="9389"/>
                  </a:lnTo>
                  <a:cubicBezTo>
                    <a:pt x="1418" y="9988"/>
                    <a:pt x="1891" y="10429"/>
                    <a:pt x="2426" y="10429"/>
                  </a:cubicBezTo>
                  <a:lnTo>
                    <a:pt x="9389" y="10429"/>
                  </a:lnTo>
                  <a:cubicBezTo>
                    <a:pt x="9987" y="10429"/>
                    <a:pt x="10428" y="9956"/>
                    <a:pt x="10428" y="9389"/>
                  </a:cubicBezTo>
                  <a:lnTo>
                    <a:pt x="10428" y="2426"/>
                  </a:lnTo>
                  <a:cubicBezTo>
                    <a:pt x="10428" y="1828"/>
                    <a:pt x="9956" y="1418"/>
                    <a:pt x="9389" y="1418"/>
                  </a:cubicBezTo>
                  <a:lnTo>
                    <a:pt x="2426" y="1418"/>
                  </a:lnTo>
                  <a:cubicBezTo>
                    <a:pt x="1828" y="1418"/>
                    <a:pt x="1418" y="1891"/>
                    <a:pt x="1418" y="2426"/>
                  </a:cubicBezTo>
                  <a:lnTo>
                    <a:pt x="1418" y="2773"/>
                  </a:lnTo>
                  <a:lnTo>
                    <a:pt x="693" y="2773"/>
                  </a:lnTo>
                  <a:lnTo>
                    <a:pt x="693" y="2426"/>
                  </a:lnTo>
                  <a:cubicBezTo>
                    <a:pt x="693" y="1481"/>
                    <a:pt x="1481" y="694"/>
                    <a:pt x="2426" y="694"/>
                  </a:cubicBezTo>
                  <a:close/>
                  <a:moveTo>
                    <a:pt x="2426" y="1"/>
                  </a:moveTo>
                  <a:cubicBezTo>
                    <a:pt x="1103" y="1"/>
                    <a:pt x="0" y="1103"/>
                    <a:pt x="0" y="2426"/>
                  </a:cubicBezTo>
                  <a:lnTo>
                    <a:pt x="0" y="3151"/>
                  </a:lnTo>
                  <a:lnTo>
                    <a:pt x="0" y="4506"/>
                  </a:lnTo>
                  <a:lnTo>
                    <a:pt x="0" y="7341"/>
                  </a:lnTo>
                  <a:lnTo>
                    <a:pt x="0" y="8727"/>
                  </a:lnTo>
                  <a:lnTo>
                    <a:pt x="0" y="9452"/>
                  </a:lnTo>
                  <a:cubicBezTo>
                    <a:pt x="0" y="10775"/>
                    <a:pt x="1103" y="11878"/>
                    <a:pt x="2426" y="11878"/>
                  </a:cubicBezTo>
                  <a:lnTo>
                    <a:pt x="9389" y="11878"/>
                  </a:lnTo>
                  <a:cubicBezTo>
                    <a:pt x="10743" y="11878"/>
                    <a:pt x="11846" y="10775"/>
                    <a:pt x="11846" y="9452"/>
                  </a:cubicBezTo>
                  <a:lnTo>
                    <a:pt x="11846" y="2458"/>
                  </a:lnTo>
                  <a:cubicBezTo>
                    <a:pt x="11846" y="1103"/>
                    <a:pt x="10743" y="1"/>
                    <a:pt x="93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2" name="Google Shape;15432;p82"/>
            <p:cNvSpPr/>
            <p:nvPr/>
          </p:nvSpPr>
          <p:spPr>
            <a:xfrm>
              <a:off x="-28371550" y="2419175"/>
              <a:ext cx="121325" cy="121325"/>
            </a:xfrm>
            <a:custGeom>
              <a:avLst/>
              <a:gdLst/>
              <a:ahLst/>
              <a:cxnLst/>
              <a:rect l="l" t="t" r="r" b="b"/>
              <a:pathLst>
                <a:path w="4853" h="4853" extrusionOk="0">
                  <a:moveTo>
                    <a:pt x="2773" y="662"/>
                  </a:moveTo>
                  <a:lnTo>
                    <a:pt x="2773" y="1670"/>
                  </a:lnTo>
                  <a:cubicBezTo>
                    <a:pt x="2773" y="1891"/>
                    <a:pt x="2931" y="2048"/>
                    <a:pt x="3120" y="2048"/>
                  </a:cubicBezTo>
                  <a:lnTo>
                    <a:pt x="4159" y="2048"/>
                  </a:lnTo>
                  <a:lnTo>
                    <a:pt x="4159" y="2741"/>
                  </a:lnTo>
                  <a:lnTo>
                    <a:pt x="3120" y="2741"/>
                  </a:lnTo>
                  <a:cubicBezTo>
                    <a:pt x="2931" y="2741"/>
                    <a:pt x="2773" y="2899"/>
                    <a:pt x="2773" y="3120"/>
                  </a:cubicBezTo>
                  <a:lnTo>
                    <a:pt x="2773" y="4128"/>
                  </a:lnTo>
                  <a:lnTo>
                    <a:pt x="2049" y="4128"/>
                  </a:lnTo>
                  <a:lnTo>
                    <a:pt x="2049" y="3120"/>
                  </a:lnTo>
                  <a:cubicBezTo>
                    <a:pt x="2049" y="2899"/>
                    <a:pt x="1891" y="2741"/>
                    <a:pt x="1702" y="2741"/>
                  </a:cubicBezTo>
                  <a:lnTo>
                    <a:pt x="662" y="2741"/>
                  </a:lnTo>
                  <a:lnTo>
                    <a:pt x="662" y="2048"/>
                  </a:lnTo>
                  <a:lnTo>
                    <a:pt x="1702" y="2048"/>
                  </a:lnTo>
                  <a:cubicBezTo>
                    <a:pt x="1891" y="2048"/>
                    <a:pt x="2049" y="1891"/>
                    <a:pt x="2049" y="1670"/>
                  </a:cubicBezTo>
                  <a:lnTo>
                    <a:pt x="2049" y="662"/>
                  </a:lnTo>
                  <a:close/>
                  <a:moveTo>
                    <a:pt x="1734" y="1"/>
                  </a:moveTo>
                  <a:cubicBezTo>
                    <a:pt x="1545" y="1"/>
                    <a:pt x="1387" y="158"/>
                    <a:pt x="1387" y="347"/>
                  </a:cubicBezTo>
                  <a:lnTo>
                    <a:pt x="1387" y="1387"/>
                  </a:lnTo>
                  <a:lnTo>
                    <a:pt x="347" y="1387"/>
                  </a:lnTo>
                  <a:cubicBezTo>
                    <a:pt x="158" y="1387"/>
                    <a:pt x="1" y="1544"/>
                    <a:pt x="1" y="1733"/>
                  </a:cubicBezTo>
                  <a:lnTo>
                    <a:pt x="1" y="3120"/>
                  </a:lnTo>
                  <a:cubicBezTo>
                    <a:pt x="1" y="3309"/>
                    <a:pt x="158" y="3466"/>
                    <a:pt x="347" y="3466"/>
                  </a:cubicBezTo>
                  <a:lnTo>
                    <a:pt x="1387" y="3466"/>
                  </a:lnTo>
                  <a:lnTo>
                    <a:pt x="1387" y="4474"/>
                  </a:lnTo>
                  <a:cubicBezTo>
                    <a:pt x="1387" y="4695"/>
                    <a:pt x="1545" y="4852"/>
                    <a:pt x="1734" y="4852"/>
                  </a:cubicBezTo>
                  <a:lnTo>
                    <a:pt x="3120" y="4852"/>
                  </a:lnTo>
                  <a:cubicBezTo>
                    <a:pt x="3309" y="4852"/>
                    <a:pt x="3466" y="4695"/>
                    <a:pt x="3466" y="4474"/>
                  </a:cubicBezTo>
                  <a:lnTo>
                    <a:pt x="3466" y="3466"/>
                  </a:lnTo>
                  <a:lnTo>
                    <a:pt x="4506" y="3466"/>
                  </a:lnTo>
                  <a:cubicBezTo>
                    <a:pt x="4695" y="3466"/>
                    <a:pt x="4853" y="3309"/>
                    <a:pt x="4853" y="3120"/>
                  </a:cubicBezTo>
                  <a:lnTo>
                    <a:pt x="4853" y="1733"/>
                  </a:lnTo>
                  <a:cubicBezTo>
                    <a:pt x="4853" y="1544"/>
                    <a:pt x="4695" y="1387"/>
                    <a:pt x="4506" y="1387"/>
                  </a:cubicBezTo>
                  <a:lnTo>
                    <a:pt x="3466" y="1387"/>
                  </a:lnTo>
                  <a:lnTo>
                    <a:pt x="3466" y="347"/>
                  </a:lnTo>
                  <a:cubicBezTo>
                    <a:pt x="3466" y="158"/>
                    <a:pt x="3309"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33" name="Google Shape;15433;p82"/>
          <p:cNvGrpSpPr/>
          <p:nvPr/>
        </p:nvGrpSpPr>
        <p:grpSpPr>
          <a:xfrm>
            <a:off x="6506292" y="3268579"/>
            <a:ext cx="434477" cy="468436"/>
            <a:chOff x="-28461325" y="2701925"/>
            <a:chExt cx="272525" cy="293825"/>
          </a:xfrm>
        </p:grpSpPr>
        <p:sp>
          <p:nvSpPr>
            <p:cNvPr id="15434" name="Google Shape;15434;p82"/>
            <p:cNvSpPr/>
            <p:nvPr/>
          </p:nvSpPr>
          <p:spPr>
            <a:xfrm>
              <a:off x="-28427475" y="2789200"/>
              <a:ext cx="54375" cy="80525"/>
            </a:xfrm>
            <a:custGeom>
              <a:avLst/>
              <a:gdLst/>
              <a:ahLst/>
              <a:cxnLst/>
              <a:rect l="l" t="t" r="r" b="b"/>
              <a:pathLst>
                <a:path w="2175" h="3221" extrusionOk="0">
                  <a:moveTo>
                    <a:pt x="1805" y="1"/>
                  </a:moveTo>
                  <a:cubicBezTo>
                    <a:pt x="1782" y="1"/>
                    <a:pt x="1758" y="3"/>
                    <a:pt x="1734" y="7"/>
                  </a:cubicBezTo>
                  <a:cubicBezTo>
                    <a:pt x="946" y="164"/>
                    <a:pt x="285" y="826"/>
                    <a:pt x="127" y="1645"/>
                  </a:cubicBezTo>
                  <a:cubicBezTo>
                    <a:pt x="1" y="2275"/>
                    <a:pt x="190" y="2811"/>
                    <a:pt x="348" y="3063"/>
                  </a:cubicBezTo>
                  <a:cubicBezTo>
                    <a:pt x="442" y="3189"/>
                    <a:pt x="537" y="3220"/>
                    <a:pt x="663" y="3220"/>
                  </a:cubicBezTo>
                  <a:cubicBezTo>
                    <a:pt x="694" y="3220"/>
                    <a:pt x="789" y="3220"/>
                    <a:pt x="820" y="3189"/>
                  </a:cubicBezTo>
                  <a:cubicBezTo>
                    <a:pt x="978" y="3126"/>
                    <a:pt x="1072" y="2874"/>
                    <a:pt x="946" y="2716"/>
                  </a:cubicBezTo>
                  <a:cubicBezTo>
                    <a:pt x="820" y="2527"/>
                    <a:pt x="726" y="2181"/>
                    <a:pt x="789" y="1740"/>
                  </a:cubicBezTo>
                  <a:cubicBezTo>
                    <a:pt x="883" y="1173"/>
                    <a:pt x="1356" y="763"/>
                    <a:pt x="1860" y="637"/>
                  </a:cubicBezTo>
                  <a:cubicBezTo>
                    <a:pt x="2049" y="605"/>
                    <a:pt x="2175" y="448"/>
                    <a:pt x="2112" y="227"/>
                  </a:cubicBezTo>
                  <a:cubicBezTo>
                    <a:pt x="2084" y="90"/>
                    <a:pt x="1961" y="1"/>
                    <a:pt x="18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5" name="Google Shape;15435;p82"/>
            <p:cNvSpPr/>
            <p:nvPr/>
          </p:nvSpPr>
          <p:spPr>
            <a:xfrm>
              <a:off x="-28362875" y="2824025"/>
              <a:ext cx="124475" cy="103200"/>
            </a:xfrm>
            <a:custGeom>
              <a:avLst/>
              <a:gdLst/>
              <a:ahLst/>
              <a:cxnLst/>
              <a:rect l="l" t="t" r="r" b="b"/>
              <a:pathLst>
                <a:path w="4979" h="4128" extrusionOk="0">
                  <a:moveTo>
                    <a:pt x="3434" y="693"/>
                  </a:moveTo>
                  <a:cubicBezTo>
                    <a:pt x="3844" y="693"/>
                    <a:pt x="4159" y="1008"/>
                    <a:pt x="4159" y="1418"/>
                  </a:cubicBezTo>
                  <a:cubicBezTo>
                    <a:pt x="4159" y="1922"/>
                    <a:pt x="3592" y="2394"/>
                    <a:pt x="2741" y="3056"/>
                  </a:cubicBezTo>
                  <a:cubicBezTo>
                    <a:pt x="2615" y="3151"/>
                    <a:pt x="2521" y="3214"/>
                    <a:pt x="2426" y="3340"/>
                  </a:cubicBezTo>
                  <a:cubicBezTo>
                    <a:pt x="2300" y="3245"/>
                    <a:pt x="2174" y="3182"/>
                    <a:pt x="2111" y="3056"/>
                  </a:cubicBezTo>
                  <a:cubicBezTo>
                    <a:pt x="1229" y="2394"/>
                    <a:pt x="694" y="1922"/>
                    <a:pt x="694" y="1418"/>
                  </a:cubicBezTo>
                  <a:cubicBezTo>
                    <a:pt x="694" y="977"/>
                    <a:pt x="1009" y="693"/>
                    <a:pt x="1387" y="693"/>
                  </a:cubicBezTo>
                  <a:cubicBezTo>
                    <a:pt x="1891" y="693"/>
                    <a:pt x="2111" y="1260"/>
                    <a:pt x="2111" y="1292"/>
                  </a:cubicBezTo>
                  <a:cubicBezTo>
                    <a:pt x="2143" y="1449"/>
                    <a:pt x="2269" y="1512"/>
                    <a:pt x="2426" y="1512"/>
                  </a:cubicBezTo>
                  <a:cubicBezTo>
                    <a:pt x="2584" y="1512"/>
                    <a:pt x="2678" y="1418"/>
                    <a:pt x="2741" y="1292"/>
                  </a:cubicBezTo>
                  <a:cubicBezTo>
                    <a:pt x="2741" y="1260"/>
                    <a:pt x="2930" y="693"/>
                    <a:pt x="3434" y="693"/>
                  </a:cubicBezTo>
                  <a:close/>
                  <a:moveTo>
                    <a:pt x="1387" y="0"/>
                  </a:moveTo>
                  <a:cubicBezTo>
                    <a:pt x="599" y="0"/>
                    <a:pt x="0" y="630"/>
                    <a:pt x="0" y="1418"/>
                  </a:cubicBezTo>
                  <a:cubicBezTo>
                    <a:pt x="0" y="2268"/>
                    <a:pt x="725" y="2835"/>
                    <a:pt x="1702" y="3623"/>
                  </a:cubicBezTo>
                  <a:cubicBezTo>
                    <a:pt x="1859" y="3718"/>
                    <a:pt x="2048" y="3875"/>
                    <a:pt x="2269" y="4033"/>
                  </a:cubicBezTo>
                  <a:cubicBezTo>
                    <a:pt x="2332" y="4064"/>
                    <a:pt x="2426" y="4127"/>
                    <a:pt x="2489" y="4127"/>
                  </a:cubicBezTo>
                  <a:cubicBezTo>
                    <a:pt x="2584" y="4127"/>
                    <a:pt x="2647" y="4064"/>
                    <a:pt x="2741" y="4033"/>
                  </a:cubicBezTo>
                  <a:cubicBezTo>
                    <a:pt x="2930" y="3875"/>
                    <a:pt x="3088" y="3718"/>
                    <a:pt x="3277" y="3623"/>
                  </a:cubicBezTo>
                  <a:cubicBezTo>
                    <a:pt x="4254" y="2835"/>
                    <a:pt x="4978" y="2268"/>
                    <a:pt x="4978" y="1418"/>
                  </a:cubicBezTo>
                  <a:cubicBezTo>
                    <a:pt x="4852" y="630"/>
                    <a:pt x="4222" y="0"/>
                    <a:pt x="3434" y="0"/>
                  </a:cubicBezTo>
                  <a:cubicBezTo>
                    <a:pt x="3056" y="0"/>
                    <a:pt x="2647" y="158"/>
                    <a:pt x="2426" y="504"/>
                  </a:cubicBezTo>
                  <a:cubicBezTo>
                    <a:pt x="2143" y="189"/>
                    <a:pt x="1796"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6" name="Google Shape;15436;p82"/>
            <p:cNvSpPr/>
            <p:nvPr/>
          </p:nvSpPr>
          <p:spPr>
            <a:xfrm>
              <a:off x="-28461325" y="2701925"/>
              <a:ext cx="272525" cy="293825"/>
            </a:xfrm>
            <a:custGeom>
              <a:avLst/>
              <a:gdLst/>
              <a:ahLst/>
              <a:cxnLst/>
              <a:rect l="l" t="t" r="r" b="b"/>
              <a:pathLst>
                <a:path w="10901" h="11753" extrusionOk="0">
                  <a:moveTo>
                    <a:pt x="7845" y="2647"/>
                  </a:moveTo>
                  <a:cubicBezTo>
                    <a:pt x="9168" y="2647"/>
                    <a:pt x="10208" y="3781"/>
                    <a:pt x="10208" y="5136"/>
                  </a:cubicBezTo>
                  <a:cubicBezTo>
                    <a:pt x="10208" y="5577"/>
                    <a:pt x="10145" y="5924"/>
                    <a:pt x="9987" y="6239"/>
                  </a:cubicBezTo>
                  <a:lnTo>
                    <a:pt x="8034" y="10303"/>
                  </a:lnTo>
                  <a:cubicBezTo>
                    <a:pt x="7814" y="10807"/>
                    <a:pt x="7341" y="11090"/>
                    <a:pt x="6837" y="11090"/>
                  </a:cubicBezTo>
                  <a:cubicBezTo>
                    <a:pt x="6396" y="11090"/>
                    <a:pt x="6049" y="10901"/>
                    <a:pt x="5766" y="10555"/>
                  </a:cubicBezTo>
                  <a:cubicBezTo>
                    <a:pt x="5703" y="10460"/>
                    <a:pt x="5608" y="10429"/>
                    <a:pt x="5482" y="10429"/>
                  </a:cubicBezTo>
                  <a:cubicBezTo>
                    <a:pt x="5388" y="10429"/>
                    <a:pt x="5293" y="10460"/>
                    <a:pt x="5230" y="10555"/>
                  </a:cubicBezTo>
                  <a:cubicBezTo>
                    <a:pt x="4947" y="10901"/>
                    <a:pt x="4537" y="11090"/>
                    <a:pt x="4159" y="11090"/>
                  </a:cubicBezTo>
                  <a:cubicBezTo>
                    <a:pt x="3655" y="11090"/>
                    <a:pt x="3182" y="10775"/>
                    <a:pt x="2930" y="10303"/>
                  </a:cubicBezTo>
                  <a:lnTo>
                    <a:pt x="1008" y="6239"/>
                  </a:lnTo>
                  <a:cubicBezTo>
                    <a:pt x="851" y="5892"/>
                    <a:pt x="756" y="5546"/>
                    <a:pt x="756" y="5136"/>
                  </a:cubicBezTo>
                  <a:cubicBezTo>
                    <a:pt x="756" y="3781"/>
                    <a:pt x="1828" y="2647"/>
                    <a:pt x="3119" y="2647"/>
                  </a:cubicBezTo>
                  <a:cubicBezTo>
                    <a:pt x="3970" y="2647"/>
                    <a:pt x="4758" y="3120"/>
                    <a:pt x="5167" y="3876"/>
                  </a:cubicBezTo>
                  <a:cubicBezTo>
                    <a:pt x="5262" y="4002"/>
                    <a:pt x="5325" y="4033"/>
                    <a:pt x="5482" y="4033"/>
                  </a:cubicBezTo>
                  <a:cubicBezTo>
                    <a:pt x="5640" y="4033"/>
                    <a:pt x="5734" y="3970"/>
                    <a:pt x="5797" y="3876"/>
                  </a:cubicBezTo>
                  <a:cubicBezTo>
                    <a:pt x="6238" y="3120"/>
                    <a:pt x="7026" y="2647"/>
                    <a:pt x="7845" y="2647"/>
                  </a:cubicBezTo>
                  <a:close/>
                  <a:moveTo>
                    <a:pt x="6774" y="1"/>
                  </a:moveTo>
                  <a:cubicBezTo>
                    <a:pt x="5829" y="1"/>
                    <a:pt x="5104" y="788"/>
                    <a:pt x="5104" y="1734"/>
                  </a:cubicBezTo>
                  <a:lnTo>
                    <a:pt x="5104" y="2773"/>
                  </a:lnTo>
                  <a:cubicBezTo>
                    <a:pt x="4537" y="2301"/>
                    <a:pt x="3844" y="1986"/>
                    <a:pt x="3088" y="1986"/>
                  </a:cubicBezTo>
                  <a:cubicBezTo>
                    <a:pt x="1386" y="1986"/>
                    <a:pt x="0" y="3403"/>
                    <a:pt x="0" y="5136"/>
                  </a:cubicBezTo>
                  <a:cubicBezTo>
                    <a:pt x="0" y="5609"/>
                    <a:pt x="126" y="6081"/>
                    <a:pt x="315" y="6522"/>
                  </a:cubicBezTo>
                  <a:lnTo>
                    <a:pt x="2269" y="10586"/>
                  </a:lnTo>
                  <a:cubicBezTo>
                    <a:pt x="2615" y="11343"/>
                    <a:pt x="3308" y="11752"/>
                    <a:pt x="4096" y="11752"/>
                  </a:cubicBezTo>
                  <a:cubicBezTo>
                    <a:pt x="4632" y="11752"/>
                    <a:pt x="5104" y="11563"/>
                    <a:pt x="5451" y="11248"/>
                  </a:cubicBezTo>
                  <a:cubicBezTo>
                    <a:pt x="5797" y="11563"/>
                    <a:pt x="6270" y="11752"/>
                    <a:pt x="6774" y="11752"/>
                  </a:cubicBezTo>
                  <a:cubicBezTo>
                    <a:pt x="7561" y="11752"/>
                    <a:pt x="8286" y="11280"/>
                    <a:pt x="8633" y="10586"/>
                  </a:cubicBezTo>
                  <a:lnTo>
                    <a:pt x="10554" y="6522"/>
                  </a:lnTo>
                  <a:cubicBezTo>
                    <a:pt x="10775" y="6081"/>
                    <a:pt x="10901" y="5609"/>
                    <a:pt x="10901" y="5136"/>
                  </a:cubicBezTo>
                  <a:cubicBezTo>
                    <a:pt x="10869" y="3466"/>
                    <a:pt x="9515" y="1986"/>
                    <a:pt x="7814" y="1986"/>
                  </a:cubicBezTo>
                  <a:cubicBezTo>
                    <a:pt x="7057" y="1986"/>
                    <a:pt x="6364" y="2269"/>
                    <a:pt x="5797" y="2773"/>
                  </a:cubicBezTo>
                  <a:lnTo>
                    <a:pt x="5797" y="1734"/>
                  </a:lnTo>
                  <a:cubicBezTo>
                    <a:pt x="5797" y="1135"/>
                    <a:pt x="6238" y="694"/>
                    <a:pt x="6774" y="694"/>
                  </a:cubicBezTo>
                  <a:cubicBezTo>
                    <a:pt x="6994" y="694"/>
                    <a:pt x="7152" y="536"/>
                    <a:pt x="7152" y="347"/>
                  </a:cubicBezTo>
                  <a:cubicBezTo>
                    <a:pt x="7152" y="158"/>
                    <a:pt x="6994" y="1"/>
                    <a:pt x="67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37" name="Google Shape;15437;p82"/>
          <p:cNvGrpSpPr/>
          <p:nvPr/>
        </p:nvGrpSpPr>
        <p:grpSpPr>
          <a:xfrm>
            <a:off x="9471881" y="2166761"/>
            <a:ext cx="472143" cy="302632"/>
            <a:chOff x="-26585200" y="2025375"/>
            <a:chExt cx="296150" cy="189825"/>
          </a:xfrm>
        </p:grpSpPr>
        <p:sp>
          <p:nvSpPr>
            <p:cNvPr id="15438" name="Google Shape;15438;p82"/>
            <p:cNvSpPr/>
            <p:nvPr/>
          </p:nvSpPr>
          <p:spPr>
            <a:xfrm>
              <a:off x="-26340250" y="2127750"/>
              <a:ext cx="51200" cy="70125"/>
            </a:xfrm>
            <a:custGeom>
              <a:avLst/>
              <a:gdLst/>
              <a:ahLst/>
              <a:cxnLst/>
              <a:rect l="l" t="t" r="r" b="b"/>
              <a:pathLst>
                <a:path w="2048" h="2805" extrusionOk="0">
                  <a:moveTo>
                    <a:pt x="1008" y="977"/>
                  </a:moveTo>
                  <a:cubicBezTo>
                    <a:pt x="1229" y="1324"/>
                    <a:pt x="1386" y="1608"/>
                    <a:pt x="1386" y="1734"/>
                  </a:cubicBezTo>
                  <a:cubicBezTo>
                    <a:pt x="1323" y="1923"/>
                    <a:pt x="1166" y="2080"/>
                    <a:pt x="1008" y="2080"/>
                  </a:cubicBezTo>
                  <a:cubicBezTo>
                    <a:pt x="819" y="2080"/>
                    <a:pt x="662" y="1923"/>
                    <a:pt x="662" y="1734"/>
                  </a:cubicBezTo>
                  <a:cubicBezTo>
                    <a:pt x="662" y="1608"/>
                    <a:pt x="819" y="1324"/>
                    <a:pt x="1008" y="977"/>
                  </a:cubicBezTo>
                  <a:close/>
                  <a:moveTo>
                    <a:pt x="1008" y="1"/>
                  </a:moveTo>
                  <a:cubicBezTo>
                    <a:pt x="914" y="1"/>
                    <a:pt x="788" y="32"/>
                    <a:pt x="756" y="158"/>
                  </a:cubicBezTo>
                  <a:cubicBezTo>
                    <a:pt x="756" y="158"/>
                    <a:pt x="536" y="442"/>
                    <a:pt x="378" y="757"/>
                  </a:cubicBezTo>
                  <a:cubicBezTo>
                    <a:pt x="32" y="1324"/>
                    <a:pt x="0" y="1608"/>
                    <a:pt x="0" y="1765"/>
                  </a:cubicBezTo>
                  <a:cubicBezTo>
                    <a:pt x="0" y="2364"/>
                    <a:pt x="473" y="2805"/>
                    <a:pt x="1008" y="2805"/>
                  </a:cubicBezTo>
                  <a:cubicBezTo>
                    <a:pt x="1607" y="2805"/>
                    <a:pt x="2048" y="2332"/>
                    <a:pt x="2048" y="1765"/>
                  </a:cubicBezTo>
                  <a:cubicBezTo>
                    <a:pt x="2048" y="1608"/>
                    <a:pt x="2016" y="1387"/>
                    <a:pt x="1638" y="757"/>
                  </a:cubicBezTo>
                  <a:cubicBezTo>
                    <a:pt x="1449" y="442"/>
                    <a:pt x="1292" y="158"/>
                    <a:pt x="1292" y="158"/>
                  </a:cubicBezTo>
                  <a:cubicBezTo>
                    <a:pt x="1229" y="64"/>
                    <a:pt x="1134"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9" name="Google Shape;15439;p82"/>
            <p:cNvSpPr/>
            <p:nvPr/>
          </p:nvSpPr>
          <p:spPr>
            <a:xfrm>
              <a:off x="-26585200" y="2025375"/>
              <a:ext cx="295375" cy="189825"/>
            </a:xfrm>
            <a:custGeom>
              <a:avLst/>
              <a:gdLst/>
              <a:ahLst/>
              <a:cxnLst/>
              <a:rect l="l" t="t" r="r" b="b"/>
              <a:pathLst>
                <a:path w="11815" h="7593" extrusionOk="0">
                  <a:moveTo>
                    <a:pt x="10775" y="2016"/>
                  </a:moveTo>
                  <a:cubicBezTo>
                    <a:pt x="10964" y="2016"/>
                    <a:pt x="11121" y="2174"/>
                    <a:pt x="11121" y="2363"/>
                  </a:cubicBezTo>
                  <a:cubicBezTo>
                    <a:pt x="11121" y="2552"/>
                    <a:pt x="10964" y="2710"/>
                    <a:pt x="10775" y="2710"/>
                  </a:cubicBezTo>
                  <a:lnTo>
                    <a:pt x="9830" y="2710"/>
                  </a:lnTo>
                  <a:lnTo>
                    <a:pt x="9987" y="2016"/>
                  </a:lnTo>
                  <a:close/>
                  <a:moveTo>
                    <a:pt x="6238" y="693"/>
                  </a:moveTo>
                  <a:cubicBezTo>
                    <a:pt x="6081" y="1103"/>
                    <a:pt x="5734" y="1418"/>
                    <a:pt x="5261" y="1418"/>
                  </a:cubicBezTo>
                  <a:lnTo>
                    <a:pt x="3875" y="1418"/>
                  </a:lnTo>
                  <a:cubicBezTo>
                    <a:pt x="3686" y="1418"/>
                    <a:pt x="3529" y="1575"/>
                    <a:pt x="3529" y="1764"/>
                  </a:cubicBezTo>
                  <a:cubicBezTo>
                    <a:pt x="3529" y="1953"/>
                    <a:pt x="3686" y="2111"/>
                    <a:pt x="3875" y="2111"/>
                  </a:cubicBezTo>
                  <a:lnTo>
                    <a:pt x="9326" y="2111"/>
                  </a:lnTo>
                  <a:lnTo>
                    <a:pt x="9168" y="2836"/>
                  </a:lnTo>
                  <a:lnTo>
                    <a:pt x="5923" y="2836"/>
                  </a:lnTo>
                  <a:lnTo>
                    <a:pt x="5923" y="2710"/>
                  </a:lnTo>
                  <a:cubicBezTo>
                    <a:pt x="5734" y="2710"/>
                    <a:pt x="5576" y="2867"/>
                    <a:pt x="5576" y="3056"/>
                  </a:cubicBezTo>
                  <a:cubicBezTo>
                    <a:pt x="5576" y="3277"/>
                    <a:pt x="5734" y="3434"/>
                    <a:pt x="5923" y="3434"/>
                  </a:cubicBezTo>
                  <a:lnTo>
                    <a:pt x="8034" y="3434"/>
                  </a:lnTo>
                  <a:cubicBezTo>
                    <a:pt x="8223" y="3434"/>
                    <a:pt x="8380" y="3592"/>
                    <a:pt x="8380" y="3781"/>
                  </a:cubicBezTo>
                  <a:cubicBezTo>
                    <a:pt x="8380" y="3970"/>
                    <a:pt x="8223" y="4127"/>
                    <a:pt x="8034" y="4127"/>
                  </a:cubicBezTo>
                  <a:lnTo>
                    <a:pt x="5923" y="4127"/>
                  </a:lnTo>
                  <a:cubicBezTo>
                    <a:pt x="5734" y="4127"/>
                    <a:pt x="5576" y="4285"/>
                    <a:pt x="5576" y="4474"/>
                  </a:cubicBezTo>
                  <a:cubicBezTo>
                    <a:pt x="5576" y="4694"/>
                    <a:pt x="5734" y="4852"/>
                    <a:pt x="5923" y="4852"/>
                  </a:cubicBezTo>
                  <a:lnTo>
                    <a:pt x="7309" y="4852"/>
                  </a:lnTo>
                  <a:cubicBezTo>
                    <a:pt x="7498" y="4852"/>
                    <a:pt x="7656" y="5009"/>
                    <a:pt x="7656" y="5198"/>
                  </a:cubicBezTo>
                  <a:cubicBezTo>
                    <a:pt x="7656" y="5388"/>
                    <a:pt x="7498" y="5545"/>
                    <a:pt x="7309" y="5545"/>
                  </a:cubicBezTo>
                  <a:lnTo>
                    <a:pt x="5923" y="5545"/>
                  </a:lnTo>
                  <a:cubicBezTo>
                    <a:pt x="5734" y="5545"/>
                    <a:pt x="5576" y="5703"/>
                    <a:pt x="5576" y="5892"/>
                  </a:cubicBezTo>
                  <a:cubicBezTo>
                    <a:pt x="5576" y="6112"/>
                    <a:pt x="5734" y="6270"/>
                    <a:pt x="5923" y="6270"/>
                  </a:cubicBezTo>
                  <a:lnTo>
                    <a:pt x="6648" y="6270"/>
                  </a:lnTo>
                  <a:cubicBezTo>
                    <a:pt x="6837" y="6270"/>
                    <a:pt x="6994" y="6427"/>
                    <a:pt x="6994" y="6616"/>
                  </a:cubicBezTo>
                  <a:cubicBezTo>
                    <a:pt x="6994" y="6805"/>
                    <a:pt x="6837" y="6963"/>
                    <a:pt x="6648" y="6963"/>
                  </a:cubicBezTo>
                  <a:lnTo>
                    <a:pt x="3151" y="6963"/>
                  </a:lnTo>
                  <a:cubicBezTo>
                    <a:pt x="1796" y="6963"/>
                    <a:pt x="693" y="5860"/>
                    <a:pt x="693" y="4537"/>
                  </a:cubicBezTo>
                  <a:lnTo>
                    <a:pt x="693" y="3151"/>
                  </a:lnTo>
                  <a:cubicBezTo>
                    <a:pt x="693" y="1796"/>
                    <a:pt x="1796" y="693"/>
                    <a:pt x="3151" y="693"/>
                  </a:cubicBezTo>
                  <a:close/>
                  <a:moveTo>
                    <a:pt x="3088" y="0"/>
                  </a:moveTo>
                  <a:cubicBezTo>
                    <a:pt x="1355" y="0"/>
                    <a:pt x="0" y="1418"/>
                    <a:pt x="0" y="3119"/>
                  </a:cubicBezTo>
                  <a:lnTo>
                    <a:pt x="0" y="4474"/>
                  </a:lnTo>
                  <a:cubicBezTo>
                    <a:pt x="0" y="6207"/>
                    <a:pt x="1418" y="7593"/>
                    <a:pt x="3088" y="7593"/>
                  </a:cubicBezTo>
                  <a:lnTo>
                    <a:pt x="6616" y="7593"/>
                  </a:lnTo>
                  <a:cubicBezTo>
                    <a:pt x="7183" y="7593"/>
                    <a:pt x="7624" y="7120"/>
                    <a:pt x="7624" y="6585"/>
                  </a:cubicBezTo>
                  <a:cubicBezTo>
                    <a:pt x="7624" y="6459"/>
                    <a:pt x="7593" y="6301"/>
                    <a:pt x="7561" y="6175"/>
                  </a:cubicBezTo>
                  <a:cubicBezTo>
                    <a:pt x="7971" y="6049"/>
                    <a:pt x="8317" y="5671"/>
                    <a:pt x="8317" y="5198"/>
                  </a:cubicBezTo>
                  <a:cubicBezTo>
                    <a:pt x="8317" y="5072"/>
                    <a:pt x="8254" y="4915"/>
                    <a:pt x="8223" y="4789"/>
                  </a:cubicBezTo>
                  <a:cubicBezTo>
                    <a:pt x="8664" y="4694"/>
                    <a:pt x="8979" y="4285"/>
                    <a:pt x="8979" y="3812"/>
                  </a:cubicBezTo>
                  <a:cubicBezTo>
                    <a:pt x="8979" y="3686"/>
                    <a:pt x="8948" y="3592"/>
                    <a:pt x="8884" y="3466"/>
                  </a:cubicBezTo>
                  <a:lnTo>
                    <a:pt x="9389" y="3403"/>
                  </a:lnTo>
                  <a:lnTo>
                    <a:pt x="10775" y="3403"/>
                  </a:lnTo>
                  <a:cubicBezTo>
                    <a:pt x="11373" y="3403"/>
                    <a:pt x="11814" y="2930"/>
                    <a:pt x="11814" y="2395"/>
                  </a:cubicBezTo>
                  <a:cubicBezTo>
                    <a:pt x="11814" y="1796"/>
                    <a:pt x="11342" y="1386"/>
                    <a:pt x="10775" y="1386"/>
                  </a:cubicBezTo>
                  <a:lnTo>
                    <a:pt x="6616" y="1386"/>
                  </a:lnTo>
                  <a:cubicBezTo>
                    <a:pt x="6837" y="1103"/>
                    <a:pt x="6963" y="693"/>
                    <a:pt x="6963" y="347"/>
                  </a:cubicBezTo>
                  <a:cubicBezTo>
                    <a:pt x="6963" y="158"/>
                    <a:pt x="6805" y="0"/>
                    <a:pt x="661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0" name="Google Shape;15440;p82"/>
            <p:cNvSpPr/>
            <p:nvPr/>
          </p:nvSpPr>
          <p:spPr>
            <a:xfrm>
              <a:off x="-26480450" y="2093100"/>
              <a:ext cx="18125" cy="18150"/>
            </a:xfrm>
            <a:custGeom>
              <a:avLst/>
              <a:gdLst/>
              <a:ahLst/>
              <a:cxnLst/>
              <a:rect l="l" t="t" r="r" b="b"/>
              <a:pathLst>
                <a:path w="725" h="726" extrusionOk="0">
                  <a:moveTo>
                    <a:pt x="378" y="1"/>
                  </a:moveTo>
                  <a:cubicBezTo>
                    <a:pt x="158" y="1"/>
                    <a:pt x="0" y="158"/>
                    <a:pt x="0" y="347"/>
                  </a:cubicBezTo>
                  <a:cubicBezTo>
                    <a:pt x="0" y="568"/>
                    <a:pt x="158" y="725"/>
                    <a:pt x="378" y="725"/>
                  </a:cubicBezTo>
                  <a:cubicBezTo>
                    <a:pt x="567" y="725"/>
                    <a:pt x="725" y="568"/>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1" name="Google Shape;15441;p82"/>
            <p:cNvSpPr/>
            <p:nvPr/>
          </p:nvSpPr>
          <p:spPr>
            <a:xfrm>
              <a:off x="-26480450" y="212775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2" name="Google Shape;15442;p82"/>
            <p:cNvSpPr/>
            <p:nvPr/>
          </p:nvSpPr>
          <p:spPr>
            <a:xfrm>
              <a:off x="-26480450" y="21624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43" name="Google Shape;15443;p82"/>
          <p:cNvGrpSpPr/>
          <p:nvPr/>
        </p:nvGrpSpPr>
        <p:grpSpPr>
          <a:xfrm>
            <a:off x="9472497" y="2679059"/>
            <a:ext cx="470907" cy="470907"/>
            <a:chOff x="-26584425" y="2340425"/>
            <a:chExt cx="295375" cy="295375"/>
          </a:xfrm>
        </p:grpSpPr>
        <p:sp>
          <p:nvSpPr>
            <p:cNvPr id="15444" name="Google Shape;15444;p82"/>
            <p:cNvSpPr/>
            <p:nvPr/>
          </p:nvSpPr>
          <p:spPr>
            <a:xfrm>
              <a:off x="-26462350" y="2463275"/>
              <a:ext cx="51225" cy="51225"/>
            </a:xfrm>
            <a:custGeom>
              <a:avLst/>
              <a:gdLst/>
              <a:ahLst/>
              <a:cxnLst/>
              <a:rect l="l" t="t" r="r" b="b"/>
              <a:pathLst>
                <a:path w="2049" h="2049" extrusionOk="0">
                  <a:moveTo>
                    <a:pt x="1009" y="631"/>
                  </a:moveTo>
                  <a:cubicBezTo>
                    <a:pt x="1230" y="631"/>
                    <a:pt x="1387" y="788"/>
                    <a:pt x="1387" y="977"/>
                  </a:cubicBezTo>
                  <a:cubicBezTo>
                    <a:pt x="1324" y="1230"/>
                    <a:pt x="1167" y="1356"/>
                    <a:pt x="1009" y="1356"/>
                  </a:cubicBezTo>
                  <a:cubicBezTo>
                    <a:pt x="820" y="1356"/>
                    <a:pt x="662" y="1198"/>
                    <a:pt x="662" y="977"/>
                  </a:cubicBezTo>
                  <a:cubicBezTo>
                    <a:pt x="662" y="788"/>
                    <a:pt x="820" y="631"/>
                    <a:pt x="1009" y="631"/>
                  </a:cubicBezTo>
                  <a:close/>
                  <a:moveTo>
                    <a:pt x="1009" y="1"/>
                  </a:moveTo>
                  <a:cubicBezTo>
                    <a:pt x="442" y="1"/>
                    <a:pt x="1" y="473"/>
                    <a:pt x="1" y="1041"/>
                  </a:cubicBezTo>
                  <a:cubicBezTo>
                    <a:pt x="1" y="1608"/>
                    <a:pt x="473" y="2049"/>
                    <a:pt x="1009" y="2049"/>
                  </a:cubicBezTo>
                  <a:cubicBezTo>
                    <a:pt x="1576" y="2049"/>
                    <a:pt x="2049" y="1576"/>
                    <a:pt x="2049" y="1041"/>
                  </a:cubicBezTo>
                  <a:cubicBezTo>
                    <a:pt x="2049" y="442"/>
                    <a:pt x="1576"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5" name="Google Shape;15445;p82"/>
            <p:cNvSpPr/>
            <p:nvPr/>
          </p:nvSpPr>
          <p:spPr>
            <a:xfrm>
              <a:off x="-26500150" y="2376650"/>
              <a:ext cx="121325" cy="75175"/>
            </a:xfrm>
            <a:custGeom>
              <a:avLst/>
              <a:gdLst/>
              <a:ahLst/>
              <a:cxnLst/>
              <a:rect l="l" t="t" r="r" b="b"/>
              <a:pathLst>
                <a:path w="4853" h="3007" extrusionOk="0">
                  <a:moveTo>
                    <a:pt x="2521" y="662"/>
                  </a:moveTo>
                  <a:cubicBezTo>
                    <a:pt x="3088" y="662"/>
                    <a:pt x="3592" y="788"/>
                    <a:pt x="4065" y="977"/>
                  </a:cubicBezTo>
                  <a:lnTo>
                    <a:pt x="3403" y="2206"/>
                  </a:lnTo>
                  <a:cubicBezTo>
                    <a:pt x="3120" y="2080"/>
                    <a:pt x="2836" y="2048"/>
                    <a:pt x="2553" y="2048"/>
                  </a:cubicBezTo>
                  <a:cubicBezTo>
                    <a:pt x="2206" y="2048"/>
                    <a:pt x="1954" y="2080"/>
                    <a:pt x="1670" y="2206"/>
                  </a:cubicBezTo>
                  <a:lnTo>
                    <a:pt x="1009" y="977"/>
                  </a:lnTo>
                  <a:cubicBezTo>
                    <a:pt x="1481" y="788"/>
                    <a:pt x="1985" y="662"/>
                    <a:pt x="2521" y="662"/>
                  </a:cubicBezTo>
                  <a:close/>
                  <a:moveTo>
                    <a:pt x="2458" y="0"/>
                  </a:moveTo>
                  <a:cubicBezTo>
                    <a:pt x="1702" y="0"/>
                    <a:pt x="914" y="189"/>
                    <a:pt x="253" y="567"/>
                  </a:cubicBezTo>
                  <a:cubicBezTo>
                    <a:pt x="95" y="630"/>
                    <a:pt x="1" y="882"/>
                    <a:pt x="127" y="1040"/>
                  </a:cubicBezTo>
                  <a:lnTo>
                    <a:pt x="1198" y="2836"/>
                  </a:lnTo>
                  <a:cubicBezTo>
                    <a:pt x="1229" y="2930"/>
                    <a:pt x="1324" y="2993"/>
                    <a:pt x="1387" y="2993"/>
                  </a:cubicBezTo>
                  <a:cubicBezTo>
                    <a:pt x="1415" y="3003"/>
                    <a:pt x="1442" y="3006"/>
                    <a:pt x="1470" y="3006"/>
                  </a:cubicBezTo>
                  <a:cubicBezTo>
                    <a:pt x="1537" y="3006"/>
                    <a:pt x="1604" y="2984"/>
                    <a:pt x="1670" y="2962"/>
                  </a:cubicBezTo>
                  <a:cubicBezTo>
                    <a:pt x="1891" y="2804"/>
                    <a:pt x="2206" y="2710"/>
                    <a:pt x="2490" y="2710"/>
                  </a:cubicBezTo>
                  <a:cubicBezTo>
                    <a:pt x="2773" y="2710"/>
                    <a:pt x="3088" y="2804"/>
                    <a:pt x="3309" y="2962"/>
                  </a:cubicBezTo>
                  <a:cubicBezTo>
                    <a:pt x="3372" y="2993"/>
                    <a:pt x="3435" y="2993"/>
                    <a:pt x="3466" y="2993"/>
                  </a:cubicBezTo>
                  <a:lnTo>
                    <a:pt x="3561" y="2993"/>
                  </a:lnTo>
                  <a:cubicBezTo>
                    <a:pt x="3624" y="2962"/>
                    <a:pt x="3718" y="2930"/>
                    <a:pt x="3750" y="2836"/>
                  </a:cubicBezTo>
                  <a:lnTo>
                    <a:pt x="4789" y="1040"/>
                  </a:lnTo>
                  <a:cubicBezTo>
                    <a:pt x="4852" y="882"/>
                    <a:pt x="4821" y="630"/>
                    <a:pt x="4663" y="567"/>
                  </a:cubicBezTo>
                  <a:cubicBezTo>
                    <a:pt x="4002" y="189"/>
                    <a:pt x="3246"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6" name="Google Shape;15446;p82"/>
            <p:cNvSpPr/>
            <p:nvPr/>
          </p:nvSpPr>
          <p:spPr>
            <a:xfrm>
              <a:off x="-26549775" y="2480750"/>
              <a:ext cx="95325" cy="105425"/>
            </a:xfrm>
            <a:custGeom>
              <a:avLst/>
              <a:gdLst/>
              <a:ahLst/>
              <a:cxnLst/>
              <a:rect l="l" t="t" r="r" b="b"/>
              <a:pathLst>
                <a:path w="3813" h="4217" extrusionOk="0">
                  <a:moveTo>
                    <a:pt x="2080" y="688"/>
                  </a:moveTo>
                  <a:cubicBezTo>
                    <a:pt x="2143" y="1287"/>
                    <a:pt x="2458" y="1791"/>
                    <a:pt x="2931" y="2169"/>
                  </a:cubicBezTo>
                  <a:lnTo>
                    <a:pt x="2238" y="3397"/>
                  </a:lnTo>
                  <a:cubicBezTo>
                    <a:pt x="1387" y="2767"/>
                    <a:pt x="820" y="1791"/>
                    <a:pt x="694" y="720"/>
                  </a:cubicBezTo>
                  <a:lnTo>
                    <a:pt x="2080" y="688"/>
                  </a:lnTo>
                  <a:close/>
                  <a:moveTo>
                    <a:pt x="2503" y="0"/>
                  </a:moveTo>
                  <a:cubicBezTo>
                    <a:pt x="2479" y="0"/>
                    <a:pt x="2454" y="8"/>
                    <a:pt x="2427" y="26"/>
                  </a:cubicBezTo>
                  <a:lnTo>
                    <a:pt x="347" y="58"/>
                  </a:lnTo>
                  <a:cubicBezTo>
                    <a:pt x="158" y="58"/>
                    <a:pt x="1" y="215"/>
                    <a:pt x="1" y="405"/>
                  </a:cubicBezTo>
                  <a:cubicBezTo>
                    <a:pt x="1" y="1192"/>
                    <a:pt x="221" y="1948"/>
                    <a:pt x="631" y="2610"/>
                  </a:cubicBezTo>
                  <a:cubicBezTo>
                    <a:pt x="1009" y="3240"/>
                    <a:pt x="1513" y="3807"/>
                    <a:pt x="2206" y="4185"/>
                  </a:cubicBezTo>
                  <a:cubicBezTo>
                    <a:pt x="2238" y="4217"/>
                    <a:pt x="2301" y="4217"/>
                    <a:pt x="2395" y="4217"/>
                  </a:cubicBezTo>
                  <a:lnTo>
                    <a:pt x="2458" y="4217"/>
                  </a:lnTo>
                  <a:cubicBezTo>
                    <a:pt x="2553" y="4185"/>
                    <a:pt x="2616" y="4154"/>
                    <a:pt x="2679" y="4059"/>
                  </a:cubicBezTo>
                  <a:lnTo>
                    <a:pt x="3718" y="2295"/>
                  </a:lnTo>
                  <a:cubicBezTo>
                    <a:pt x="3813" y="2106"/>
                    <a:pt x="3781" y="1917"/>
                    <a:pt x="3624" y="1791"/>
                  </a:cubicBezTo>
                  <a:cubicBezTo>
                    <a:pt x="3088" y="1476"/>
                    <a:pt x="2773" y="909"/>
                    <a:pt x="2773" y="342"/>
                  </a:cubicBezTo>
                  <a:cubicBezTo>
                    <a:pt x="2773" y="247"/>
                    <a:pt x="2742" y="121"/>
                    <a:pt x="2679" y="89"/>
                  </a:cubicBezTo>
                  <a:cubicBezTo>
                    <a:pt x="2612" y="45"/>
                    <a:pt x="2561" y="0"/>
                    <a:pt x="25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7" name="Google Shape;15447;p82"/>
            <p:cNvSpPr/>
            <p:nvPr/>
          </p:nvSpPr>
          <p:spPr>
            <a:xfrm>
              <a:off x="-26421375" y="2481400"/>
              <a:ext cx="96900" cy="104000"/>
            </a:xfrm>
            <a:custGeom>
              <a:avLst/>
              <a:gdLst/>
              <a:ahLst/>
              <a:cxnLst/>
              <a:rect l="l" t="t" r="r" b="b"/>
              <a:pathLst>
                <a:path w="3876" h="4160" extrusionOk="0">
                  <a:moveTo>
                    <a:pt x="1796" y="694"/>
                  </a:moveTo>
                  <a:lnTo>
                    <a:pt x="3151" y="725"/>
                  </a:lnTo>
                  <a:cubicBezTo>
                    <a:pt x="3056" y="1765"/>
                    <a:pt x="2489" y="2741"/>
                    <a:pt x="1638" y="3371"/>
                  </a:cubicBezTo>
                  <a:lnTo>
                    <a:pt x="914" y="2206"/>
                  </a:lnTo>
                  <a:cubicBezTo>
                    <a:pt x="1386" y="1796"/>
                    <a:pt x="1701" y="1292"/>
                    <a:pt x="1796" y="694"/>
                  </a:cubicBezTo>
                  <a:close/>
                  <a:moveTo>
                    <a:pt x="1418" y="0"/>
                  </a:moveTo>
                  <a:cubicBezTo>
                    <a:pt x="1355" y="0"/>
                    <a:pt x="1229" y="32"/>
                    <a:pt x="1197" y="63"/>
                  </a:cubicBezTo>
                  <a:cubicBezTo>
                    <a:pt x="1103" y="158"/>
                    <a:pt x="1071" y="221"/>
                    <a:pt x="1071" y="316"/>
                  </a:cubicBezTo>
                  <a:cubicBezTo>
                    <a:pt x="1071" y="883"/>
                    <a:pt x="756" y="1450"/>
                    <a:pt x="252" y="1765"/>
                  </a:cubicBezTo>
                  <a:cubicBezTo>
                    <a:pt x="95" y="1891"/>
                    <a:pt x="0" y="2080"/>
                    <a:pt x="126" y="2237"/>
                  </a:cubicBezTo>
                  <a:lnTo>
                    <a:pt x="1197" y="4002"/>
                  </a:lnTo>
                  <a:cubicBezTo>
                    <a:pt x="1229" y="4065"/>
                    <a:pt x="1323" y="4128"/>
                    <a:pt x="1386" y="4159"/>
                  </a:cubicBezTo>
                  <a:lnTo>
                    <a:pt x="1481" y="4159"/>
                  </a:lnTo>
                  <a:cubicBezTo>
                    <a:pt x="1544" y="4159"/>
                    <a:pt x="1575" y="4159"/>
                    <a:pt x="1670" y="4128"/>
                  </a:cubicBezTo>
                  <a:cubicBezTo>
                    <a:pt x="2300" y="3718"/>
                    <a:pt x="2836" y="3182"/>
                    <a:pt x="3245" y="2552"/>
                  </a:cubicBezTo>
                  <a:cubicBezTo>
                    <a:pt x="3623" y="1891"/>
                    <a:pt x="3844" y="1135"/>
                    <a:pt x="3875" y="347"/>
                  </a:cubicBezTo>
                  <a:cubicBezTo>
                    <a:pt x="3875" y="189"/>
                    <a:pt x="3718" y="32"/>
                    <a:pt x="3529" y="32"/>
                  </a:cubicBezTo>
                  <a:lnTo>
                    <a:pt x="1418" y="0"/>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8" name="Google Shape;15448;p82"/>
            <p:cNvSpPr/>
            <p:nvPr/>
          </p:nvSpPr>
          <p:spPr>
            <a:xfrm>
              <a:off x="-26584425" y="2340425"/>
              <a:ext cx="295375" cy="295375"/>
            </a:xfrm>
            <a:custGeom>
              <a:avLst/>
              <a:gdLst/>
              <a:ahLst/>
              <a:cxnLst/>
              <a:rect l="l" t="t" r="r" b="b"/>
              <a:pathLst>
                <a:path w="11815" h="11815" extrusionOk="0">
                  <a:moveTo>
                    <a:pt x="5861" y="693"/>
                  </a:moveTo>
                  <a:cubicBezTo>
                    <a:pt x="7247" y="693"/>
                    <a:pt x="8570" y="1260"/>
                    <a:pt x="9578" y="2237"/>
                  </a:cubicBezTo>
                  <a:cubicBezTo>
                    <a:pt x="10555" y="3214"/>
                    <a:pt x="11090" y="4537"/>
                    <a:pt x="11090" y="5955"/>
                  </a:cubicBezTo>
                  <a:cubicBezTo>
                    <a:pt x="11090" y="7309"/>
                    <a:pt x="10586" y="8632"/>
                    <a:pt x="9578" y="9641"/>
                  </a:cubicBezTo>
                  <a:cubicBezTo>
                    <a:pt x="8570" y="10617"/>
                    <a:pt x="7278" y="11184"/>
                    <a:pt x="5861" y="11184"/>
                  </a:cubicBezTo>
                  <a:cubicBezTo>
                    <a:pt x="4474" y="11184"/>
                    <a:pt x="3151" y="10617"/>
                    <a:pt x="2174" y="9641"/>
                  </a:cubicBezTo>
                  <a:cubicBezTo>
                    <a:pt x="1166" y="8664"/>
                    <a:pt x="631" y="7372"/>
                    <a:pt x="631" y="5955"/>
                  </a:cubicBezTo>
                  <a:cubicBezTo>
                    <a:pt x="631" y="4568"/>
                    <a:pt x="1166" y="3214"/>
                    <a:pt x="2174" y="2237"/>
                  </a:cubicBezTo>
                  <a:cubicBezTo>
                    <a:pt x="3151" y="1260"/>
                    <a:pt x="4443" y="693"/>
                    <a:pt x="5861" y="693"/>
                  </a:cubicBezTo>
                  <a:close/>
                  <a:moveTo>
                    <a:pt x="5892" y="0"/>
                  </a:moveTo>
                  <a:cubicBezTo>
                    <a:pt x="4317" y="0"/>
                    <a:pt x="2836" y="630"/>
                    <a:pt x="1733" y="1733"/>
                  </a:cubicBezTo>
                  <a:cubicBezTo>
                    <a:pt x="631" y="2836"/>
                    <a:pt x="1" y="4316"/>
                    <a:pt x="1" y="5891"/>
                  </a:cubicBezTo>
                  <a:cubicBezTo>
                    <a:pt x="1" y="7467"/>
                    <a:pt x="631" y="8979"/>
                    <a:pt x="1733" y="10082"/>
                  </a:cubicBezTo>
                  <a:cubicBezTo>
                    <a:pt x="2836" y="11184"/>
                    <a:pt x="4317" y="11814"/>
                    <a:pt x="5892" y="11814"/>
                  </a:cubicBezTo>
                  <a:cubicBezTo>
                    <a:pt x="7467" y="11814"/>
                    <a:pt x="8980" y="11184"/>
                    <a:pt x="10082" y="10082"/>
                  </a:cubicBezTo>
                  <a:cubicBezTo>
                    <a:pt x="11185" y="8979"/>
                    <a:pt x="11815" y="7467"/>
                    <a:pt x="11815" y="5891"/>
                  </a:cubicBezTo>
                  <a:cubicBezTo>
                    <a:pt x="11815" y="4379"/>
                    <a:pt x="11185" y="2867"/>
                    <a:pt x="10082" y="1733"/>
                  </a:cubicBezTo>
                  <a:cubicBezTo>
                    <a:pt x="8980" y="630"/>
                    <a:pt x="7467"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49" name="Google Shape;15449;p82"/>
          <p:cNvGrpSpPr/>
          <p:nvPr/>
        </p:nvGrpSpPr>
        <p:grpSpPr>
          <a:xfrm>
            <a:off x="9465604" y="3267185"/>
            <a:ext cx="484697" cy="471225"/>
            <a:chOff x="-26585200" y="2710400"/>
            <a:chExt cx="304025" cy="295575"/>
          </a:xfrm>
        </p:grpSpPr>
        <p:sp>
          <p:nvSpPr>
            <p:cNvPr id="15450" name="Google Shape;15450;p82"/>
            <p:cNvSpPr/>
            <p:nvPr/>
          </p:nvSpPr>
          <p:spPr>
            <a:xfrm>
              <a:off x="-26585200" y="2710400"/>
              <a:ext cx="304025" cy="295575"/>
            </a:xfrm>
            <a:custGeom>
              <a:avLst/>
              <a:gdLst/>
              <a:ahLst/>
              <a:cxnLst/>
              <a:rect l="l" t="t" r="r" b="b"/>
              <a:pathLst>
                <a:path w="12161" h="11823" extrusionOk="0">
                  <a:moveTo>
                    <a:pt x="8711" y="717"/>
                  </a:moveTo>
                  <a:cubicBezTo>
                    <a:pt x="9333" y="717"/>
                    <a:pt x="9956" y="954"/>
                    <a:pt x="10428" y="1426"/>
                  </a:cubicBezTo>
                  <a:cubicBezTo>
                    <a:pt x="11373" y="2371"/>
                    <a:pt x="11373" y="3915"/>
                    <a:pt x="10428" y="4829"/>
                  </a:cubicBezTo>
                  <a:lnTo>
                    <a:pt x="9830" y="5427"/>
                  </a:lnTo>
                  <a:lnTo>
                    <a:pt x="7404" y="3001"/>
                  </a:lnTo>
                  <a:lnTo>
                    <a:pt x="7971" y="2403"/>
                  </a:lnTo>
                  <a:cubicBezTo>
                    <a:pt x="8191" y="2214"/>
                    <a:pt x="8443" y="2088"/>
                    <a:pt x="8727" y="2088"/>
                  </a:cubicBezTo>
                  <a:cubicBezTo>
                    <a:pt x="9011" y="2088"/>
                    <a:pt x="9294" y="2214"/>
                    <a:pt x="9483" y="2403"/>
                  </a:cubicBezTo>
                  <a:cubicBezTo>
                    <a:pt x="9546" y="2466"/>
                    <a:pt x="9633" y="2497"/>
                    <a:pt x="9719" y="2497"/>
                  </a:cubicBezTo>
                  <a:cubicBezTo>
                    <a:pt x="9806" y="2497"/>
                    <a:pt x="9893" y="2466"/>
                    <a:pt x="9956" y="2403"/>
                  </a:cubicBezTo>
                  <a:cubicBezTo>
                    <a:pt x="10082" y="2277"/>
                    <a:pt x="10082" y="2056"/>
                    <a:pt x="9956" y="1930"/>
                  </a:cubicBezTo>
                  <a:cubicBezTo>
                    <a:pt x="9641" y="1615"/>
                    <a:pt x="9200" y="1426"/>
                    <a:pt x="8727" y="1426"/>
                  </a:cubicBezTo>
                  <a:cubicBezTo>
                    <a:pt x="8254" y="1426"/>
                    <a:pt x="7813" y="1615"/>
                    <a:pt x="7530" y="1930"/>
                  </a:cubicBezTo>
                  <a:lnTo>
                    <a:pt x="6931" y="2529"/>
                  </a:lnTo>
                  <a:lnTo>
                    <a:pt x="6459" y="2056"/>
                  </a:lnTo>
                  <a:lnTo>
                    <a:pt x="6994" y="1426"/>
                  </a:lnTo>
                  <a:cubicBezTo>
                    <a:pt x="7467" y="954"/>
                    <a:pt x="8089" y="717"/>
                    <a:pt x="8711" y="717"/>
                  </a:cubicBezTo>
                  <a:close/>
                  <a:moveTo>
                    <a:pt x="2048" y="6372"/>
                  </a:moveTo>
                  <a:lnTo>
                    <a:pt x="4474" y="8830"/>
                  </a:lnTo>
                  <a:lnTo>
                    <a:pt x="3875" y="9397"/>
                  </a:lnTo>
                  <a:cubicBezTo>
                    <a:pt x="3686" y="9602"/>
                    <a:pt x="3426" y="9704"/>
                    <a:pt x="3162" y="9704"/>
                  </a:cubicBezTo>
                  <a:cubicBezTo>
                    <a:pt x="2899" y="9704"/>
                    <a:pt x="2631" y="9602"/>
                    <a:pt x="2426" y="9397"/>
                  </a:cubicBezTo>
                  <a:cubicBezTo>
                    <a:pt x="2363" y="9350"/>
                    <a:pt x="2276" y="9326"/>
                    <a:pt x="2190" y="9326"/>
                  </a:cubicBezTo>
                  <a:cubicBezTo>
                    <a:pt x="2103" y="9326"/>
                    <a:pt x="2016" y="9350"/>
                    <a:pt x="1953" y="9397"/>
                  </a:cubicBezTo>
                  <a:cubicBezTo>
                    <a:pt x="1827" y="9523"/>
                    <a:pt x="1827" y="9775"/>
                    <a:pt x="1953" y="9869"/>
                  </a:cubicBezTo>
                  <a:cubicBezTo>
                    <a:pt x="2331" y="10247"/>
                    <a:pt x="2741" y="10405"/>
                    <a:pt x="3182" y="10405"/>
                  </a:cubicBezTo>
                  <a:cubicBezTo>
                    <a:pt x="3623" y="10405"/>
                    <a:pt x="4096" y="10247"/>
                    <a:pt x="4411" y="9869"/>
                  </a:cubicBezTo>
                  <a:lnTo>
                    <a:pt x="4978" y="9302"/>
                  </a:lnTo>
                  <a:lnTo>
                    <a:pt x="5450" y="9775"/>
                  </a:lnTo>
                  <a:lnTo>
                    <a:pt x="4820" y="10436"/>
                  </a:lnTo>
                  <a:cubicBezTo>
                    <a:pt x="4348" y="10909"/>
                    <a:pt x="3733" y="11145"/>
                    <a:pt x="3119" y="11145"/>
                  </a:cubicBezTo>
                  <a:cubicBezTo>
                    <a:pt x="2505" y="11145"/>
                    <a:pt x="1890" y="10909"/>
                    <a:pt x="1418" y="10436"/>
                  </a:cubicBezTo>
                  <a:cubicBezTo>
                    <a:pt x="473" y="9491"/>
                    <a:pt x="473" y="7948"/>
                    <a:pt x="1449" y="6971"/>
                  </a:cubicBezTo>
                  <a:lnTo>
                    <a:pt x="2048" y="6372"/>
                  </a:lnTo>
                  <a:close/>
                  <a:moveTo>
                    <a:pt x="3151" y="701"/>
                  </a:moveTo>
                  <a:cubicBezTo>
                    <a:pt x="3781" y="701"/>
                    <a:pt x="4411" y="954"/>
                    <a:pt x="4883" y="1426"/>
                  </a:cubicBezTo>
                  <a:lnTo>
                    <a:pt x="10460" y="7002"/>
                  </a:lnTo>
                  <a:cubicBezTo>
                    <a:pt x="11373" y="7948"/>
                    <a:pt x="11373" y="9491"/>
                    <a:pt x="10428" y="10436"/>
                  </a:cubicBezTo>
                  <a:cubicBezTo>
                    <a:pt x="9956" y="10909"/>
                    <a:pt x="9333" y="11145"/>
                    <a:pt x="8711" y="11145"/>
                  </a:cubicBezTo>
                  <a:cubicBezTo>
                    <a:pt x="8089" y="11145"/>
                    <a:pt x="7467" y="10909"/>
                    <a:pt x="6994" y="10436"/>
                  </a:cubicBezTo>
                  <a:lnTo>
                    <a:pt x="6175" y="9617"/>
                  </a:lnTo>
                  <a:lnTo>
                    <a:pt x="5198" y="8641"/>
                  </a:lnTo>
                  <a:lnTo>
                    <a:pt x="2237" y="5679"/>
                  </a:lnTo>
                  <a:lnTo>
                    <a:pt x="1418" y="4860"/>
                  </a:lnTo>
                  <a:cubicBezTo>
                    <a:pt x="473" y="3915"/>
                    <a:pt x="473" y="2371"/>
                    <a:pt x="1418" y="1426"/>
                  </a:cubicBezTo>
                  <a:cubicBezTo>
                    <a:pt x="1890" y="954"/>
                    <a:pt x="2520" y="701"/>
                    <a:pt x="3151" y="701"/>
                  </a:cubicBezTo>
                  <a:close/>
                  <a:moveTo>
                    <a:pt x="8727" y="0"/>
                  </a:moveTo>
                  <a:cubicBezTo>
                    <a:pt x="7931" y="0"/>
                    <a:pt x="7136" y="308"/>
                    <a:pt x="6522" y="922"/>
                  </a:cubicBezTo>
                  <a:lnTo>
                    <a:pt x="5955" y="1489"/>
                  </a:lnTo>
                  <a:lnTo>
                    <a:pt x="5356" y="922"/>
                  </a:lnTo>
                  <a:cubicBezTo>
                    <a:pt x="4757" y="323"/>
                    <a:pt x="3970" y="8"/>
                    <a:pt x="3151" y="8"/>
                  </a:cubicBezTo>
                  <a:cubicBezTo>
                    <a:pt x="2331" y="8"/>
                    <a:pt x="1544" y="323"/>
                    <a:pt x="945" y="922"/>
                  </a:cubicBezTo>
                  <a:cubicBezTo>
                    <a:pt x="347" y="1489"/>
                    <a:pt x="32" y="2277"/>
                    <a:pt x="32" y="3127"/>
                  </a:cubicBezTo>
                  <a:cubicBezTo>
                    <a:pt x="32" y="3946"/>
                    <a:pt x="347" y="4734"/>
                    <a:pt x="945" y="5333"/>
                  </a:cubicBezTo>
                  <a:lnTo>
                    <a:pt x="1544" y="5900"/>
                  </a:lnTo>
                  <a:lnTo>
                    <a:pt x="945" y="6498"/>
                  </a:lnTo>
                  <a:cubicBezTo>
                    <a:pt x="347" y="7097"/>
                    <a:pt x="32" y="7885"/>
                    <a:pt x="0" y="8704"/>
                  </a:cubicBezTo>
                  <a:cubicBezTo>
                    <a:pt x="0" y="9523"/>
                    <a:pt x="315" y="10310"/>
                    <a:pt x="914" y="10909"/>
                  </a:cubicBezTo>
                  <a:cubicBezTo>
                    <a:pt x="1481" y="11508"/>
                    <a:pt x="2331" y="11823"/>
                    <a:pt x="3119" y="11823"/>
                  </a:cubicBezTo>
                  <a:cubicBezTo>
                    <a:pt x="3907" y="11823"/>
                    <a:pt x="4726" y="11508"/>
                    <a:pt x="5324" y="10909"/>
                  </a:cubicBezTo>
                  <a:lnTo>
                    <a:pt x="5892" y="10310"/>
                  </a:lnTo>
                  <a:lnTo>
                    <a:pt x="6490" y="10909"/>
                  </a:lnTo>
                  <a:cubicBezTo>
                    <a:pt x="7089" y="11508"/>
                    <a:pt x="7876" y="11823"/>
                    <a:pt x="8695" y="11823"/>
                  </a:cubicBezTo>
                  <a:cubicBezTo>
                    <a:pt x="9515" y="11823"/>
                    <a:pt x="10302" y="11508"/>
                    <a:pt x="10901" y="10909"/>
                  </a:cubicBezTo>
                  <a:cubicBezTo>
                    <a:pt x="11499" y="10310"/>
                    <a:pt x="11814" y="9523"/>
                    <a:pt x="11814" y="8704"/>
                  </a:cubicBezTo>
                  <a:cubicBezTo>
                    <a:pt x="11846" y="7885"/>
                    <a:pt x="11531" y="7097"/>
                    <a:pt x="10932" y="6498"/>
                  </a:cubicBezTo>
                  <a:lnTo>
                    <a:pt x="10334" y="5900"/>
                  </a:lnTo>
                  <a:lnTo>
                    <a:pt x="10932" y="5333"/>
                  </a:lnTo>
                  <a:cubicBezTo>
                    <a:pt x="12161" y="4104"/>
                    <a:pt x="12161" y="2119"/>
                    <a:pt x="10932" y="922"/>
                  </a:cubicBezTo>
                  <a:cubicBezTo>
                    <a:pt x="10318" y="308"/>
                    <a:pt x="9522" y="0"/>
                    <a:pt x="87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1" name="Google Shape;15451;p82"/>
            <p:cNvSpPr/>
            <p:nvPr/>
          </p:nvSpPr>
          <p:spPr>
            <a:xfrm>
              <a:off x="-26495425" y="2801375"/>
              <a:ext cx="118175" cy="113250"/>
            </a:xfrm>
            <a:custGeom>
              <a:avLst/>
              <a:gdLst/>
              <a:ahLst/>
              <a:cxnLst/>
              <a:rect l="l" t="t" r="r" b="b"/>
              <a:pathLst>
                <a:path w="4727" h="4530" extrusionOk="0">
                  <a:moveTo>
                    <a:pt x="2111" y="749"/>
                  </a:moveTo>
                  <a:cubicBezTo>
                    <a:pt x="2175" y="749"/>
                    <a:pt x="2301" y="780"/>
                    <a:pt x="2364" y="843"/>
                  </a:cubicBezTo>
                  <a:lnTo>
                    <a:pt x="3813" y="2324"/>
                  </a:lnTo>
                  <a:cubicBezTo>
                    <a:pt x="3907" y="2418"/>
                    <a:pt x="3907" y="2639"/>
                    <a:pt x="3813" y="2796"/>
                  </a:cubicBezTo>
                  <a:lnTo>
                    <a:pt x="2805" y="3773"/>
                  </a:lnTo>
                  <a:cubicBezTo>
                    <a:pt x="2757" y="3836"/>
                    <a:pt x="2671" y="3868"/>
                    <a:pt x="2584" y="3868"/>
                  </a:cubicBezTo>
                  <a:cubicBezTo>
                    <a:pt x="2497" y="3868"/>
                    <a:pt x="2411" y="3836"/>
                    <a:pt x="2364" y="3773"/>
                  </a:cubicBezTo>
                  <a:lnTo>
                    <a:pt x="883" y="2324"/>
                  </a:lnTo>
                  <a:cubicBezTo>
                    <a:pt x="788" y="2198"/>
                    <a:pt x="788" y="1946"/>
                    <a:pt x="883" y="1851"/>
                  </a:cubicBezTo>
                  <a:lnTo>
                    <a:pt x="1891" y="843"/>
                  </a:lnTo>
                  <a:cubicBezTo>
                    <a:pt x="1954" y="780"/>
                    <a:pt x="2048" y="749"/>
                    <a:pt x="2111" y="749"/>
                  </a:cubicBezTo>
                  <a:close/>
                  <a:moveTo>
                    <a:pt x="2092" y="0"/>
                  </a:moveTo>
                  <a:cubicBezTo>
                    <a:pt x="1828" y="0"/>
                    <a:pt x="1560" y="103"/>
                    <a:pt x="1355" y="307"/>
                  </a:cubicBezTo>
                  <a:lnTo>
                    <a:pt x="379" y="1284"/>
                  </a:lnTo>
                  <a:cubicBezTo>
                    <a:pt x="1" y="1694"/>
                    <a:pt x="1" y="2355"/>
                    <a:pt x="379" y="2733"/>
                  </a:cubicBezTo>
                  <a:lnTo>
                    <a:pt x="1828" y="4183"/>
                  </a:lnTo>
                  <a:cubicBezTo>
                    <a:pt x="2017" y="4403"/>
                    <a:pt x="2301" y="4529"/>
                    <a:pt x="2584" y="4529"/>
                  </a:cubicBezTo>
                  <a:cubicBezTo>
                    <a:pt x="2868" y="4529"/>
                    <a:pt x="3151" y="4403"/>
                    <a:pt x="3340" y="4183"/>
                  </a:cubicBezTo>
                  <a:lnTo>
                    <a:pt x="4317" y="3206"/>
                  </a:lnTo>
                  <a:cubicBezTo>
                    <a:pt x="4726" y="2828"/>
                    <a:pt x="4726" y="2166"/>
                    <a:pt x="4317" y="1757"/>
                  </a:cubicBezTo>
                  <a:lnTo>
                    <a:pt x="2805" y="307"/>
                  </a:lnTo>
                  <a:cubicBezTo>
                    <a:pt x="2616" y="103"/>
                    <a:pt x="2356" y="0"/>
                    <a:pt x="20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2" name="Google Shape;15452;p82"/>
            <p:cNvSpPr/>
            <p:nvPr/>
          </p:nvSpPr>
          <p:spPr>
            <a:xfrm>
              <a:off x="-26375700" y="29563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3" name="Google Shape;15453;p82"/>
            <p:cNvSpPr/>
            <p:nvPr/>
          </p:nvSpPr>
          <p:spPr>
            <a:xfrm>
              <a:off x="-26339475" y="2920100"/>
              <a:ext cx="18150" cy="18150"/>
            </a:xfrm>
            <a:custGeom>
              <a:avLst/>
              <a:gdLst/>
              <a:ahLst/>
              <a:cxnLst/>
              <a:rect l="l" t="t" r="r" b="b"/>
              <a:pathLst>
                <a:path w="726" h="726" extrusionOk="0">
                  <a:moveTo>
                    <a:pt x="347" y="1"/>
                  </a:moveTo>
                  <a:cubicBezTo>
                    <a:pt x="158" y="1"/>
                    <a:pt x="1" y="158"/>
                    <a:pt x="1" y="347"/>
                  </a:cubicBezTo>
                  <a:cubicBezTo>
                    <a:pt x="1" y="536"/>
                    <a:pt x="158" y="725"/>
                    <a:pt x="347" y="725"/>
                  </a:cubicBezTo>
                  <a:cubicBezTo>
                    <a:pt x="568" y="725"/>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4" name="Google Shape;15454;p82"/>
            <p:cNvSpPr/>
            <p:nvPr/>
          </p:nvSpPr>
          <p:spPr>
            <a:xfrm>
              <a:off x="-26363900" y="2895675"/>
              <a:ext cx="17350" cy="17375"/>
            </a:xfrm>
            <a:custGeom>
              <a:avLst/>
              <a:gdLst/>
              <a:ahLst/>
              <a:cxnLst/>
              <a:rect l="l" t="t" r="r" b="b"/>
              <a:pathLst>
                <a:path w="694" h="695" extrusionOk="0">
                  <a:moveTo>
                    <a:pt x="348" y="1"/>
                  </a:moveTo>
                  <a:cubicBezTo>
                    <a:pt x="159" y="1"/>
                    <a:pt x="1" y="159"/>
                    <a:pt x="1" y="348"/>
                  </a:cubicBezTo>
                  <a:cubicBezTo>
                    <a:pt x="1" y="537"/>
                    <a:pt x="159" y="694"/>
                    <a:pt x="348" y="694"/>
                  </a:cubicBezTo>
                  <a:cubicBezTo>
                    <a:pt x="537" y="694"/>
                    <a:pt x="694" y="537"/>
                    <a:pt x="694" y="348"/>
                  </a:cubicBezTo>
                  <a:cubicBezTo>
                    <a:pt x="694" y="159"/>
                    <a:pt x="537"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5" name="Google Shape;15455;p82"/>
            <p:cNvSpPr/>
            <p:nvPr/>
          </p:nvSpPr>
          <p:spPr>
            <a:xfrm>
              <a:off x="-26369400" y="29256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6" name="Google Shape;15456;p82"/>
            <p:cNvSpPr/>
            <p:nvPr/>
          </p:nvSpPr>
          <p:spPr>
            <a:xfrm>
              <a:off x="-26400125" y="2932125"/>
              <a:ext cx="17350" cy="17150"/>
            </a:xfrm>
            <a:custGeom>
              <a:avLst/>
              <a:gdLst/>
              <a:ahLst/>
              <a:cxnLst/>
              <a:rect l="l" t="t" r="r" b="b"/>
              <a:pathLst>
                <a:path w="694" h="686" extrusionOk="0">
                  <a:moveTo>
                    <a:pt x="343" y="0"/>
                  </a:moveTo>
                  <a:cubicBezTo>
                    <a:pt x="253" y="0"/>
                    <a:pt x="158" y="39"/>
                    <a:pt x="95" y="118"/>
                  </a:cubicBezTo>
                  <a:cubicBezTo>
                    <a:pt x="1" y="244"/>
                    <a:pt x="1" y="465"/>
                    <a:pt x="95" y="591"/>
                  </a:cubicBezTo>
                  <a:cubicBezTo>
                    <a:pt x="158" y="654"/>
                    <a:pt x="253" y="685"/>
                    <a:pt x="343" y="685"/>
                  </a:cubicBezTo>
                  <a:cubicBezTo>
                    <a:pt x="434" y="685"/>
                    <a:pt x="521" y="654"/>
                    <a:pt x="568" y="591"/>
                  </a:cubicBezTo>
                  <a:cubicBezTo>
                    <a:pt x="694" y="465"/>
                    <a:pt x="694" y="244"/>
                    <a:pt x="568" y="118"/>
                  </a:cubicBezTo>
                  <a:cubicBezTo>
                    <a:pt x="521" y="39"/>
                    <a:pt x="434" y="0"/>
                    <a:pt x="3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7" name="Google Shape;15457;p82"/>
            <p:cNvSpPr/>
            <p:nvPr/>
          </p:nvSpPr>
          <p:spPr>
            <a:xfrm>
              <a:off x="-26528500" y="28043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8" name="Google Shape;15458;p82"/>
            <p:cNvSpPr/>
            <p:nvPr/>
          </p:nvSpPr>
          <p:spPr>
            <a:xfrm>
              <a:off x="-26490700" y="2768100"/>
              <a:ext cx="17350" cy="17150"/>
            </a:xfrm>
            <a:custGeom>
              <a:avLst/>
              <a:gdLst/>
              <a:ahLst/>
              <a:cxnLst/>
              <a:rect l="l" t="t" r="r" b="b"/>
              <a:pathLst>
                <a:path w="694" h="686" extrusionOk="0">
                  <a:moveTo>
                    <a:pt x="343" y="0"/>
                  </a:moveTo>
                  <a:cubicBezTo>
                    <a:pt x="253" y="0"/>
                    <a:pt x="158" y="32"/>
                    <a:pt x="95" y="95"/>
                  </a:cubicBezTo>
                  <a:cubicBezTo>
                    <a:pt x="1" y="221"/>
                    <a:pt x="1" y="441"/>
                    <a:pt x="95" y="567"/>
                  </a:cubicBezTo>
                  <a:cubicBezTo>
                    <a:pt x="158" y="646"/>
                    <a:pt x="237" y="685"/>
                    <a:pt x="320" y="685"/>
                  </a:cubicBezTo>
                  <a:cubicBezTo>
                    <a:pt x="402" y="685"/>
                    <a:pt x="489" y="646"/>
                    <a:pt x="568" y="567"/>
                  </a:cubicBezTo>
                  <a:cubicBezTo>
                    <a:pt x="694" y="441"/>
                    <a:pt x="694" y="221"/>
                    <a:pt x="568" y="95"/>
                  </a:cubicBezTo>
                  <a:cubicBezTo>
                    <a:pt x="521" y="32"/>
                    <a:pt x="434" y="0"/>
                    <a:pt x="3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9" name="Google Shape;15459;p82"/>
            <p:cNvSpPr/>
            <p:nvPr/>
          </p:nvSpPr>
          <p:spPr>
            <a:xfrm>
              <a:off x="-26515100" y="2742900"/>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0" name="Google Shape;15460;p82"/>
            <p:cNvSpPr/>
            <p:nvPr/>
          </p:nvSpPr>
          <p:spPr>
            <a:xfrm>
              <a:off x="-26522200" y="2774400"/>
              <a:ext cx="17350" cy="15975"/>
            </a:xfrm>
            <a:custGeom>
              <a:avLst/>
              <a:gdLst/>
              <a:ahLst/>
              <a:cxnLst/>
              <a:rect l="l" t="t" r="r" b="b"/>
              <a:pathLst>
                <a:path w="694" h="639" extrusionOk="0">
                  <a:moveTo>
                    <a:pt x="355" y="0"/>
                  </a:moveTo>
                  <a:cubicBezTo>
                    <a:pt x="268" y="0"/>
                    <a:pt x="174" y="32"/>
                    <a:pt x="95" y="95"/>
                  </a:cubicBezTo>
                  <a:cubicBezTo>
                    <a:pt x="0" y="189"/>
                    <a:pt x="0" y="441"/>
                    <a:pt x="95" y="567"/>
                  </a:cubicBezTo>
                  <a:cubicBezTo>
                    <a:pt x="158" y="615"/>
                    <a:pt x="253" y="638"/>
                    <a:pt x="343" y="638"/>
                  </a:cubicBezTo>
                  <a:cubicBezTo>
                    <a:pt x="434" y="638"/>
                    <a:pt x="520" y="615"/>
                    <a:pt x="568" y="567"/>
                  </a:cubicBezTo>
                  <a:cubicBezTo>
                    <a:pt x="694" y="441"/>
                    <a:pt x="694" y="189"/>
                    <a:pt x="568" y="95"/>
                  </a:cubicBezTo>
                  <a:cubicBezTo>
                    <a:pt x="520" y="32"/>
                    <a:pt x="442" y="0"/>
                    <a:pt x="3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1" name="Google Shape;15461;p82"/>
            <p:cNvSpPr/>
            <p:nvPr/>
          </p:nvSpPr>
          <p:spPr>
            <a:xfrm>
              <a:off x="-26552925" y="2779125"/>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62" name="Google Shape;15462;p82"/>
          <p:cNvGrpSpPr/>
          <p:nvPr/>
        </p:nvGrpSpPr>
        <p:grpSpPr>
          <a:xfrm>
            <a:off x="7672450" y="3855821"/>
            <a:ext cx="472181" cy="470947"/>
            <a:chOff x="-24709875" y="1970225"/>
            <a:chExt cx="296175" cy="295400"/>
          </a:xfrm>
        </p:grpSpPr>
        <p:sp>
          <p:nvSpPr>
            <p:cNvPr id="15463" name="Google Shape;15463;p82"/>
            <p:cNvSpPr/>
            <p:nvPr/>
          </p:nvSpPr>
          <p:spPr>
            <a:xfrm>
              <a:off x="-24709875" y="1970225"/>
              <a:ext cx="296175" cy="295400"/>
            </a:xfrm>
            <a:custGeom>
              <a:avLst/>
              <a:gdLst/>
              <a:ahLst/>
              <a:cxnLst/>
              <a:rect l="l" t="t" r="r" b="b"/>
              <a:pathLst>
                <a:path w="11847" h="11816" extrusionOk="0">
                  <a:moveTo>
                    <a:pt x="9767" y="1450"/>
                  </a:moveTo>
                  <a:cubicBezTo>
                    <a:pt x="9956" y="1450"/>
                    <a:pt x="10366" y="1545"/>
                    <a:pt x="10681" y="1734"/>
                  </a:cubicBezTo>
                  <a:cubicBezTo>
                    <a:pt x="11027" y="1923"/>
                    <a:pt x="11153" y="2080"/>
                    <a:pt x="11153" y="2175"/>
                  </a:cubicBezTo>
                  <a:cubicBezTo>
                    <a:pt x="11153" y="2238"/>
                    <a:pt x="11027" y="2395"/>
                    <a:pt x="10681" y="2584"/>
                  </a:cubicBezTo>
                  <a:cubicBezTo>
                    <a:pt x="10334" y="2773"/>
                    <a:pt x="9956" y="2868"/>
                    <a:pt x="9767" y="2868"/>
                  </a:cubicBezTo>
                  <a:cubicBezTo>
                    <a:pt x="9389" y="2868"/>
                    <a:pt x="9042" y="2553"/>
                    <a:pt x="9042" y="2175"/>
                  </a:cubicBezTo>
                  <a:cubicBezTo>
                    <a:pt x="9105" y="1765"/>
                    <a:pt x="9420" y="1450"/>
                    <a:pt x="9767" y="1450"/>
                  </a:cubicBezTo>
                  <a:close/>
                  <a:moveTo>
                    <a:pt x="4915" y="694"/>
                  </a:moveTo>
                  <a:cubicBezTo>
                    <a:pt x="5671" y="694"/>
                    <a:pt x="6301" y="1324"/>
                    <a:pt x="6301" y="2080"/>
                  </a:cubicBezTo>
                  <a:cubicBezTo>
                    <a:pt x="6301" y="2584"/>
                    <a:pt x="6018" y="3025"/>
                    <a:pt x="5577" y="3309"/>
                  </a:cubicBezTo>
                  <a:lnTo>
                    <a:pt x="5577" y="3151"/>
                  </a:lnTo>
                  <a:cubicBezTo>
                    <a:pt x="5577" y="2553"/>
                    <a:pt x="5104" y="2112"/>
                    <a:pt x="4569" y="2112"/>
                  </a:cubicBezTo>
                  <a:lnTo>
                    <a:pt x="1418" y="2112"/>
                  </a:lnTo>
                  <a:cubicBezTo>
                    <a:pt x="1009" y="2112"/>
                    <a:pt x="693" y="1797"/>
                    <a:pt x="693" y="1419"/>
                  </a:cubicBezTo>
                  <a:cubicBezTo>
                    <a:pt x="693" y="1009"/>
                    <a:pt x="1009" y="694"/>
                    <a:pt x="1418" y="694"/>
                  </a:cubicBezTo>
                  <a:close/>
                  <a:moveTo>
                    <a:pt x="725" y="2584"/>
                  </a:moveTo>
                  <a:cubicBezTo>
                    <a:pt x="914" y="2710"/>
                    <a:pt x="1135" y="2805"/>
                    <a:pt x="1418" y="2805"/>
                  </a:cubicBezTo>
                  <a:lnTo>
                    <a:pt x="4569" y="2805"/>
                  </a:lnTo>
                  <a:cubicBezTo>
                    <a:pt x="4758" y="2805"/>
                    <a:pt x="4915" y="2962"/>
                    <a:pt x="4915" y="3151"/>
                  </a:cubicBezTo>
                  <a:lnTo>
                    <a:pt x="4915" y="3498"/>
                  </a:lnTo>
                  <a:lnTo>
                    <a:pt x="2458" y="3498"/>
                  </a:lnTo>
                  <a:cubicBezTo>
                    <a:pt x="1859" y="3498"/>
                    <a:pt x="1418" y="3970"/>
                    <a:pt x="1418" y="4538"/>
                  </a:cubicBezTo>
                  <a:lnTo>
                    <a:pt x="1418" y="6270"/>
                  </a:lnTo>
                  <a:cubicBezTo>
                    <a:pt x="1009" y="6113"/>
                    <a:pt x="725" y="5703"/>
                    <a:pt x="725" y="5262"/>
                  </a:cubicBezTo>
                  <a:lnTo>
                    <a:pt x="725" y="2584"/>
                  </a:lnTo>
                  <a:close/>
                  <a:moveTo>
                    <a:pt x="10460" y="4884"/>
                  </a:moveTo>
                  <a:cubicBezTo>
                    <a:pt x="10870" y="4884"/>
                    <a:pt x="11185" y="5199"/>
                    <a:pt x="11185" y="5577"/>
                  </a:cubicBezTo>
                  <a:cubicBezTo>
                    <a:pt x="11185" y="5987"/>
                    <a:pt x="10870" y="6302"/>
                    <a:pt x="10460" y="6302"/>
                  </a:cubicBezTo>
                  <a:cubicBezTo>
                    <a:pt x="10082" y="6302"/>
                    <a:pt x="9767" y="5987"/>
                    <a:pt x="9767" y="5577"/>
                  </a:cubicBezTo>
                  <a:cubicBezTo>
                    <a:pt x="9767" y="5199"/>
                    <a:pt x="10082" y="4884"/>
                    <a:pt x="10460" y="4884"/>
                  </a:cubicBezTo>
                  <a:close/>
                  <a:moveTo>
                    <a:pt x="6301" y="3655"/>
                  </a:moveTo>
                  <a:lnTo>
                    <a:pt x="6301" y="6648"/>
                  </a:lnTo>
                  <a:cubicBezTo>
                    <a:pt x="6301" y="7247"/>
                    <a:pt x="5829" y="7657"/>
                    <a:pt x="5293" y="7657"/>
                  </a:cubicBezTo>
                  <a:lnTo>
                    <a:pt x="2458" y="7657"/>
                  </a:lnTo>
                  <a:cubicBezTo>
                    <a:pt x="2439" y="7659"/>
                    <a:pt x="2420" y="7661"/>
                    <a:pt x="2402" y="7661"/>
                  </a:cubicBezTo>
                  <a:cubicBezTo>
                    <a:pt x="2211" y="7661"/>
                    <a:pt x="2080" y="7517"/>
                    <a:pt x="2080" y="7373"/>
                  </a:cubicBezTo>
                  <a:lnTo>
                    <a:pt x="2080" y="4538"/>
                  </a:lnTo>
                  <a:cubicBezTo>
                    <a:pt x="2080" y="4317"/>
                    <a:pt x="2237" y="4159"/>
                    <a:pt x="2458" y="4159"/>
                  </a:cubicBezTo>
                  <a:lnTo>
                    <a:pt x="4915" y="4159"/>
                  </a:lnTo>
                  <a:cubicBezTo>
                    <a:pt x="5073" y="4159"/>
                    <a:pt x="5199" y="4159"/>
                    <a:pt x="5325" y="4128"/>
                  </a:cubicBezTo>
                  <a:lnTo>
                    <a:pt x="5356" y="4128"/>
                  </a:lnTo>
                  <a:cubicBezTo>
                    <a:pt x="5703" y="4033"/>
                    <a:pt x="6081" y="3907"/>
                    <a:pt x="6301" y="3655"/>
                  </a:cubicBezTo>
                  <a:close/>
                  <a:moveTo>
                    <a:pt x="1387" y="1"/>
                  </a:moveTo>
                  <a:cubicBezTo>
                    <a:pt x="630" y="1"/>
                    <a:pt x="0" y="631"/>
                    <a:pt x="0" y="1387"/>
                  </a:cubicBezTo>
                  <a:lnTo>
                    <a:pt x="0" y="5231"/>
                  </a:lnTo>
                  <a:cubicBezTo>
                    <a:pt x="0" y="6050"/>
                    <a:pt x="599" y="6774"/>
                    <a:pt x="1387" y="6932"/>
                  </a:cubicBezTo>
                  <a:lnTo>
                    <a:pt x="1387" y="7310"/>
                  </a:lnTo>
                  <a:cubicBezTo>
                    <a:pt x="1387" y="7909"/>
                    <a:pt x="1859" y="8350"/>
                    <a:pt x="2395" y="8350"/>
                  </a:cubicBezTo>
                  <a:lnTo>
                    <a:pt x="3497" y="8350"/>
                  </a:lnTo>
                  <a:cubicBezTo>
                    <a:pt x="3592" y="10271"/>
                    <a:pt x="5199" y="11815"/>
                    <a:pt x="7120" y="11815"/>
                  </a:cubicBezTo>
                  <a:cubicBezTo>
                    <a:pt x="8066" y="11815"/>
                    <a:pt x="9011" y="11311"/>
                    <a:pt x="9735" y="10366"/>
                  </a:cubicBezTo>
                  <a:cubicBezTo>
                    <a:pt x="10397" y="9515"/>
                    <a:pt x="10744" y="8413"/>
                    <a:pt x="10744" y="7467"/>
                  </a:cubicBezTo>
                  <a:lnTo>
                    <a:pt x="10744" y="6932"/>
                  </a:lnTo>
                  <a:cubicBezTo>
                    <a:pt x="11342" y="6774"/>
                    <a:pt x="11783" y="6207"/>
                    <a:pt x="11783" y="5577"/>
                  </a:cubicBezTo>
                  <a:cubicBezTo>
                    <a:pt x="11846" y="4853"/>
                    <a:pt x="11216" y="4222"/>
                    <a:pt x="10460" y="4222"/>
                  </a:cubicBezTo>
                  <a:cubicBezTo>
                    <a:pt x="9735" y="4222"/>
                    <a:pt x="9105" y="4821"/>
                    <a:pt x="9105" y="5577"/>
                  </a:cubicBezTo>
                  <a:cubicBezTo>
                    <a:pt x="9105" y="6207"/>
                    <a:pt x="9515" y="6774"/>
                    <a:pt x="10113" y="6932"/>
                  </a:cubicBezTo>
                  <a:lnTo>
                    <a:pt x="10113" y="7467"/>
                  </a:lnTo>
                  <a:cubicBezTo>
                    <a:pt x="10113" y="8318"/>
                    <a:pt x="9798" y="9200"/>
                    <a:pt x="9200" y="9956"/>
                  </a:cubicBezTo>
                  <a:cubicBezTo>
                    <a:pt x="8633" y="10712"/>
                    <a:pt x="7908" y="11154"/>
                    <a:pt x="7152" y="11154"/>
                  </a:cubicBezTo>
                  <a:cubicBezTo>
                    <a:pt x="5577" y="11154"/>
                    <a:pt x="4317" y="9925"/>
                    <a:pt x="4222" y="8381"/>
                  </a:cubicBezTo>
                  <a:lnTo>
                    <a:pt x="4915" y="8381"/>
                  </a:lnTo>
                  <a:cubicBezTo>
                    <a:pt x="5010" y="8791"/>
                    <a:pt x="5199" y="9106"/>
                    <a:pt x="5514" y="9358"/>
                  </a:cubicBezTo>
                  <a:cubicBezTo>
                    <a:pt x="5829" y="9641"/>
                    <a:pt x="6238" y="9767"/>
                    <a:pt x="6648" y="9767"/>
                  </a:cubicBezTo>
                  <a:cubicBezTo>
                    <a:pt x="6742" y="9767"/>
                    <a:pt x="6837" y="9767"/>
                    <a:pt x="6931" y="9736"/>
                  </a:cubicBezTo>
                  <a:cubicBezTo>
                    <a:pt x="7751" y="9610"/>
                    <a:pt x="8381" y="8822"/>
                    <a:pt x="8381" y="7940"/>
                  </a:cubicBezTo>
                  <a:lnTo>
                    <a:pt x="8381" y="3183"/>
                  </a:lnTo>
                  <a:cubicBezTo>
                    <a:pt x="8381" y="3025"/>
                    <a:pt x="8412" y="2868"/>
                    <a:pt x="8507" y="2710"/>
                  </a:cubicBezTo>
                  <a:cubicBezTo>
                    <a:pt x="8696" y="3183"/>
                    <a:pt x="9200" y="3529"/>
                    <a:pt x="9767" y="3529"/>
                  </a:cubicBezTo>
                  <a:cubicBezTo>
                    <a:pt x="10113" y="3529"/>
                    <a:pt x="10586" y="3435"/>
                    <a:pt x="11027" y="3183"/>
                  </a:cubicBezTo>
                  <a:cubicBezTo>
                    <a:pt x="11563" y="2899"/>
                    <a:pt x="11846" y="2521"/>
                    <a:pt x="11846" y="2175"/>
                  </a:cubicBezTo>
                  <a:cubicBezTo>
                    <a:pt x="11846" y="1765"/>
                    <a:pt x="11531" y="1419"/>
                    <a:pt x="11027" y="1135"/>
                  </a:cubicBezTo>
                  <a:cubicBezTo>
                    <a:pt x="10618" y="946"/>
                    <a:pt x="10113" y="788"/>
                    <a:pt x="9767" y="788"/>
                  </a:cubicBezTo>
                  <a:cubicBezTo>
                    <a:pt x="9137" y="788"/>
                    <a:pt x="8570" y="1198"/>
                    <a:pt x="8412" y="1765"/>
                  </a:cubicBezTo>
                  <a:cubicBezTo>
                    <a:pt x="7940" y="2080"/>
                    <a:pt x="7688" y="2647"/>
                    <a:pt x="7688" y="3183"/>
                  </a:cubicBezTo>
                  <a:lnTo>
                    <a:pt x="7688" y="7940"/>
                  </a:lnTo>
                  <a:cubicBezTo>
                    <a:pt x="7688" y="8507"/>
                    <a:pt x="7310" y="8980"/>
                    <a:pt x="6805" y="9043"/>
                  </a:cubicBezTo>
                  <a:cubicBezTo>
                    <a:pt x="6740" y="9056"/>
                    <a:pt x="6674" y="9062"/>
                    <a:pt x="6609" y="9062"/>
                  </a:cubicBezTo>
                  <a:cubicBezTo>
                    <a:pt x="6363" y="9062"/>
                    <a:pt x="6129" y="8972"/>
                    <a:pt x="5955" y="8822"/>
                  </a:cubicBezTo>
                  <a:cubicBezTo>
                    <a:pt x="5797" y="8696"/>
                    <a:pt x="5671" y="8507"/>
                    <a:pt x="5640" y="8350"/>
                  </a:cubicBezTo>
                  <a:cubicBezTo>
                    <a:pt x="6427" y="8161"/>
                    <a:pt x="6963" y="7467"/>
                    <a:pt x="6963" y="6648"/>
                  </a:cubicBezTo>
                  <a:lnTo>
                    <a:pt x="6963" y="2427"/>
                  </a:lnTo>
                  <a:lnTo>
                    <a:pt x="6963" y="2080"/>
                  </a:lnTo>
                  <a:cubicBezTo>
                    <a:pt x="6963" y="946"/>
                    <a:pt x="6018" y="1"/>
                    <a:pt x="488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4" name="Google Shape;15464;p82"/>
            <p:cNvSpPr/>
            <p:nvPr/>
          </p:nvSpPr>
          <p:spPr>
            <a:xfrm>
              <a:off x="-24639775" y="209232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65" name="Google Shape;15465;p82"/>
          <p:cNvGrpSpPr/>
          <p:nvPr/>
        </p:nvGrpSpPr>
        <p:grpSpPr>
          <a:xfrm>
            <a:off x="7715137" y="4451659"/>
            <a:ext cx="386809" cy="472143"/>
            <a:chOff x="-24683100" y="2340425"/>
            <a:chExt cx="242625" cy="296150"/>
          </a:xfrm>
        </p:grpSpPr>
        <p:sp>
          <p:nvSpPr>
            <p:cNvPr id="15466" name="Google Shape;15466;p82"/>
            <p:cNvSpPr/>
            <p:nvPr/>
          </p:nvSpPr>
          <p:spPr>
            <a:xfrm>
              <a:off x="-24683100" y="2392400"/>
              <a:ext cx="104000" cy="244175"/>
            </a:xfrm>
            <a:custGeom>
              <a:avLst/>
              <a:gdLst/>
              <a:ahLst/>
              <a:cxnLst/>
              <a:rect l="l" t="t" r="r" b="b"/>
              <a:pathLst>
                <a:path w="4160" h="9767" extrusionOk="0">
                  <a:moveTo>
                    <a:pt x="2080" y="725"/>
                  </a:moveTo>
                  <a:cubicBezTo>
                    <a:pt x="2836" y="725"/>
                    <a:pt x="3466" y="1324"/>
                    <a:pt x="3466" y="2080"/>
                  </a:cubicBezTo>
                  <a:lnTo>
                    <a:pt x="3466" y="4537"/>
                  </a:lnTo>
                  <a:lnTo>
                    <a:pt x="694" y="4537"/>
                  </a:lnTo>
                  <a:lnTo>
                    <a:pt x="694" y="2080"/>
                  </a:lnTo>
                  <a:cubicBezTo>
                    <a:pt x="694" y="1324"/>
                    <a:pt x="1324" y="725"/>
                    <a:pt x="2080" y="725"/>
                  </a:cubicBezTo>
                  <a:close/>
                  <a:moveTo>
                    <a:pt x="3466" y="5230"/>
                  </a:moveTo>
                  <a:lnTo>
                    <a:pt x="3466" y="7688"/>
                  </a:lnTo>
                  <a:cubicBezTo>
                    <a:pt x="3498" y="8475"/>
                    <a:pt x="2867" y="9074"/>
                    <a:pt x="2080" y="9074"/>
                  </a:cubicBezTo>
                  <a:cubicBezTo>
                    <a:pt x="1324" y="9074"/>
                    <a:pt x="694" y="8444"/>
                    <a:pt x="694" y="7688"/>
                  </a:cubicBezTo>
                  <a:lnTo>
                    <a:pt x="694" y="5230"/>
                  </a:lnTo>
                  <a:close/>
                  <a:moveTo>
                    <a:pt x="2080" y="0"/>
                  </a:moveTo>
                  <a:cubicBezTo>
                    <a:pt x="946" y="0"/>
                    <a:pt x="1" y="946"/>
                    <a:pt x="1" y="2080"/>
                  </a:cubicBezTo>
                  <a:lnTo>
                    <a:pt x="1" y="7688"/>
                  </a:lnTo>
                  <a:cubicBezTo>
                    <a:pt x="1" y="8822"/>
                    <a:pt x="946" y="9767"/>
                    <a:pt x="2080" y="9767"/>
                  </a:cubicBezTo>
                  <a:cubicBezTo>
                    <a:pt x="3214" y="9767"/>
                    <a:pt x="4159" y="8822"/>
                    <a:pt x="4159" y="7688"/>
                  </a:cubicBezTo>
                  <a:lnTo>
                    <a:pt x="4159" y="2080"/>
                  </a:lnTo>
                  <a:cubicBezTo>
                    <a:pt x="4159" y="946"/>
                    <a:pt x="3246"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7" name="Google Shape;15467;p82"/>
            <p:cNvSpPr/>
            <p:nvPr/>
          </p:nvSpPr>
          <p:spPr>
            <a:xfrm>
              <a:off x="-24649225" y="2541250"/>
              <a:ext cx="26800" cy="60675"/>
            </a:xfrm>
            <a:custGeom>
              <a:avLst/>
              <a:gdLst/>
              <a:ahLst/>
              <a:cxnLst/>
              <a:rect l="l" t="t" r="r" b="b"/>
              <a:pathLst>
                <a:path w="1072" h="2427" extrusionOk="0">
                  <a:moveTo>
                    <a:pt x="378" y="1"/>
                  </a:moveTo>
                  <a:cubicBezTo>
                    <a:pt x="158" y="1"/>
                    <a:pt x="0" y="158"/>
                    <a:pt x="0" y="347"/>
                  </a:cubicBezTo>
                  <a:lnTo>
                    <a:pt x="0" y="1734"/>
                  </a:lnTo>
                  <a:cubicBezTo>
                    <a:pt x="0" y="2112"/>
                    <a:pt x="315" y="2427"/>
                    <a:pt x="725" y="2427"/>
                  </a:cubicBezTo>
                  <a:cubicBezTo>
                    <a:pt x="914" y="2427"/>
                    <a:pt x="1071" y="2269"/>
                    <a:pt x="1071" y="2080"/>
                  </a:cubicBezTo>
                  <a:cubicBezTo>
                    <a:pt x="1071" y="1891"/>
                    <a:pt x="914" y="1734"/>
                    <a:pt x="725" y="1734"/>
                  </a:cubicBezTo>
                  <a:lnTo>
                    <a:pt x="725" y="347"/>
                  </a:ln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8" name="Google Shape;15468;p82"/>
            <p:cNvSpPr/>
            <p:nvPr/>
          </p:nvSpPr>
          <p:spPr>
            <a:xfrm>
              <a:off x="-24544475" y="2340425"/>
              <a:ext cx="104000" cy="244175"/>
            </a:xfrm>
            <a:custGeom>
              <a:avLst/>
              <a:gdLst/>
              <a:ahLst/>
              <a:cxnLst/>
              <a:rect l="l" t="t" r="r" b="b"/>
              <a:pathLst>
                <a:path w="4160" h="9767" extrusionOk="0">
                  <a:moveTo>
                    <a:pt x="2080" y="693"/>
                  </a:moveTo>
                  <a:cubicBezTo>
                    <a:pt x="2836" y="693"/>
                    <a:pt x="3466" y="1323"/>
                    <a:pt x="3466" y="2079"/>
                  </a:cubicBezTo>
                  <a:lnTo>
                    <a:pt x="3466" y="4537"/>
                  </a:lnTo>
                  <a:lnTo>
                    <a:pt x="694" y="4537"/>
                  </a:lnTo>
                  <a:lnTo>
                    <a:pt x="694" y="2079"/>
                  </a:lnTo>
                  <a:cubicBezTo>
                    <a:pt x="694" y="1323"/>
                    <a:pt x="1324" y="693"/>
                    <a:pt x="2080" y="693"/>
                  </a:cubicBezTo>
                  <a:close/>
                  <a:moveTo>
                    <a:pt x="3466" y="5261"/>
                  </a:moveTo>
                  <a:lnTo>
                    <a:pt x="3466" y="7719"/>
                  </a:lnTo>
                  <a:cubicBezTo>
                    <a:pt x="3497" y="8475"/>
                    <a:pt x="2867" y="9105"/>
                    <a:pt x="2080" y="9105"/>
                  </a:cubicBezTo>
                  <a:cubicBezTo>
                    <a:pt x="1324" y="9105"/>
                    <a:pt x="694" y="8475"/>
                    <a:pt x="694" y="7719"/>
                  </a:cubicBezTo>
                  <a:lnTo>
                    <a:pt x="694" y="5261"/>
                  </a:lnTo>
                  <a:close/>
                  <a:moveTo>
                    <a:pt x="2080" y="0"/>
                  </a:moveTo>
                  <a:cubicBezTo>
                    <a:pt x="946" y="0"/>
                    <a:pt x="0" y="945"/>
                    <a:pt x="0" y="2079"/>
                  </a:cubicBezTo>
                  <a:lnTo>
                    <a:pt x="0" y="7687"/>
                  </a:lnTo>
                  <a:cubicBezTo>
                    <a:pt x="0" y="8821"/>
                    <a:pt x="946" y="9767"/>
                    <a:pt x="2080" y="9767"/>
                  </a:cubicBezTo>
                  <a:cubicBezTo>
                    <a:pt x="3214" y="9767"/>
                    <a:pt x="4159" y="8821"/>
                    <a:pt x="4159" y="7687"/>
                  </a:cubicBezTo>
                  <a:lnTo>
                    <a:pt x="4159" y="2079"/>
                  </a:lnTo>
                  <a:cubicBezTo>
                    <a:pt x="4159" y="945"/>
                    <a:pt x="3277"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9" name="Google Shape;15469;p82"/>
            <p:cNvSpPr/>
            <p:nvPr/>
          </p:nvSpPr>
          <p:spPr>
            <a:xfrm>
              <a:off x="-24501150" y="2375075"/>
              <a:ext cx="26800" cy="60675"/>
            </a:xfrm>
            <a:custGeom>
              <a:avLst/>
              <a:gdLst/>
              <a:ahLst/>
              <a:cxnLst/>
              <a:rect l="l" t="t" r="r" b="b"/>
              <a:pathLst>
                <a:path w="1072" h="2427" extrusionOk="0">
                  <a:moveTo>
                    <a:pt x="347" y="0"/>
                  </a:moveTo>
                  <a:cubicBezTo>
                    <a:pt x="158" y="0"/>
                    <a:pt x="0" y="158"/>
                    <a:pt x="0" y="347"/>
                  </a:cubicBezTo>
                  <a:cubicBezTo>
                    <a:pt x="32" y="536"/>
                    <a:pt x="189" y="693"/>
                    <a:pt x="347" y="693"/>
                  </a:cubicBezTo>
                  <a:lnTo>
                    <a:pt x="347" y="2080"/>
                  </a:lnTo>
                  <a:cubicBezTo>
                    <a:pt x="347" y="2269"/>
                    <a:pt x="504" y="2426"/>
                    <a:pt x="693" y="2426"/>
                  </a:cubicBezTo>
                  <a:cubicBezTo>
                    <a:pt x="914" y="2426"/>
                    <a:pt x="1071" y="2269"/>
                    <a:pt x="1071" y="2080"/>
                  </a:cubicBezTo>
                  <a:lnTo>
                    <a:pt x="1071" y="693"/>
                  </a:lnTo>
                  <a:cubicBezTo>
                    <a:pt x="1071" y="315"/>
                    <a:pt x="75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70" name="Google Shape;15470;p82"/>
          <p:cNvSpPr/>
          <p:nvPr/>
        </p:nvSpPr>
        <p:spPr>
          <a:xfrm>
            <a:off x="7715720" y="5039880"/>
            <a:ext cx="386769" cy="472181"/>
          </a:xfrm>
          <a:custGeom>
            <a:avLst/>
            <a:gdLst/>
            <a:ahLst/>
            <a:cxnLst/>
            <a:rect l="l" t="t" r="r" b="b"/>
            <a:pathLst>
              <a:path w="9704" h="11847" extrusionOk="0">
                <a:moveTo>
                  <a:pt x="7593" y="693"/>
                </a:moveTo>
                <a:lnTo>
                  <a:pt x="7593" y="1418"/>
                </a:lnTo>
                <a:lnTo>
                  <a:pt x="6900" y="1418"/>
                </a:lnTo>
                <a:lnTo>
                  <a:pt x="6900" y="693"/>
                </a:lnTo>
                <a:close/>
                <a:moveTo>
                  <a:pt x="7939" y="2080"/>
                </a:moveTo>
                <a:cubicBezTo>
                  <a:pt x="8160" y="2080"/>
                  <a:pt x="8317" y="2237"/>
                  <a:pt x="8317" y="2426"/>
                </a:cubicBezTo>
                <a:lnTo>
                  <a:pt x="8317" y="5577"/>
                </a:lnTo>
                <a:lnTo>
                  <a:pt x="6868" y="5577"/>
                </a:lnTo>
                <a:cubicBezTo>
                  <a:pt x="6900" y="5482"/>
                  <a:pt x="6931" y="5356"/>
                  <a:pt x="6931" y="5230"/>
                </a:cubicBezTo>
                <a:cubicBezTo>
                  <a:pt x="6931" y="4789"/>
                  <a:pt x="6648" y="4411"/>
                  <a:pt x="6207" y="4254"/>
                </a:cubicBezTo>
                <a:lnTo>
                  <a:pt x="6207" y="2426"/>
                </a:lnTo>
                <a:cubicBezTo>
                  <a:pt x="6207" y="2237"/>
                  <a:pt x="6364" y="2080"/>
                  <a:pt x="6585" y="2080"/>
                </a:cubicBezTo>
                <a:close/>
                <a:moveTo>
                  <a:pt x="5860" y="4915"/>
                </a:moveTo>
                <a:cubicBezTo>
                  <a:pt x="6049" y="4915"/>
                  <a:pt x="6207" y="5073"/>
                  <a:pt x="6207" y="5262"/>
                </a:cubicBezTo>
                <a:cubicBezTo>
                  <a:pt x="6207" y="5482"/>
                  <a:pt x="6049" y="5640"/>
                  <a:pt x="5860" y="5640"/>
                </a:cubicBezTo>
                <a:cubicBezTo>
                  <a:pt x="5671" y="5640"/>
                  <a:pt x="5513" y="5482"/>
                  <a:pt x="5513" y="5262"/>
                </a:cubicBezTo>
                <a:cubicBezTo>
                  <a:pt x="5545" y="5073"/>
                  <a:pt x="5671" y="4915"/>
                  <a:pt x="5860" y="4915"/>
                </a:cubicBezTo>
                <a:close/>
                <a:moveTo>
                  <a:pt x="8317" y="6270"/>
                </a:moveTo>
                <a:lnTo>
                  <a:pt x="8317" y="6616"/>
                </a:lnTo>
                <a:cubicBezTo>
                  <a:pt x="8317" y="6837"/>
                  <a:pt x="8160" y="6963"/>
                  <a:pt x="7939" y="6963"/>
                </a:cubicBezTo>
                <a:lnTo>
                  <a:pt x="6585" y="6963"/>
                </a:lnTo>
                <a:cubicBezTo>
                  <a:pt x="6364" y="6963"/>
                  <a:pt x="6207" y="6805"/>
                  <a:pt x="6207" y="6616"/>
                </a:cubicBezTo>
                <a:lnTo>
                  <a:pt x="6207" y="6270"/>
                </a:lnTo>
                <a:close/>
                <a:moveTo>
                  <a:pt x="7593" y="7688"/>
                </a:moveTo>
                <a:lnTo>
                  <a:pt x="7593" y="8381"/>
                </a:lnTo>
                <a:lnTo>
                  <a:pt x="6900" y="8381"/>
                </a:lnTo>
                <a:lnTo>
                  <a:pt x="6900" y="7688"/>
                </a:lnTo>
                <a:close/>
                <a:moveTo>
                  <a:pt x="5513" y="3529"/>
                </a:moveTo>
                <a:lnTo>
                  <a:pt x="5513" y="4285"/>
                </a:lnTo>
                <a:cubicBezTo>
                  <a:pt x="5198" y="4411"/>
                  <a:pt x="4946" y="4632"/>
                  <a:pt x="4883" y="4947"/>
                </a:cubicBezTo>
                <a:cubicBezTo>
                  <a:pt x="4064" y="5104"/>
                  <a:pt x="3434" y="5829"/>
                  <a:pt x="3434" y="6648"/>
                </a:cubicBezTo>
                <a:lnTo>
                  <a:pt x="3434" y="10113"/>
                </a:lnTo>
                <a:cubicBezTo>
                  <a:pt x="3434" y="10302"/>
                  <a:pt x="3592" y="10460"/>
                  <a:pt x="3781" y="10460"/>
                </a:cubicBezTo>
                <a:lnTo>
                  <a:pt x="5639" y="10460"/>
                </a:lnTo>
                <a:lnTo>
                  <a:pt x="5986" y="11185"/>
                </a:lnTo>
                <a:lnTo>
                  <a:pt x="2048" y="11185"/>
                </a:lnTo>
                <a:lnTo>
                  <a:pt x="2048" y="11153"/>
                </a:lnTo>
                <a:lnTo>
                  <a:pt x="2048" y="7309"/>
                </a:lnTo>
                <a:cubicBezTo>
                  <a:pt x="2048" y="5356"/>
                  <a:pt x="3592" y="3686"/>
                  <a:pt x="5513" y="3529"/>
                </a:cubicBezTo>
                <a:close/>
                <a:moveTo>
                  <a:pt x="5923" y="0"/>
                </a:moveTo>
                <a:cubicBezTo>
                  <a:pt x="5702" y="0"/>
                  <a:pt x="5545" y="158"/>
                  <a:pt x="5545" y="347"/>
                </a:cubicBezTo>
                <a:cubicBezTo>
                  <a:pt x="5545" y="536"/>
                  <a:pt x="5702" y="693"/>
                  <a:pt x="5923" y="693"/>
                </a:cubicBezTo>
                <a:lnTo>
                  <a:pt x="6270" y="693"/>
                </a:lnTo>
                <a:lnTo>
                  <a:pt x="6270" y="1450"/>
                </a:lnTo>
                <a:cubicBezTo>
                  <a:pt x="5860" y="1607"/>
                  <a:pt x="5545" y="1954"/>
                  <a:pt x="5545" y="2426"/>
                </a:cubicBezTo>
                <a:lnTo>
                  <a:pt x="5545" y="2836"/>
                </a:lnTo>
                <a:cubicBezTo>
                  <a:pt x="3245" y="3025"/>
                  <a:pt x="1386" y="4947"/>
                  <a:pt x="1386" y="7309"/>
                </a:cubicBezTo>
                <a:lnTo>
                  <a:pt x="1386" y="11153"/>
                </a:lnTo>
                <a:lnTo>
                  <a:pt x="347" y="11153"/>
                </a:lnTo>
                <a:cubicBezTo>
                  <a:pt x="158" y="11153"/>
                  <a:pt x="0" y="11311"/>
                  <a:pt x="0" y="11500"/>
                </a:cubicBezTo>
                <a:cubicBezTo>
                  <a:pt x="0" y="11689"/>
                  <a:pt x="158" y="11846"/>
                  <a:pt x="347" y="11846"/>
                </a:cubicBezTo>
                <a:lnTo>
                  <a:pt x="7971" y="11846"/>
                </a:lnTo>
                <a:cubicBezTo>
                  <a:pt x="8160" y="11846"/>
                  <a:pt x="8317" y="11689"/>
                  <a:pt x="8317" y="11500"/>
                </a:cubicBezTo>
                <a:cubicBezTo>
                  <a:pt x="8317" y="11311"/>
                  <a:pt x="8160" y="11153"/>
                  <a:pt x="7971" y="11153"/>
                </a:cubicBezTo>
                <a:lnTo>
                  <a:pt x="6774" y="11153"/>
                </a:lnTo>
                <a:lnTo>
                  <a:pt x="6427" y="10428"/>
                </a:lnTo>
                <a:lnTo>
                  <a:pt x="9326" y="10428"/>
                </a:lnTo>
                <a:cubicBezTo>
                  <a:pt x="9546" y="10428"/>
                  <a:pt x="9704" y="10271"/>
                  <a:pt x="9704" y="10082"/>
                </a:cubicBezTo>
                <a:cubicBezTo>
                  <a:pt x="9672" y="9924"/>
                  <a:pt x="9515" y="9767"/>
                  <a:pt x="9326" y="9767"/>
                </a:cubicBezTo>
                <a:lnTo>
                  <a:pt x="4127" y="9767"/>
                </a:lnTo>
                <a:lnTo>
                  <a:pt x="4127" y="6648"/>
                </a:lnTo>
                <a:cubicBezTo>
                  <a:pt x="4127" y="6175"/>
                  <a:pt x="4442" y="5797"/>
                  <a:pt x="4883" y="5671"/>
                </a:cubicBezTo>
                <a:cubicBezTo>
                  <a:pt x="5009" y="5955"/>
                  <a:pt x="5230" y="6175"/>
                  <a:pt x="5513" y="6270"/>
                </a:cubicBezTo>
                <a:lnTo>
                  <a:pt x="5513" y="6648"/>
                </a:lnTo>
                <a:cubicBezTo>
                  <a:pt x="5513" y="7089"/>
                  <a:pt x="5797" y="7467"/>
                  <a:pt x="6238" y="7625"/>
                </a:cubicBezTo>
                <a:lnTo>
                  <a:pt x="6238" y="8727"/>
                </a:lnTo>
                <a:cubicBezTo>
                  <a:pt x="6238" y="8948"/>
                  <a:pt x="6396" y="9105"/>
                  <a:pt x="6585" y="9105"/>
                </a:cubicBezTo>
                <a:lnTo>
                  <a:pt x="7971" y="9105"/>
                </a:lnTo>
                <a:cubicBezTo>
                  <a:pt x="8160" y="9105"/>
                  <a:pt x="8317" y="8948"/>
                  <a:pt x="8317" y="8727"/>
                </a:cubicBezTo>
                <a:lnTo>
                  <a:pt x="8317" y="7625"/>
                </a:lnTo>
                <a:cubicBezTo>
                  <a:pt x="8695" y="7467"/>
                  <a:pt x="9010" y="7120"/>
                  <a:pt x="9010" y="6648"/>
                </a:cubicBezTo>
                <a:lnTo>
                  <a:pt x="9010" y="2426"/>
                </a:lnTo>
                <a:cubicBezTo>
                  <a:pt x="9010" y="2017"/>
                  <a:pt x="8758" y="1607"/>
                  <a:pt x="8317" y="1450"/>
                </a:cubicBezTo>
                <a:lnTo>
                  <a:pt x="8317" y="693"/>
                </a:lnTo>
                <a:lnTo>
                  <a:pt x="8664" y="693"/>
                </a:lnTo>
                <a:cubicBezTo>
                  <a:pt x="8853" y="693"/>
                  <a:pt x="9010" y="536"/>
                  <a:pt x="9010" y="347"/>
                </a:cubicBezTo>
                <a:cubicBezTo>
                  <a:pt x="9010" y="158"/>
                  <a:pt x="8853" y="0"/>
                  <a:pt x="86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71" name="Google Shape;15471;p82"/>
          <p:cNvGrpSpPr/>
          <p:nvPr/>
        </p:nvGrpSpPr>
        <p:grpSpPr>
          <a:xfrm>
            <a:off x="10656793" y="3855821"/>
            <a:ext cx="480951" cy="470947"/>
            <a:chOff x="-22881800" y="1971800"/>
            <a:chExt cx="301675" cy="295400"/>
          </a:xfrm>
        </p:grpSpPr>
        <p:sp>
          <p:nvSpPr>
            <p:cNvPr id="15472" name="Google Shape;15472;p82"/>
            <p:cNvSpPr/>
            <p:nvPr/>
          </p:nvSpPr>
          <p:spPr>
            <a:xfrm>
              <a:off x="-22773100" y="2041900"/>
              <a:ext cx="86650" cy="86675"/>
            </a:xfrm>
            <a:custGeom>
              <a:avLst/>
              <a:gdLst/>
              <a:ahLst/>
              <a:cxnLst/>
              <a:rect l="l" t="t" r="r" b="b"/>
              <a:pathLst>
                <a:path w="3466" h="3467" extrusionOk="0">
                  <a:moveTo>
                    <a:pt x="1733" y="725"/>
                  </a:moveTo>
                  <a:cubicBezTo>
                    <a:pt x="2268" y="725"/>
                    <a:pt x="2741" y="1198"/>
                    <a:pt x="2741" y="1734"/>
                  </a:cubicBezTo>
                  <a:cubicBezTo>
                    <a:pt x="2741" y="2269"/>
                    <a:pt x="2300" y="2742"/>
                    <a:pt x="1733" y="2742"/>
                  </a:cubicBezTo>
                  <a:cubicBezTo>
                    <a:pt x="1134" y="2742"/>
                    <a:pt x="693" y="2269"/>
                    <a:pt x="693" y="1734"/>
                  </a:cubicBezTo>
                  <a:cubicBezTo>
                    <a:pt x="693" y="1198"/>
                    <a:pt x="1166" y="725"/>
                    <a:pt x="1733" y="725"/>
                  </a:cubicBezTo>
                  <a:close/>
                  <a:moveTo>
                    <a:pt x="1733" y="1"/>
                  </a:moveTo>
                  <a:cubicBezTo>
                    <a:pt x="788" y="1"/>
                    <a:pt x="0" y="788"/>
                    <a:pt x="0" y="1734"/>
                  </a:cubicBezTo>
                  <a:cubicBezTo>
                    <a:pt x="0" y="2679"/>
                    <a:pt x="788" y="3466"/>
                    <a:pt x="1733" y="3466"/>
                  </a:cubicBezTo>
                  <a:cubicBezTo>
                    <a:pt x="2678" y="3466"/>
                    <a:pt x="3466" y="2679"/>
                    <a:pt x="3466" y="1734"/>
                  </a:cubicBezTo>
                  <a:cubicBezTo>
                    <a:pt x="3466" y="757"/>
                    <a:pt x="2678"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3" name="Google Shape;15473;p82"/>
            <p:cNvSpPr/>
            <p:nvPr/>
          </p:nvSpPr>
          <p:spPr>
            <a:xfrm>
              <a:off x="-22737675" y="2145075"/>
              <a:ext cx="51225" cy="51225"/>
            </a:xfrm>
            <a:custGeom>
              <a:avLst/>
              <a:gdLst/>
              <a:ahLst/>
              <a:cxnLst/>
              <a:rect l="l" t="t" r="r" b="b"/>
              <a:pathLst>
                <a:path w="2049" h="2049" extrusionOk="0">
                  <a:moveTo>
                    <a:pt x="1009" y="726"/>
                  </a:moveTo>
                  <a:cubicBezTo>
                    <a:pt x="1198" y="726"/>
                    <a:pt x="1387" y="883"/>
                    <a:pt x="1387" y="1072"/>
                  </a:cubicBezTo>
                  <a:cubicBezTo>
                    <a:pt x="1387" y="1261"/>
                    <a:pt x="1198" y="1419"/>
                    <a:pt x="1009" y="1419"/>
                  </a:cubicBezTo>
                  <a:cubicBezTo>
                    <a:pt x="820" y="1419"/>
                    <a:pt x="662" y="1261"/>
                    <a:pt x="662" y="1072"/>
                  </a:cubicBezTo>
                  <a:cubicBezTo>
                    <a:pt x="662" y="883"/>
                    <a:pt x="820" y="726"/>
                    <a:pt x="1009" y="726"/>
                  </a:cubicBezTo>
                  <a:close/>
                  <a:moveTo>
                    <a:pt x="1009" y="1"/>
                  </a:moveTo>
                  <a:cubicBezTo>
                    <a:pt x="410" y="1"/>
                    <a:pt x="1" y="473"/>
                    <a:pt x="1" y="1041"/>
                  </a:cubicBezTo>
                  <a:cubicBezTo>
                    <a:pt x="1" y="1608"/>
                    <a:pt x="473" y="2049"/>
                    <a:pt x="1009" y="2049"/>
                  </a:cubicBezTo>
                  <a:cubicBezTo>
                    <a:pt x="1576" y="2049"/>
                    <a:pt x="2049" y="1576"/>
                    <a:pt x="2049" y="1041"/>
                  </a:cubicBezTo>
                  <a:cubicBezTo>
                    <a:pt x="2049" y="473"/>
                    <a:pt x="1576"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4" name="Google Shape;15474;p82"/>
            <p:cNvSpPr/>
            <p:nvPr/>
          </p:nvSpPr>
          <p:spPr>
            <a:xfrm>
              <a:off x="-22807775" y="21104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5" name="Google Shape;15475;p82"/>
            <p:cNvSpPr/>
            <p:nvPr/>
          </p:nvSpPr>
          <p:spPr>
            <a:xfrm>
              <a:off x="-22773100" y="2163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6" name="Google Shape;15476;p82"/>
            <p:cNvSpPr/>
            <p:nvPr/>
          </p:nvSpPr>
          <p:spPr>
            <a:xfrm>
              <a:off x="-22669150" y="21104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662" y="190"/>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7" name="Google Shape;15477;p82"/>
            <p:cNvSpPr/>
            <p:nvPr/>
          </p:nvSpPr>
          <p:spPr>
            <a:xfrm>
              <a:off x="-22881800" y="1971800"/>
              <a:ext cx="301675" cy="295400"/>
            </a:xfrm>
            <a:custGeom>
              <a:avLst/>
              <a:gdLst/>
              <a:ahLst/>
              <a:cxnLst/>
              <a:rect l="l" t="t" r="r" b="b"/>
              <a:pathLst>
                <a:path w="12067" h="11816" extrusionOk="0">
                  <a:moveTo>
                    <a:pt x="6081" y="2112"/>
                  </a:moveTo>
                  <a:cubicBezTo>
                    <a:pt x="6553" y="2112"/>
                    <a:pt x="6963" y="2175"/>
                    <a:pt x="7373" y="2332"/>
                  </a:cubicBezTo>
                  <a:cubicBezTo>
                    <a:pt x="8633" y="2805"/>
                    <a:pt x="9578" y="3907"/>
                    <a:pt x="9798" y="5262"/>
                  </a:cubicBezTo>
                  <a:cubicBezTo>
                    <a:pt x="9861" y="5451"/>
                    <a:pt x="9861" y="5672"/>
                    <a:pt x="9861" y="5924"/>
                  </a:cubicBezTo>
                  <a:cubicBezTo>
                    <a:pt x="9861" y="6144"/>
                    <a:pt x="9861" y="6333"/>
                    <a:pt x="9798" y="6585"/>
                  </a:cubicBezTo>
                  <a:cubicBezTo>
                    <a:pt x="9609" y="7909"/>
                    <a:pt x="8633" y="9043"/>
                    <a:pt x="7373" y="9484"/>
                  </a:cubicBezTo>
                  <a:cubicBezTo>
                    <a:pt x="6963" y="9673"/>
                    <a:pt x="6522" y="9736"/>
                    <a:pt x="6081" y="9736"/>
                  </a:cubicBezTo>
                  <a:cubicBezTo>
                    <a:pt x="5640" y="9736"/>
                    <a:pt x="5167" y="9673"/>
                    <a:pt x="4758" y="9484"/>
                  </a:cubicBezTo>
                  <a:cubicBezTo>
                    <a:pt x="3497" y="9043"/>
                    <a:pt x="2552" y="7909"/>
                    <a:pt x="2332" y="6585"/>
                  </a:cubicBezTo>
                  <a:cubicBezTo>
                    <a:pt x="2300" y="6396"/>
                    <a:pt x="2300" y="6144"/>
                    <a:pt x="2300" y="5924"/>
                  </a:cubicBezTo>
                  <a:cubicBezTo>
                    <a:pt x="2300" y="5672"/>
                    <a:pt x="2300" y="5483"/>
                    <a:pt x="2332" y="5262"/>
                  </a:cubicBezTo>
                  <a:cubicBezTo>
                    <a:pt x="2552" y="3907"/>
                    <a:pt x="3497" y="2805"/>
                    <a:pt x="4758" y="2332"/>
                  </a:cubicBezTo>
                  <a:cubicBezTo>
                    <a:pt x="5167" y="2175"/>
                    <a:pt x="5608" y="2112"/>
                    <a:pt x="6081" y="2112"/>
                  </a:cubicBezTo>
                  <a:close/>
                  <a:moveTo>
                    <a:pt x="5329" y="1"/>
                  </a:moveTo>
                  <a:cubicBezTo>
                    <a:pt x="5238" y="1"/>
                    <a:pt x="5151" y="32"/>
                    <a:pt x="5104" y="95"/>
                  </a:cubicBezTo>
                  <a:cubicBezTo>
                    <a:pt x="4978" y="221"/>
                    <a:pt x="4978" y="442"/>
                    <a:pt x="5104" y="568"/>
                  </a:cubicBezTo>
                  <a:cubicBezTo>
                    <a:pt x="5356" y="851"/>
                    <a:pt x="5577" y="1072"/>
                    <a:pt x="5640" y="1387"/>
                  </a:cubicBezTo>
                  <a:cubicBezTo>
                    <a:pt x="5356" y="1419"/>
                    <a:pt x="5041" y="1482"/>
                    <a:pt x="4789" y="1545"/>
                  </a:cubicBezTo>
                  <a:cubicBezTo>
                    <a:pt x="4506" y="1041"/>
                    <a:pt x="4096" y="851"/>
                    <a:pt x="3592" y="599"/>
                  </a:cubicBezTo>
                  <a:cubicBezTo>
                    <a:pt x="3551" y="583"/>
                    <a:pt x="3506" y="575"/>
                    <a:pt x="3461" y="575"/>
                  </a:cubicBezTo>
                  <a:cubicBezTo>
                    <a:pt x="3329" y="575"/>
                    <a:pt x="3189" y="640"/>
                    <a:pt x="3119" y="757"/>
                  </a:cubicBezTo>
                  <a:cubicBezTo>
                    <a:pt x="3056" y="914"/>
                    <a:pt x="3119" y="1167"/>
                    <a:pt x="3277" y="1230"/>
                  </a:cubicBezTo>
                  <a:cubicBezTo>
                    <a:pt x="3623" y="1387"/>
                    <a:pt x="3907" y="1545"/>
                    <a:pt x="4065" y="1828"/>
                  </a:cubicBezTo>
                  <a:cubicBezTo>
                    <a:pt x="3781" y="1954"/>
                    <a:pt x="3560" y="2112"/>
                    <a:pt x="3308" y="2269"/>
                  </a:cubicBezTo>
                  <a:cubicBezTo>
                    <a:pt x="2899" y="1860"/>
                    <a:pt x="2426" y="1828"/>
                    <a:pt x="1891" y="1734"/>
                  </a:cubicBezTo>
                  <a:cubicBezTo>
                    <a:pt x="1702" y="1734"/>
                    <a:pt x="1544" y="1860"/>
                    <a:pt x="1513" y="2049"/>
                  </a:cubicBezTo>
                  <a:cubicBezTo>
                    <a:pt x="1513" y="2269"/>
                    <a:pt x="1639" y="2427"/>
                    <a:pt x="1828" y="2458"/>
                  </a:cubicBezTo>
                  <a:cubicBezTo>
                    <a:pt x="2206" y="2490"/>
                    <a:pt x="2489" y="2521"/>
                    <a:pt x="2773" y="2742"/>
                  </a:cubicBezTo>
                  <a:cubicBezTo>
                    <a:pt x="2584" y="2931"/>
                    <a:pt x="2363" y="3151"/>
                    <a:pt x="2206" y="3403"/>
                  </a:cubicBezTo>
                  <a:cubicBezTo>
                    <a:pt x="1964" y="3318"/>
                    <a:pt x="1741" y="3284"/>
                    <a:pt x="1524" y="3284"/>
                  </a:cubicBezTo>
                  <a:cubicBezTo>
                    <a:pt x="1259" y="3284"/>
                    <a:pt x="1002" y="3334"/>
                    <a:pt x="725" y="3403"/>
                  </a:cubicBezTo>
                  <a:cubicBezTo>
                    <a:pt x="536" y="3435"/>
                    <a:pt x="441" y="3624"/>
                    <a:pt x="473" y="3844"/>
                  </a:cubicBezTo>
                  <a:cubicBezTo>
                    <a:pt x="526" y="4003"/>
                    <a:pt x="667" y="4073"/>
                    <a:pt x="823" y="4073"/>
                  </a:cubicBezTo>
                  <a:cubicBezTo>
                    <a:pt x="853" y="4073"/>
                    <a:pt x="883" y="4070"/>
                    <a:pt x="914" y="4065"/>
                  </a:cubicBezTo>
                  <a:cubicBezTo>
                    <a:pt x="1162" y="3989"/>
                    <a:pt x="1352" y="3947"/>
                    <a:pt x="1534" y="3947"/>
                  </a:cubicBezTo>
                  <a:cubicBezTo>
                    <a:pt x="1652" y="3947"/>
                    <a:pt x="1766" y="3965"/>
                    <a:pt x="1891" y="4002"/>
                  </a:cubicBezTo>
                  <a:cubicBezTo>
                    <a:pt x="1796" y="4254"/>
                    <a:pt x="1670" y="4538"/>
                    <a:pt x="1639" y="4821"/>
                  </a:cubicBezTo>
                  <a:cubicBezTo>
                    <a:pt x="1040" y="4821"/>
                    <a:pt x="630" y="5042"/>
                    <a:pt x="221" y="5357"/>
                  </a:cubicBezTo>
                  <a:cubicBezTo>
                    <a:pt x="63" y="5483"/>
                    <a:pt x="0" y="5672"/>
                    <a:pt x="126" y="5829"/>
                  </a:cubicBezTo>
                  <a:cubicBezTo>
                    <a:pt x="221" y="5924"/>
                    <a:pt x="284" y="5987"/>
                    <a:pt x="410" y="5987"/>
                  </a:cubicBezTo>
                  <a:cubicBezTo>
                    <a:pt x="473" y="5987"/>
                    <a:pt x="567" y="5955"/>
                    <a:pt x="599" y="5924"/>
                  </a:cubicBezTo>
                  <a:cubicBezTo>
                    <a:pt x="914" y="5672"/>
                    <a:pt x="1198" y="5514"/>
                    <a:pt x="1513" y="5514"/>
                  </a:cubicBezTo>
                  <a:lnTo>
                    <a:pt x="1513" y="5924"/>
                  </a:lnTo>
                  <a:cubicBezTo>
                    <a:pt x="1513" y="6081"/>
                    <a:pt x="1513" y="6239"/>
                    <a:pt x="1544" y="6396"/>
                  </a:cubicBezTo>
                  <a:cubicBezTo>
                    <a:pt x="1009" y="6585"/>
                    <a:pt x="725" y="6932"/>
                    <a:pt x="410" y="7373"/>
                  </a:cubicBezTo>
                  <a:cubicBezTo>
                    <a:pt x="284" y="7531"/>
                    <a:pt x="315" y="7720"/>
                    <a:pt x="473" y="7846"/>
                  </a:cubicBezTo>
                  <a:cubicBezTo>
                    <a:pt x="567" y="7877"/>
                    <a:pt x="599" y="7940"/>
                    <a:pt x="694" y="7940"/>
                  </a:cubicBezTo>
                  <a:cubicBezTo>
                    <a:pt x="788" y="7940"/>
                    <a:pt x="914" y="7877"/>
                    <a:pt x="946" y="7783"/>
                  </a:cubicBezTo>
                  <a:cubicBezTo>
                    <a:pt x="1198" y="7467"/>
                    <a:pt x="1355" y="7215"/>
                    <a:pt x="1670" y="7089"/>
                  </a:cubicBezTo>
                  <a:cubicBezTo>
                    <a:pt x="1733" y="7373"/>
                    <a:pt x="1828" y="7657"/>
                    <a:pt x="1985" y="7940"/>
                  </a:cubicBezTo>
                  <a:cubicBezTo>
                    <a:pt x="1544" y="8287"/>
                    <a:pt x="1387" y="8728"/>
                    <a:pt x="1229" y="9232"/>
                  </a:cubicBezTo>
                  <a:cubicBezTo>
                    <a:pt x="1198" y="9421"/>
                    <a:pt x="1324" y="9610"/>
                    <a:pt x="1481" y="9673"/>
                  </a:cubicBezTo>
                  <a:lnTo>
                    <a:pt x="1544" y="9673"/>
                  </a:lnTo>
                  <a:cubicBezTo>
                    <a:pt x="1702" y="9673"/>
                    <a:pt x="1828" y="9547"/>
                    <a:pt x="1891" y="9389"/>
                  </a:cubicBezTo>
                  <a:cubicBezTo>
                    <a:pt x="2017" y="8980"/>
                    <a:pt x="2111" y="8728"/>
                    <a:pt x="2332" y="8476"/>
                  </a:cubicBezTo>
                  <a:cubicBezTo>
                    <a:pt x="2489" y="8728"/>
                    <a:pt x="2678" y="8948"/>
                    <a:pt x="2899" y="9137"/>
                  </a:cubicBezTo>
                  <a:cubicBezTo>
                    <a:pt x="2584" y="9610"/>
                    <a:pt x="2615" y="10082"/>
                    <a:pt x="2647" y="10649"/>
                  </a:cubicBezTo>
                  <a:cubicBezTo>
                    <a:pt x="2647" y="10839"/>
                    <a:pt x="2804" y="10965"/>
                    <a:pt x="2993" y="10965"/>
                  </a:cubicBezTo>
                  <a:lnTo>
                    <a:pt x="3056" y="10965"/>
                  </a:lnTo>
                  <a:cubicBezTo>
                    <a:pt x="3245" y="10965"/>
                    <a:pt x="3371" y="10775"/>
                    <a:pt x="3371" y="10555"/>
                  </a:cubicBezTo>
                  <a:cubicBezTo>
                    <a:pt x="3308" y="10177"/>
                    <a:pt x="3308" y="9862"/>
                    <a:pt x="3434" y="9578"/>
                  </a:cubicBezTo>
                  <a:cubicBezTo>
                    <a:pt x="3686" y="9736"/>
                    <a:pt x="3907" y="9893"/>
                    <a:pt x="4191" y="10019"/>
                  </a:cubicBezTo>
                  <a:cubicBezTo>
                    <a:pt x="4065" y="10555"/>
                    <a:pt x="4222" y="10996"/>
                    <a:pt x="4474" y="11500"/>
                  </a:cubicBezTo>
                  <a:cubicBezTo>
                    <a:pt x="4506" y="11626"/>
                    <a:pt x="4663" y="11721"/>
                    <a:pt x="4789" y="11721"/>
                  </a:cubicBezTo>
                  <a:cubicBezTo>
                    <a:pt x="4821" y="11721"/>
                    <a:pt x="4884" y="11721"/>
                    <a:pt x="4947" y="11658"/>
                  </a:cubicBezTo>
                  <a:cubicBezTo>
                    <a:pt x="5104" y="11595"/>
                    <a:pt x="5167" y="11406"/>
                    <a:pt x="5104" y="11185"/>
                  </a:cubicBezTo>
                  <a:cubicBezTo>
                    <a:pt x="4947" y="10839"/>
                    <a:pt x="4821" y="10555"/>
                    <a:pt x="4852" y="10240"/>
                  </a:cubicBezTo>
                  <a:lnTo>
                    <a:pt x="4852" y="10240"/>
                  </a:lnTo>
                  <a:cubicBezTo>
                    <a:pt x="5136" y="10334"/>
                    <a:pt x="5419" y="10366"/>
                    <a:pt x="5734" y="10397"/>
                  </a:cubicBezTo>
                  <a:cubicBezTo>
                    <a:pt x="5797" y="10965"/>
                    <a:pt x="6112" y="11311"/>
                    <a:pt x="6522" y="11721"/>
                  </a:cubicBezTo>
                  <a:cubicBezTo>
                    <a:pt x="6585" y="11784"/>
                    <a:pt x="6679" y="11815"/>
                    <a:pt x="6742" y="11815"/>
                  </a:cubicBezTo>
                  <a:cubicBezTo>
                    <a:pt x="6837" y="11815"/>
                    <a:pt x="6931" y="11784"/>
                    <a:pt x="6994" y="11721"/>
                  </a:cubicBezTo>
                  <a:cubicBezTo>
                    <a:pt x="7089" y="11595"/>
                    <a:pt x="7089" y="11343"/>
                    <a:pt x="6994" y="11248"/>
                  </a:cubicBezTo>
                  <a:cubicBezTo>
                    <a:pt x="6711" y="10965"/>
                    <a:pt x="6522" y="10712"/>
                    <a:pt x="6427" y="10397"/>
                  </a:cubicBezTo>
                  <a:cubicBezTo>
                    <a:pt x="6711" y="10366"/>
                    <a:pt x="7026" y="10334"/>
                    <a:pt x="7310" y="10240"/>
                  </a:cubicBezTo>
                  <a:cubicBezTo>
                    <a:pt x="7562" y="10775"/>
                    <a:pt x="7971" y="10965"/>
                    <a:pt x="8475" y="11185"/>
                  </a:cubicBezTo>
                  <a:cubicBezTo>
                    <a:pt x="8507" y="11248"/>
                    <a:pt x="8570" y="11248"/>
                    <a:pt x="8633" y="11248"/>
                  </a:cubicBezTo>
                  <a:cubicBezTo>
                    <a:pt x="8759" y="11248"/>
                    <a:pt x="8885" y="11154"/>
                    <a:pt x="8948" y="11028"/>
                  </a:cubicBezTo>
                  <a:cubicBezTo>
                    <a:pt x="9042" y="10870"/>
                    <a:pt x="8948" y="10649"/>
                    <a:pt x="8790" y="10555"/>
                  </a:cubicBezTo>
                  <a:cubicBezTo>
                    <a:pt x="8444" y="10397"/>
                    <a:pt x="8160" y="10240"/>
                    <a:pt x="8003" y="9988"/>
                  </a:cubicBezTo>
                  <a:cubicBezTo>
                    <a:pt x="8286" y="9862"/>
                    <a:pt x="8507" y="9704"/>
                    <a:pt x="8759" y="9547"/>
                  </a:cubicBezTo>
                  <a:cubicBezTo>
                    <a:pt x="9200" y="9925"/>
                    <a:pt x="9672" y="9988"/>
                    <a:pt x="10176" y="10051"/>
                  </a:cubicBezTo>
                  <a:lnTo>
                    <a:pt x="10208" y="10051"/>
                  </a:lnTo>
                  <a:cubicBezTo>
                    <a:pt x="10397" y="10051"/>
                    <a:pt x="10523" y="9925"/>
                    <a:pt x="10555" y="9736"/>
                  </a:cubicBezTo>
                  <a:cubicBezTo>
                    <a:pt x="10555" y="9547"/>
                    <a:pt x="10460" y="9389"/>
                    <a:pt x="10240" y="9358"/>
                  </a:cubicBezTo>
                  <a:cubicBezTo>
                    <a:pt x="9861" y="9295"/>
                    <a:pt x="9578" y="9263"/>
                    <a:pt x="9294" y="9074"/>
                  </a:cubicBezTo>
                  <a:cubicBezTo>
                    <a:pt x="9515" y="8885"/>
                    <a:pt x="9704" y="8633"/>
                    <a:pt x="9861" y="8413"/>
                  </a:cubicBezTo>
                  <a:cubicBezTo>
                    <a:pt x="10082" y="8476"/>
                    <a:pt x="10303" y="8507"/>
                    <a:pt x="10523" y="8507"/>
                  </a:cubicBezTo>
                  <a:cubicBezTo>
                    <a:pt x="10807" y="8507"/>
                    <a:pt x="11090" y="8444"/>
                    <a:pt x="11405" y="8350"/>
                  </a:cubicBezTo>
                  <a:cubicBezTo>
                    <a:pt x="11594" y="8318"/>
                    <a:pt x="11657" y="8129"/>
                    <a:pt x="11626" y="7940"/>
                  </a:cubicBezTo>
                  <a:cubicBezTo>
                    <a:pt x="11599" y="7754"/>
                    <a:pt x="11461" y="7680"/>
                    <a:pt x="11287" y="7680"/>
                  </a:cubicBezTo>
                  <a:cubicBezTo>
                    <a:pt x="11254" y="7680"/>
                    <a:pt x="11220" y="7683"/>
                    <a:pt x="11185" y="7688"/>
                  </a:cubicBezTo>
                  <a:cubicBezTo>
                    <a:pt x="10933" y="7772"/>
                    <a:pt x="10723" y="7814"/>
                    <a:pt x="10517" y="7814"/>
                  </a:cubicBezTo>
                  <a:cubicBezTo>
                    <a:pt x="10415" y="7814"/>
                    <a:pt x="10313" y="7804"/>
                    <a:pt x="10208" y="7783"/>
                  </a:cubicBezTo>
                  <a:cubicBezTo>
                    <a:pt x="10334" y="7499"/>
                    <a:pt x="10460" y="7215"/>
                    <a:pt x="10492" y="6932"/>
                  </a:cubicBezTo>
                  <a:lnTo>
                    <a:pt x="10523" y="6932"/>
                  </a:lnTo>
                  <a:cubicBezTo>
                    <a:pt x="11090" y="6932"/>
                    <a:pt x="11468" y="6711"/>
                    <a:pt x="11909" y="6396"/>
                  </a:cubicBezTo>
                  <a:cubicBezTo>
                    <a:pt x="12004" y="6333"/>
                    <a:pt x="12067" y="6144"/>
                    <a:pt x="11941" y="5987"/>
                  </a:cubicBezTo>
                  <a:cubicBezTo>
                    <a:pt x="11867" y="5895"/>
                    <a:pt x="11773" y="5846"/>
                    <a:pt x="11675" y="5846"/>
                  </a:cubicBezTo>
                  <a:cubicBezTo>
                    <a:pt x="11605" y="5846"/>
                    <a:pt x="11534" y="5871"/>
                    <a:pt x="11468" y="5924"/>
                  </a:cubicBezTo>
                  <a:cubicBezTo>
                    <a:pt x="11153" y="6144"/>
                    <a:pt x="10870" y="6302"/>
                    <a:pt x="10555" y="6302"/>
                  </a:cubicBezTo>
                  <a:lnTo>
                    <a:pt x="10555" y="5924"/>
                  </a:lnTo>
                  <a:cubicBezTo>
                    <a:pt x="10555" y="5766"/>
                    <a:pt x="10555" y="5609"/>
                    <a:pt x="10523" y="5451"/>
                  </a:cubicBezTo>
                  <a:cubicBezTo>
                    <a:pt x="11090" y="5262"/>
                    <a:pt x="11342" y="4884"/>
                    <a:pt x="11657" y="4475"/>
                  </a:cubicBezTo>
                  <a:cubicBezTo>
                    <a:pt x="11783" y="4317"/>
                    <a:pt x="11752" y="4096"/>
                    <a:pt x="11594" y="4002"/>
                  </a:cubicBezTo>
                  <a:cubicBezTo>
                    <a:pt x="11528" y="3949"/>
                    <a:pt x="11457" y="3924"/>
                    <a:pt x="11387" y="3924"/>
                  </a:cubicBezTo>
                  <a:cubicBezTo>
                    <a:pt x="11290" y="3924"/>
                    <a:pt x="11195" y="3973"/>
                    <a:pt x="11122" y="4065"/>
                  </a:cubicBezTo>
                  <a:cubicBezTo>
                    <a:pt x="10870" y="4380"/>
                    <a:pt x="10712" y="4632"/>
                    <a:pt x="10397" y="4727"/>
                  </a:cubicBezTo>
                  <a:cubicBezTo>
                    <a:pt x="10334" y="4475"/>
                    <a:pt x="10240" y="4191"/>
                    <a:pt x="10082" y="3907"/>
                  </a:cubicBezTo>
                  <a:cubicBezTo>
                    <a:pt x="10523" y="3561"/>
                    <a:pt x="10681" y="3120"/>
                    <a:pt x="10838" y="2616"/>
                  </a:cubicBezTo>
                  <a:cubicBezTo>
                    <a:pt x="10870" y="2427"/>
                    <a:pt x="10775" y="2206"/>
                    <a:pt x="10618" y="2175"/>
                  </a:cubicBezTo>
                  <a:cubicBezTo>
                    <a:pt x="10595" y="2171"/>
                    <a:pt x="10572" y="2170"/>
                    <a:pt x="10550" y="2170"/>
                  </a:cubicBezTo>
                  <a:cubicBezTo>
                    <a:pt x="10359" y="2170"/>
                    <a:pt x="10205" y="2286"/>
                    <a:pt x="10176" y="2427"/>
                  </a:cubicBezTo>
                  <a:cubicBezTo>
                    <a:pt x="10050" y="2805"/>
                    <a:pt x="9987" y="3088"/>
                    <a:pt x="9735" y="3309"/>
                  </a:cubicBezTo>
                  <a:cubicBezTo>
                    <a:pt x="9578" y="3088"/>
                    <a:pt x="9389" y="2836"/>
                    <a:pt x="9200" y="2647"/>
                  </a:cubicBezTo>
                  <a:cubicBezTo>
                    <a:pt x="9515" y="2175"/>
                    <a:pt x="9452" y="1702"/>
                    <a:pt x="9420" y="1167"/>
                  </a:cubicBezTo>
                  <a:cubicBezTo>
                    <a:pt x="9420" y="946"/>
                    <a:pt x="9231" y="851"/>
                    <a:pt x="9042" y="851"/>
                  </a:cubicBezTo>
                  <a:cubicBezTo>
                    <a:pt x="8822" y="851"/>
                    <a:pt x="8727" y="1041"/>
                    <a:pt x="8727" y="1230"/>
                  </a:cubicBezTo>
                  <a:cubicBezTo>
                    <a:pt x="8759" y="1639"/>
                    <a:pt x="8759" y="1954"/>
                    <a:pt x="8633" y="2206"/>
                  </a:cubicBezTo>
                  <a:cubicBezTo>
                    <a:pt x="8412" y="2049"/>
                    <a:pt x="8160" y="1891"/>
                    <a:pt x="7877" y="1797"/>
                  </a:cubicBezTo>
                  <a:cubicBezTo>
                    <a:pt x="8003" y="1230"/>
                    <a:pt x="7845" y="788"/>
                    <a:pt x="7625" y="284"/>
                  </a:cubicBezTo>
                  <a:cubicBezTo>
                    <a:pt x="7554" y="168"/>
                    <a:pt x="7432" y="103"/>
                    <a:pt x="7297" y="103"/>
                  </a:cubicBezTo>
                  <a:cubicBezTo>
                    <a:pt x="7250" y="103"/>
                    <a:pt x="7201" y="111"/>
                    <a:pt x="7152" y="127"/>
                  </a:cubicBezTo>
                  <a:cubicBezTo>
                    <a:pt x="6994" y="221"/>
                    <a:pt x="6900" y="410"/>
                    <a:pt x="6994" y="599"/>
                  </a:cubicBezTo>
                  <a:cubicBezTo>
                    <a:pt x="7152" y="946"/>
                    <a:pt x="7247" y="1230"/>
                    <a:pt x="7215" y="1545"/>
                  </a:cubicBezTo>
                  <a:cubicBezTo>
                    <a:pt x="6931" y="1482"/>
                    <a:pt x="6679" y="1419"/>
                    <a:pt x="6364" y="1387"/>
                  </a:cubicBezTo>
                  <a:cubicBezTo>
                    <a:pt x="6270" y="851"/>
                    <a:pt x="5955" y="473"/>
                    <a:pt x="5577" y="95"/>
                  </a:cubicBezTo>
                  <a:cubicBezTo>
                    <a:pt x="5514" y="32"/>
                    <a:pt x="5419" y="1"/>
                    <a:pt x="53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78" name="Google Shape;15478;p82"/>
          <p:cNvSpPr/>
          <p:nvPr/>
        </p:nvSpPr>
        <p:spPr>
          <a:xfrm>
            <a:off x="7101455" y="2081955"/>
            <a:ext cx="419452" cy="472181"/>
          </a:xfrm>
          <a:custGeom>
            <a:avLst/>
            <a:gdLst/>
            <a:ahLst/>
            <a:cxnLst/>
            <a:rect l="l" t="t" r="r" b="b"/>
            <a:pathLst>
              <a:path w="10524" h="11847" extrusionOk="0">
                <a:moveTo>
                  <a:pt x="7278" y="662"/>
                </a:moveTo>
                <a:cubicBezTo>
                  <a:pt x="7499" y="662"/>
                  <a:pt x="7656" y="820"/>
                  <a:pt x="7656" y="1009"/>
                </a:cubicBezTo>
                <a:lnTo>
                  <a:pt x="7656" y="3151"/>
                </a:lnTo>
                <a:cubicBezTo>
                  <a:pt x="7404" y="3057"/>
                  <a:pt x="7184" y="2994"/>
                  <a:pt x="6932" y="2994"/>
                </a:cubicBezTo>
                <a:lnTo>
                  <a:pt x="6932" y="1009"/>
                </a:lnTo>
                <a:cubicBezTo>
                  <a:pt x="6932" y="820"/>
                  <a:pt x="7089" y="662"/>
                  <a:pt x="7278" y="662"/>
                </a:cubicBezTo>
                <a:close/>
                <a:moveTo>
                  <a:pt x="3120" y="662"/>
                </a:moveTo>
                <a:cubicBezTo>
                  <a:pt x="3309" y="662"/>
                  <a:pt x="3466" y="820"/>
                  <a:pt x="3466" y="1009"/>
                </a:cubicBezTo>
                <a:lnTo>
                  <a:pt x="3466" y="2994"/>
                </a:lnTo>
                <a:cubicBezTo>
                  <a:pt x="3246" y="3025"/>
                  <a:pt x="2994" y="3057"/>
                  <a:pt x="2773" y="3183"/>
                </a:cubicBezTo>
                <a:lnTo>
                  <a:pt x="2773" y="1009"/>
                </a:lnTo>
                <a:cubicBezTo>
                  <a:pt x="2773" y="820"/>
                  <a:pt x="2931" y="662"/>
                  <a:pt x="3120" y="662"/>
                </a:cubicBezTo>
                <a:close/>
                <a:moveTo>
                  <a:pt x="4506" y="1702"/>
                </a:moveTo>
                <a:cubicBezTo>
                  <a:pt x="4695" y="1702"/>
                  <a:pt x="4852" y="1860"/>
                  <a:pt x="4852" y="2049"/>
                </a:cubicBezTo>
                <a:lnTo>
                  <a:pt x="4852" y="3309"/>
                </a:lnTo>
                <a:cubicBezTo>
                  <a:pt x="4663" y="3183"/>
                  <a:pt x="4411" y="3057"/>
                  <a:pt x="4128" y="3025"/>
                </a:cubicBezTo>
                <a:lnTo>
                  <a:pt x="4128" y="2049"/>
                </a:lnTo>
                <a:cubicBezTo>
                  <a:pt x="4128" y="1860"/>
                  <a:pt x="4285" y="1702"/>
                  <a:pt x="4506" y="1702"/>
                </a:cubicBezTo>
                <a:close/>
                <a:moveTo>
                  <a:pt x="5861" y="1702"/>
                </a:moveTo>
                <a:cubicBezTo>
                  <a:pt x="6081" y="1702"/>
                  <a:pt x="6239" y="1860"/>
                  <a:pt x="6239" y="2049"/>
                </a:cubicBezTo>
                <a:lnTo>
                  <a:pt x="6239" y="3025"/>
                </a:lnTo>
                <a:cubicBezTo>
                  <a:pt x="5987" y="3120"/>
                  <a:pt x="5766" y="3183"/>
                  <a:pt x="5514" y="3340"/>
                </a:cubicBezTo>
                <a:lnTo>
                  <a:pt x="5514" y="2049"/>
                </a:lnTo>
                <a:cubicBezTo>
                  <a:pt x="5546" y="1860"/>
                  <a:pt x="5703" y="1702"/>
                  <a:pt x="5861" y="1702"/>
                </a:cubicBezTo>
                <a:close/>
                <a:moveTo>
                  <a:pt x="1733" y="1324"/>
                </a:moveTo>
                <a:cubicBezTo>
                  <a:pt x="1922" y="1324"/>
                  <a:pt x="2080" y="1482"/>
                  <a:pt x="2080" y="1702"/>
                </a:cubicBezTo>
                <a:lnTo>
                  <a:pt x="2080" y="3624"/>
                </a:lnTo>
                <a:cubicBezTo>
                  <a:pt x="2017" y="3687"/>
                  <a:pt x="1922" y="3781"/>
                  <a:pt x="1859" y="3907"/>
                </a:cubicBezTo>
                <a:cubicBezTo>
                  <a:pt x="1733" y="3687"/>
                  <a:pt x="1576" y="3529"/>
                  <a:pt x="1387" y="3435"/>
                </a:cubicBezTo>
                <a:lnTo>
                  <a:pt x="1387" y="1702"/>
                </a:lnTo>
                <a:cubicBezTo>
                  <a:pt x="1387" y="1482"/>
                  <a:pt x="1544" y="1324"/>
                  <a:pt x="1733" y="1324"/>
                </a:cubicBezTo>
                <a:close/>
                <a:moveTo>
                  <a:pt x="8665" y="1324"/>
                </a:moveTo>
                <a:cubicBezTo>
                  <a:pt x="8854" y="1324"/>
                  <a:pt x="9011" y="1482"/>
                  <a:pt x="9011" y="1702"/>
                </a:cubicBezTo>
                <a:lnTo>
                  <a:pt x="9011" y="3466"/>
                </a:lnTo>
                <a:cubicBezTo>
                  <a:pt x="8854" y="3592"/>
                  <a:pt x="8759" y="3750"/>
                  <a:pt x="8633" y="3907"/>
                </a:cubicBezTo>
                <a:cubicBezTo>
                  <a:pt x="8539" y="3781"/>
                  <a:pt x="8476" y="3687"/>
                  <a:pt x="8381" y="3592"/>
                </a:cubicBezTo>
                <a:lnTo>
                  <a:pt x="8349" y="3529"/>
                </a:lnTo>
                <a:lnTo>
                  <a:pt x="8349" y="1702"/>
                </a:lnTo>
                <a:cubicBezTo>
                  <a:pt x="8318" y="1482"/>
                  <a:pt x="8476" y="1324"/>
                  <a:pt x="8665" y="1324"/>
                </a:cubicBezTo>
                <a:close/>
                <a:moveTo>
                  <a:pt x="6774" y="3647"/>
                </a:moveTo>
                <a:cubicBezTo>
                  <a:pt x="7160" y="3647"/>
                  <a:pt x="7546" y="3797"/>
                  <a:pt x="7845" y="4096"/>
                </a:cubicBezTo>
                <a:cubicBezTo>
                  <a:pt x="8318" y="4569"/>
                  <a:pt x="8444" y="5294"/>
                  <a:pt x="8066" y="5892"/>
                </a:cubicBezTo>
                <a:cubicBezTo>
                  <a:pt x="7089" y="6176"/>
                  <a:pt x="6333" y="7058"/>
                  <a:pt x="6239" y="8098"/>
                </a:cubicBezTo>
                <a:lnTo>
                  <a:pt x="5199" y="9043"/>
                </a:lnTo>
                <a:lnTo>
                  <a:pt x="4128" y="8035"/>
                </a:lnTo>
                <a:cubicBezTo>
                  <a:pt x="4065" y="6995"/>
                  <a:pt x="3309" y="6144"/>
                  <a:pt x="2332" y="5892"/>
                </a:cubicBezTo>
                <a:cubicBezTo>
                  <a:pt x="1985" y="5325"/>
                  <a:pt x="2112" y="4569"/>
                  <a:pt x="2553" y="4096"/>
                </a:cubicBezTo>
                <a:cubicBezTo>
                  <a:pt x="2836" y="3813"/>
                  <a:pt x="3246" y="3655"/>
                  <a:pt x="3624" y="3655"/>
                </a:cubicBezTo>
                <a:cubicBezTo>
                  <a:pt x="4033" y="3655"/>
                  <a:pt x="4411" y="3813"/>
                  <a:pt x="4695" y="4096"/>
                </a:cubicBezTo>
                <a:lnTo>
                  <a:pt x="4915" y="4317"/>
                </a:lnTo>
                <a:lnTo>
                  <a:pt x="4978" y="4348"/>
                </a:lnTo>
                <a:cubicBezTo>
                  <a:pt x="5026" y="4411"/>
                  <a:pt x="5112" y="4443"/>
                  <a:pt x="5203" y="4443"/>
                </a:cubicBezTo>
                <a:cubicBezTo>
                  <a:pt x="5294" y="4443"/>
                  <a:pt x="5388" y="4411"/>
                  <a:pt x="5451" y="4348"/>
                </a:cubicBezTo>
                <a:lnTo>
                  <a:pt x="5703" y="4096"/>
                </a:lnTo>
                <a:cubicBezTo>
                  <a:pt x="6002" y="3797"/>
                  <a:pt x="6388" y="3647"/>
                  <a:pt x="6774" y="3647"/>
                </a:cubicBezTo>
                <a:close/>
                <a:moveTo>
                  <a:pt x="662" y="3813"/>
                </a:moveTo>
                <a:cubicBezTo>
                  <a:pt x="1103" y="3970"/>
                  <a:pt x="1418" y="4380"/>
                  <a:pt x="1418" y="4884"/>
                </a:cubicBezTo>
                <a:lnTo>
                  <a:pt x="1418" y="6176"/>
                </a:lnTo>
                <a:cubicBezTo>
                  <a:pt x="1418" y="6365"/>
                  <a:pt x="1576" y="6522"/>
                  <a:pt x="1765" y="6522"/>
                </a:cubicBezTo>
                <a:cubicBezTo>
                  <a:pt x="2679" y="6522"/>
                  <a:pt x="3435" y="7247"/>
                  <a:pt x="3435" y="8161"/>
                </a:cubicBezTo>
                <a:lnTo>
                  <a:pt x="3435" y="8224"/>
                </a:lnTo>
                <a:lnTo>
                  <a:pt x="3435" y="8980"/>
                </a:lnTo>
                <a:cubicBezTo>
                  <a:pt x="3435" y="9169"/>
                  <a:pt x="3592" y="9326"/>
                  <a:pt x="3781" y="9326"/>
                </a:cubicBezTo>
                <a:cubicBezTo>
                  <a:pt x="3970" y="9326"/>
                  <a:pt x="4128" y="9169"/>
                  <a:pt x="4128" y="8980"/>
                </a:cubicBezTo>
                <a:lnTo>
                  <a:pt x="4852" y="9610"/>
                </a:lnTo>
                <a:lnTo>
                  <a:pt x="4852" y="11059"/>
                </a:lnTo>
                <a:lnTo>
                  <a:pt x="2080" y="11059"/>
                </a:lnTo>
                <a:lnTo>
                  <a:pt x="2080" y="9925"/>
                </a:lnTo>
                <a:cubicBezTo>
                  <a:pt x="2080" y="9673"/>
                  <a:pt x="1985" y="9421"/>
                  <a:pt x="1765" y="9200"/>
                </a:cubicBezTo>
                <a:lnTo>
                  <a:pt x="1198" y="8633"/>
                </a:lnTo>
                <a:cubicBezTo>
                  <a:pt x="883" y="8287"/>
                  <a:pt x="662" y="7877"/>
                  <a:pt x="662" y="7404"/>
                </a:cubicBezTo>
                <a:lnTo>
                  <a:pt x="662" y="3813"/>
                </a:lnTo>
                <a:close/>
                <a:moveTo>
                  <a:pt x="9767" y="3844"/>
                </a:moveTo>
                <a:lnTo>
                  <a:pt x="9767" y="7436"/>
                </a:lnTo>
                <a:cubicBezTo>
                  <a:pt x="9767" y="7909"/>
                  <a:pt x="9578" y="8350"/>
                  <a:pt x="9263" y="8665"/>
                </a:cubicBezTo>
                <a:lnTo>
                  <a:pt x="8665" y="9263"/>
                </a:lnTo>
                <a:cubicBezTo>
                  <a:pt x="8476" y="9452"/>
                  <a:pt x="8349" y="9704"/>
                  <a:pt x="8349" y="9988"/>
                </a:cubicBezTo>
                <a:lnTo>
                  <a:pt x="8349" y="11153"/>
                </a:lnTo>
                <a:lnTo>
                  <a:pt x="5514" y="11153"/>
                </a:lnTo>
                <a:lnTo>
                  <a:pt x="5514" y="9736"/>
                </a:lnTo>
                <a:lnTo>
                  <a:pt x="6239" y="9043"/>
                </a:lnTo>
                <a:cubicBezTo>
                  <a:pt x="6270" y="9200"/>
                  <a:pt x="6396" y="9326"/>
                  <a:pt x="6585" y="9326"/>
                </a:cubicBezTo>
                <a:cubicBezTo>
                  <a:pt x="6774" y="9326"/>
                  <a:pt x="6932" y="9169"/>
                  <a:pt x="6932" y="8980"/>
                </a:cubicBezTo>
                <a:lnTo>
                  <a:pt x="6932" y="8255"/>
                </a:lnTo>
                <a:cubicBezTo>
                  <a:pt x="6932" y="7404"/>
                  <a:pt x="7530" y="6711"/>
                  <a:pt x="8349" y="6554"/>
                </a:cubicBezTo>
                <a:lnTo>
                  <a:pt x="8665" y="6554"/>
                </a:lnTo>
                <a:cubicBezTo>
                  <a:pt x="8854" y="6554"/>
                  <a:pt x="9011" y="6396"/>
                  <a:pt x="9011" y="6207"/>
                </a:cubicBezTo>
                <a:lnTo>
                  <a:pt x="9011" y="4916"/>
                </a:lnTo>
                <a:cubicBezTo>
                  <a:pt x="9011" y="4443"/>
                  <a:pt x="9326" y="4002"/>
                  <a:pt x="9767" y="3844"/>
                </a:cubicBezTo>
                <a:close/>
                <a:moveTo>
                  <a:pt x="3120" y="1"/>
                </a:moveTo>
                <a:cubicBezTo>
                  <a:pt x="2647" y="1"/>
                  <a:pt x="2238" y="316"/>
                  <a:pt x="2143" y="757"/>
                </a:cubicBezTo>
                <a:cubicBezTo>
                  <a:pt x="2017" y="694"/>
                  <a:pt x="1891" y="662"/>
                  <a:pt x="1733" y="662"/>
                </a:cubicBezTo>
                <a:cubicBezTo>
                  <a:pt x="1135" y="662"/>
                  <a:pt x="725" y="1135"/>
                  <a:pt x="725" y="1702"/>
                </a:cubicBezTo>
                <a:lnTo>
                  <a:pt x="725" y="3120"/>
                </a:lnTo>
                <a:cubicBezTo>
                  <a:pt x="599" y="3057"/>
                  <a:pt x="473" y="3057"/>
                  <a:pt x="347" y="3057"/>
                </a:cubicBezTo>
                <a:cubicBezTo>
                  <a:pt x="158" y="3057"/>
                  <a:pt x="1" y="3214"/>
                  <a:pt x="1" y="3435"/>
                </a:cubicBezTo>
                <a:lnTo>
                  <a:pt x="1" y="7436"/>
                </a:lnTo>
                <a:cubicBezTo>
                  <a:pt x="1" y="8066"/>
                  <a:pt x="253" y="8696"/>
                  <a:pt x="725" y="9169"/>
                </a:cubicBezTo>
                <a:lnTo>
                  <a:pt x="1292" y="9767"/>
                </a:lnTo>
                <a:cubicBezTo>
                  <a:pt x="1387" y="9830"/>
                  <a:pt x="1418" y="9925"/>
                  <a:pt x="1418" y="9988"/>
                </a:cubicBezTo>
                <a:lnTo>
                  <a:pt x="1418" y="11153"/>
                </a:lnTo>
                <a:lnTo>
                  <a:pt x="1072" y="11153"/>
                </a:lnTo>
                <a:cubicBezTo>
                  <a:pt x="883" y="11153"/>
                  <a:pt x="725" y="11311"/>
                  <a:pt x="725" y="11500"/>
                </a:cubicBezTo>
                <a:cubicBezTo>
                  <a:pt x="725" y="11689"/>
                  <a:pt x="883" y="11847"/>
                  <a:pt x="1072" y="11847"/>
                </a:cubicBezTo>
                <a:lnTo>
                  <a:pt x="9389" y="11847"/>
                </a:lnTo>
                <a:cubicBezTo>
                  <a:pt x="9578" y="11847"/>
                  <a:pt x="9736" y="11689"/>
                  <a:pt x="9736" y="11500"/>
                </a:cubicBezTo>
                <a:cubicBezTo>
                  <a:pt x="9736" y="11311"/>
                  <a:pt x="9578" y="11153"/>
                  <a:pt x="9389" y="11153"/>
                </a:cubicBezTo>
                <a:lnTo>
                  <a:pt x="9106" y="11153"/>
                </a:lnTo>
                <a:lnTo>
                  <a:pt x="9106" y="9988"/>
                </a:lnTo>
                <a:cubicBezTo>
                  <a:pt x="9106" y="9925"/>
                  <a:pt x="9137" y="9799"/>
                  <a:pt x="9232" y="9767"/>
                </a:cubicBezTo>
                <a:lnTo>
                  <a:pt x="9830" y="9169"/>
                </a:lnTo>
                <a:cubicBezTo>
                  <a:pt x="10271" y="8696"/>
                  <a:pt x="10523" y="8098"/>
                  <a:pt x="10523" y="7436"/>
                </a:cubicBezTo>
                <a:lnTo>
                  <a:pt x="10523" y="3466"/>
                </a:lnTo>
                <a:cubicBezTo>
                  <a:pt x="10492" y="3214"/>
                  <a:pt x="10334" y="3057"/>
                  <a:pt x="10114" y="3057"/>
                </a:cubicBezTo>
                <a:cubicBezTo>
                  <a:pt x="9956" y="3057"/>
                  <a:pt x="9862" y="3057"/>
                  <a:pt x="9704" y="3120"/>
                </a:cubicBezTo>
                <a:lnTo>
                  <a:pt x="9704" y="1702"/>
                </a:lnTo>
                <a:cubicBezTo>
                  <a:pt x="9704" y="1103"/>
                  <a:pt x="9232" y="662"/>
                  <a:pt x="8665" y="662"/>
                </a:cubicBezTo>
                <a:cubicBezTo>
                  <a:pt x="8539" y="662"/>
                  <a:pt x="8413" y="694"/>
                  <a:pt x="8286" y="757"/>
                </a:cubicBezTo>
                <a:cubicBezTo>
                  <a:pt x="8160" y="316"/>
                  <a:pt x="7751" y="1"/>
                  <a:pt x="7278" y="1"/>
                </a:cubicBezTo>
                <a:cubicBezTo>
                  <a:pt x="6711" y="1"/>
                  <a:pt x="6270" y="473"/>
                  <a:pt x="6270" y="1009"/>
                </a:cubicBezTo>
                <a:lnTo>
                  <a:pt x="6270" y="1103"/>
                </a:lnTo>
                <a:cubicBezTo>
                  <a:pt x="6144" y="1072"/>
                  <a:pt x="6050" y="1009"/>
                  <a:pt x="5924" y="1009"/>
                </a:cubicBezTo>
                <a:cubicBezTo>
                  <a:pt x="5640" y="1009"/>
                  <a:pt x="5388" y="1135"/>
                  <a:pt x="5199" y="1292"/>
                </a:cubicBezTo>
                <a:cubicBezTo>
                  <a:pt x="5010" y="1135"/>
                  <a:pt x="4758" y="1009"/>
                  <a:pt x="4506" y="1009"/>
                </a:cubicBezTo>
                <a:cubicBezTo>
                  <a:pt x="4380" y="1009"/>
                  <a:pt x="4254" y="1072"/>
                  <a:pt x="4128" y="1103"/>
                </a:cubicBezTo>
                <a:lnTo>
                  <a:pt x="4128" y="1009"/>
                </a:lnTo>
                <a:cubicBezTo>
                  <a:pt x="4128" y="442"/>
                  <a:pt x="3655"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9" name="Google Shape;15479;p82"/>
          <p:cNvSpPr/>
          <p:nvPr/>
        </p:nvSpPr>
        <p:spPr>
          <a:xfrm>
            <a:off x="7072579" y="2678543"/>
            <a:ext cx="477204" cy="471863"/>
          </a:xfrm>
          <a:custGeom>
            <a:avLst/>
            <a:gdLst/>
            <a:ahLst/>
            <a:cxnLst/>
            <a:rect l="l" t="t" r="r" b="b"/>
            <a:pathLst>
              <a:path w="11973" h="11839" extrusionOk="0">
                <a:moveTo>
                  <a:pt x="9322" y="655"/>
                </a:moveTo>
                <a:cubicBezTo>
                  <a:pt x="9413" y="655"/>
                  <a:pt x="9499" y="686"/>
                  <a:pt x="9547" y="749"/>
                </a:cubicBezTo>
                <a:lnTo>
                  <a:pt x="11027" y="2198"/>
                </a:lnTo>
                <a:cubicBezTo>
                  <a:pt x="11122" y="2324"/>
                  <a:pt x="11122" y="2545"/>
                  <a:pt x="11027" y="2671"/>
                </a:cubicBezTo>
                <a:cubicBezTo>
                  <a:pt x="10964" y="2718"/>
                  <a:pt x="10870" y="2742"/>
                  <a:pt x="10779" y="2742"/>
                </a:cubicBezTo>
                <a:cubicBezTo>
                  <a:pt x="10689" y="2742"/>
                  <a:pt x="10602" y="2718"/>
                  <a:pt x="10555" y="2671"/>
                </a:cubicBezTo>
                <a:lnTo>
                  <a:pt x="10303" y="2419"/>
                </a:lnTo>
                <a:lnTo>
                  <a:pt x="9074" y="1190"/>
                </a:lnTo>
                <a:cubicBezTo>
                  <a:pt x="8916" y="1096"/>
                  <a:pt x="8916" y="907"/>
                  <a:pt x="9074" y="749"/>
                </a:cubicBezTo>
                <a:cubicBezTo>
                  <a:pt x="9137" y="686"/>
                  <a:pt x="9232" y="655"/>
                  <a:pt x="9322" y="655"/>
                </a:cubicBezTo>
                <a:close/>
                <a:moveTo>
                  <a:pt x="9106" y="2230"/>
                </a:moveTo>
                <a:lnTo>
                  <a:pt x="9547" y="2702"/>
                </a:lnTo>
                <a:lnTo>
                  <a:pt x="9011" y="3270"/>
                </a:lnTo>
                <a:lnTo>
                  <a:pt x="8538" y="2797"/>
                </a:lnTo>
                <a:lnTo>
                  <a:pt x="9106" y="2230"/>
                </a:lnTo>
                <a:close/>
                <a:moveTo>
                  <a:pt x="6333" y="1694"/>
                </a:moveTo>
                <a:cubicBezTo>
                  <a:pt x="6396" y="1694"/>
                  <a:pt x="6522" y="1726"/>
                  <a:pt x="6554" y="1789"/>
                </a:cubicBezTo>
                <a:lnTo>
                  <a:pt x="8759" y="3994"/>
                </a:lnTo>
                <a:lnTo>
                  <a:pt x="9988" y="5223"/>
                </a:lnTo>
                <a:cubicBezTo>
                  <a:pt x="10082" y="5254"/>
                  <a:pt x="10114" y="5349"/>
                  <a:pt x="10114" y="5475"/>
                </a:cubicBezTo>
                <a:cubicBezTo>
                  <a:pt x="10114" y="5538"/>
                  <a:pt x="10082" y="5664"/>
                  <a:pt x="9988" y="5695"/>
                </a:cubicBezTo>
                <a:cubicBezTo>
                  <a:pt x="9925" y="5727"/>
                  <a:pt x="9830" y="5821"/>
                  <a:pt x="9767" y="5821"/>
                </a:cubicBezTo>
                <a:cubicBezTo>
                  <a:pt x="9673" y="5821"/>
                  <a:pt x="9547" y="5790"/>
                  <a:pt x="9515" y="5695"/>
                </a:cubicBezTo>
                <a:lnTo>
                  <a:pt x="6081" y="2261"/>
                </a:lnTo>
                <a:cubicBezTo>
                  <a:pt x="6018" y="2198"/>
                  <a:pt x="5987" y="2104"/>
                  <a:pt x="5987" y="2041"/>
                </a:cubicBezTo>
                <a:cubicBezTo>
                  <a:pt x="5987" y="1946"/>
                  <a:pt x="6018" y="1852"/>
                  <a:pt x="6081" y="1789"/>
                </a:cubicBezTo>
                <a:cubicBezTo>
                  <a:pt x="6176" y="1726"/>
                  <a:pt x="6239" y="1694"/>
                  <a:pt x="6333" y="1694"/>
                </a:cubicBezTo>
                <a:close/>
                <a:moveTo>
                  <a:pt x="6333" y="3459"/>
                </a:moveTo>
                <a:lnTo>
                  <a:pt x="8286" y="5412"/>
                </a:lnTo>
                <a:lnTo>
                  <a:pt x="7782" y="5947"/>
                </a:lnTo>
                <a:lnTo>
                  <a:pt x="7026" y="5191"/>
                </a:lnTo>
                <a:cubicBezTo>
                  <a:pt x="6979" y="5128"/>
                  <a:pt x="6892" y="5097"/>
                  <a:pt x="6802" y="5097"/>
                </a:cubicBezTo>
                <a:cubicBezTo>
                  <a:pt x="6711" y="5097"/>
                  <a:pt x="6617" y="5128"/>
                  <a:pt x="6554" y="5191"/>
                </a:cubicBezTo>
                <a:cubicBezTo>
                  <a:pt x="6459" y="5317"/>
                  <a:pt x="6459" y="5538"/>
                  <a:pt x="6554" y="5664"/>
                </a:cubicBezTo>
                <a:lnTo>
                  <a:pt x="7310" y="6420"/>
                </a:lnTo>
                <a:lnTo>
                  <a:pt x="6837" y="6893"/>
                </a:lnTo>
                <a:lnTo>
                  <a:pt x="4884" y="4908"/>
                </a:lnTo>
                <a:lnTo>
                  <a:pt x="6333" y="3459"/>
                </a:lnTo>
                <a:close/>
                <a:moveTo>
                  <a:pt x="4348" y="5506"/>
                </a:moveTo>
                <a:lnTo>
                  <a:pt x="6333" y="7460"/>
                </a:lnTo>
                <a:lnTo>
                  <a:pt x="5860" y="7932"/>
                </a:lnTo>
                <a:lnTo>
                  <a:pt x="5388" y="7460"/>
                </a:lnTo>
                <a:cubicBezTo>
                  <a:pt x="5325" y="7412"/>
                  <a:pt x="5238" y="7389"/>
                  <a:pt x="5152" y="7389"/>
                </a:cubicBezTo>
                <a:cubicBezTo>
                  <a:pt x="5065" y="7389"/>
                  <a:pt x="4978" y="7412"/>
                  <a:pt x="4915" y="7460"/>
                </a:cubicBezTo>
                <a:cubicBezTo>
                  <a:pt x="4789" y="7586"/>
                  <a:pt x="4789" y="7838"/>
                  <a:pt x="4915" y="7932"/>
                </a:cubicBezTo>
                <a:lnTo>
                  <a:pt x="5388" y="8405"/>
                </a:lnTo>
                <a:lnTo>
                  <a:pt x="5167" y="8657"/>
                </a:lnTo>
                <a:cubicBezTo>
                  <a:pt x="4915" y="8846"/>
                  <a:pt x="4632" y="8940"/>
                  <a:pt x="4360" y="8940"/>
                </a:cubicBezTo>
                <a:cubicBezTo>
                  <a:pt x="4088" y="8940"/>
                  <a:pt x="3828" y="8846"/>
                  <a:pt x="3624" y="8657"/>
                </a:cubicBezTo>
                <a:lnTo>
                  <a:pt x="3151" y="8184"/>
                </a:lnTo>
                <a:cubicBezTo>
                  <a:pt x="2742" y="7775"/>
                  <a:pt x="2742" y="7113"/>
                  <a:pt x="3151" y="6735"/>
                </a:cubicBezTo>
                <a:lnTo>
                  <a:pt x="4348" y="5506"/>
                </a:lnTo>
                <a:close/>
                <a:moveTo>
                  <a:pt x="2678" y="8657"/>
                </a:moveTo>
                <a:lnTo>
                  <a:pt x="3151" y="9129"/>
                </a:lnTo>
                <a:lnTo>
                  <a:pt x="2899" y="9350"/>
                </a:lnTo>
                <a:cubicBezTo>
                  <a:pt x="2836" y="9413"/>
                  <a:pt x="2749" y="9444"/>
                  <a:pt x="2663" y="9444"/>
                </a:cubicBezTo>
                <a:cubicBezTo>
                  <a:pt x="2576" y="9444"/>
                  <a:pt x="2489" y="9413"/>
                  <a:pt x="2426" y="9350"/>
                </a:cubicBezTo>
                <a:cubicBezTo>
                  <a:pt x="2300" y="9255"/>
                  <a:pt x="2300" y="9003"/>
                  <a:pt x="2426" y="8877"/>
                </a:cubicBezTo>
                <a:lnTo>
                  <a:pt x="2678" y="8657"/>
                </a:lnTo>
                <a:close/>
                <a:moveTo>
                  <a:pt x="9389" y="1"/>
                </a:moveTo>
                <a:cubicBezTo>
                  <a:pt x="9121" y="1"/>
                  <a:pt x="8853" y="103"/>
                  <a:pt x="8664" y="308"/>
                </a:cubicBezTo>
                <a:cubicBezTo>
                  <a:pt x="8255" y="686"/>
                  <a:pt x="8255" y="1379"/>
                  <a:pt x="8664" y="1757"/>
                </a:cubicBezTo>
                <a:lnTo>
                  <a:pt x="8097" y="2324"/>
                </a:lnTo>
                <a:lnTo>
                  <a:pt x="7121" y="1316"/>
                </a:lnTo>
                <a:cubicBezTo>
                  <a:pt x="6932" y="1127"/>
                  <a:pt x="6648" y="1001"/>
                  <a:pt x="6365" y="1001"/>
                </a:cubicBezTo>
                <a:cubicBezTo>
                  <a:pt x="6081" y="1001"/>
                  <a:pt x="5829" y="1127"/>
                  <a:pt x="5608" y="1316"/>
                </a:cubicBezTo>
                <a:cubicBezTo>
                  <a:pt x="5419" y="1537"/>
                  <a:pt x="5293" y="1789"/>
                  <a:pt x="5293" y="2072"/>
                </a:cubicBezTo>
                <a:cubicBezTo>
                  <a:pt x="5293" y="2356"/>
                  <a:pt x="5419" y="2639"/>
                  <a:pt x="5608" y="2828"/>
                </a:cubicBezTo>
                <a:lnTo>
                  <a:pt x="5860" y="3049"/>
                </a:lnTo>
                <a:lnTo>
                  <a:pt x="2678" y="6263"/>
                </a:lnTo>
                <a:cubicBezTo>
                  <a:pt x="2143" y="6767"/>
                  <a:pt x="2048" y="7460"/>
                  <a:pt x="2269" y="8090"/>
                </a:cubicBezTo>
                <a:lnTo>
                  <a:pt x="1922" y="8468"/>
                </a:lnTo>
                <a:cubicBezTo>
                  <a:pt x="1607" y="8783"/>
                  <a:pt x="1513" y="9255"/>
                  <a:pt x="1733" y="9634"/>
                </a:cubicBezTo>
                <a:lnTo>
                  <a:pt x="95" y="11240"/>
                </a:lnTo>
                <a:cubicBezTo>
                  <a:pt x="1" y="11366"/>
                  <a:pt x="1" y="11618"/>
                  <a:pt x="95" y="11713"/>
                </a:cubicBezTo>
                <a:cubicBezTo>
                  <a:pt x="190" y="11807"/>
                  <a:pt x="284" y="11839"/>
                  <a:pt x="347" y="11839"/>
                </a:cubicBezTo>
                <a:cubicBezTo>
                  <a:pt x="410" y="11839"/>
                  <a:pt x="536" y="11807"/>
                  <a:pt x="568" y="11713"/>
                </a:cubicBezTo>
                <a:lnTo>
                  <a:pt x="2206" y="10106"/>
                </a:lnTo>
                <a:cubicBezTo>
                  <a:pt x="2363" y="10201"/>
                  <a:pt x="2458" y="10232"/>
                  <a:pt x="2615" y="10232"/>
                </a:cubicBezTo>
                <a:cubicBezTo>
                  <a:pt x="2899" y="10232"/>
                  <a:pt x="3183" y="10106"/>
                  <a:pt x="3372" y="9917"/>
                </a:cubicBezTo>
                <a:lnTo>
                  <a:pt x="3718" y="9571"/>
                </a:lnTo>
                <a:cubicBezTo>
                  <a:pt x="3939" y="9634"/>
                  <a:pt x="4159" y="9665"/>
                  <a:pt x="4348" y="9665"/>
                </a:cubicBezTo>
                <a:cubicBezTo>
                  <a:pt x="4789" y="9665"/>
                  <a:pt x="5262" y="9508"/>
                  <a:pt x="5577" y="9161"/>
                </a:cubicBezTo>
                <a:lnTo>
                  <a:pt x="8759" y="5979"/>
                </a:lnTo>
                <a:lnTo>
                  <a:pt x="9011" y="6199"/>
                </a:lnTo>
                <a:cubicBezTo>
                  <a:pt x="9200" y="6420"/>
                  <a:pt x="9484" y="6515"/>
                  <a:pt x="9767" y="6515"/>
                </a:cubicBezTo>
                <a:cubicBezTo>
                  <a:pt x="10019" y="6515"/>
                  <a:pt x="10303" y="6420"/>
                  <a:pt x="10492" y="6199"/>
                </a:cubicBezTo>
                <a:cubicBezTo>
                  <a:pt x="10712" y="6010"/>
                  <a:pt x="10807" y="5727"/>
                  <a:pt x="10807" y="5475"/>
                </a:cubicBezTo>
                <a:cubicBezTo>
                  <a:pt x="10807" y="5191"/>
                  <a:pt x="10712" y="4908"/>
                  <a:pt x="10492" y="4719"/>
                </a:cubicBezTo>
                <a:lnTo>
                  <a:pt x="9515" y="3711"/>
                </a:lnTo>
                <a:lnTo>
                  <a:pt x="10082" y="3207"/>
                </a:lnTo>
                <a:cubicBezTo>
                  <a:pt x="10271" y="3427"/>
                  <a:pt x="10555" y="3522"/>
                  <a:pt x="10807" y="3522"/>
                </a:cubicBezTo>
                <a:cubicBezTo>
                  <a:pt x="11090" y="3522"/>
                  <a:pt x="11374" y="3427"/>
                  <a:pt x="11563" y="3207"/>
                </a:cubicBezTo>
                <a:cubicBezTo>
                  <a:pt x="11972" y="2828"/>
                  <a:pt x="11972" y="2167"/>
                  <a:pt x="11563" y="1757"/>
                </a:cubicBezTo>
                <a:lnTo>
                  <a:pt x="10114" y="308"/>
                </a:lnTo>
                <a:cubicBezTo>
                  <a:pt x="9925" y="103"/>
                  <a:pt x="9657" y="1"/>
                  <a:pt x="93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80" name="Google Shape;15480;p82"/>
          <p:cNvGrpSpPr/>
          <p:nvPr/>
        </p:nvGrpSpPr>
        <p:grpSpPr>
          <a:xfrm>
            <a:off x="7158585" y="3266706"/>
            <a:ext cx="303907" cy="472181"/>
            <a:chOff x="-28043900" y="2701925"/>
            <a:chExt cx="190625" cy="296175"/>
          </a:xfrm>
        </p:grpSpPr>
        <p:sp>
          <p:nvSpPr>
            <p:cNvPr id="15481" name="Google Shape;15481;p82"/>
            <p:cNvSpPr/>
            <p:nvPr/>
          </p:nvSpPr>
          <p:spPr>
            <a:xfrm>
              <a:off x="-28043900" y="2701925"/>
              <a:ext cx="190625" cy="296175"/>
            </a:xfrm>
            <a:custGeom>
              <a:avLst/>
              <a:gdLst/>
              <a:ahLst/>
              <a:cxnLst/>
              <a:rect l="l" t="t" r="r" b="b"/>
              <a:pathLst>
                <a:path w="7625" h="11847" extrusionOk="0">
                  <a:moveTo>
                    <a:pt x="5136" y="662"/>
                  </a:moveTo>
                  <a:cubicBezTo>
                    <a:pt x="5325" y="662"/>
                    <a:pt x="5483" y="820"/>
                    <a:pt x="5483" y="1009"/>
                  </a:cubicBezTo>
                  <a:cubicBezTo>
                    <a:pt x="5483" y="1198"/>
                    <a:pt x="5325" y="1356"/>
                    <a:pt x="5136" y="1356"/>
                  </a:cubicBezTo>
                  <a:lnTo>
                    <a:pt x="2364" y="1356"/>
                  </a:lnTo>
                  <a:cubicBezTo>
                    <a:pt x="2175" y="1356"/>
                    <a:pt x="2017" y="1198"/>
                    <a:pt x="2017" y="1009"/>
                  </a:cubicBezTo>
                  <a:cubicBezTo>
                    <a:pt x="2017" y="820"/>
                    <a:pt x="2175" y="662"/>
                    <a:pt x="2364" y="662"/>
                  </a:cubicBezTo>
                  <a:close/>
                  <a:moveTo>
                    <a:pt x="4790" y="2080"/>
                  </a:moveTo>
                  <a:lnTo>
                    <a:pt x="4790" y="4411"/>
                  </a:lnTo>
                  <a:cubicBezTo>
                    <a:pt x="4790" y="4758"/>
                    <a:pt x="4979" y="5105"/>
                    <a:pt x="5294" y="5294"/>
                  </a:cubicBezTo>
                  <a:cubicBezTo>
                    <a:pt x="6113" y="5766"/>
                    <a:pt x="6680" y="6554"/>
                    <a:pt x="6837" y="7499"/>
                  </a:cubicBezTo>
                  <a:cubicBezTo>
                    <a:pt x="6504" y="7632"/>
                    <a:pt x="6166" y="7699"/>
                    <a:pt x="5828" y="7699"/>
                  </a:cubicBezTo>
                  <a:cubicBezTo>
                    <a:pt x="5207" y="7699"/>
                    <a:pt x="4582" y="7475"/>
                    <a:pt x="3971" y="7026"/>
                  </a:cubicBezTo>
                  <a:cubicBezTo>
                    <a:pt x="3372" y="6648"/>
                    <a:pt x="2773" y="6396"/>
                    <a:pt x="2143" y="6333"/>
                  </a:cubicBezTo>
                  <a:cubicBezTo>
                    <a:pt x="1970" y="6318"/>
                    <a:pt x="1805" y="6310"/>
                    <a:pt x="1639" y="6310"/>
                  </a:cubicBezTo>
                  <a:cubicBezTo>
                    <a:pt x="1474" y="6310"/>
                    <a:pt x="1308" y="6318"/>
                    <a:pt x="1135" y="6333"/>
                  </a:cubicBezTo>
                  <a:cubicBezTo>
                    <a:pt x="1387" y="5892"/>
                    <a:pt x="1734" y="5546"/>
                    <a:pt x="2175" y="5294"/>
                  </a:cubicBezTo>
                  <a:cubicBezTo>
                    <a:pt x="2490" y="5105"/>
                    <a:pt x="2679" y="4790"/>
                    <a:pt x="2679" y="4443"/>
                  </a:cubicBezTo>
                  <a:lnTo>
                    <a:pt x="2679" y="2080"/>
                  </a:lnTo>
                  <a:close/>
                  <a:moveTo>
                    <a:pt x="1670" y="6939"/>
                  </a:moveTo>
                  <a:cubicBezTo>
                    <a:pt x="2308" y="6939"/>
                    <a:pt x="2942" y="7156"/>
                    <a:pt x="3561" y="7562"/>
                  </a:cubicBezTo>
                  <a:cubicBezTo>
                    <a:pt x="4160" y="7940"/>
                    <a:pt x="4790" y="8192"/>
                    <a:pt x="5420" y="8255"/>
                  </a:cubicBezTo>
                  <a:cubicBezTo>
                    <a:pt x="5577" y="8255"/>
                    <a:pt x="5672" y="8287"/>
                    <a:pt x="5829" y="8287"/>
                  </a:cubicBezTo>
                  <a:cubicBezTo>
                    <a:pt x="6207" y="8287"/>
                    <a:pt x="6554" y="8255"/>
                    <a:pt x="6869" y="8129"/>
                  </a:cubicBezTo>
                  <a:lnTo>
                    <a:pt x="6869" y="8129"/>
                  </a:lnTo>
                  <a:cubicBezTo>
                    <a:pt x="6869" y="8255"/>
                    <a:pt x="6837" y="8381"/>
                    <a:pt x="6837" y="8507"/>
                  </a:cubicBezTo>
                  <a:cubicBezTo>
                    <a:pt x="6585" y="9799"/>
                    <a:pt x="5640" y="10807"/>
                    <a:pt x="4412" y="11059"/>
                  </a:cubicBezTo>
                  <a:cubicBezTo>
                    <a:pt x="4192" y="11103"/>
                    <a:pt x="3970" y="11125"/>
                    <a:pt x="3750" y="11125"/>
                  </a:cubicBezTo>
                  <a:cubicBezTo>
                    <a:pt x="3027" y="11125"/>
                    <a:pt x="2328" y="10888"/>
                    <a:pt x="1797" y="10429"/>
                  </a:cubicBezTo>
                  <a:cubicBezTo>
                    <a:pt x="1041" y="9830"/>
                    <a:pt x="631" y="8917"/>
                    <a:pt x="631" y="7972"/>
                  </a:cubicBezTo>
                  <a:cubicBezTo>
                    <a:pt x="631" y="7656"/>
                    <a:pt x="694" y="7404"/>
                    <a:pt x="757" y="7089"/>
                  </a:cubicBezTo>
                  <a:cubicBezTo>
                    <a:pt x="1062" y="6988"/>
                    <a:pt x="1366" y="6939"/>
                    <a:pt x="1670" y="6939"/>
                  </a:cubicBezTo>
                  <a:close/>
                  <a:moveTo>
                    <a:pt x="2427" y="1"/>
                  </a:moveTo>
                  <a:cubicBezTo>
                    <a:pt x="1828" y="1"/>
                    <a:pt x="1387" y="473"/>
                    <a:pt x="1387" y="1009"/>
                  </a:cubicBezTo>
                  <a:cubicBezTo>
                    <a:pt x="1387" y="1450"/>
                    <a:pt x="1671" y="1828"/>
                    <a:pt x="2112" y="1986"/>
                  </a:cubicBezTo>
                  <a:lnTo>
                    <a:pt x="2112" y="4443"/>
                  </a:lnTo>
                  <a:cubicBezTo>
                    <a:pt x="2112" y="4569"/>
                    <a:pt x="2017" y="4632"/>
                    <a:pt x="1891" y="4727"/>
                  </a:cubicBezTo>
                  <a:cubicBezTo>
                    <a:pt x="1356" y="5042"/>
                    <a:pt x="883" y="5514"/>
                    <a:pt x="536" y="6081"/>
                  </a:cubicBezTo>
                  <a:cubicBezTo>
                    <a:pt x="410" y="6302"/>
                    <a:pt x="284" y="6522"/>
                    <a:pt x="221" y="6711"/>
                  </a:cubicBezTo>
                  <a:lnTo>
                    <a:pt x="221" y="6743"/>
                  </a:lnTo>
                  <a:cubicBezTo>
                    <a:pt x="64" y="7152"/>
                    <a:pt x="1" y="7593"/>
                    <a:pt x="1" y="8003"/>
                  </a:cubicBezTo>
                  <a:cubicBezTo>
                    <a:pt x="1" y="9169"/>
                    <a:pt x="536" y="10271"/>
                    <a:pt x="1419" y="10964"/>
                  </a:cubicBezTo>
                  <a:cubicBezTo>
                    <a:pt x="2112" y="11532"/>
                    <a:pt x="2962" y="11847"/>
                    <a:pt x="3845" y="11847"/>
                  </a:cubicBezTo>
                  <a:cubicBezTo>
                    <a:pt x="4097" y="11847"/>
                    <a:pt x="4380" y="11784"/>
                    <a:pt x="4664" y="11752"/>
                  </a:cubicBezTo>
                  <a:cubicBezTo>
                    <a:pt x="5420" y="11595"/>
                    <a:pt x="6081" y="11248"/>
                    <a:pt x="6585" y="10681"/>
                  </a:cubicBezTo>
                  <a:cubicBezTo>
                    <a:pt x="7090" y="10145"/>
                    <a:pt x="7468" y="9484"/>
                    <a:pt x="7625" y="8728"/>
                  </a:cubicBezTo>
                  <a:cubicBezTo>
                    <a:pt x="7562" y="8350"/>
                    <a:pt x="7562" y="7972"/>
                    <a:pt x="7531" y="7656"/>
                  </a:cubicBezTo>
                  <a:cubicBezTo>
                    <a:pt x="7499" y="7184"/>
                    <a:pt x="7373" y="6743"/>
                    <a:pt x="7184" y="6333"/>
                  </a:cubicBezTo>
                  <a:cubicBezTo>
                    <a:pt x="6837" y="5609"/>
                    <a:pt x="6302" y="5073"/>
                    <a:pt x="5640" y="4664"/>
                  </a:cubicBezTo>
                  <a:cubicBezTo>
                    <a:pt x="5577" y="4632"/>
                    <a:pt x="5483" y="4506"/>
                    <a:pt x="5483" y="4411"/>
                  </a:cubicBezTo>
                  <a:lnTo>
                    <a:pt x="5483" y="1986"/>
                  </a:lnTo>
                  <a:cubicBezTo>
                    <a:pt x="5892" y="1828"/>
                    <a:pt x="6207" y="1482"/>
                    <a:pt x="6207" y="1009"/>
                  </a:cubicBezTo>
                  <a:cubicBezTo>
                    <a:pt x="6207" y="410"/>
                    <a:pt x="5735" y="1"/>
                    <a:pt x="51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2" name="Google Shape;15482;p82"/>
            <p:cNvSpPr/>
            <p:nvPr/>
          </p:nvSpPr>
          <p:spPr>
            <a:xfrm>
              <a:off x="-27976950" y="29106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3" name="Google Shape;15483;p82"/>
            <p:cNvSpPr/>
            <p:nvPr/>
          </p:nvSpPr>
          <p:spPr>
            <a:xfrm>
              <a:off x="-27924175" y="29279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4" name="Google Shape;15484;p82"/>
            <p:cNvSpPr/>
            <p:nvPr/>
          </p:nvSpPr>
          <p:spPr>
            <a:xfrm>
              <a:off x="-27976950" y="2946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5" name="Google Shape;15485;p82"/>
            <p:cNvSpPr/>
            <p:nvPr/>
          </p:nvSpPr>
          <p:spPr>
            <a:xfrm>
              <a:off x="-28010800" y="2893325"/>
              <a:ext cx="17350" cy="18150"/>
            </a:xfrm>
            <a:custGeom>
              <a:avLst/>
              <a:gdLst/>
              <a:ahLst/>
              <a:cxnLst/>
              <a:rect l="l" t="t" r="r" b="b"/>
              <a:pathLst>
                <a:path w="694" h="726" extrusionOk="0">
                  <a:moveTo>
                    <a:pt x="347" y="0"/>
                  </a:moveTo>
                  <a:cubicBezTo>
                    <a:pt x="158" y="0"/>
                    <a:pt x="0" y="158"/>
                    <a:pt x="0" y="379"/>
                  </a:cubicBezTo>
                  <a:cubicBezTo>
                    <a:pt x="0" y="568"/>
                    <a:pt x="158" y="725"/>
                    <a:pt x="347" y="725"/>
                  </a:cubicBezTo>
                  <a:cubicBezTo>
                    <a:pt x="536" y="725"/>
                    <a:pt x="693" y="568"/>
                    <a:pt x="693" y="379"/>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86" name="Google Shape;15486;p82"/>
          <p:cNvGrpSpPr/>
          <p:nvPr/>
        </p:nvGrpSpPr>
        <p:grpSpPr>
          <a:xfrm>
            <a:off x="10055740" y="2082624"/>
            <a:ext cx="472181" cy="470907"/>
            <a:chOff x="-26215025" y="1971025"/>
            <a:chExt cx="296175" cy="295375"/>
          </a:xfrm>
        </p:grpSpPr>
        <p:sp>
          <p:nvSpPr>
            <p:cNvPr id="15487" name="Google Shape;15487;p82"/>
            <p:cNvSpPr/>
            <p:nvPr/>
          </p:nvSpPr>
          <p:spPr>
            <a:xfrm>
              <a:off x="-26092950" y="1971025"/>
              <a:ext cx="51225" cy="225275"/>
            </a:xfrm>
            <a:custGeom>
              <a:avLst/>
              <a:gdLst/>
              <a:ahLst/>
              <a:cxnLst/>
              <a:rect l="l" t="t" r="r" b="b"/>
              <a:pathLst>
                <a:path w="2049" h="9011" extrusionOk="0">
                  <a:moveTo>
                    <a:pt x="1009" y="7246"/>
                  </a:moveTo>
                  <a:cubicBezTo>
                    <a:pt x="1198" y="7593"/>
                    <a:pt x="1355" y="7877"/>
                    <a:pt x="1355" y="8003"/>
                  </a:cubicBezTo>
                  <a:cubicBezTo>
                    <a:pt x="1355" y="8192"/>
                    <a:pt x="1198" y="8349"/>
                    <a:pt x="1009" y="8349"/>
                  </a:cubicBezTo>
                  <a:cubicBezTo>
                    <a:pt x="820" y="8349"/>
                    <a:pt x="662" y="8192"/>
                    <a:pt x="662" y="8003"/>
                  </a:cubicBezTo>
                  <a:cubicBezTo>
                    <a:pt x="694" y="7877"/>
                    <a:pt x="820" y="7562"/>
                    <a:pt x="1009" y="7246"/>
                  </a:cubicBezTo>
                  <a:close/>
                  <a:moveTo>
                    <a:pt x="977" y="0"/>
                  </a:moveTo>
                  <a:cubicBezTo>
                    <a:pt x="788" y="0"/>
                    <a:pt x="631" y="158"/>
                    <a:pt x="631" y="347"/>
                  </a:cubicBezTo>
                  <a:lnTo>
                    <a:pt x="631" y="6490"/>
                  </a:lnTo>
                  <a:cubicBezTo>
                    <a:pt x="536" y="6616"/>
                    <a:pt x="410" y="6774"/>
                    <a:pt x="316" y="6963"/>
                  </a:cubicBezTo>
                  <a:cubicBezTo>
                    <a:pt x="32" y="7562"/>
                    <a:pt x="1" y="7845"/>
                    <a:pt x="1" y="8003"/>
                  </a:cubicBezTo>
                  <a:cubicBezTo>
                    <a:pt x="1" y="8601"/>
                    <a:pt x="473" y="9011"/>
                    <a:pt x="1009" y="9011"/>
                  </a:cubicBezTo>
                  <a:cubicBezTo>
                    <a:pt x="1576" y="9011"/>
                    <a:pt x="2048" y="8538"/>
                    <a:pt x="2048" y="8003"/>
                  </a:cubicBezTo>
                  <a:cubicBezTo>
                    <a:pt x="2048" y="7845"/>
                    <a:pt x="1985" y="7593"/>
                    <a:pt x="1639" y="6963"/>
                  </a:cubicBezTo>
                  <a:cubicBezTo>
                    <a:pt x="1513" y="6774"/>
                    <a:pt x="1418" y="6585"/>
                    <a:pt x="1324" y="6490"/>
                  </a:cubicBezTo>
                  <a:lnTo>
                    <a:pt x="1324" y="347"/>
                  </a:lnTo>
                  <a:cubicBezTo>
                    <a:pt x="1324" y="158"/>
                    <a:pt x="1166" y="0"/>
                    <a:pt x="97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8" name="Google Shape;15488;p82"/>
            <p:cNvSpPr/>
            <p:nvPr/>
          </p:nvSpPr>
          <p:spPr>
            <a:xfrm>
              <a:off x="-26179575"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9" name="Google Shape;15489;p82"/>
            <p:cNvSpPr/>
            <p:nvPr/>
          </p:nvSpPr>
          <p:spPr>
            <a:xfrm>
              <a:off x="-26163050" y="2178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0" name="Google Shape;15490;p82"/>
            <p:cNvSpPr/>
            <p:nvPr/>
          </p:nvSpPr>
          <p:spPr>
            <a:xfrm>
              <a:off x="-26145725"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1" name="Google Shape;15491;p82"/>
            <p:cNvSpPr/>
            <p:nvPr/>
          </p:nvSpPr>
          <p:spPr>
            <a:xfrm>
              <a:off x="-25988975" y="217895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662" y="158"/>
                    <a:pt x="504"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2" name="Google Shape;15492;p82"/>
            <p:cNvSpPr/>
            <p:nvPr/>
          </p:nvSpPr>
          <p:spPr>
            <a:xfrm>
              <a:off x="-260063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3" name="Google Shape;15493;p82"/>
            <p:cNvSpPr/>
            <p:nvPr/>
          </p:nvSpPr>
          <p:spPr>
            <a:xfrm>
              <a:off x="-25972450"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4" name="Google Shape;15494;p82"/>
            <p:cNvSpPr/>
            <p:nvPr/>
          </p:nvSpPr>
          <p:spPr>
            <a:xfrm>
              <a:off x="-26215025" y="2108850"/>
              <a:ext cx="296175" cy="157550"/>
            </a:xfrm>
            <a:custGeom>
              <a:avLst/>
              <a:gdLst/>
              <a:ahLst/>
              <a:cxnLst/>
              <a:rect l="l" t="t" r="r" b="b"/>
              <a:pathLst>
                <a:path w="11847" h="6302" extrusionOk="0">
                  <a:moveTo>
                    <a:pt x="4128" y="725"/>
                  </a:moveTo>
                  <a:cubicBezTo>
                    <a:pt x="3970" y="946"/>
                    <a:pt x="3844" y="1198"/>
                    <a:pt x="3781" y="1418"/>
                  </a:cubicBezTo>
                  <a:cubicBezTo>
                    <a:pt x="3781" y="1450"/>
                    <a:pt x="3749" y="1513"/>
                    <a:pt x="3749" y="1544"/>
                  </a:cubicBezTo>
                  <a:cubicBezTo>
                    <a:pt x="3403" y="1355"/>
                    <a:pt x="2993" y="1261"/>
                    <a:pt x="2615" y="1261"/>
                  </a:cubicBezTo>
                  <a:cubicBezTo>
                    <a:pt x="2111" y="1261"/>
                    <a:pt x="1450" y="1418"/>
                    <a:pt x="1166" y="1891"/>
                  </a:cubicBezTo>
                  <a:cubicBezTo>
                    <a:pt x="1040" y="2080"/>
                    <a:pt x="851" y="2175"/>
                    <a:pt x="694" y="2175"/>
                  </a:cubicBezTo>
                  <a:lnTo>
                    <a:pt x="694" y="1072"/>
                  </a:lnTo>
                  <a:cubicBezTo>
                    <a:pt x="694" y="851"/>
                    <a:pt x="851" y="725"/>
                    <a:pt x="1040" y="725"/>
                  </a:cubicBezTo>
                  <a:close/>
                  <a:moveTo>
                    <a:pt x="10775" y="725"/>
                  </a:moveTo>
                  <a:cubicBezTo>
                    <a:pt x="10964" y="725"/>
                    <a:pt x="11122" y="883"/>
                    <a:pt x="11122" y="1072"/>
                  </a:cubicBezTo>
                  <a:lnTo>
                    <a:pt x="11122" y="2175"/>
                  </a:lnTo>
                  <a:cubicBezTo>
                    <a:pt x="10933" y="2175"/>
                    <a:pt x="10775" y="2080"/>
                    <a:pt x="10649" y="1891"/>
                  </a:cubicBezTo>
                  <a:cubicBezTo>
                    <a:pt x="10429" y="1513"/>
                    <a:pt x="10050" y="1261"/>
                    <a:pt x="9546" y="1261"/>
                  </a:cubicBezTo>
                  <a:cubicBezTo>
                    <a:pt x="9074" y="1261"/>
                    <a:pt x="8696" y="1513"/>
                    <a:pt x="8444" y="1891"/>
                  </a:cubicBezTo>
                  <a:cubicBezTo>
                    <a:pt x="8412" y="1985"/>
                    <a:pt x="8349" y="2049"/>
                    <a:pt x="8286" y="2143"/>
                  </a:cubicBezTo>
                  <a:cubicBezTo>
                    <a:pt x="8255" y="1828"/>
                    <a:pt x="8097" y="1355"/>
                    <a:pt x="7719" y="725"/>
                  </a:cubicBezTo>
                  <a:close/>
                  <a:moveTo>
                    <a:pt x="9609" y="1922"/>
                  </a:moveTo>
                  <a:cubicBezTo>
                    <a:pt x="9830" y="1922"/>
                    <a:pt x="9987" y="2049"/>
                    <a:pt x="10113" y="2206"/>
                  </a:cubicBezTo>
                  <a:cubicBezTo>
                    <a:pt x="10334" y="2616"/>
                    <a:pt x="10744" y="2836"/>
                    <a:pt x="11185" y="2836"/>
                  </a:cubicBezTo>
                  <a:lnTo>
                    <a:pt x="11185" y="5546"/>
                  </a:lnTo>
                  <a:lnTo>
                    <a:pt x="694" y="5546"/>
                  </a:lnTo>
                  <a:lnTo>
                    <a:pt x="694" y="2931"/>
                  </a:lnTo>
                  <a:cubicBezTo>
                    <a:pt x="1135" y="2931"/>
                    <a:pt x="1576" y="2679"/>
                    <a:pt x="1765" y="2301"/>
                  </a:cubicBezTo>
                  <a:cubicBezTo>
                    <a:pt x="1828" y="2143"/>
                    <a:pt x="2143" y="2017"/>
                    <a:pt x="2615" y="2017"/>
                  </a:cubicBezTo>
                  <a:cubicBezTo>
                    <a:pt x="3056" y="2017"/>
                    <a:pt x="3371" y="2175"/>
                    <a:pt x="3497" y="2301"/>
                  </a:cubicBezTo>
                  <a:lnTo>
                    <a:pt x="3529" y="2364"/>
                  </a:lnTo>
                  <a:cubicBezTo>
                    <a:pt x="3529" y="2395"/>
                    <a:pt x="3560" y="2395"/>
                    <a:pt x="3560" y="2395"/>
                  </a:cubicBezTo>
                  <a:cubicBezTo>
                    <a:pt x="3560" y="2868"/>
                    <a:pt x="3686" y="3309"/>
                    <a:pt x="3939" y="3718"/>
                  </a:cubicBezTo>
                  <a:cubicBezTo>
                    <a:pt x="4317" y="4380"/>
                    <a:pt x="4947" y="4758"/>
                    <a:pt x="5671" y="4852"/>
                  </a:cubicBezTo>
                  <a:lnTo>
                    <a:pt x="5923" y="4852"/>
                  </a:lnTo>
                  <a:cubicBezTo>
                    <a:pt x="7121" y="4852"/>
                    <a:pt x="8097" y="4033"/>
                    <a:pt x="8286" y="2868"/>
                  </a:cubicBezTo>
                  <a:cubicBezTo>
                    <a:pt x="8727" y="2773"/>
                    <a:pt x="8916" y="2458"/>
                    <a:pt x="9074" y="2206"/>
                  </a:cubicBezTo>
                  <a:cubicBezTo>
                    <a:pt x="9200" y="2017"/>
                    <a:pt x="9357" y="1922"/>
                    <a:pt x="9609" y="1922"/>
                  </a:cubicBezTo>
                  <a:close/>
                  <a:moveTo>
                    <a:pt x="1040" y="1"/>
                  </a:moveTo>
                  <a:cubicBezTo>
                    <a:pt x="473" y="1"/>
                    <a:pt x="0" y="473"/>
                    <a:pt x="0" y="1072"/>
                  </a:cubicBezTo>
                  <a:lnTo>
                    <a:pt x="0" y="5955"/>
                  </a:lnTo>
                  <a:cubicBezTo>
                    <a:pt x="0" y="6144"/>
                    <a:pt x="158" y="6302"/>
                    <a:pt x="347" y="6302"/>
                  </a:cubicBezTo>
                  <a:lnTo>
                    <a:pt x="11500" y="6302"/>
                  </a:lnTo>
                  <a:cubicBezTo>
                    <a:pt x="11689" y="6302"/>
                    <a:pt x="11846" y="6144"/>
                    <a:pt x="11846" y="5955"/>
                  </a:cubicBezTo>
                  <a:lnTo>
                    <a:pt x="11846" y="1072"/>
                  </a:lnTo>
                  <a:cubicBezTo>
                    <a:pt x="11846" y="505"/>
                    <a:pt x="11374" y="1"/>
                    <a:pt x="10775" y="1"/>
                  </a:cubicBezTo>
                  <a:lnTo>
                    <a:pt x="7089" y="1"/>
                  </a:lnTo>
                  <a:cubicBezTo>
                    <a:pt x="6963" y="1"/>
                    <a:pt x="6837" y="64"/>
                    <a:pt x="6774" y="190"/>
                  </a:cubicBezTo>
                  <a:cubicBezTo>
                    <a:pt x="6679" y="316"/>
                    <a:pt x="6711" y="442"/>
                    <a:pt x="6774" y="568"/>
                  </a:cubicBezTo>
                  <a:lnTo>
                    <a:pt x="6805" y="599"/>
                  </a:lnTo>
                  <a:cubicBezTo>
                    <a:pt x="7341" y="1387"/>
                    <a:pt x="7625" y="2017"/>
                    <a:pt x="7625" y="2490"/>
                  </a:cubicBezTo>
                  <a:cubicBezTo>
                    <a:pt x="7625" y="3435"/>
                    <a:pt x="6868" y="4191"/>
                    <a:pt x="5923" y="4191"/>
                  </a:cubicBezTo>
                  <a:lnTo>
                    <a:pt x="5734" y="4191"/>
                  </a:lnTo>
                  <a:cubicBezTo>
                    <a:pt x="5230" y="4128"/>
                    <a:pt x="4789" y="3813"/>
                    <a:pt x="4506" y="3340"/>
                  </a:cubicBezTo>
                  <a:cubicBezTo>
                    <a:pt x="4191" y="2836"/>
                    <a:pt x="4159" y="2206"/>
                    <a:pt x="4411" y="1702"/>
                  </a:cubicBezTo>
                  <a:cubicBezTo>
                    <a:pt x="4506" y="1387"/>
                    <a:pt x="4758" y="977"/>
                    <a:pt x="5041" y="599"/>
                  </a:cubicBezTo>
                  <a:lnTo>
                    <a:pt x="5073" y="568"/>
                  </a:lnTo>
                  <a:cubicBezTo>
                    <a:pt x="5136" y="442"/>
                    <a:pt x="5136" y="316"/>
                    <a:pt x="5073" y="190"/>
                  </a:cubicBezTo>
                  <a:cubicBezTo>
                    <a:pt x="4978" y="95"/>
                    <a:pt x="4884" y="1"/>
                    <a:pt x="47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95" name="Google Shape;15495;p82"/>
          <p:cNvGrpSpPr/>
          <p:nvPr/>
        </p:nvGrpSpPr>
        <p:grpSpPr>
          <a:xfrm>
            <a:off x="10055104" y="2679678"/>
            <a:ext cx="473457" cy="469671"/>
            <a:chOff x="-26215825" y="2341200"/>
            <a:chExt cx="296975" cy="294600"/>
          </a:xfrm>
        </p:grpSpPr>
        <p:sp>
          <p:nvSpPr>
            <p:cNvPr id="15496" name="Google Shape;15496;p82"/>
            <p:cNvSpPr/>
            <p:nvPr/>
          </p:nvSpPr>
          <p:spPr>
            <a:xfrm>
              <a:off x="-26215025" y="2463275"/>
              <a:ext cx="296175" cy="172525"/>
            </a:xfrm>
            <a:custGeom>
              <a:avLst/>
              <a:gdLst/>
              <a:ahLst/>
              <a:cxnLst/>
              <a:rect l="l" t="t" r="r" b="b"/>
              <a:pathLst>
                <a:path w="11847" h="6901" extrusionOk="0">
                  <a:moveTo>
                    <a:pt x="10113" y="725"/>
                  </a:moveTo>
                  <a:cubicBezTo>
                    <a:pt x="10712" y="725"/>
                    <a:pt x="11122" y="1198"/>
                    <a:pt x="11122" y="1734"/>
                  </a:cubicBezTo>
                  <a:cubicBezTo>
                    <a:pt x="11122" y="2332"/>
                    <a:pt x="10649" y="2773"/>
                    <a:pt x="10113" y="2773"/>
                  </a:cubicBezTo>
                  <a:lnTo>
                    <a:pt x="6994" y="2773"/>
                  </a:lnTo>
                  <a:cubicBezTo>
                    <a:pt x="6616" y="2773"/>
                    <a:pt x="6301" y="2458"/>
                    <a:pt x="6301" y="2049"/>
                  </a:cubicBezTo>
                  <a:cubicBezTo>
                    <a:pt x="6301" y="1860"/>
                    <a:pt x="6396" y="1671"/>
                    <a:pt x="6553" y="1545"/>
                  </a:cubicBezTo>
                  <a:cubicBezTo>
                    <a:pt x="6837" y="1891"/>
                    <a:pt x="7247" y="2080"/>
                    <a:pt x="7688" y="2080"/>
                  </a:cubicBezTo>
                  <a:cubicBezTo>
                    <a:pt x="8255" y="2080"/>
                    <a:pt x="8727" y="1671"/>
                    <a:pt x="9137" y="1293"/>
                  </a:cubicBezTo>
                  <a:cubicBezTo>
                    <a:pt x="9452" y="977"/>
                    <a:pt x="9767" y="725"/>
                    <a:pt x="10113" y="725"/>
                  </a:cubicBezTo>
                  <a:close/>
                  <a:moveTo>
                    <a:pt x="7656" y="3466"/>
                  </a:moveTo>
                  <a:lnTo>
                    <a:pt x="7656" y="4853"/>
                  </a:lnTo>
                  <a:lnTo>
                    <a:pt x="6963" y="4853"/>
                  </a:lnTo>
                  <a:lnTo>
                    <a:pt x="6963" y="3466"/>
                  </a:lnTo>
                  <a:close/>
                  <a:moveTo>
                    <a:pt x="9074" y="3466"/>
                  </a:moveTo>
                  <a:lnTo>
                    <a:pt x="9074" y="4853"/>
                  </a:lnTo>
                  <a:lnTo>
                    <a:pt x="8381" y="4853"/>
                  </a:lnTo>
                  <a:lnTo>
                    <a:pt x="8381" y="3466"/>
                  </a:lnTo>
                  <a:close/>
                  <a:moveTo>
                    <a:pt x="10460" y="3435"/>
                  </a:moveTo>
                  <a:lnTo>
                    <a:pt x="10460" y="4853"/>
                  </a:lnTo>
                  <a:lnTo>
                    <a:pt x="9767" y="4853"/>
                  </a:lnTo>
                  <a:lnTo>
                    <a:pt x="9767" y="3466"/>
                  </a:lnTo>
                  <a:lnTo>
                    <a:pt x="10113" y="3466"/>
                  </a:lnTo>
                  <a:cubicBezTo>
                    <a:pt x="10240" y="3466"/>
                    <a:pt x="10334" y="3466"/>
                    <a:pt x="10460" y="3435"/>
                  </a:cubicBezTo>
                  <a:close/>
                  <a:moveTo>
                    <a:pt x="2993" y="4128"/>
                  </a:moveTo>
                  <a:cubicBezTo>
                    <a:pt x="3371" y="4128"/>
                    <a:pt x="3781" y="4254"/>
                    <a:pt x="4128" y="4412"/>
                  </a:cubicBezTo>
                  <a:lnTo>
                    <a:pt x="5829" y="5325"/>
                  </a:lnTo>
                  <a:cubicBezTo>
                    <a:pt x="6049" y="5451"/>
                    <a:pt x="6364" y="5514"/>
                    <a:pt x="6648" y="5514"/>
                  </a:cubicBezTo>
                  <a:lnTo>
                    <a:pt x="10838" y="5514"/>
                  </a:lnTo>
                  <a:cubicBezTo>
                    <a:pt x="11027" y="5514"/>
                    <a:pt x="11185" y="5672"/>
                    <a:pt x="11185" y="5861"/>
                  </a:cubicBezTo>
                  <a:cubicBezTo>
                    <a:pt x="11185" y="6050"/>
                    <a:pt x="10964" y="6239"/>
                    <a:pt x="10775" y="6239"/>
                  </a:cubicBezTo>
                  <a:lnTo>
                    <a:pt x="6616" y="6239"/>
                  </a:lnTo>
                  <a:cubicBezTo>
                    <a:pt x="6459" y="6239"/>
                    <a:pt x="6238" y="6176"/>
                    <a:pt x="6144" y="6113"/>
                  </a:cubicBezTo>
                  <a:lnTo>
                    <a:pt x="4443" y="5199"/>
                  </a:lnTo>
                  <a:cubicBezTo>
                    <a:pt x="4002" y="4979"/>
                    <a:pt x="3497" y="4853"/>
                    <a:pt x="2993" y="4853"/>
                  </a:cubicBezTo>
                  <a:lnTo>
                    <a:pt x="694" y="4853"/>
                  </a:lnTo>
                  <a:lnTo>
                    <a:pt x="694" y="4128"/>
                  </a:lnTo>
                  <a:close/>
                  <a:moveTo>
                    <a:pt x="10113" y="1"/>
                  </a:moveTo>
                  <a:cubicBezTo>
                    <a:pt x="9515" y="1"/>
                    <a:pt x="9042" y="442"/>
                    <a:pt x="8664" y="788"/>
                  </a:cubicBezTo>
                  <a:cubicBezTo>
                    <a:pt x="8349" y="1104"/>
                    <a:pt x="8034" y="1387"/>
                    <a:pt x="7656" y="1387"/>
                  </a:cubicBezTo>
                  <a:cubicBezTo>
                    <a:pt x="7404" y="1387"/>
                    <a:pt x="7121" y="1230"/>
                    <a:pt x="7026" y="946"/>
                  </a:cubicBezTo>
                  <a:cubicBezTo>
                    <a:pt x="6973" y="815"/>
                    <a:pt x="6855" y="749"/>
                    <a:pt x="6708" y="749"/>
                  </a:cubicBezTo>
                  <a:cubicBezTo>
                    <a:pt x="6679" y="749"/>
                    <a:pt x="6648" y="752"/>
                    <a:pt x="6616" y="757"/>
                  </a:cubicBezTo>
                  <a:cubicBezTo>
                    <a:pt x="6018" y="914"/>
                    <a:pt x="5577" y="1450"/>
                    <a:pt x="5577" y="2080"/>
                  </a:cubicBezTo>
                  <a:cubicBezTo>
                    <a:pt x="5577" y="2616"/>
                    <a:pt x="5860" y="3025"/>
                    <a:pt x="6301" y="3277"/>
                  </a:cubicBezTo>
                  <a:lnTo>
                    <a:pt x="6301" y="4758"/>
                  </a:lnTo>
                  <a:cubicBezTo>
                    <a:pt x="6270" y="4758"/>
                    <a:pt x="6207" y="4727"/>
                    <a:pt x="6144" y="4695"/>
                  </a:cubicBezTo>
                  <a:lnTo>
                    <a:pt x="4443" y="3781"/>
                  </a:lnTo>
                  <a:cubicBezTo>
                    <a:pt x="4002" y="3561"/>
                    <a:pt x="3497" y="3435"/>
                    <a:pt x="2993" y="3435"/>
                  </a:cubicBezTo>
                  <a:lnTo>
                    <a:pt x="347" y="3435"/>
                  </a:lnTo>
                  <a:cubicBezTo>
                    <a:pt x="158" y="3435"/>
                    <a:pt x="0" y="3592"/>
                    <a:pt x="0" y="3781"/>
                  </a:cubicBezTo>
                  <a:lnTo>
                    <a:pt x="0" y="5168"/>
                  </a:lnTo>
                  <a:cubicBezTo>
                    <a:pt x="0" y="5357"/>
                    <a:pt x="158" y="5514"/>
                    <a:pt x="347" y="5514"/>
                  </a:cubicBezTo>
                  <a:lnTo>
                    <a:pt x="2993" y="5514"/>
                  </a:lnTo>
                  <a:cubicBezTo>
                    <a:pt x="3371" y="5514"/>
                    <a:pt x="3781" y="5640"/>
                    <a:pt x="4128" y="5798"/>
                  </a:cubicBezTo>
                  <a:lnTo>
                    <a:pt x="5829" y="6711"/>
                  </a:lnTo>
                  <a:cubicBezTo>
                    <a:pt x="6049" y="6806"/>
                    <a:pt x="6364" y="6900"/>
                    <a:pt x="6648" y="6900"/>
                  </a:cubicBezTo>
                  <a:lnTo>
                    <a:pt x="10838" y="6900"/>
                  </a:lnTo>
                  <a:cubicBezTo>
                    <a:pt x="11405" y="6900"/>
                    <a:pt x="11846" y="6428"/>
                    <a:pt x="11846" y="5861"/>
                  </a:cubicBezTo>
                  <a:cubicBezTo>
                    <a:pt x="11846" y="5451"/>
                    <a:pt x="11563" y="5042"/>
                    <a:pt x="11122" y="4884"/>
                  </a:cubicBezTo>
                  <a:lnTo>
                    <a:pt x="11122" y="3088"/>
                  </a:lnTo>
                  <a:cubicBezTo>
                    <a:pt x="11563" y="2805"/>
                    <a:pt x="11846" y="2301"/>
                    <a:pt x="11846" y="1734"/>
                  </a:cubicBezTo>
                  <a:cubicBezTo>
                    <a:pt x="11846" y="788"/>
                    <a:pt x="11059" y="1"/>
                    <a:pt x="101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7" name="Google Shape;15497;p82"/>
            <p:cNvSpPr/>
            <p:nvPr/>
          </p:nvSpPr>
          <p:spPr>
            <a:xfrm>
              <a:off x="-26215825" y="2341200"/>
              <a:ext cx="296975" cy="119750"/>
            </a:xfrm>
            <a:custGeom>
              <a:avLst/>
              <a:gdLst/>
              <a:ahLst/>
              <a:cxnLst/>
              <a:rect l="l" t="t" r="r" b="b"/>
              <a:pathLst>
                <a:path w="11879" h="4790" extrusionOk="0">
                  <a:moveTo>
                    <a:pt x="10807" y="1702"/>
                  </a:moveTo>
                  <a:cubicBezTo>
                    <a:pt x="10996" y="1702"/>
                    <a:pt x="11154" y="1859"/>
                    <a:pt x="11154" y="2048"/>
                  </a:cubicBezTo>
                  <a:cubicBezTo>
                    <a:pt x="11154" y="2237"/>
                    <a:pt x="10996" y="2395"/>
                    <a:pt x="10807" y="2395"/>
                  </a:cubicBezTo>
                  <a:lnTo>
                    <a:pt x="10461" y="2395"/>
                  </a:lnTo>
                  <a:lnTo>
                    <a:pt x="10461" y="1702"/>
                  </a:lnTo>
                  <a:close/>
                  <a:moveTo>
                    <a:pt x="2112" y="788"/>
                  </a:moveTo>
                  <a:lnTo>
                    <a:pt x="9484" y="1292"/>
                  </a:lnTo>
                  <a:cubicBezTo>
                    <a:pt x="9641" y="1355"/>
                    <a:pt x="9799" y="1450"/>
                    <a:pt x="9799" y="1670"/>
                  </a:cubicBezTo>
                  <a:lnTo>
                    <a:pt x="9799" y="2489"/>
                  </a:lnTo>
                  <a:cubicBezTo>
                    <a:pt x="9799" y="2647"/>
                    <a:pt x="9673" y="2805"/>
                    <a:pt x="9515" y="2836"/>
                  </a:cubicBezTo>
                  <a:lnTo>
                    <a:pt x="2112" y="3907"/>
                  </a:lnTo>
                  <a:lnTo>
                    <a:pt x="2112" y="788"/>
                  </a:lnTo>
                  <a:close/>
                  <a:moveTo>
                    <a:pt x="726" y="725"/>
                  </a:moveTo>
                  <a:lnTo>
                    <a:pt x="1450" y="757"/>
                  </a:lnTo>
                  <a:lnTo>
                    <a:pt x="1450" y="3970"/>
                  </a:lnTo>
                  <a:lnTo>
                    <a:pt x="726" y="4065"/>
                  </a:lnTo>
                  <a:lnTo>
                    <a:pt x="726" y="725"/>
                  </a:lnTo>
                  <a:close/>
                  <a:moveTo>
                    <a:pt x="379" y="1"/>
                  </a:moveTo>
                  <a:cubicBezTo>
                    <a:pt x="316" y="1"/>
                    <a:pt x="190" y="32"/>
                    <a:pt x="95" y="64"/>
                  </a:cubicBezTo>
                  <a:cubicBezTo>
                    <a:pt x="32" y="158"/>
                    <a:pt x="1" y="221"/>
                    <a:pt x="1" y="316"/>
                  </a:cubicBezTo>
                  <a:lnTo>
                    <a:pt x="1" y="4506"/>
                  </a:lnTo>
                  <a:cubicBezTo>
                    <a:pt x="32" y="4569"/>
                    <a:pt x="64" y="4695"/>
                    <a:pt x="127" y="4726"/>
                  </a:cubicBezTo>
                  <a:cubicBezTo>
                    <a:pt x="221" y="4758"/>
                    <a:pt x="284" y="4789"/>
                    <a:pt x="379" y="4789"/>
                  </a:cubicBezTo>
                  <a:lnTo>
                    <a:pt x="410" y="4789"/>
                  </a:lnTo>
                  <a:lnTo>
                    <a:pt x="9578" y="3498"/>
                  </a:lnTo>
                  <a:cubicBezTo>
                    <a:pt x="9862" y="3466"/>
                    <a:pt x="10145" y="3309"/>
                    <a:pt x="10303" y="3057"/>
                  </a:cubicBezTo>
                  <a:lnTo>
                    <a:pt x="10870" y="3057"/>
                  </a:lnTo>
                  <a:cubicBezTo>
                    <a:pt x="11437" y="3057"/>
                    <a:pt x="11878" y="2584"/>
                    <a:pt x="11878" y="2048"/>
                  </a:cubicBezTo>
                  <a:cubicBezTo>
                    <a:pt x="11878" y="1481"/>
                    <a:pt x="11406" y="1009"/>
                    <a:pt x="10870" y="1009"/>
                  </a:cubicBezTo>
                  <a:lnTo>
                    <a:pt x="10272" y="1009"/>
                  </a:lnTo>
                  <a:cubicBezTo>
                    <a:pt x="10114" y="788"/>
                    <a:pt x="9830" y="662"/>
                    <a:pt x="9515" y="631"/>
                  </a:cubicBezTo>
                  <a:lnTo>
                    <a:pt x="379"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98" name="Google Shape;15498;p82"/>
          <p:cNvGrpSpPr/>
          <p:nvPr/>
        </p:nvGrpSpPr>
        <p:grpSpPr>
          <a:xfrm>
            <a:off x="10097810" y="3267344"/>
            <a:ext cx="388044" cy="470907"/>
            <a:chOff x="-26179575" y="2710600"/>
            <a:chExt cx="243400" cy="295375"/>
          </a:xfrm>
        </p:grpSpPr>
        <p:sp>
          <p:nvSpPr>
            <p:cNvPr id="15499" name="Google Shape;15499;p82"/>
            <p:cNvSpPr/>
            <p:nvPr/>
          </p:nvSpPr>
          <p:spPr>
            <a:xfrm>
              <a:off x="-26179575" y="2710600"/>
              <a:ext cx="243400" cy="295375"/>
            </a:xfrm>
            <a:custGeom>
              <a:avLst/>
              <a:gdLst/>
              <a:ahLst/>
              <a:cxnLst/>
              <a:rect l="l" t="t" r="r" b="b"/>
              <a:pathLst>
                <a:path w="9736" h="11815" extrusionOk="0">
                  <a:moveTo>
                    <a:pt x="7719" y="693"/>
                  </a:moveTo>
                  <a:cubicBezTo>
                    <a:pt x="7845" y="977"/>
                    <a:pt x="7971" y="1166"/>
                    <a:pt x="8191" y="1418"/>
                  </a:cubicBezTo>
                  <a:lnTo>
                    <a:pt x="1008" y="1418"/>
                  </a:lnTo>
                  <a:cubicBezTo>
                    <a:pt x="819" y="1418"/>
                    <a:pt x="662" y="1261"/>
                    <a:pt x="662" y="1072"/>
                  </a:cubicBezTo>
                  <a:cubicBezTo>
                    <a:pt x="662" y="851"/>
                    <a:pt x="819" y="693"/>
                    <a:pt x="1008" y="693"/>
                  </a:cubicBezTo>
                  <a:close/>
                  <a:moveTo>
                    <a:pt x="8979" y="2080"/>
                  </a:moveTo>
                  <a:lnTo>
                    <a:pt x="8979" y="11153"/>
                  </a:lnTo>
                  <a:lnTo>
                    <a:pt x="2048" y="11153"/>
                  </a:lnTo>
                  <a:lnTo>
                    <a:pt x="2048" y="2080"/>
                  </a:lnTo>
                  <a:close/>
                  <a:moveTo>
                    <a:pt x="662" y="2048"/>
                  </a:moveTo>
                  <a:cubicBezTo>
                    <a:pt x="788" y="2080"/>
                    <a:pt x="882" y="2111"/>
                    <a:pt x="1008" y="2111"/>
                  </a:cubicBezTo>
                  <a:lnTo>
                    <a:pt x="1355" y="2111"/>
                  </a:lnTo>
                  <a:lnTo>
                    <a:pt x="1355" y="11185"/>
                  </a:lnTo>
                  <a:cubicBezTo>
                    <a:pt x="977" y="11153"/>
                    <a:pt x="662" y="10838"/>
                    <a:pt x="662" y="10460"/>
                  </a:cubicBezTo>
                  <a:lnTo>
                    <a:pt x="662" y="2048"/>
                  </a:lnTo>
                  <a:close/>
                  <a:moveTo>
                    <a:pt x="1008" y="0"/>
                  </a:moveTo>
                  <a:cubicBezTo>
                    <a:pt x="410" y="0"/>
                    <a:pt x="0" y="473"/>
                    <a:pt x="0" y="1009"/>
                  </a:cubicBezTo>
                  <a:lnTo>
                    <a:pt x="0" y="10428"/>
                  </a:lnTo>
                  <a:cubicBezTo>
                    <a:pt x="0" y="11185"/>
                    <a:pt x="630" y="11815"/>
                    <a:pt x="1355" y="11815"/>
                  </a:cubicBezTo>
                  <a:lnTo>
                    <a:pt x="9357" y="11815"/>
                  </a:lnTo>
                  <a:cubicBezTo>
                    <a:pt x="9578" y="11815"/>
                    <a:pt x="9735" y="11657"/>
                    <a:pt x="9735" y="11468"/>
                  </a:cubicBezTo>
                  <a:lnTo>
                    <a:pt x="9672" y="1733"/>
                  </a:lnTo>
                  <a:cubicBezTo>
                    <a:pt x="9672" y="1576"/>
                    <a:pt x="9609" y="1450"/>
                    <a:pt x="9452" y="1418"/>
                  </a:cubicBezTo>
                  <a:cubicBezTo>
                    <a:pt x="8885" y="1229"/>
                    <a:pt x="8443" y="788"/>
                    <a:pt x="8254" y="221"/>
                  </a:cubicBezTo>
                  <a:cubicBezTo>
                    <a:pt x="8223" y="63"/>
                    <a:pt x="8065" y="0"/>
                    <a:pt x="79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0" name="Google Shape;15500;p82"/>
            <p:cNvSpPr/>
            <p:nvPr/>
          </p:nvSpPr>
          <p:spPr>
            <a:xfrm>
              <a:off x="-26092950" y="2797225"/>
              <a:ext cx="120525" cy="121325"/>
            </a:xfrm>
            <a:custGeom>
              <a:avLst/>
              <a:gdLst/>
              <a:ahLst/>
              <a:cxnLst/>
              <a:rect l="l" t="t" r="r" b="b"/>
              <a:pathLst>
                <a:path w="4821" h="4853" extrusionOk="0">
                  <a:moveTo>
                    <a:pt x="2742" y="694"/>
                  </a:moveTo>
                  <a:lnTo>
                    <a:pt x="2742" y="1734"/>
                  </a:lnTo>
                  <a:cubicBezTo>
                    <a:pt x="2742" y="1923"/>
                    <a:pt x="2899" y="2080"/>
                    <a:pt x="3088" y="2080"/>
                  </a:cubicBezTo>
                  <a:lnTo>
                    <a:pt x="4128" y="2080"/>
                  </a:lnTo>
                  <a:lnTo>
                    <a:pt x="4128" y="2805"/>
                  </a:lnTo>
                  <a:lnTo>
                    <a:pt x="3088" y="2805"/>
                  </a:lnTo>
                  <a:cubicBezTo>
                    <a:pt x="2899" y="2805"/>
                    <a:pt x="2742" y="2962"/>
                    <a:pt x="2742" y="3151"/>
                  </a:cubicBezTo>
                  <a:lnTo>
                    <a:pt x="2742" y="4160"/>
                  </a:lnTo>
                  <a:lnTo>
                    <a:pt x="2048" y="4160"/>
                  </a:lnTo>
                  <a:lnTo>
                    <a:pt x="2048" y="3151"/>
                  </a:lnTo>
                  <a:cubicBezTo>
                    <a:pt x="2048" y="2962"/>
                    <a:pt x="1891" y="2805"/>
                    <a:pt x="1670" y="2805"/>
                  </a:cubicBezTo>
                  <a:lnTo>
                    <a:pt x="662" y="2805"/>
                  </a:lnTo>
                  <a:lnTo>
                    <a:pt x="662" y="2080"/>
                  </a:lnTo>
                  <a:lnTo>
                    <a:pt x="1670" y="2080"/>
                  </a:lnTo>
                  <a:cubicBezTo>
                    <a:pt x="1891" y="2080"/>
                    <a:pt x="2048" y="1923"/>
                    <a:pt x="2048" y="1734"/>
                  </a:cubicBezTo>
                  <a:lnTo>
                    <a:pt x="2048" y="694"/>
                  </a:lnTo>
                  <a:close/>
                  <a:moveTo>
                    <a:pt x="1733" y="1"/>
                  </a:moveTo>
                  <a:cubicBezTo>
                    <a:pt x="1513" y="1"/>
                    <a:pt x="1355" y="158"/>
                    <a:pt x="1355" y="347"/>
                  </a:cubicBezTo>
                  <a:lnTo>
                    <a:pt x="1355" y="1387"/>
                  </a:lnTo>
                  <a:lnTo>
                    <a:pt x="347" y="1387"/>
                  </a:lnTo>
                  <a:cubicBezTo>
                    <a:pt x="158" y="1387"/>
                    <a:pt x="1" y="1545"/>
                    <a:pt x="1" y="1734"/>
                  </a:cubicBezTo>
                  <a:lnTo>
                    <a:pt x="1" y="3120"/>
                  </a:lnTo>
                  <a:cubicBezTo>
                    <a:pt x="1" y="3309"/>
                    <a:pt x="158" y="3466"/>
                    <a:pt x="347" y="3466"/>
                  </a:cubicBezTo>
                  <a:lnTo>
                    <a:pt x="1355" y="3466"/>
                  </a:lnTo>
                  <a:lnTo>
                    <a:pt x="1355" y="4475"/>
                  </a:lnTo>
                  <a:cubicBezTo>
                    <a:pt x="1355" y="4695"/>
                    <a:pt x="1513" y="4853"/>
                    <a:pt x="1733" y="4853"/>
                  </a:cubicBezTo>
                  <a:lnTo>
                    <a:pt x="3088" y="4853"/>
                  </a:lnTo>
                  <a:cubicBezTo>
                    <a:pt x="3309" y="4853"/>
                    <a:pt x="3466" y="4695"/>
                    <a:pt x="3466" y="4475"/>
                  </a:cubicBezTo>
                  <a:lnTo>
                    <a:pt x="3466" y="3466"/>
                  </a:lnTo>
                  <a:lnTo>
                    <a:pt x="4474" y="3466"/>
                  </a:lnTo>
                  <a:cubicBezTo>
                    <a:pt x="4663" y="3466"/>
                    <a:pt x="4821" y="3309"/>
                    <a:pt x="4821" y="3120"/>
                  </a:cubicBezTo>
                  <a:lnTo>
                    <a:pt x="4821" y="1734"/>
                  </a:lnTo>
                  <a:cubicBezTo>
                    <a:pt x="4821" y="1545"/>
                    <a:pt x="4663" y="1387"/>
                    <a:pt x="4474" y="1387"/>
                  </a:cubicBezTo>
                  <a:lnTo>
                    <a:pt x="3466" y="1387"/>
                  </a:lnTo>
                  <a:lnTo>
                    <a:pt x="3466" y="347"/>
                  </a:lnTo>
                  <a:cubicBezTo>
                    <a:pt x="3466" y="158"/>
                    <a:pt x="3309"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1" name="Google Shape;15501;p82"/>
            <p:cNvSpPr/>
            <p:nvPr/>
          </p:nvSpPr>
          <p:spPr>
            <a:xfrm>
              <a:off x="-26094525" y="2954750"/>
              <a:ext cx="122100" cy="17350"/>
            </a:xfrm>
            <a:custGeom>
              <a:avLst/>
              <a:gdLst/>
              <a:ahLst/>
              <a:cxnLst/>
              <a:rect l="l" t="t" r="r" b="b"/>
              <a:pathLst>
                <a:path w="4884" h="694" extrusionOk="0">
                  <a:moveTo>
                    <a:pt x="379" y="1"/>
                  </a:moveTo>
                  <a:cubicBezTo>
                    <a:pt x="158" y="1"/>
                    <a:pt x="1" y="158"/>
                    <a:pt x="1" y="347"/>
                  </a:cubicBezTo>
                  <a:cubicBezTo>
                    <a:pt x="1" y="536"/>
                    <a:pt x="158" y="694"/>
                    <a:pt x="379" y="694"/>
                  </a:cubicBezTo>
                  <a:lnTo>
                    <a:pt x="4537" y="694"/>
                  </a:lnTo>
                  <a:cubicBezTo>
                    <a:pt x="4726" y="694"/>
                    <a:pt x="4884" y="536"/>
                    <a:pt x="4884" y="347"/>
                  </a:cubicBezTo>
                  <a:cubicBezTo>
                    <a:pt x="4884" y="158"/>
                    <a:pt x="4726" y="1"/>
                    <a:pt x="45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02" name="Google Shape;15502;p82"/>
          <p:cNvGrpSpPr/>
          <p:nvPr/>
        </p:nvGrpSpPr>
        <p:grpSpPr>
          <a:xfrm>
            <a:off x="8283223" y="3855841"/>
            <a:ext cx="449583" cy="470907"/>
            <a:chOff x="-24328675" y="1971025"/>
            <a:chExt cx="282000" cy="295375"/>
          </a:xfrm>
        </p:grpSpPr>
        <p:sp>
          <p:nvSpPr>
            <p:cNvPr id="15503" name="Google Shape;15503;p82"/>
            <p:cNvSpPr/>
            <p:nvPr/>
          </p:nvSpPr>
          <p:spPr>
            <a:xfrm>
              <a:off x="-24217625" y="2092325"/>
              <a:ext cx="52025" cy="51200"/>
            </a:xfrm>
            <a:custGeom>
              <a:avLst/>
              <a:gdLst/>
              <a:ahLst/>
              <a:cxnLst/>
              <a:rect l="l" t="t" r="r" b="b"/>
              <a:pathLst>
                <a:path w="2081" h="2048" extrusionOk="0">
                  <a:moveTo>
                    <a:pt x="1009" y="693"/>
                  </a:moveTo>
                  <a:cubicBezTo>
                    <a:pt x="1230" y="693"/>
                    <a:pt x="1387" y="851"/>
                    <a:pt x="1387" y="1071"/>
                  </a:cubicBezTo>
                  <a:cubicBezTo>
                    <a:pt x="1387" y="1260"/>
                    <a:pt x="1230" y="1418"/>
                    <a:pt x="1009" y="1418"/>
                  </a:cubicBezTo>
                  <a:cubicBezTo>
                    <a:pt x="820" y="1418"/>
                    <a:pt x="663" y="1260"/>
                    <a:pt x="663" y="1071"/>
                  </a:cubicBezTo>
                  <a:cubicBezTo>
                    <a:pt x="663" y="851"/>
                    <a:pt x="820" y="693"/>
                    <a:pt x="1009" y="693"/>
                  </a:cubicBezTo>
                  <a:close/>
                  <a:moveTo>
                    <a:pt x="1009" y="0"/>
                  </a:moveTo>
                  <a:cubicBezTo>
                    <a:pt x="442" y="0"/>
                    <a:pt x="1" y="473"/>
                    <a:pt x="1" y="1008"/>
                  </a:cubicBezTo>
                  <a:cubicBezTo>
                    <a:pt x="1" y="1607"/>
                    <a:pt x="474" y="2048"/>
                    <a:pt x="1009" y="2048"/>
                  </a:cubicBezTo>
                  <a:cubicBezTo>
                    <a:pt x="1576" y="2048"/>
                    <a:pt x="2049" y="1575"/>
                    <a:pt x="2049" y="1008"/>
                  </a:cubicBezTo>
                  <a:cubicBezTo>
                    <a:pt x="2080" y="473"/>
                    <a:pt x="1608"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4" name="Google Shape;15504;p82"/>
            <p:cNvSpPr/>
            <p:nvPr/>
          </p:nvSpPr>
          <p:spPr>
            <a:xfrm>
              <a:off x="-24328675" y="1971025"/>
              <a:ext cx="282000" cy="295375"/>
            </a:xfrm>
            <a:custGeom>
              <a:avLst/>
              <a:gdLst/>
              <a:ahLst/>
              <a:cxnLst/>
              <a:rect l="l" t="t" r="r" b="b"/>
              <a:pathLst>
                <a:path w="11280" h="11815" extrusionOk="0">
                  <a:moveTo>
                    <a:pt x="2017" y="2080"/>
                  </a:moveTo>
                  <a:cubicBezTo>
                    <a:pt x="2206" y="2080"/>
                    <a:pt x="2364" y="2237"/>
                    <a:pt x="2364" y="2458"/>
                  </a:cubicBezTo>
                  <a:cubicBezTo>
                    <a:pt x="2364" y="2647"/>
                    <a:pt x="2206" y="2804"/>
                    <a:pt x="2017" y="2804"/>
                  </a:cubicBezTo>
                  <a:cubicBezTo>
                    <a:pt x="1797" y="2804"/>
                    <a:pt x="1639" y="2647"/>
                    <a:pt x="1639" y="2458"/>
                  </a:cubicBezTo>
                  <a:cubicBezTo>
                    <a:pt x="1639" y="2237"/>
                    <a:pt x="1797" y="2080"/>
                    <a:pt x="2017" y="2080"/>
                  </a:cubicBezTo>
                  <a:close/>
                  <a:moveTo>
                    <a:pt x="5451" y="662"/>
                  </a:moveTo>
                  <a:cubicBezTo>
                    <a:pt x="5861" y="662"/>
                    <a:pt x="6302" y="1198"/>
                    <a:pt x="6617" y="2080"/>
                  </a:cubicBezTo>
                  <a:cubicBezTo>
                    <a:pt x="6680" y="2237"/>
                    <a:pt x="6743" y="2458"/>
                    <a:pt x="6806" y="2647"/>
                  </a:cubicBezTo>
                  <a:cubicBezTo>
                    <a:pt x="6365" y="2804"/>
                    <a:pt x="5955" y="2962"/>
                    <a:pt x="5451" y="3151"/>
                  </a:cubicBezTo>
                  <a:cubicBezTo>
                    <a:pt x="5042" y="2962"/>
                    <a:pt x="4569" y="2773"/>
                    <a:pt x="4128" y="2647"/>
                  </a:cubicBezTo>
                  <a:cubicBezTo>
                    <a:pt x="4191" y="2458"/>
                    <a:pt x="4254" y="2237"/>
                    <a:pt x="4317" y="2080"/>
                  </a:cubicBezTo>
                  <a:cubicBezTo>
                    <a:pt x="4632" y="1229"/>
                    <a:pt x="5073" y="662"/>
                    <a:pt x="5451" y="662"/>
                  </a:cubicBezTo>
                  <a:close/>
                  <a:moveTo>
                    <a:pt x="3970" y="3308"/>
                  </a:moveTo>
                  <a:cubicBezTo>
                    <a:pt x="4191" y="3403"/>
                    <a:pt x="4411" y="3466"/>
                    <a:pt x="4632" y="3560"/>
                  </a:cubicBezTo>
                  <a:cubicBezTo>
                    <a:pt x="4506" y="3623"/>
                    <a:pt x="4380" y="3718"/>
                    <a:pt x="4254" y="3781"/>
                  </a:cubicBezTo>
                  <a:cubicBezTo>
                    <a:pt x="4128" y="3875"/>
                    <a:pt x="4002" y="3938"/>
                    <a:pt x="3844" y="4033"/>
                  </a:cubicBezTo>
                  <a:lnTo>
                    <a:pt x="3970" y="3308"/>
                  </a:lnTo>
                  <a:close/>
                  <a:moveTo>
                    <a:pt x="6963" y="3340"/>
                  </a:moveTo>
                  <a:lnTo>
                    <a:pt x="7089" y="4064"/>
                  </a:lnTo>
                  <a:cubicBezTo>
                    <a:pt x="6963" y="3970"/>
                    <a:pt x="6806" y="3907"/>
                    <a:pt x="6680" y="3812"/>
                  </a:cubicBezTo>
                  <a:cubicBezTo>
                    <a:pt x="6554" y="3718"/>
                    <a:pt x="6396" y="3655"/>
                    <a:pt x="6302" y="3592"/>
                  </a:cubicBezTo>
                  <a:cubicBezTo>
                    <a:pt x="6522" y="3497"/>
                    <a:pt x="6774" y="3403"/>
                    <a:pt x="6963" y="3340"/>
                  </a:cubicBezTo>
                  <a:close/>
                  <a:moveTo>
                    <a:pt x="10240" y="4285"/>
                  </a:moveTo>
                  <a:cubicBezTo>
                    <a:pt x="10271" y="4285"/>
                    <a:pt x="10366" y="4285"/>
                    <a:pt x="10397" y="4317"/>
                  </a:cubicBezTo>
                  <a:cubicBezTo>
                    <a:pt x="10460" y="4380"/>
                    <a:pt x="10523" y="4443"/>
                    <a:pt x="10555" y="4537"/>
                  </a:cubicBezTo>
                  <a:cubicBezTo>
                    <a:pt x="10586" y="4600"/>
                    <a:pt x="10555" y="4726"/>
                    <a:pt x="10492" y="4821"/>
                  </a:cubicBezTo>
                  <a:cubicBezTo>
                    <a:pt x="10452" y="4920"/>
                    <a:pt x="10336" y="4982"/>
                    <a:pt x="10225" y="4982"/>
                  </a:cubicBezTo>
                  <a:cubicBezTo>
                    <a:pt x="10160" y="4982"/>
                    <a:pt x="10097" y="4961"/>
                    <a:pt x="10051" y="4915"/>
                  </a:cubicBezTo>
                  <a:cubicBezTo>
                    <a:pt x="9956" y="4884"/>
                    <a:pt x="9925" y="4821"/>
                    <a:pt x="9893" y="4726"/>
                  </a:cubicBezTo>
                  <a:cubicBezTo>
                    <a:pt x="9830" y="4663"/>
                    <a:pt x="9893" y="4537"/>
                    <a:pt x="9925" y="4443"/>
                  </a:cubicBezTo>
                  <a:cubicBezTo>
                    <a:pt x="9988" y="4348"/>
                    <a:pt x="10114" y="4285"/>
                    <a:pt x="10240" y="4285"/>
                  </a:cubicBezTo>
                  <a:close/>
                  <a:moveTo>
                    <a:pt x="8922" y="2925"/>
                  </a:moveTo>
                  <a:cubicBezTo>
                    <a:pt x="9452" y="2925"/>
                    <a:pt x="9823" y="3054"/>
                    <a:pt x="9956" y="3277"/>
                  </a:cubicBezTo>
                  <a:cubicBezTo>
                    <a:pt x="9988" y="3340"/>
                    <a:pt x="10019" y="3466"/>
                    <a:pt x="10019" y="3592"/>
                  </a:cubicBezTo>
                  <a:cubicBezTo>
                    <a:pt x="9704" y="3623"/>
                    <a:pt x="9452" y="3812"/>
                    <a:pt x="9295" y="4096"/>
                  </a:cubicBezTo>
                  <a:cubicBezTo>
                    <a:pt x="9137" y="4317"/>
                    <a:pt x="9137" y="4600"/>
                    <a:pt x="9169" y="4884"/>
                  </a:cubicBezTo>
                  <a:cubicBezTo>
                    <a:pt x="9169" y="4978"/>
                    <a:pt x="9200" y="5010"/>
                    <a:pt x="9232" y="5041"/>
                  </a:cubicBezTo>
                  <a:cubicBezTo>
                    <a:pt x="9169" y="5167"/>
                    <a:pt x="9043" y="5293"/>
                    <a:pt x="8917" y="5388"/>
                  </a:cubicBezTo>
                  <a:cubicBezTo>
                    <a:pt x="8570" y="5073"/>
                    <a:pt x="8224" y="4821"/>
                    <a:pt x="7814" y="4537"/>
                  </a:cubicBezTo>
                  <a:cubicBezTo>
                    <a:pt x="7783" y="4033"/>
                    <a:pt x="7719" y="3560"/>
                    <a:pt x="7625" y="3119"/>
                  </a:cubicBezTo>
                  <a:cubicBezTo>
                    <a:pt x="7814" y="3088"/>
                    <a:pt x="8035" y="3025"/>
                    <a:pt x="8192" y="2993"/>
                  </a:cubicBezTo>
                  <a:cubicBezTo>
                    <a:pt x="8459" y="2947"/>
                    <a:pt x="8704" y="2925"/>
                    <a:pt x="8922" y="2925"/>
                  </a:cubicBezTo>
                  <a:close/>
                  <a:moveTo>
                    <a:pt x="2868" y="3088"/>
                  </a:moveTo>
                  <a:lnTo>
                    <a:pt x="3340" y="3182"/>
                  </a:lnTo>
                  <a:cubicBezTo>
                    <a:pt x="3246" y="3623"/>
                    <a:pt x="3183" y="4096"/>
                    <a:pt x="3151" y="4600"/>
                  </a:cubicBezTo>
                  <a:cubicBezTo>
                    <a:pt x="2742" y="4884"/>
                    <a:pt x="2364" y="5199"/>
                    <a:pt x="2049" y="5482"/>
                  </a:cubicBezTo>
                  <a:cubicBezTo>
                    <a:pt x="1891" y="5325"/>
                    <a:pt x="1765" y="5199"/>
                    <a:pt x="1639" y="5041"/>
                  </a:cubicBezTo>
                  <a:cubicBezTo>
                    <a:pt x="1009" y="4253"/>
                    <a:pt x="788" y="3623"/>
                    <a:pt x="977" y="3308"/>
                  </a:cubicBezTo>
                  <a:cubicBezTo>
                    <a:pt x="1009" y="3245"/>
                    <a:pt x="1103" y="3151"/>
                    <a:pt x="1198" y="3119"/>
                  </a:cubicBezTo>
                  <a:cubicBezTo>
                    <a:pt x="1419" y="3340"/>
                    <a:pt x="1671" y="3497"/>
                    <a:pt x="1986" y="3497"/>
                  </a:cubicBezTo>
                  <a:cubicBezTo>
                    <a:pt x="2364" y="3497"/>
                    <a:pt x="2679" y="3308"/>
                    <a:pt x="2868" y="3088"/>
                  </a:cubicBezTo>
                  <a:close/>
                  <a:moveTo>
                    <a:pt x="3057" y="5451"/>
                  </a:moveTo>
                  <a:lnTo>
                    <a:pt x="3057" y="5923"/>
                  </a:lnTo>
                  <a:lnTo>
                    <a:pt x="3057" y="6364"/>
                  </a:lnTo>
                  <a:cubicBezTo>
                    <a:pt x="2868" y="6207"/>
                    <a:pt x="2679" y="6049"/>
                    <a:pt x="2521" y="5923"/>
                  </a:cubicBezTo>
                  <a:cubicBezTo>
                    <a:pt x="2679" y="5766"/>
                    <a:pt x="2868" y="5577"/>
                    <a:pt x="3057" y="5451"/>
                  </a:cubicBezTo>
                  <a:close/>
                  <a:moveTo>
                    <a:pt x="7909" y="5451"/>
                  </a:moveTo>
                  <a:cubicBezTo>
                    <a:pt x="8098" y="5577"/>
                    <a:pt x="8318" y="5766"/>
                    <a:pt x="8476" y="5923"/>
                  </a:cubicBezTo>
                  <a:cubicBezTo>
                    <a:pt x="8318" y="6081"/>
                    <a:pt x="8098" y="6238"/>
                    <a:pt x="7909" y="6364"/>
                  </a:cubicBezTo>
                  <a:lnTo>
                    <a:pt x="7909" y="5923"/>
                  </a:lnTo>
                  <a:lnTo>
                    <a:pt x="7909" y="5451"/>
                  </a:lnTo>
                  <a:close/>
                  <a:moveTo>
                    <a:pt x="5483" y="3938"/>
                  </a:moveTo>
                  <a:cubicBezTo>
                    <a:pt x="5735" y="4096"/>
                    <a:pt x="6050" y="4253"/>
                    <a:pt x="6333" y="4411"/>
                  </a:cubicBezTo>
                  <a:cubicBezTo>
                    <a:pt x="6617" y="4569"/>
                    <a:pt x="6900" y="4758"/>
                    <a:pt x="7152" y="4915"/>
                  </a:cubicBezTo>
                  <a:cubicBezTo>
                    <a:pt x="7184" y="5230"/>
                    <a:pt x="7184" y="5545"/>
                    <a:pt x="7184" y="5923"/>
                  </a:cubicBezTo>
                  <a:cubicBezTo>
                    <a:pt x="7184" y="6238"/>
                    <a:pt x="7184" y="6585"/>
                    <a:pt x="7152" y="6900"/>
                  </a:cubicBezTo>
                  <a:cubicBezTo>
                    <a:pt x="6932" y="7057"/>
                    <a:pt x="6648" y="7246"/>
                    <a:pt x="6333" y="7404"/>
                  </a:cubicBezTo>
                  <a:cubicBezTo>
                    <a:pt x="6050" y="7562"/>
                    <a:pt x="5735" y="7719"/>
                    <a:pt x="5483" y="7877"/>
                  </a:cubicBezTo>
                  <a:cubicBezTo>
                    <a:pt x="5199" y="7719"/>
                    <a:pt x="4884" y="7562"/>
                    <a:pt x="4601" y="7404"/>
                  </a:cubicBezTo>
                  <a:cubicBezTo>
                    <a:pt x="4317" y="7246"/>
                    <a:pt x="4065" y="7057"/>
                    <a:pt x="3781" y="6900"/>
                  </a:cubicBezTo>
                  <a:cubicBezTo>
                    <a:pt x="3750" y="6585"/>
                    <a:pt x="3750" y="6238"/>
                    <a:pt x="3750" y="5923"/>
                  </a:cubicBezTo>
                  <a:cubicBezTo>
                    <a:pt x="3750" y="5577"/>
                    <a:pt x="3750" y="5230"/>
                    <a:pt x="3781" y="4915"/>
                  </a:cubicBezTo>
                  <a:cubicBezTo>
                    <a:pt x="4065" y="4726"/>
                    <a:pt x="4317" y="4569"/>
                    <a:pt x="4601" y="4411"/>
                  </a:cubicBezTo>
                  <a:cubicBezTo>
                    <a:pt x="4884" y="4253"/>
                    <a:pt x="5199" y="4096"/>
                    <a:pt x="5483" y="3938"/>
                  </a:cubicBezTo>
                  <a:close/>
                  <a:moveTo>
                    <a:pt x="3876" y="7751"/>
                  </a:moveTo>
                  <a:cubicBezTo>
                    <a:pt x="4002" y="7845"/>
                    <a:pt x="4159" y="7908"/>
                    <a:pt x="4285" y="8003"/>
                  </a:cubicBezTo>
                  <a:cubicBezTo>
                    <a:pt x="4411" y="8066"/>
                    <a:pt x="4506" y="8160"/>
                    <a:pt x="4664" y="8223"/>
                  </a:cubicBezTo>
                  <a:cubicBezTo>
                    <a:pt x="4443" y="8318"/>
                    <a:pt x="4191" y="8444"/>
                    <a:pt x="4002" y="8475"/>
                  </a:cubicBezTo>
                  <a:lnTo>
                    <a:pt x="3876" y="7751"/>
                  </a:lnTo>
                  <a:close/>
                  <a:moveTo>
                    <a:pt x="7089" y="7751"/>
                  </a:moveTo>
                  <a:lnTo>
                    <a:pt x="6963" y="8475"/>
                  </a:lnTo>
                  <a:cubicBezTo>
                    <a:pt x="6711" y="8381"/>
                    <a:pt x="6522" y="8318"/>
                    <a:pt x="6302" y="8223"/>
                  </a:cubicBezTo>
                  <a:cubicBezTo>
                    <a:pt x="6396" y="8160"/>
                    <a:pt x="6554" y="8066"/>
                    <a:pt x="6680" y="8003"/>
                  </a:cubicBezTo>
                  <a:cubicBezTo>
                    <a:pt x="6806" y="7908"/>
                    <a:pt x="6963" y="7845"/>
                    <a:pt x="7089" y="7751"/>
                  </a:cubicBezTo>
                  <a:close/>
                  <a:moveTo>
                    <a:pt x="1986" y="6396"/>
                  </a:moveTo>
                  <a:cubicBezTo>
                    <a:pt x="2364" y="6711"/>
                    <a:pt x="2710" y="6963"/>
                    <a:pt x="3088" y="7278"/>
                  </a:cubicBezTo>
                  <a:cubicBezTo>
                    <a:pt x="3151" y="7814"/>
                    <a:pt x="3214" y="8286"/>
                    <a:pt x="3309" y="8696"/>
                  </a:cubicBezTo>
                  <a:cubicBezTo>
                    <a:pt x="3088" y="8727"/>
                    <a:pt x="2931" y="8790"/>
                    <a:pt x="2742" y="8790"/>
                  </a:cubicBezTo>
                  <a:cubicBezTo>
                    <a:pt x="2475" y="8836"/>
                    <a:pt x="2230" y="8858"/>
                    <a:pt x="2011" y="8858"/>
                  </a:cubicBezTo>
                  <a:cubicBezTo>
                    <a:pt x="1482" y="8858"/>
                    <a:pt x="1111" y="8730"/>
                    <a:pt x="977" y="8507"/>
                  </a:cubicBezTo>
                  <a:cubicBezTo>
                    <a:pt x="788" y="8160"/>
                    <a:pt x="1009" y="7530"/>
                    <a:pt x="1608" y="6805"/>
                  </a:cubicBezTo>
                  <a:cubicBezTo>
                    <a:pt x="1734" y="6648"/>
                    <a:pt x="1828" y="6553"/>
                    <a:pt x="1986" y="6396"/>
                  </a:cubicBezTo>
                  <a:close/>
                  <a:moveTo>
                    <a:pt x="8980" y="6364"/>
                  </a:moveTo>
                  <a:cubicBezTo>
                    <a:pt x="9137" y="6553"/>
                    <a:pt x="9232" y="6648"/>
                    <a:pt x="9358" y="6805"/>
                  </a:cubicBezTo>
                  <a:cubicBezTo>
                    <a:pt x="9956" y="7530"/>
                    <a:pt x="10177" y="8160"/>
                    <a:pt x="9988" y="8507"/>
                  </a:cubicBezTo>
                  <a:cubicBezTo>
                    <a:pt x="9858" y="8745"/>
                    <a:pt x="9505" y="8864"/>
                    <a:pt x="9000" y="8864"/>
                  </a:cubicBezTo>
                  <a:cubicBezTo>
                    <a:pt x="8770" y="8864"/>
                    <a:pt x="8509" y="8839"/>
                    <a:pt x="8224" y="8790"/>
                  </a:cubicBezTo>
                  <a:cubicBezTo>
                    <a:pt x="8035" y="8727"/>
                    <a:pt x="7877" y="8696"/>
                    <a:pt x="7656" y="8664"/>
                  </a:cubicBezTo>
                  <a:cubicBezTo>
                    <a:pt x="7751" y="8223"/>
                    <a:pt x="7814" y="7751"/>
                    <a:pt x="7877" y="7246"/>
                  </a:cubicBezTo>
                  <a:cubicBezTo>
                    <a:pt x="8255" y="6963"/>
                    <a:pt x="8665" y="6648"/>
                    <a:pt x="8980" y="6364"/>
                  </a:cubicBezTo>
                  <a:close/>
                  <a:moveTo>
                    <a:pt x="4159" y="10334"/>
                  </a:moveTo>
                  <a:cubicBezTo>
                    <a:pt x="4285" y="10334"/>
                    <a:pt x="4411" y="10397"/>
                    <a:pt x="4474" y="10491"/>
                  </a:cubicBezTo>
                  <a:cubicBezTo>
                    <a:pt x="4537" y="10554"/>
                    <a:pt x="4537" y="10649"/>
                    <a:pt x="4537" y="10743"/>
                  </a:cubicBezTo>
                  <a:cubicBezTo>
                    <a:pt x="4474" y="10838"/>
                    <a:pt x="4443" y="10901"/>
                    <a:pt x="4380" y="10964"/>
                  </a:cubicBezTo>
                  <a:cubicBezTo>
                    <a:pt x="4319" y="10994"/>
                    <a:pt x="4259" y="11008"/>
                    <a:pt x="4200" y="11008"/>
                  </a:cubicBezTo>
                  <a:cubicBezTo>
                    <a:pt x="4076" y="11008"/>
                    <a:pt x="3962" y="10945"/>
                    <a:pt x="3876" y="10838"/>
                  </a:cubicBezTo>
                  <a:cubicBezTo>
                    <a:pt x="3844" y="10743"/>
                    <a:pt x="3844" y="10680"/>
                    <a:pt x="3844" y="10554"/>
                  </a:cubicBezTo>
                  <a:cubicBezTo>
                    <a:pt x="3876" y="10491"/>
                    <a:pt x="3939" y="10397"/>
                    <a:pt x="4002" y="10365"/>
                  </a:cubicBezTo>
                  <a:cubicBezTo>
                    <a:pt x="4033" y="10334"/>
                    <a:pt x="4128" y="10334"/>
                    <a:pt x="4159" y="10334"/>
                  </a:cubicBezTo>
                  <a:close/>
                  <a:moveTo>
                    <a:pt x="5420" y="8664"/>
                  </a:moveTo>
                  <a:cubicBezTo>
                    <a:pt x="5861" y="8853"/>
                    <a:pt x="6333" y="9042"/>
                    <a:pt x="6774" y="9168"/>
                  </a:cubicBezTo>
                  <a:cubicBezTo>
                    <a:pt x="6774" y="9326"/>
                    <a:pt x="6680" y="9515"/>
                    <a:pt x="6617" y="9735"/>
                  </a:cubicBezTo>
                  <a:cubicBezTo>
                    <a:pt x="6302" y="10586"/>
                    <a:pt x="5861" y="11153"/>
                    <a:pt x="5451" y="11153"/>
                  </a:cubicBezTo>
                  <a:cubicBezTo>
                    <a:pt x="5388" y="11153"/>
                    <a:pt x="5262" y="11090"/>
                    <a:pt x="5136" y="11059"/>
                  </a:cubicBezTo>
                  <a:cubicBezTo>
                    <a:pt x="5136" y="11027"/>
                    <a:pt x="5199" y="10996"/>
                    <a:pt x="5199" y="10933"/>
                  </a:cubicBezTo>
                  <a:cubicBezTo>
                    <a:pt x="5262" y="10680"/>
                    <a:pt x="5231" y="10397"/>
                    <a:pt x="5073" y="10145"/>
                  </a:cubicBezTo>
                  <a:cubicBezTo>
                    <a:pt x="4916" y="9830"/>
                    <a:pt x="4601" y="9704"/>
                    <a:pt x="4254" y="9641"/>
                  </a:cubicBezTo>
                  <a:cubicBezTo>
                    <a:pt x="4191" y="9483"/>
                    <a:pt x="4128" y="9326"/>
                    <a:pt x="4096" y="9168"/>
                  </a:cubicBezTo>
                  <a:cubicBezTo>
                    <a:pt x="4506" y="9011"/>
                    <a:pt x="4947" y="8853"/>
                    <a:pt x="5420" y="8664"/>
                  </a:cubicBezTo>
                  <a:close/>
                  <a:moveTo>
                    <a:pt x="5420" y="0"/>
                  </a:moveTo>
                  <a:cubicBezTo>
                    <a:pt x="4727" y="0"/>
                    <a:pt x="4096" y="662"/>
                    <a:pt x="3624" y="1859"/>
                  </a:cubicBezTo>
                  <a:cubicBezTo>
                    <a:pt x="3529" y="2048"/>
                    <a:pt x="3498" y="2237"/>
                    <a:pt x="3403" y="2458"/>
                  </a:cubicBezTo>
                  <a:cubicBezTo>
                    <a:pt x="3246" y="2395"/>
                    <a:pt x="3151" y="2363"/>
                    <a:pt x="2994" y="2363"/>
                  </a:cubicBezTo>
                  <a:cubicBezTo>
                    <a:pt x="2962" y="1828"/>
                    <a:pt x="2521" y="1418"/>
                    <a:pt x="1954" y="1418"/>
                  </a:cubicBezTo>
                  <a:cubicBezTo>
                    <a:pt x="1387" y="1418"/>
                    <a:pt x="946" y="1891"/>
                    <a:pt x="946" y="2426"/>
                  </a:cubicBezTo>
                  <a:cubicBezTo>
                    <a:pt x="662" y="2552"/>
                    <a:pt x="473" y="2710"/>
                    <a:pt x="347" y="2962"/>
                  </a:cubicBezTo>
                  <a:cubicBezTo>
                    <a:pt x="1" y="3592"/>
                    <a:pt x="221" y="4443"/>
                    <a:pt x="1072" y="5419"/>
                  </a:cubicBezTo>
                  <a:cubicBezTo>
                    <a:pt x="1166" y="5577"/>
                    <a:pt x="1324" y="5766"/>
                    <a:pt x="1482" y="5892"/>
                  </a:cubicBezTo>
                  <a:cubicBezTo>
                    <a:pt x="1324" y="6049"/>
                    <a:pt x="1229" y="6207"/>
                    <a:pt x="1072" y="6364"/>
                  </a:cubicBezTo>
                  <a:cubicBezTo>
                    <a:pt x="221" y="7372"/>
                    <a:pt x="1" y="8223"/>
                    <a:pt x="347" y="8853"/>
                  </a:cubicBezTo>
                  <a:cubicBezTo>
                    <a:pt x="631" y="9326"/>
                    <a:pt x="1166" y="9578"/>
                    <a:pt x="2017" y="9578"/>
                  </a:cubicBezTo>
                  <a:cubicBezTo>
                    <a:pt x="2269" y="9578"/>
                    <a:pt x="2553" y="9515"/>
                    <a:pt x="2868" y="9483"/>
                  </a:cubicBezTo>
                  <a:lnTo>
                    <a:pt x="3466" y="9357"/>
                  </a:lnTo>
                  <a:cubicBezTo>
                    <a:pt x="3498" y="9515"/>
                    <a:pt x="3529" y="9704"/>
                    <a:pt x="3624" y="9798"/>
                  </a:cubicBezTo>
                  <a:cubicBezTo>
                    <a:pt x="3403" y="9956"/>
                    <a:pt x="3246" y="10145"/>
                    <a:pt x="3183" y="10397"/>
                  </a:cubicBezTo>
                  <a:cubicBezTo>
                    <a:pt x="3120" y="10680"/>
                    <a:pt x="3151" y="10933"/>
                    <a:pt x="3309" y="11185"/>
                  </a:cubicBezTo>
                  <a:cubicBezTo>
                    <a:pt x="3498" y="11500"/>
                    <a:pt x="3844" y="11689"/>
                    <a:pt x="4222" y="11689"/>
                  </a:cubicBezTo>
                  <a:cubicBezTo>
                    <a:pt x="4380" y="11689"/>
                    <a:pt x="4569" y="11657"/>
                    <a:pt x="4727" y="11531"/>
                  </a:cubicBezTo>
                  <a:cubicBezTo>
                    <a:pt x="4947" y="11689"/>
                    <a:pt x="5199" y="11815"/>
                    <a:pt x="5483" y="11815"/>
                  </a:cubicBezTo>
                  <a:cubicBezTo>
                    <a:pt x="6176" y="11815"/>
                    <a:pt x="6806" y="11153"/>
                    <a:pt x="7278" y="9956"/>
                  </a:cubicBezTo>
                  <a:cubicBezTo>
                    <a:pt x="7373" y="9767"/>
                    <a:pt x="7404" y="9578"/>
                    <a:pt x="7467" y="9357"/>
                  </a:cubicBezTo>
                  <a:cubicBezTo>
                    <a:pt x="7688" y="9420"/>
                    <a:pt x="7909" y="9452"/>
                    <a:pt x="8098" y="9483"/>
                  </a:cubicBezTo>
                  <a:cubicBezTo>
                    <a:pt x="8413" y="9515"/>
                    <a:pt x="8696" y="9578"/>
                    <a:pt x="8980" y="9578"/>
                  </a:cubicBezTo>
                  <a:cubicBezTo>
                    <a:pt x="9767" y="9578"/>
                    <a:pt x="10366" y="9326"/>
                    <a:pt x="10618" y="8853"/>
                  </a:cubicBezTo>
                  <a:cubicBezTo>
                    <a:pt x="10996" y="8223"/>
                    <a:pt x="10744" y="7372"/>
                    <a:pt x="9925" y="6364"/>
                  </a:cubicBezTo>
                  <a:cubicBezTo>
                    <a:pt x="9799" y="6207"/>
                    <a:pt x="9641" y="6049"/>
                    <a:pt x="9484" y="5892"/>
                  </a:cubicBezTo>
                  <a:cubicBezTo>
                    <a:pt x="9610" y="5797"/>
                    <a:pt x="9673" y="5671"/>
                    <a:pt x="9799" y="5577"/>
                  </a:cubicBezTo>
                  <a:cubicBezTo>
                    <a:pt x="9956" y="5671"/>
                    <a:pt x="10114" y="5703"/>
                    <a:pt x="10240" y="5703"/>
                  </a:cubicBezTo>
                  <a:cubicBezTo>
                    <a:pt x="10586" y="5703"/>
                    <a:pt x="10933" y="5514"/>
                    <a:pt x="11154" y="5199"/>
                  </a:cubicBezTo>
                  <a:cubicBezTo>
                    <a:pt x="11248" y="4915"/>
                    <a:pt x="11280" y="4663"/>
                    <a:pt x="11217" y="4380"/>
                  </a:cubicBezTo>
                  <a:cubicBezTo>
                    <a:pt x="11122" y="4096"/>
                    <a:pt x="10965" y="3875"/>
                    <a:pt x="10744" y="3749"/>
                  </a:cubicBezTo>
                  <a:cubicBezTo>
                    <a:pt x="10775" y="3466"/>
                    <a:pt x="10712" y="3182"/>
                    <a:pt x="10586" y="2962"/>
                  </a:cubicBezTo>
                  <a:cubicBezTo>
                    <a:pt x="10325" y="2486"/>
                    <a:pt x="9740" y="2262"/>
                    <a:pt x="8927" y="2262"/>
                  </a:cubicBezTo>
                  <a:cubicBezTo>
                    <a:pt x="8663" y="2262"/>
                    <a:pt x="8375" y="2285"/>
                    <a:pt x="8066" y="2332"/>
                  </a:cubicBezTo>
                  <a:cubicBezTo>
                    <a:pt x="7877" y="2363"/>
                    <a:pt x="7656" y="2395"/>
                    <a:pt x="7436" y="2458"/>
                  </a:cubicBezTo>
                  <a:cubicBezTo>
                    <a:pt x="7341" y="2237"/>
                    <a:pt x="7310" y="2017"/>
                    <a:pt x="7247" y="1859"/>
                  </a:cubicBezTo>
                  <a:cubicBezTo>
                    <a:pt x="6806" y="630"/>
                    <a:pt x="6144" y="0"/>
                    <a:pt x="54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05" name="Google Shape;15505;p82"/>
          <p:cNvGrpSpPr/>
          <p:nvPr/>
        </p:nvGrpSpPr>
        <p:grpSpPr>
          <a:xfrm>
            <a:off x="8286371" y="4452276"/>
            <a:ext cx="443285" cy="470907"/>
            <a:chOff x="-24330250" y="2340425"/>
            <a:chExt cx="278050" cy="295375"/>
          </a:xfrm>
        </p:grpSpPr>
        <p:sp>
          <p:nvSpPr>
            <p:cNvPr id="15506" name="Google Shape;15506;p82"/>
            <p:cNvSpPr/>
            <p:nvPr/>
          </p:nvSpPr>
          <p:spPr>
            <a:xfrm>
              <a:off x="-24330250" y="2340425"/>
              <a:ext cx="278050" cy="295375"/>
            </a:xfrm>
            <a:custGeom>
              <a:avLst/>
              <a:gdLst/>
              <a:ahLst/>
              <a:cxnLst/>
              <a:rect l="l" t="t" r="r" b="b"/>
              <a:pathLst>
                <a:path w="11122" h="11815" extrusionOk="0">
                  <a:moveTo>
                    <a:pt x="5577" y="693"/>
                  </a:moveTo>
                  <a:cubicBezTo>
                    <a:pt x="6711" y="693"/>
                    <a:pt x="7656" y="1638"/>
                    <a:pt x="7656" y="2804"/>
                  </a:cubicBezTo>
                  <a:lnTo>
                    <a:pt x="7656" y="3151"/>
                  </a:lnTo>
                  <a:cubicBezTo>
                    <a:pt x="7656" y="3340"/>
                    <a:pt x="7499" y="3497"/>
                    <a:pt x="7310" y="3497"/>
                  </a:cubicBezTo>
                  <a:lnTo>
                    <a:pt x="5924" y="3497"/>
                  </a:lnTo>
                  <a:lnTo>
                    <a:pt x="5924" y="3151"/>
                  </a:lnTo>
                  <a:cubicBezTo>
                    <a:pt x="5924" y="2962"/>
                    <a:pt x="5766" y="2804"/>
                    <a:pt x="5577" y="2804"/>
                  </a:cubicBezTo>
                  <a:cubicBezTo>
                    <a:pt x="5357" y="2804"/>
                    <a:pt x="5199" y="2962"/>
                    <a:pt x="5199" y="3151"/>
                  </a:cubicBezTo>
                  <a:lnTo>
                    <a:pt x="5199" y="3497"/>
                  </a:lnTo>
                  <a:lnTo>
                    <a:pt x="3844" y="3497"/>
                  </a:lnTo>
                  <a:cubicBezTo>
                    <a:pt x="3624" y="3497"/>
                    <a:pt x="3466" y="3340"/>
                    <a:pt x="3466" y="3151"/>
                  </a:cubicBezTo>
                  <a:lnTo>
                    <a:pt x="3466" y="2804"/>
                  </a:lnTo>
                  <a:cubicBezTo>
                    <a:pt x="3466" y="1638"/>
                    <a:pt x="4411" y="693"/>
                    <a:pt x="5577" y="693"/>
                  </a:cubicBezTo>
                  <a:close/>
                  <a:moveTo>
                    <a:pt x="8318" y="2867"/>
                  </a:moveTo>
                  <a:cubicBezTo>
                    <a:pt x="8728" y="2993"/>
                    <a:pt x="9043" y="3371"/>
                    <a:pt x="9043" y="3844"/>
                  </a:cubicBezTo>
                  <a:lnTo>
                    <a:pt x="9043" y="8727"/>
                  </a:lnTo>
                  <a:cubicBezTo>
                    <a:pt x="9043" y="9326"/>
                    <a:pt x="8570" y="9767"/>
                    <a:pt x="8003" y="9767"/>
                  </a:cubicBezTo>
                  <a:lnTo>
                    <a:pt x="5924" y="9767"/>
                  </a:lnTo>
                  <a:lnTo>
                    <a:pt x="5924" y="7309"/>
                  </a:lnTo>
                  <a:cubicBezTo>
                    <a:pt x="5924" y="7120"/>
                    <a:pt x="5766" y="6963"/>
                    <a:pt x="5577" y="6963"/>
                  </a:cubicBezTo>
                  <a:cubicBezTo>
                    <a:pt x="5357" y="6963"/>
                    <a:pt x="5199" y="7120"/>
                    <a:pt x="5199" y="7309"/>
                  </a:cubicBezTo>
                  <a:lnTo>
                    <a:pt x="5199" y="9767"/>
                  </a:lnTo>
                  <a:lnTo>
                    <a:pt x="3120" y="9767"/>
                  </a:lnTo>
                  <a:cubicBezTo>
                    <a:pt x="2521" y="9767"/>
                    <a:pt x="2112" y="9294"/>
                    <a:pt x="2112" y="8727"/>
                  </a:cubicBezTo>
                  <a:lnTo>
                    <a:pt x="2112" y="3844"/>
                  </a:lnTo>
                  <a:cubicBezTo>
                    <a:pt x="2112" y="3434"/>
                    <a:pt x="2364" y="3025"/>
                    <a:pt x="2805" y="2867"/>
                  </a:cubicBezTo>
                  <a:lnTo>
                    <a:pt x="2805" y="3151"/>
                  </a:lnTo>
                  <a:cubicBezTo>
                    <a:pt x="2805" y="3749"/>
                    <a:pt x="3277" y="4159"/>
                    <a:pt x="3844" y="4159"/>
                  </a:cubicBezTo>
                  <a:lnTo>
                    <a:pt x="7310" y="4159"/>
                  </a:lnTo>
                  <a:cubicBezTo>
                    <a:pt x="7877" y="4159"/>
                    <a:pt x="8318" y="3686"/>
                    <a:pt x="8318" y="3151"/>
                  </a:cubicBezTo>
                  <a:lnTo>
                    <a:pt x="8318" y="2867"/>
                  </a:lnTo>
                  <a:close/>
                  <a:moveTo>
                    <a:pt x="7972" y="693"/>
                  </a:moveTo>
                  <a:cubicBezTo>
                    <a:pt x="9326" y="693"/>
                    <a:pt x="10429" y="1796"/>
                    <a:pt x="10429" y="3151"/>
                  </a:cubicBezTo>
                  <a:lnTo>
                    <a:pt x="10429" y="8727"/>
                  </a:lnTo>
                  <a:lnTo>
                    <a:pt x="10397" y="8727"/>
                  </a:lnTo>
                  <a:cubicBezTo>
                    <a:pt x="10397" y="10082"/>
                    <a:pt x="9295" y="11184"/>
                    <a:pt x="7972" y="11184"/>
                  </a:cubicBezTo>
                  <a:lnTo>
                    <a:pt x="3120" y="11184"/>
                  </a:lnTo>
                  <a:cubicBezTo>
                    <a:pt x="1797" y="11184"/>
                    <a:pt x="694" y="10082"/>
                    <a:pt x="694" y="8727"/>
                  </a:cubicBezTo>
                  <a:lnTo>
                    <a:pt x="694" y="3151"/>
                  </a:lnTo>
                  <a:cubicBezTo>
                    <a:pt x="694" y="1796"/>
                    <a:pt x="1797" y="693"/>
                    <a:pt x="3120" y="693"/>
                  </a:cubicBezTo>
                  <a:lnTo>
                    <a:pt x="3718" y="693"/>
                  </a:lnTo>
                  <a:cubicBezTo>
                    <a:pt x="3277" y="1071"/>
                    <a:pt x="2994" y="1575"/>
                    <a:pt x="2868" y="2111"/>
                  </a:cubicBezTo>
                  <a:cubicBezTo>
                    <a:pt x="2017" y="2237"/>
                    <a:pt x="1387" y="2993"/>
                    <a:pt x="1387" y="3844"/>
                  </a:cubicBezTo>
                  <a:lnTo>
                    <a:pt x="1387" y="8727"/>
                  </a:lnTo>
                  <a:cubicBezTo>
                    <a:pt x="1387" y="9672"/>
                    <a:pt x="2175" y="10460"/>
                    <a:pt x="3120" y="10460"/>
                  </a:cubicBezTo>
                  <a:lnTo>
                    <a:pt x="7972" y="10460"/>
                  </a:lnTo>
                  <a:cubicBezTo>
                    <a:pt x="8917" y="10460"/>
                    <a:pt x="9704" y="9672"/>
                    <a:pt x="9704" y="8727"/>
                  </a:cubicBezTo>
                  <a:lnTo>
                    <a:pt x="9704" y="3844"/>
                  </a:lnTo>
                  <a:cubicBezTo>
                    <a:pt x="9704" y="2993"/>
                    <a:pt x="9074" y="2237"/>
                    <a:pt x="8255" y="2111"/>
                  </a:cubicBezTo>
                  <a:cubicBezTo>
                    <a:pt x="8098" y="1575"/>
                    <a:pt x="7814" y="1071"/>
                    <a:pt x="7373" y="693"/>
                  </a:cubicBezTo>
                  <a:close/>
                  <a:moveTo>
                    <a:pt x="3120" y="0"/>
                  </a:moveTo>
                  <a:cubicBezTo>
                    <a:pt x="1387" y="0"/>
                    <a:pt x="1" y="1418"/>
                    <a:pt x="1" y="3119"/>
                  </a:cubicBezTo>
                  <a:lnTo>
                    <a:pt x="1" y="8695"/>
                  </a:lnTo>
                  <a:cubicBezTo>
                    <a:pt x="1" y="10428"/>
                    <a:pt x="1418" y="11814"/>
                    <a:pt x="3120" y="11814"/>
                  </a:cubicBezTo>
                  <a:lnTo>
                    <a:pt x="7972" y="11814"/>
                  </a:lnTo>
                  <a:cubicBezTo>
                    <a:pt x="9704" y="11814"/>
                    <a:pt x="11091" y="10397"/>
                    <a:pt x="11091" y="8695"/>
                  </a:cubicBezTo>
                  <a:lnTo>
                    <a:pt x="11091" y="3119"/>
                  </a:lnTo>
                  <a:cubicBezTo>
                    <a:pt x="11122" y="1418"/>
                    <a:pt x="9704" y="0"/>
                    <a:pt x="79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7" name="Google Shape;15507;p82"/>
            <p:cNvSpPr/>
            <p:nvPr/>
          </p:nvSpPr>
          <p:spPr>
            <a:xfrm>
              <a:off x="-24225500" y="2375850"/>
              <a:ext cx="68550" cy="34700"/>
            </a:xfrm>
            <a:custGeom>
              <a:avLst/>
              <a:gdLst/>
              <a:ahLst/>
              <a:cxnLst/>
              <a:rect l="l" t="t" r="r" b="b"/>
              <a:pathLst>
                <a:path w="2742" h="1388" extrusionOk="0">
                  <a:moveTo>
                    <a:pt x="1387" y="1"/>
                  </a:moveTo>
                  <a:cubicBezTo>
                    <a:pt x="789" y="1"/>
                    <a:pt x="284" y="347"/>
                    <a:pt x="64" y="914"/>
                  </a:cubicBezTo>
                  <a:cubicBezTo>
                    <a:pt x="1" y="1103"/>
                    <a:pt x="64" y="1293"/>
                    <a:pt x="284" y="1324"/>
                  </a:cubicBezTo>
                  <a:cubicBezTo>
                    <a:pt x="330" y="1347"/>
                    <a:pt x="375" y="1357"/>
                    <a:pt x="418" y="1357"/>
                  </a:cubicBezTo>
                  <a:cubicBezTo>
                    <a:pt x="555" y="1357"/>
                    <a:pt x="670" y="1255"/>
                    <a:pt x="694" y="1135"/>
                  </a:cubicBezTo>
                  <a:cubicBezTo>
                    <a:pt x="789" y="851"/>
                    <a:pt x="1072" y="662"/>
                    <a:pt x="1387" y="662"/>
                  </a:cubicBezTo>
                  <a:cubicBezTo>
                    <a:pt x="1639" y="662"/>
                    <a:pt x="1923" y="851"/>
                    <a:pt x="2049" y="1135"/>
                  </a:cubicBezTo>
                  <a:cubicBezTo>
                    <a:pt x="2080" y="1293"/>
                    <a:pt x="2238" y="1387"/>
                    <a:pt x="2364" y="1387"/>
                  </a:cubicBezTo>
                  <a:cubicBezTo>
                    <a:pt x="2395" y="1387"/>
                    <a:pt x="2427" y="1387"/>
                    <a:pt x="2490" y="1324"/>
                  </a:cubicBezTo>
                  <a:cubicBezTo>
                    <a:pt x="2679" y="1261"/>
                    <a:pt x="2742" y="1072"/>
                    <a:pt x="2679" y="914"/>
                  </a:cubicBezTo>
                  <a:cubicBezTo>
                    <a:pt x="2490" y="347"/>
                    <a:pt x="1954" y="1"/>
                    <a:pt x="13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8" name="Google Shape;15508;p82"/>
            <p:cNvSpPr/>
            <p:nvPr/>
          </p:nvSpPr>
          <p:spPr>
            <a:xfrm>
              <a:off x="-24260925" y="2462500"/>
              <a:ext cx="138650" cy="17350"/>
            </a:xfrm>
            <a:custGeom>
              <a:avLst/>
              <a:gdLst/>
              <a:ahLst/>
              <a:cxnLst/>
              <a:rect l="l" t="t" r="r" b="b"/>
              <a:pathLst>
                <a:path w="5546" h="694" extrusionOk="0">
                  <a:moveTo>
                    <a:pt x="347" y="0"/>
                  </a:moveTo>
                  <a:cubicBezTo>
                    <a:pt x="158" y="0"/>
                    <a:pt x="0" y="158"/>
                    <a:pt x="0" y="347"/>
                  </a:cubicBezTo>
                  <a:cubicBezTo>
                    <a:pt x="0" y="536"/>
                    <a:pt x="158" y="693"/>
                    <a:pt x="347" y="693"/>
                  </a:cubicBezTo>
                  <a:lnTo>
                    <a:pt x="5199" y="693"/>
                  </a:lnTo>
                  <a:cubicBezTo>
                    <a:pt x="5388" y="693"/>
                    <a:pt x="5545" y="536"/>
                    <a:pt x="5545" y="347"/>
                  </a:cubicBezTo>
                  <a:cubicBezTo>
                    <a:pt x="5545" y="158"/>
                    <a:pt x="5388" y="0"/>
                    <a:pt x="51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9" name="Google Shape;15509;p82"/>
            <p:cNvSpPr/>
            <p:nvPr/>
          </p:nvSpPr>
          <p:spPr>
            <a:xfrm>
              <a:off x="-24260150" y="2515275"/>
              <a:ext cx="43350" cy="18125"/>
            </a:xfrm>
            <a:custGeom>
              <a:avLst/>
              <a:gdLst/>
              <a:ahLst/>
              <a:cxnLst/>
              <a:rect l="l" t="t" r="r" b="b"/>
              <a:pathLst>
                <a:path w="1734" h="725" extrusionOk="0">
                  <a:moveTo>
                    <a:pt x="347" y="0"/>
                  </a:moveTo>
                  <a:cubicBezTo>
                    <a:pt x="158" y="0"/>
                    <a:pt x="1" y="158"/>
                    <a:pt x="1" y="378"/>
                  </a:cubicBezTo>
                  <a:cubicBezTo>
                    <a:pt x="1" y="567"/>
                    <a:pt x="158" y="725"/>
                    <a:pt x="347" y="725"/>
                  </a:cubicBezTo>
                  <a:lnTo>
                    <a:pt x="1387" y="725"/>
                  </a:lnTo>
                  <a:cubicBezTo>
                    <a:pt x="1576" y="725"/>
                    <a:pt x="1733" y="567"/>
                    <a:pt x="1733" y="378"/>
                  </a:cubicBezTo>
                  <a:cubicBezTo>
                    <a:pt x="1702" y="158"/>
                    <a:pt x="1544"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0" name="Google Shape;15510;p82"/>
            <p:cNvSpPr/>
            <p:nvPr/>
          </p:nvSpPr>
          <p:spPr>
            <a:xfrm>
              <a:off x="-24260925" y="2549925"/>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1" name="Google Shape;15511;p82"/>
            <p:cNvSpPr/>
            <p:nvPr/>
          </p:nvSpPr>
          <p:spPr>
            <a:xfrm>
              <a:off x="-24165625" y="2515275"/>
              <a:ext cx="43350" cy="18125"/>
            </a:xfrm>
            <a:custGeom>
              <a:avLst/>
              <a:gdLst/>
              <a:ahLst/>
              <a:cxnLst/>
              <a:rect l="l" t="t" r="r" b="b"/>
              <a:pathLst>
                <a:path w="1734" h="725" extrusionOk="0">
                  <a:moveTo>
                    <a:pt x="378" y="0"/>
                  </a:moveTo>
                  <a:cubicBezTo>
                    <a:pt x="158" y="0"/>
                    <a:pt x="0" y="158"/>
                    <a:pt x="0" y="378"/>
                  </a:cubicBezTo>
                  <a:cubicBezTo>
                    <a:pt x="0" y="567"/>
                    <a:pt x="158" y="725"/>
                    <a:pt x="378" y="725"/>
                  </a:cubicBezTo>
                  <a:lnTo>
                    <a:pt x="1387" y="725"/>
                  </a:lnTo>
                  <a:cubicBezTo>
                    <a:pt x="1576" y="725"/>
                    <a:pt x="1733" y="567"/>
                    <a:pt x="1733" y="378"/>
                  </a:cubicBezTo>
                  <a:cubicBezTo>
                    <a:pt x="1733" y="158"/>
                    <a:pt x="1576"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2" name="Google Shape;15512;p82"/>
            <p:cNvSpPr/>
            <p:nvPr/>
          </p:nvSpPr>
          <p:spPr>
            <a:xfrm>
              <a:off x="-24157750" y="25499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13" name="Google Shape;15513;p82"/>
          <p:cNvGrpSpPr/>
          <p:nvPr/>
        </p:nvGrpSpPr>
        <p:grpSpPr>
          <a:xfrm>
            <a:off x="8272560" y="5040560"/>
            <a:ext cx="470907" cy="470907"/>
            <a:chOff x="-24338900" y="2710600"/>
            <a:chExt cx="295375" cy="295375"/>
          </a:xfrm>
        </p:grpSpPr>
        <p:sp>
          <p:nvSpPr>
            <p:cNvPr id="15514" name="Google Shape;15514;p82"/>
            <p:cNvSpPr/>
            <p:nvPr/>
          </p:nvSpPr>
          <p:spPr>
            <a:xfrm>
              <a:off x="-24250700" y="2816925"/>
              <a:ext cx="123675" cy="103200"/>
            </a:xfrm>
            <a:custGeom>
              <a:avLst/>
              <a:gdLst/>
              <a:ahLst/>
              <a:cxnLst/>
              <a:rect l="l" t="t" r="r" b="b"/>
              <a:pathLst>
                <a:path w="4947" h="4128" extrusionOk="0">
                  <a:moveTo>
                    <a:pt x="3403" y="662"/>
                  </a:moveTo>
                  <a:cubicBezTo>
                    <a:pt x="3813" y="662"/>
                    <a:pt x="4128" y="977"/>
                    <a:pt x="4128" y="1387"/>
                  </a:cubicBezTo>
                  <a:cubicBezTo>
                    <a:pt x="4128" y="1922"/>
                    <a:pt x="3561" y="2363"/>
                    <a:pt x="2710" y="3025"/>
                  </a:cubicBezTo>
                  <a:cubicBezTo>
                    <a:pt x="2584" y="3119"/>
                    <a:pt x="2490" y="3182"/>
                    <a:pt x="2395" y="3309"/>
                  </a:cubicBezTo>
                  <a:cubicBezTo>
                    <a:pt x="2269" y="3214"/>
                    <a:pt x="2143" y="3151"/>
                    <a:pt x="2080" y="3025"/>
                  </a:cubicBezTo>
                  <a:cubicBezTo>
                    <a:pt x="1198" y="2363"/>
                    <a:pt x="662" y="1891"/>
                    <a:pt x="662" y="1387"/>
                  </a:cubicBezTo>
                  <a:cubicBezTo>
                    <a:pt x="662" y="946"/>
                    <a:pt x="977" y="662"/>
                    <a:pt x="1355" y="662"/>
                  </a:cubicBezTo>
                  <a:cubicBezTo>
                    <a:pt x="1860" y="662"/>
                    <a:pt x="2080" y="1229"/>
                    <a:pt x="2080" y="1261"/>
                  </a:cubicBezTo>
                  <a:cubicBezTo>
                    <a:pt x="2112" y="1418"/>
                    <a:pt x="2238" y="1481"/>
                    <a:pt x="2395" y="1481"/>
                  </a:cubicBezTo>
                  <a:cubicBezTo>
                    <a:pt x="2553" y="1481"/>
                    <a:pt x="2647" y="1355"/>
                    <a:pt x="2710" y="1261"/>
                  </a:cubicBezTo>
                  <a:cubicBezTo>
                    <a:pt x="2710" y="1229"/>
                    <a:pt x="2899" y="662"/>
                    <a:pt x="3403" y="662"/>
                  </a:cubicBezTo>
                  <a:close/>
                  <a:moveTo>
                    <a:pt x="1355" y="1"/>
                  </a:moveTo>
                  <a:cubicBezTo>
                    <a:pt x="568" y="1"/>
                    <a:pt x="1" y="631"/>
                    <a:pt x="1" y="1418"/>
                  </a:cubicBezTo>
                  <a:cubicBezTo>
                    <a:pt x="1" y="2269"/>
                    <a:pt x="694" y="2836"/>
                    <a:pt x="1671" y="3624"/>
                  </a:cubicBezTo>
                  <a:cubicBezTo>
                    <a:pt x="1828" y="3750"/>
                    <a:pt x="2049" y="3907"/>
                    <a:pt x="2238" y="4065"/>
                  </a:cubicBezTo>
                  <a:cubicBezTo>
                    <a:pt x="2301" y="4096"/>
                    <a:pt x="2395" y="4128"/>
                    <a:pt x="2458" y="4128"/>
                  </a:cubicBezTo>
                  <a:cubicBezTo>
                    <a:pt x="2553" y="4128"/>
                    <a:pt x="2616" y="4096"/>
                    <a:pt x="2710" y="4065"/>
                  </a:cubicBezTo>
                  <a:cubicBezTo>
                    <a:pt x="2899" y="3907"/>
                    <a:pt x="3057" y="3718"/>
                    <a:pt x="3246" y="3624"/>
                  </a:cubicBezTo>
                  <a:cubicBezTo>
                    <a:pt x="4254" y="2836"/>
                    <a:pt x="4947" y="2269"/>
                    <a:pt x="4947" y="1418"/>
                  </a:cubicBezTo>
                  <a:cubicBezTo>
                    <a:pt x="4821" y="599"/>
                    <a:pt x="4191" y="1"/>
                    <a:pt x="3403" y="1"/>
                  </a:cubicBezTo>
                  <a:cubicBezTo>
                    <a:pt x="3025" y="1"/>
                    <a:pt x="2616" y="158"/>
                    <a:pt x="2395" y="505"/>
                  </a:cubicBezTo>
                  <a:cubicBezTo>
                    <a:pt x="2112" y="190"/>
                    <a:pt x="1765" y="1"/>
                    <a:pt x="135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5" name="Google Shape;15515;p82"/>
            <p:cNvSpPr/>
            <p:nvPr/>
          </p:nvSpPr>
          <p:spPr>
            <a:xfrm>
              <a:off x="-24338900" y="2710600"/>
              <a:ext cx="295375" cy="295375"/>
            </a:xfrm>
            <a:custGeom>
              <a:avLst/>
              <a:gdLst/>
              <a:ahLst/>
              <a:cxnLst/>
              <a:rect l="l" t="t" r="r" b="b"/>
              <a:pathLst>
                <a:path w="11815" h="11815" extrusionOk="0">
                  <a:moveTo>
                    <a:pt x="7341" y="725"/>
                  </a:moveTo>
                  <a:cubicBezTo>
                    <a:pt x="7530" y="725"/>
                    <a:pt x="7687" y="882"/>
                    <a:pt x="7687" y="1103"/>
                  </a:cubicBezTo>
                  <a:lnTo>
                    <a:pt x="7687" y="3844"/>
                  </a:lnTo>
                  <a:cubicBezTo>
                    <a:pt x="7687" y="4033"/>
                    <a:pt x="7845" y="4222"/>
                    <a:pt x="8034" y="4222"/>
                  </a:cubicBezTo>
                  <a:lnTo>
                    <a:pt x="10806" y="4222"/>
                  </a:lnTo>
                  <a:cubicBezTo>
                    <a:pt x="10995" y="4222"/>
                    <a:pt x="11153" y="4380"/>
                    <a:pt x="11153" y="4569"/>
                  </a:cubicBezTo>
                  <a:lnTo>
                    <a:pt x="11153" y="7309"/>
                  </a:lnTo>
                  <a:cubicBezTo>
                    <a:pt x="11153" y="7530"/>
                    <a:pt x="10995" y="7688"/>
                    <a:pt x="10806" y="7688"/>
                  </a:cubicBezTo>
                  <a:lnTo>
                    <a:pt x="8034" y="7688"/>
                  </a:lnTo>
                  <a:cubicBezTo>
                    <a:pt x="7845" y="7688"/>
                    <a:pt x="7687" y="7845"/>
                    <a:pt x="7687" y="8034"/>
                  </a:cubicBezTo>
                  <a:lnTo>
                    <a:pt x="7687" y="10775"/>
                  </a:lnTo>
                  <a:cubicBezTo>
                    <a:pt x="7687" y="10996"/>
                    <a:pt x="7530" y="11153"/>
                    <a:pt x="7341" y="11153"/>
                  </a:cubicBezTo>
                  <a:lnTo>
                    <a:pt x="4568" y="11153"/>
                  </a:lnTo>
                  <a:cubicBezTo>
                    <a:pt x="4379" y="11153"/>
                    <a:pt x="4222" y="10996"/>
                    <a:pt x="4222" y="10775"/>
                  </a:cubicBezTo>
                  <a:lnTo>
                    <a:pt x="4222" y="8034"/>
                  </a:lnTo>
                  <a:cubicBezTo>
                    <a:pt x="4222" y="7845"/>
                    <a:pt x="4064" y="7688"/>
                    <a:pt x="3875" y="7688"/>
                  </a:cubicBezTo>
                  <a:lnTo>
                    <a:pt x="1103" y="7688"/>
                  </a:lnTo>
                  <a:cubicBezTo>
                    <a:pt x="914" y="7688"/>
                    <a:pt x="756" y="7530"/>
                    <a:pt x="756" y="7309"/>
                  </a:cubicBezTo>
                  <a:lnTo>
                    <a:pt x="756" y="4569"/>
                  </a:lnTo>
                  <a:cubicBezTo>
                    <a:pt x="756" y="4380"/>
                    <a:pt x="914" y="4222"/>
                    <a:pt x="1103" y="4222"/>
                  </a:cubicBezTo>
                  <a:lnTo>
                    <a:pt x="3875" y="4222"/>
                  </a:lnTo>
                  <a:cubicBezTo>
                    <a:pt x="4064" y="4222"/>
                    <a:pt x="4222" y="4033"/>
                    <a:pt x="4222" y="3844"/>
                  </a:cubicBezTo>
                  <a:lnTo>
                    <a:pt x="4222" y="1103"/>
                  </a:lnTo>
                  <a:cubicBezTo>
                    <a:pt x="4222" y="882"/>
                    <a:pt x="4379" y="725"/>
                    <a:pt x="4568" y="725"/>
                  </a:cubicBezTo>
                  <a:close/>
                  <a:moveTo>
                    <a:pt x="4537" y="0"/>
                  </a:moveTo>
                  <a:cubicBezTo>
                    <a:pt x="3938" y="0"/>
                    <a:pt x="3466" y="473"/>
                    <a:pt x="3466" y="1072"/>
                  </a:cubicBezTo>
                  <a:lnTo>
                    <a:pt x="3466" y="3466"/>
                  </a:lnTo>
                  <a:lnTo>
                    <a:pt x="1071" y="3466"/>
                  </a:lnTo>
                  <a:cubicBezTo>
                    <a:pt x="473" y="3466"/>
                    <a:pt x="0" y="3938"/>
                    <a:pt x="0" y="4537"/>
                  </a:cubicBezTo>
                  <a:lnTo>
                    <a:pt x="0" y="7278"/>
                  </a:lnTo>
                  <a:cubicBezTo>
                    <a:pt x="0" y="7877"/>
                    <a:pt x="473" y="8349"/>
                    <a:pt x="1071" y="8349"/>
                  </a:cubicBezTo>
                  <a:lnTo>
                    <a:pt x="3466" y="8349"/>
                  </a:lnTo>
                  <a:lnTo>
                    <a:pt x="3466" y="10743"/>
                  </a:lnTo>
                  <a:cubicBezTo>
                    <a:pt x="3466" y="11342"/>
                    <a:pt x="3938" y="11815"/>
                    <a:pt x="4537" y="11815"/>
                  </a:cubicBezTo>
                  <a:lnTo>
                    <a:pt x="7309" y="11815"/>
                  </a:lnTo>
                  <a:cubicBezTo>
                    <a:pt x="7876" y="11815"/>
                    <a:pt x="8349" y="11342"/>
                    <a:pt x="8349" y="10743"/>
                  </a:cubicBezTo>
                  <a:lnTo>
                    <a:pt x="8349" y="8349"/>
                  </a:lnTo>
                  <a:lnTo>
                    <a:pt x="10743" y="8349"/>
                  </a:lnTo>
                  <a:cubicBezTo>
                    <a:pt x="11342" y="8349"/>
                    <a:pt x="11815" y="7877"/>
                    <a:pt x="11815" y="7278"/>
                  </a:cubicBezTo>
                  <a:lnTo>
                    <a:pt x="11815" y="4537"/>
                  </a:lnTo>
                  <a:cubicBezTo>
                    <a:pt x="11815" y="3938"/>
                    <a:pt x="11342" y="3466"/>
                    <a:pt x="10743" y="3466"/>
                  </a:cubicBezTo>
                  <a:lnTo>
                    <a:pt x="8349" y="3466"/>
                  </a:lnTo>
                  <a:lnTo>
                    <a:pt x="8349" y="1072"/>
                  </a:lnTo>
                  <a:cubicBezTo>
                    <a:pt x="8349" y="473"/>
                    <a:pt x="7876" y="0"/>
                    <a:pt x="73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16" name="Google Shape;15516;p82"/>
          <p:cNvGrpSpPr/>
          <p:nvPr/>
        </p:nvGrpSpPr>
        <p:grpSpPr>
          <a:xfrm>
            <a:off x="10660560" y="4453073"/>
            <a:ext cx="473417" cy="469312"/>
            <a:chOff x="-22859750" y="2335900"/>
            <a:chExt cx="296950" cy="294375"/>
          </a:xfrm>
        </p:grpSpPr>
        <p:sp>
          <p:nvSpPr>
            <p:cNvPr id="15517" name="Google Shape;15517;p82"/>
            <p:cNvSpPr/>
            <p:nvPr/>
          </p:nvSpPr>
          <p:spPr>
            <a:xfrm>
              <a:off x="-22859750" y="2335900"/>
              <a:ext cx="296950" cy="294375"/>
            </a:xfrm>
            <a:custGeom>
              <a:avLst/>
              <a:gdLst/>
              <a:ahLst/>
              <a:cxnLst/>
              <a:rect l="l" t="t" r="r" b="b"/>
              <a:pathLst>
                <a:path w="11878" h="11775" extrusionOk="0">
                  <a:moveTo>
                    <a:pt x="7306" y="663"/>
                  </a:moveTo>
                  <a:cubicBezTo>
                    <a:pt x="7389" y="663"/>
                    <a:pt x="7475" y="671"/>
                    <a:pt x="7562" y="685"/>
                  </a:cubicBezTo>
                  <a:cubicBezTo>
                    <a:pt x="7814" y="780"/>
                    <a:pt x="8034" y="937"/>
                    <a:pt x="8192" y="1126"/>
                  </a:cubicBezTo>
                  <a:cubicBezTo>
                    <a:pt x="7908" y="1189"/>
                    <a:pt x="7656" y="1347"/>
                    <a:pt x="7467" y="1567"/>
                  </a:cubicBezTo>
                  <a:cubicBezTo>
                    <a:pt x="7341" y="1662"/>
                    <a:pt x="7341" y="1914"/>
                    <a:pt x="7467" y="2008"/>
                  </a:cubicBezTo>
                  <a:cubicBezTo>
                    <a:pt x="7530" y="2071"/>
                    <a:pt x="7617" y="2103"/>
                    <a:pt x="7703" y="2103"/>
                  </a:cubicBezTo>
                  <a:cubicBezTo>
                    <a:pt x="7790" y="2103"/>
                    <a:pt x="7877" y="2071"/>
                    <a:pt x="7940" y="2008"/>
                  </a:cubicBezTo>
                  <a:cubicBezTo>
                    <a:pt x="8129" y="1819"/>
                    <a:pt x="8412" y="1693"/>
                    <a:pt x="8696" y="1693"/>
                  </a:cubicBezTo>
                  <a:cubicBezTo>
                    <a:pt x="8979" y="1693"/>
                    <a:pt x="9231" y="1819"/>
                    <a:pt x="9452" y="2008"/>
                  </a:cubicBezTo>
                  <a:cubicBezTo>
                    <a:pt x="9767" y="2355"/>
                    <a:pt x="9830" y="2764"/>
                    <a:pt x="9673" y="3174"/>
                  </a:cubicBezTo>
                  <a:cubicBezTo>
                    <a:pt x="9389" y="3237"/>
                    <a:pt x="9137" y="3395"/>
                    <a:pt x="8885" y="3584"/>
                  </a:cubicBezTo>
                  <a:cubicBezTo>
                    <a:pt x="8759" y="3710"/>
                    <a:pt x="8759" y="3962"/>
                    <a:pt x="8885" y="4056"/>
                  </a:cubicBezTo>
                  <a:cubicBezTo>
                    <a:pt x="8948" y="4119"/>
                    <a:pt x="9035" y="4151"/>
                    <a:pt x="9121" y="4151"/>
                  </a:cubicBezTo>
                  <a:cubicBezTo>
                    <a:pt x="9208" y="4151"/>
                    <a:pt x="9294" y="4119"/>
                    <a:pt x="9358" y="4056"/>
                  </a:cubicBezTo>
                  <a:cubicBezTo>
                    <a:pt x="9547" y="3867"/>
                    <a:pt x="9830" y="3741"/>
                    <a:pt x="10114" y="3741"/>
                  </a:cubicBezTo>
                  <a:cubicBezTo>
                    <a:pt x="10397" y="3741"/>
                    <a:pt x="10649" y="3867"/>
                    <a:pt x="10870" y="4056"/>
                  </a:cubicBezTo>
                  <a:cubicBezTo>
                    <a:pt x="11059" y="4277"/>
                    <a:pt x="11185" y="4529"/>
                    <a:pt x="11185" y="4812"/>
                  </a:cubicBezTo>
                  <a:cubicBezTo>
                    <a:pt x="11185" y="5096"/>
                    <a:pt x="11059" y="5379"/>
                    <a:pt x="10870" y="5568"/>
                  </a:cubicBezTo>
                  <a:cubicBezTo>
                    <a:pt x="10649" y="5757"/>
                    <a:pt x="10397" y="5883"/>
                    <a:pt x="10114" y="5883"/>
                  </a:cubicBezTo>
                  <a:cubicBezTo>
                    <a:pt x="9925" y="5883"/>
                    <a:pt x="9767" y="6041"/>
                    <a:pt x="9767" y="6230"/>
                  </a:cubicBezTo>
                  <a:cubicBezTo>
                    <a:pt x="9767" y="6451"/>
                    <a:pt x="9925" y="6608"/>
                    <a:pt x="10114" y="6608"/>
                  </a:cubicBezTo>
                  <a:cubicBezTo>
                    <a:pt x="10429" y="6608"/>
                    <a:pt x="10712" y="6514"/>
                    <a:pt x="10964" y="6356"/>
                  </a:cubicBezTo>
                  <a:cubicBezTo>
                    <a:pt x="11090" y="6514"/>
                    <a:pt x="11122" y="6703"/>
                    <a:pt x="11122" y="6955"/>
                  </a:cubicBezTo>
                  <a:cubicBezTo>
                    <a:pt x="11122" y="7270"/>
                    <a:pt x="11027" y="7553"/>
                    <a:pt x="10807" y="7742"/>
                  </a:cubicBezTo>
                  <a:cubicBezTo>
                    <a:pt x="10618" y="7931"/>
                    <a:pt x="10366" y="8057"/>
                    <a:pt x="10082" y="8057"/>
                  </a:cubicBezTo>
                  <a:cubicBezTo>
                    <a:pt x="9799" y="8057"/>
                    <a:pt x="9515" y="7931"/>
                    <a:pt x="9326" y="7742"/>
                  </a:cubicBezTo>
                  <a:cubicBezTo>
                    <a:pt x="9137" y="7553"/>
                    <a:pt x="9011" y="7270"/>
                    <a:pt x="9011" y="6986"/>
                  </a:cubicBezTo>
                  <a:cubicBezTo>
                    <a:pt x="9011" y="6703"/>
                    <a:pt x="9137" y="6419"/>
                    <a:pt x="9326" y="6230"/>
                  </a:cubicBezTo>
                  <a:cubicBezTo>
                    <a:pt x="9452" y="6104"/>
                    <a:pt x="9452" y="5883"/>
                    <a:pt x="9326" y="5757"/>
                  </a:cubicBezTo>
                  <a:cubicBezTo>
                    <a:pt x="9263" y="5694"/>
                    <a:pt x="9176" y="5663"/>
                    <a:pt x="9090" y="5663"/>
                  </a:cubicBezTo>
                  <a:cubicBezTo>
                    <a:pt x="9003" y="5663"/>
                    <a:pt x="8916" y="5694"/>
                    <a:pt x="8853" y="5757"/>
                  </a:cubicBezTo>
                  <a:cubicBezTo>
                    <a:pt x="8538" y="6072"/>
                    <a:pt x="8349" y="6514"/>
                    <a:pt x="8349" y="6986"/>
                  </a:cubicBezTo>
                  <a:cubicBezTo>
                    <a:pt x="8349" y="7112"/>
                    <a:pt x="8349" y="7207"/>
                    <a:pt x="8381" y="7333"/>
                  </a:cubicBezTo>
                  <a:cubicBezTo>
                    <a:pt x="7562" y="7459"/>
                    <a:pt x="6932" y="8215"/>
                    <a:pt x="6932" y="9034"/>
                  </a:cubicBezTo>
                  <a:cubicBezTo>
                    <a:pt x="6932" y="9223"/>
                    <a:pt x="7089" y="9381"/>
                    <a:pt x="7278" y="9381"/>
                  </a:cubicBezTo>
                  <a:cubicBezTo>
                    <a:pt x="7467" y="9381"/>
                    <a:pt x="7625" y="9223"/>
                    <a:pt x="7625" y="9034"/>
                  </a:cubicBezTo>
                  <a:cubicBezTo>
                    <a:pt x="7625" y="8435"/>
                    <a:pt x="8097" y="8026"/>
                    <a:pt x="8664" y="8026"/>
                  </a:cubicBezTo>
                  <a:lnTo>
                    <a:pt x="8696" y="8026"/>
                  </a:lnTo>
                  <a:cubicBezTo>
                    <a:pt x="8727" y="8089"/>
                    <a:pt x="8822" y="8120"/>
                    <a:pt x="8853" y="8215"/>
                  </a:cubicBezTo>
                  <a:cubicBezTo>
                    <a:pt x="9074" y="8435"/>
                    <a:pt x="9326" y="8561"/>
                    <a:pt x="9641" y="8656"/>
                  </a:cubicBezTo>
                  <a:cubicBezTo>
                    <a:pt x="9673" y="8750"/>
                    <a:pt x="9704" y="8908"/>
                    <a:pt x="9704" y="9034"/>
                  </a:cubicBezTo>
                  <a:cubicBezTo>
                    <a:pt x="9704" y="9507"/>
                    <a:pt x="9452" y="9853"/>
                    <a:pt x="9011" y="10011"/>
                  </a:cubicBezTo>
                  <a:cubicBezTo>
                    <a:pt x="8979" y="9853"/>
                    <a:pt x="8853" y="9759"/>
                    <a:pt x="8664" y="9759"/>
                  </a:cubicBezTo>
                  <a:cubicBezTo>
                    <a:pt x="8444" y="9759"/>
                    <a:pt x="8286" y="9916"/>
                    <a:pt x="8286" y="10105"/>
                  </a:cubicBezTo>
                  <a:cubicBezTo>
                    <a:pt x="8286" y="10704"/>
                    <a:pt x="7814" y="11113"/>
                    <a:pt x="7278" y="11113"/>
                  </a:cubicBezTo>
                  <a:cubicBezTo>
                    <a:pt x="6711" y="11113"/>
                    <a:pt x="6239" y="10641"/>
                    <a:pt x="6239" y="10105"/>
                  </a:cubicBezTo>
                  <a:lnTo>
                    <a:pt x="6239" y="6640"/>
                  </a:lnTo>
                  <a:cubicBezTo>
                    <a:pt x="6522" y="6860"/>
                    <a:pt x="6932" y="6986"/>
                    <a:pt x="7278" y="6986"/>
                  </a:cubicBezTo>
                  <a:cubicBezTo>
                    <a:pt x="7467" y="6986"/>
                    <a:pt x="7625" y="6829"/>
                    <a:pt x="7625" y="6640"/>
                  </a:cubicBezTo>
                  <a:cubicBezTo>
                    <a:pt x="7625" y="6451"/>
                    <a:pt x="7467" y="6293"/>
                    <a:pt x="7278" y="6293"/>
                  </a:cubicBezTo>
                  <a:cubicBezTo>
                    <a:pt x="6680" y="6293"/>
                    <a:pt x="6239" y="5820"/>
                    <a:pt x="6239" y="5253"/>
                  </a:cubicBezTo>
                  <a:lnTo>
                    <a:pt x="6239" y="1788"/>
                  </a:lnTo>
                  <a:lnTo>
                    <a:pt x="6239" y="1756"/>
                  </a:lnTo>
                  <a:lnTo>
                    <a:pt x="6239" y="1725"/>
                  </a:lnTo>
                  <a:cubicBezTo>
                    <a:pt x="6239" y="1441"/>
                    <a:pt x="6365" y="1158"/>
                    <a:pt x="6554" y="969"/>
                  </a:cubicBezTo>
                  <a:cubicBezTo>
                    <a:pt x="6772" y="750"/>
                    <a:pt x="7027" y="663"/>
                    <a:pt x="7306" y="663"/>
                  </a:cubicBezTo>
                  <a:close/>
                  <a:moveTo>
                    <a:pt x="4492" y="726"/>
                  </a:moveTo>
                  <a:cubicBezTo>
                    <a:pt x="4756" y="726"/>
                    <a:pt x="5012" y="813"/>
                    <a:pt x="5230" y="1032"/>
                  </a:cubicBezTo>
                  <a:cubicBezTo>
                    <a:pt x="5419" y="1221"/>
                    <a:pt x="5545" y="1504"/>
                    <a:pt x="5545" y="1788"/>
                  </a:cubicBezTo>
                  <a:lnTo>
                    <a:pt x="5545" y="1819"/>
                  </a:lnTo>
                  <a:lnTo>
                    <a:pt x="5545" y="5285"/>
                  </a:lnTo>
                  <a:cubicBezTo>
                    <a:pt x="5545" y="5883"/>
                    <a:pt x="5073" y="6325"/>
                    <a:pt x="4506" y="6325"/>
                  </a:cubicBezTo>
                  <a:cubicBezTo>
                    <a:pt x="4317" y="6325"/>
                    <a:pt x="4159" y="6482"/>
                    <a:pt x="4159" y="6671"/>
                  </a:cubicBezTo>
                  <a:cubicBezTo>
                    <a:pt x="4159" y="6860"/>
                    <a:pt x="4317" y="7018"/>
                    <a:pt x="4506" y="7018"/>
                  </a:cubicBezTo>
                  <a:cubicBezTo>
                    <a:pt x="4915" y="7018"/>
                    <a:pt x="5262" y="6892"/>
                    <a:pt x="5545" y="6671"/>
                  </a:cubicBezTo>
                  <a:lnTo>
                    <a:pt x="5545" y="10105"/>
                  </a:lnTo>
                  <a:lnTo>
                    <a:pt x="5545" y="10137"/>
                  </a:lnTo>
                  <a:cubicBezTo>
                    <a:pt x="5545" y="10704"/>
                    <a:pt x="5073" y="11176"/>
                    <a:pt x="4506" y="11176"/>
                  </a:cubicBezTo>
                  <a:cubicBezTo>
                    <a:pt x="3939" y="11176"/>
                    <a:pt x="3498" y="10704"/>
                    <a:pt x="3498" y="10137"/>
                  </a:cubicBezTo>
                  <a:cubicBezTo>
                    <a:pt x="3498" y="9948"/>
                    <a:pt x="3340" y="9790"/>
                    <a:pt x="3151" y="9790"/>
                  </a:cubicBezTo>
                  <a:cubicBezTo>
                    <a:pt x="2994" y="9790"/>
                    <a:pt x="2836" y="9916"/>
                    <a:pt x="2773" y="10074"/>
                  </a:cubicBezTo>
                  <a:cubicBezTo>
                    <a:pt x="2395" y="9916"/>
                    <a:pt x="2080" y="9538"/>
                    <a:pt x="2080" y="9065"/>
                  </a:cubicBezTo>
                  <a:cubicBezTo>
                    <a:pt x="2080" y="8908"/>
                    <a:pt x="2111" y="8813"/>
                    <a:pt x="2143" y="8687"/>
                  </a:cubicBezTo>
                  <a:cubicBezTo>
                    <a:pt x="2426" y="8593"/>
                    <a:pt x="2710" y="8435"/>
                    <a:pt x="2930" y="8246"/>
                  </a:cubicBezTo>
                  <a:cubicBezTo>
                    <a:pt x="2994" y="8215"/>
                    <a:pt x="3057" y="8120"/>
                    <a:pt x="3088" y="8057"/>
                  </a:cubicBezTo>
                  <a:lnTo>
                    <a:pt x="3151" y="8057"/>
                  </a:lnTo>
                  <a:cubicBezTo>
                    <a:pt x="3718" y="8057"/>
                    <a:pt x="4159" y="8530"/>
                    <a:pt x="4159" y="9065"/>
                  </a:cubicBezTo>
                  <a:cubicBezTo>
                    <a:pt x="4159" y="9286"/>
                    <a:pt x="4317" y="9444"/>
                    <a:pt x="4506" y="9444"/>
                  </a:cubicBezTo>
                  <a:cubicBezTo>
                    <a:pt x="4726" y="9444"/>
                    <a:pt x="4884" y="9286"/>
                    <a:pt x="4884" y="9065"/>
                  </a:cubicBezTo>
                  <a:cubicBezTo>
                    <a:pt x="4884" y="8215"/>
                    <a:pt x="4254" y="7490"/>
                    <a:pt x="3403" y="7396"/>
                  </a:cubicBezTo>
                  <a:cubicBezTo>
                    <a:pt x="3466" y="7270"/>
                    <a:pt x="3466" y="7144"/>
                    <a:pt x="3466" y="7018"/>
                  </a:cubicBezTo>
                  <a:cubicBezTo>
                    <a:pt x="3466" y="6545"/>
                    <a:pt x="3246" y="6104"/>
                    <a:pt x="2930" y="5820"/>
                  </a:cubicBezTo>
                  <a:cubicBezTo>
                    <a:pt x="2883" y="5757"/>
                    <a:pt x="2797" y="5726"/>
                    <a:pt x="2706" y="5726"/>
                  </a:cubicBezTo>
                  <a:cubicBezTo>
                    <a:pt x="2615" y="5726"/>
                    <a:pt x="2521" y="5757"/>
                    <a:pt x="2458" y="5820"/>
                  </a:cubicBezTo>
                  <a:cubicBezTo>
                    <a:pt x="2363" y="5915"/>
                    <a:pt x="2363" y="6167"/>
                    <a:pt x="2458" y="6262"/>
                  </a:cubicBezTo>
                  <a:cubicBezTo>
                    <a:pt x="2678" y="6482"/>
                    <a:pt x="2773" y="6734"/>
                    <a:pt x="2773" y="7018"/>
                  </a:cubicBezTo>
                  <a:cubicBezTo>
                    <a:pt x="2773" y="7301"/>
                    <a:pt x="2678" y="7585"/>
                    <a:pt x="2458" y="7774"/>
                  </a:cubicBezTo>
                  <a:cubicBezTo>
                    <a:pt x="2269" y="7963"/>
                    <a:pt x="1985" y="8089"/>
                    <a:pt x="1733" y="8089"/>
                  </a:cubicBezTo>
                  <a:cubicBezTo>
                    <a:pt x="1450" y="8089"/>
                    <a:pt x="1166" y="7963"/>
                    <a:pt x="977" y="7774"/>
                  </a:cubicBezTo>
                  <a:cubicBezTo>
                    <a:pt x="788" y="7585"/>
                    <a:pt x="662" y="7301"/>
                    <a:pt x="662" y="7018"/>
                  </a:cubicBezTo>
                  <a:cubicBezTo>
                    <a:pt x="662" y="6829"/>
                    <a:pt x="725" y="6640"/>
                    <a:pt x="820" y="6419"/>
                  </a:cubicBezTo>
                  <a:cubicBezTo>
                    <a:pt x="1103" y="6608"/>
                    <a:pt x="1355" y="6671"/>
                    <a:pt x="1670" y="6671"/>
                  </a:cubicBezTo>
                  <a:cubicBezTo>
                    <a:pt x="1891" y="6671"/>
                    <a:pt x="2048" y="6514"/>
                    <a:pt x="2048" y="6325"/>
                  </a:cubicBezTo>
                  <a:cubicBezTo>
                    <a:pt x="2048" y="6104"/>
                    <a:pt x="1891" y="5946"/>
                    <a:pt x="1670" y="5946"/>
                  </a:cubicBezTo>
                  <a:cubicBezTo>
                    <a:pt x="1418" y="5946"/>
                    <a:pt x="1135" y="5852"/>
                    <a:pt x="946" y="5631"/>
                  </a:cubicBezTo>
                  <a:cubicBezTo>
                    <a:pt x="725" y="5442"/>
                    <a:pt x="631" y="5159"/>
                    <a:pt x="631" y="4907"/>
                  </a:cubicBezTo>
                  <a:cubicBezTo>
                    <a:pt x="631" y="4623"/>
                    <a:pt x="725" y="4340"/>
                    <a:pt x="946" y="4151"/>
                  </a:cubicBezTo>
                  <a:cubicBezTo>
                    <a:pt x="1135" y="3962"/>
                    <a:pt x="1418" y="3836"/>
                    <a:pt x="1670" y="3836"/>
                  </a:cubicBezTo>
                  <a:cubicBezTo>
                    <a:pt x="1954" y="3836"/>
                    <a:pt x="2237" y="3962"/>
                    <a:pt x="2426" y="4151"/>
                  </a:cubicBezTo>
                  <a:cubicBezTo>
                    <a:pt x="2489" y="4214"/>
                    <a:pt x="2576" y="4245"/>
                    <a:pt x="2663" y="4245"/>
                  </a:cubicBezTo>
                  <a:cubicBezTo>
                    <a:pt x="2749" y="4245"/>
                    <a:pt x="2836" y="4214"/>
                    <a:pt x="2899" y="4151"/>
                  </a:cubicBezTo>
                  <a:cubicBezTo>
                    <a:pt x="3025" y="4025"/>
                    <a:pt x="3025" y="3804"/>
                    <a:pt x="2899" y="3678"/>
                  </a:cubicBezTo>
                  <a:cubicBezTo>
                    <a:pt x="2678" y="3426"/>
                    <a:pt x="2426" y="3332"/>
                    <a:pt x="2111" y="3237"/>
                  </a:cubicBezTo>
                  <a:cubicBezTo>
                    <a:pt x="1954" y="2859"/>
                    <a:pt x="2048" y="2418"/>
                    <a:pt x="2363" y="2103"/>
                  </a:cubicBezTo>
                  <a:cubicBezTo>
                    <a:pt x="2552" y="1914"/>
                    <a:pt x="2836" y="1788"/>
                    <a:pt x="3088" y="1788"/>
                  </a:cubicBezTo>
                  <a:cubicBezTo>
                    <a:pt x="3372" y="1788"/>
                    <a:pt x="3655" y="1914"/>
                    <a:pt x="3844" y="2103"/>
                  </a:cubicBezTo>
                  <a:cubicBezTo>
                    <a:pt x="3907" y="2166"/>
                    <a:pt x="3994" y="2197"/>
                    <a:pt x="4080" y="2197"/>
                  </a:cubicBezTo>
                  <a:cubicBezTo>
                    <a:pt x="4167" y="2197"/>
                    <a:pt x="4254" y="2166"/>
                    <a:pt x="4317" y="2103"/>
                  </a:cubicBezTo>
                  <a:cubicBezTo>
                    <a:pt x="4443" y="1977"/>
                    <a:pt x="4443" y="1756"/>
                    <a:pt x="4317" y="1630"/>
                  </a:cubicBezTo>
                  <a:cubicBezTo>
                    <a:pt x="4128" y="1441"/>
                    <a:pt x="3876" y="1284"/>
                    <a:pt x="3624" y="1189"/>
                  </a:cubicBezTo>
                  <a:cubicBezTo>
                    <a:pt x="3781" y="969"/>
                    <a:pt x="3970" y="811"/>
                    <a:pt x="4254" y="748"/>
                  </a:cubicBezTo>
                  <a:cubicBezTo>
                    <a:pt x="4333" y="734"/>
                    <a:pt x="4413" y="726"/>
                    <a:pt x="4492" y="726"/>
                  </a:cubicBezTo>
                  <a:close/>
                  <a:moveTo>
                    <a:pt x="7254" y="0"/>
                  </a:moveTo>
                  <a:cubicBezTo>
                    <a:pt x="6817" y="0"/>
                    <a:pt x="6387" y="190"/>
                    <a:pt x="6049" y="528"/>
                  </a:cubicBezTo>
                  <a:cubicBezTo>
                    <a:pt x="6018" y="559"/>
                    <a:pt x="5923" y="654"/>
                    <a:pt x="5892" y="717"/>
                  </a:cubicBezTo>
                  <a:cubicBezTo>
                    <a:pt x="5860" y="654"/>
                    <a:pt x="5766" y="622"/>
                    <a:pt x="5734" y="528"/>
                  </a:cubicBezTo>
                  <a:cubicBezTo>
                    <a:pt x="5391" y="185"/>
                    <a:pt x="4972" y="13"/>
                    <a:pt x="4521" y="13"/>
                  </a:cubicBezTo>
                  <a:cubicBezTo>
                    <a:pt x="4392" y="13"/>
                    <a:pt x="4261" y="27"/>
                    <a:pt x="4128" y="55"/>
                  </a:cubicBezTo>
                  <a:cubicBezTo>
                    <a:pt x="3561" y="181"/>
                    <a:pt x="3151" y="559"/>
                    <a:pt x="2899" y="1126"/>
                  </a:cubicBezTo>
                  <a:cubicBezTo>
                    <a:pt x="2552" y="1158"/>
                    <a:pt x="2206" y="1347"/>
                    <a:pt x="1922" y="1599"/>
                  </a:cubicBezTo>
                  <a:cubicBezTo>
                    <a:pt x="1481" y="2040"/>
                    <a:pt x="1324" y="2607"/>
                    <a:pt x="1450" y="3206"/>
                  </a:cubicBezTo>
                  <a:cubicBezTo>
                    <a:pt x="1103" y="3237"/>
                    <a:pt x="788" y="3458"/>
                    <a:pt x="505" y="3678"/>
                  </a:cubicBezTo>
                  <a:cubicBezTo>
                    <a:pt x="190" y="3993"/>
                    <a:pt x="1" y="4434"/>
                    <a:pt x="1" y="4907"/>
                  </a:cubicBezTo>
                  <a:cubicBezTo>
                    <a:pt x="1" y="5285"/>
                    <a:pt x="127" y="5663"/>
                    <a:pt x="347" y="5915"/>
                  </a:cubicBezTo>
                  <a:cubicBezTo>
                    <a:pt x="127" y="6230"/>
                    <a:pt x="1" y="6608"/>
                    <a:pt x="1" y="6955"/>
                  </a:cubicBezTo>
                  <a:cubicBezTo>
                    <a:pt x="1" y="7427"/>
                    <a:pt x="190" y="7868"/>
                    <a:pt x="505" y="8183"/>
                  </a:cubicBezTo>
                  <a:cubicBezTo>
                    <a:pt x="788" y="8435"/>
                    <a:pt x="1103" y="8593"/>
                    <a:pt x="1450" y="8624"/>
                  </a:cubicBezTo>
                  <a:cubicBezTo>
                    <a:pt x="1418" y="8750"/>
                    <a:pt x="1418" y="8876"/>
                    <a:pt x="1418" y="9002"/>
                  </a:cubicBezTo>
                  <a:cubicBezTo>
                    <a:pt x="1418" y="9916"/>
                    <a:pt x="2080" y="10609"/>
                    <a:pt x="2962" y="10735"/>
                  </a:cubicBezTo>
                  <a:cubicBezTo>
                    <a:pt x="3214" y="11365"/>
                    <a:pt x="3813" y="11775"/>
                    <a:pt x="4569" y="11775"/>
                  </a:cubicBezTo>
                  <a:cubicBezTo>
                    <a:pt x="5104" y="11775"/>
                    <a:pt x="5640" y="11523"/>
                    <a:pt x="5955" y="11082"/>
                  </a:cubicBezTo>
                  <a:cubicBezTo>
                    <a:pt x="6270" y="11523"/>
                    <a:pt x="6774" y="11775"/>
                    <a:pt x="7310" y="11775"/>
                  </a:cubicBezTo>
                  <a:cubicBezTo>
                    <a:pt x="8034" y="11775"/>
                    <a:pt x="8664" y="11365"/>
                    <a:pt x="8948" y="10735"/>
                  </a:cubicBezTo>
                  <a:cubicBezTo>
                    <a:pt x="9799" y="10609"/>
                    <a:pt x="10460" y="9916"/>
                    <a:pt x="10460" y="9002"/>
                  </a:cubicBezTo>
                  <a:cubicBezTo>
                    <a:pt x="10460" y="8876"/>
                    <a:pt x="10460" y="8750"/>
                    <a:pt x="10429" y="8624"/>
                  </a:cubicBezTo>
                  <a:cubicBezTo>
                    <a:pt x="10775" y="8593"/>
                    <a:pt x="11090" y="8404"/>
                    <a:pt x="11374" y="8183"/>
                  </a:cubicBezTo>
                  <a:cubicBezTo>
                    <a:pt x="11689" y="7837"/>
                    <a:pt x="11878" y="7427"/>
                    <a:pt x="11878" y="6955"/>
                  </a:cubicBezTo>
                  <a:cubicBezTo>
                    <a:pt x="11878" y="6545"/>
                    <a:pt x="11783" y="6199"/>
                    <a:pt x="11531" y="5915"/>
                  </a:cubicBezTo>
                  <a:cubicBezTo>
                    <a:pt x="11689" y="5663"/>
                    <a:pt x="11815" y="5285"/>
                    <a:pt x="11815" y="4907"/>
                  </a:cubicBezTo>
                  <a:cubicBezTo>
                    <a:pt x="11815" y="4434"/>
                    <a:pt x="11594" y="3993"/>
                    <a:pt x="11279" y="3678"/>
                  </a:cubicBezTo>
                  <a:cubicBezTo>
                    <a:pt x="11027" y="3395"/>
                    <a:pt x="10712" y="3237"/>
                    <a:pt x="10334" y="3206"/>
                  </a:cubicBezTo>
                  <a:cubicBezTo>
                    <a:pt x="10460" y="2670"/>
                    <a:pt x="10303" y="2040"/>
                    <a:pt x="9862" y="1599"/>
                  </a:cubicBezTo>
                  <a:cubicBezTo>
                    <a:pt x="9610" y="1315"/>
                    <a:pt x="9231" y="1158"/>
                    <a:pt x="8885" y="1126"/>
                  </a:cubicBezTo>
                  <a:cubicBezTo>
                    <a:pt x="8664" y="559"/>
                    <a:pt x="8223" y="181"/>
                    <a:pt x="7656" y="55"/>
                  </a:cubicBezTo>
                  <a:cubicBezTo>
                    <a:pt x="7523" y="18"/>
                    <a:pt x="7388" y="0"/>
                    <a:pt x="72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8" name="Google Shape;15518;p82"/>
            <p:cNvSpPr/>
            <p:nvPr/>
          </p:nvSpPr>
          <p:spPr>
            <a:xfrm>
              <a:off x="-22685675" y="2408150"/>
              <a:ext cx="27575" cy="66175"/>
            </a:xfrm>
            <a:custGeom>
              <a:avLst/>
              <a:gdLst/>
              <a:ahLst/>
              <a:cxnLst/>
              <a:rect l="l" t="t" r="r" b="b"/>
              <a:pathLst>
                <a:path w="1103" h="2647" extrusionOk="0">
                  <a:moveTo>
                    <a:pt x="740" y="1"/>
                  </a:moveTo>
                  <a:cubicBezTo>
                    <a:pt x="654" y="1"/>
                    <a:pt x="567" y="32"/>
                    <a:pt x="504" y="95"/>
                  </a:cubicBezTo>
                  <a:cubicBezTo>
                    <a:pt x="189" y="410"/>
                    <a:pt x="0" y="820"/>
                    <a:pt x="0" y="1292"/>
                  </a:cubicBezTo>
                  <a:cubicBezTo>
                    <a:pt x="0" y="1765"/>
                    <a:pt x="189" y="2206"/>
                    <a:pt x="504" y="2521"/>
                  </a:cubicBezTo>
                  <a:cubicBezTo>
                    <a:pt x="599" y="2584"/>
                    <a:pt x="662" y="2647"/>
                    <a:pt x="756" y="2647"/>
                  </a:cubicBezTo>
                  <a:cubicBezTo>
                    <a:pt x="819" y="2647"/>
                    <a:pt x="945" y="2615"/>
                    <a:pt x="977" y="2521"/>
                  </a:cubicBezTo>
                  <a:cubicBezTo>
                    <a:pt x="1103" y="2395"/>
                    <a:pt x="1103" y="2174"/>
                    <a:pt x="977" y="2048"/>
                  </a:cubicBezTo>
                  <a:cubicBezTo>
                    <a:pt x="788" y="1859"/>
                    <a:pt x="662" y="1576"/>
                    <a:pt x="662" y="1292"/>
                  </a:cubicBezTo>
                  <a:cubicBezTo>
                    <a:pt x="662" y="1040"/>
                    <a:pt x="788" y="757"/>
                    <a:pt x="977" y="536"/>
                  </a:cubicBezTo>
                  <a:cubicBezTo>
                    <a:pt x="1103" y="442"/>
                    <a:pt x="1103" y="253"/>
                    <a:pt x="977" y="95"/>
                  </a:cubicBezTo>
                  <a:cubicBezTo>
                    <a:pt x="914" y="32"/>
                    <a:pt x="827" y="1"/>
                    <a:pt x="7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9" name="Google Shape;15519;p82"/>
            <p:cNvSpPr/>
            <p:nvPr/>
          </p:nvSpPr>
          <p:spPr>
            <a:xfrm>
              <a:off x="-22766800" y="2408950"/>
              <a:ext cx="27575" cy="66175"/>
            </a:xfrm>
            <a:custGeom>
              <a:avLst/>
              <a:gdLst/>
              <a:ahLst/>
              <a:cxnLst/>
              <a:rect l="l" t="t" r="r" b="b"/>
              <a:pathLst>
                <a:path w="1103" h="2647" extrusionOk="0">
                  <a:moveTo>
                    <a:pt x="362" y="0"/>
                  </a:moveTo>
                  <a:cubicBezTo>
                    <a:pt x="276" y="0"/>
                    <a:pt x="189" y="32"/>
                    <a:pt x="126" y="95"/>
                  </a:cubicBezTo>
                  <a:cubicBezTo>
                    <a:pt x="0" y="221"/>
                    <a:pt x="0" y="441"/>
                    <a:pt x="126" y="567"/>
                  </a:cubicBezTo>
                  <a:cubicBezTo>
                    <a:pt x="315" y="756"/>
                    <a:pt x="441" y="1040"/>
                    <a:pt x="441" y="1323"/>
                  </a:cubicBezTo>
                  <a:cubicBezTo>
                    <a:pt x="441" y="1575"/>
                    <a:pt x="315" y="1859"/>
                    <a:pt x="126" y="2048"/>
                  </a:cubicBezTo>
                  <a:cubicBezTo>
                    <a:pt x="0" y="2174"/>
                    <a:pt x="0" y="2426"/>
                    <a:pt x="126" y="2520"/>
                  </a:cubicBezTo>
                  <a:cubicBezTo>
                    <a:pt x="221" y="2615"/>
                    <a:pt x="284" y="2646"/>
                    <a:pt x="378" y="2646"/>
                  </a:cubicBezTo>
                  <a:cubicBezTo>
                    <a:pt x="441" y="2646"/>
                    <a:pt x="567" y="2615"/>
                    <a:pt x="599" y="2520"/>
                  </a:cubicBezTo>
                  <a:cubicBezTo>
                    <a:pt x="977" y="2174"/>
                    <a:pt x="1103" y="1733"/>
                    <a:pt x="1103" y="1323"/>
                  </a:cubicBezTo>
                  <a:cubicBezTo>
                    <a:pt x="1103" y="851"/>
                    <a:pt x="914" y="410"/>
                    <a:pt x="599" y="95"/>
                  </a:cubicBezTo>
                  <a:cubicBezTo>
                    <a:pt x="536" y="32"/>
                    <a:pt x="449" y="0"/>
                    <a:pt x="3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20" name="Google Shape;15520;p82"/>
          <p:cNvGrpSpPr/>
          <p:nvPr/>
        </p:nvGrpSpPr>
        <p:grpSpPr>
          <a:xfrm>
            <a:off x="7699690" y="2082604"/>
            <a:ext cx="415665" cy="470947"/>
            <a:chOff x="-27710725" y="1959200"/>
            <a:chExt cx="260725" cy="295400"/>
          </a:xfrm>
        </p:grpSpPr>
        <p:sp>
          <p:nvSpPr>
            <p:cNvPr id="15521" name="Google Shape;15521;p82"/>
            <p:cNvSpPr/>
            <p:nvPr/>
          </p:nvSpPr>
          <p:spPr>
            <a:xfrm>
              <a:off x="-27710725" y="1959200"/>
              <a:ext cx="260725" cy="295400"/>
            </a:xfrm>
            <a:custGeom>
              <a:avLst/>
              <a:gdLst/>
              <a:ahLst/>
              <a:cxnLst/>
              <a:rect l="l" t="t" r="r" b="b"/>
              <a:pathLst>
                <a:path w="10429" h="11816" extrusionOk="0">
                  <a:moveTo>
                    <a:pt x="1072" y="3561"/>
                  </a:moveTo>
                  <a:cubicBezTo>
                    <a:pt x="1261" y="3561"/>
                    <a:pt x="1418" y="3718"/>
                    <a:pt x="1418" y="3907"/>
                  </a:cubicBezTo>
                  <a:lnTo>
                    <a:pt x="1418" y="4916"/>
                  </a:lnTo>
                  <a:lnTo>
                    <a:pt x="694" y="4916"/>
                  </a:lnTo>
                  <a:lnTo>
                    <a:pt x="694" y="3907"/>
                  </a:lnTo>
                  <a:cubicBezTo>
                    <a:pt x="694" y="3718"/>
                    <a:pt x="851" y="3561"/>
                    <a:pt x="1072" y="3561"/>
                  </a:cubicBezTo>
                  <a:close/>
                  <a:moveTo>
                    <a:pt x="5230" y="3561"/>
                  </a:moveTo>
                  <a:cubicBezTo>
                    <a:pt x="5419" y="3561"/>
                    <a:pt x="5577" y="3718"/>
                    <a:pt x="5577" y="3907"/>
                  </a:cubicBezTo>
                  <a:lnTo>
                    <a:pt x="5577" y="4916"/>
                  </a:lnTo>
                  <a:lnTo>
                    <a:pt x="4884" y="4916"/>
                  </a:lnTo>
                  <a:lnTo>
                    <a:pt x="4884" y="3907"/>
                  </a:lnTo>
                  <a:cubicBezTo>
                    <a:pt x="4884" y="3718"/>
                    <a:pt x="5041" y="3561"/>
                    <a:pt x="5230" y="3561"/>
                  </a:cubicBezTo>
                  <a:close/>
                  <a:moveTo>
                    <a:pt x="8696" y="4348"/>
                  </a:moveTo>
                  <a:cubicBezTo>
                    <a:pt x="9294" y="4348"/>
                    <a:pt x="9736" y="4821"/>
                    <a:pt x="9736" y="5357"/>
                  </a:cubicBezTo>
                  <a:cubicBezTo>
                    <a:pt x="9736" y="5924"/>
                    <a:pt x="9263" y="6396"/>
                    <a:pt x="8696" y="6396"/>
                  </a:cubicBezTo>
                  <a:cubicBezTo>
                    <a:pt x="8097" y="6396"/>
                    <a:pt x="7688" y="5924"/>
                    <a:pt x="7688" y="5357"/>
                  </a:cubicBezTo>
                  <a:cubicBezTo>
                    <a:pt x="7688" y="4821"/>
                    <a:pt x="8160" y="4348"/>
                    <a:pt x="8696" y="4348"/>
                  </a:cubicBezTo>
                  <a:close/>
                  <a:moveTo>
                    <a:pt x="5482" y="5609"/>
                  </a:moveTo>
                  <a:cubicBezTo>
                    <a:pt x="5388" y="6176"/>
                    <a:pt x="5073" y="6774"/>
                    <a:pt x="4569" y="7121"/>
                  </a:cubicBezTo>
                  <a:cubicBezTo>
                    <a:pt x="4120" y="7475"/>
                    <a:pt x="3582" y="7653"/>
                    <a:pt x="3036" y="7653"/>
                  </a:cubicBezTo>
                  <a:cubicBezTo>
                    <a:pt x="2854" y="7653"/>
                    <a:pt x="2671" y="7633"/>
                    <a:pt x="2489" y="7593"/>
                  </a:cubicBezTo>
                  <a:cubicBezTo>
                    <a:pt x="1639" y="7404"/>
                    <a:pt x="946" y="6617"/>
                    <a:pt x="757" y="5640"/>
                  </a:cubicBezTo>
                  <a:lnTo>
                    <a:pt x="1418" y="5640"/>
                  </a:lnTo>
                  <a:cubicBezTo>
                    <a:pt x="1481" y="5955"/>
                    <a:pt x="1639" y="6270"/>
                    <a:pt x="1891" y="6491"/>
                  </a:cubicBezTo>
                  <a:cubicBezTo>
                    <a:pt x="2206" y="6806"/>
                    <a:pt x="2647" y="7026"/>
                    <a:pt x="3119" y="7026"/>
                  </a:cubicBezTo>
                  <a:cubicBezTo>
                    <a:pt x="3183" y="7026"/>
                    <a:pt x="3309" y="7026"/>
                    <a:pt x="3372" y="6963"/>
                  </a:cubicBezTo>
                  <a:cubicBezTo>
                    <a:pt x="4096" y="6837"/>
                    <a:pt x="4600" y="6302"/>
                    <a:pt x="4758" y="5609"/>
                  </a:cubicBezTo>
                  <a:close/>
                  <a:moveTo>
                    <a:pt x="2426" y="1"/>
                  </a:moveTo>
                  <a:cubicBezTo>
                    <a:pt x="2237" y="1"/>
                    <a:pt x="2080" y="158"/>
                    <a:pt x="2080" y="347"/>
                  </a:cubicBezTo>
                  <a:lnTo>
                    <a:pt x="2080" y="725"/>
                  </a:lnTo>
                  <a:lnTo>
                    <a:pt x="1733" y="725"/>
                  </a:lnTo>
                  <a:cubicBezTo>
                    <a:pt x="1135" y="725"/>
                    <a:pt x="694" y="1198"/>
                    <a:pt x="694" y="1734"/>
                  </a:cubicBezTo>
                  <a:lnTo>
                    <a:pt x="694" y="2836"/>
                  </a:lnTo>
                  <a:cubicBezTo>
                    <a:pt x="316" y="2994"/>
                    <a:pt x="1" y="3340"/>
                    <a:pt x="1" y="3813"/>
                  </a:cubicBezTo>
                  <a:lnTo>
                    <a:pt x="1" y="5073"/>
                  </a:lnTo>
                  <a:lnTo>
                    <a:pt x="1" y="5231"/>
                  </a:lnTo>
                  <a:cubicBezTo>
                    <a:pt x="32" y="5924"/>
                    <a:pt x="284" y="6554"/>
                    <a:pt x="662" y="7058"/>
                  </a:cubicBezTo>
                  <a:cubicBezTo>
                    <a:pt x="1103" y="7656"/>
                    <a:pt x="1702" y="8035"/>
                    <a:pt x="2395" y="8224"/>
                  </a:cubicBezTo>
                  <a:cubicBezTo>
                    <a:pt x="2521" y="8287"/>
                    <a:pt x="2678" y="8287"/>
                    <a:pt x="2804" y="8318"/>
                  </a:cubicBezTo>
                  <a:lnTo>
                    <a:pt x="2804" y="8696"/>
                  </a:lnTo>
                  <a:cubicBezTo>
                    <a:pt x="2804" y="10429"/>
                    <a:pt x="4222" y="11815"/>
                    <a:pt x="5892" y="11815"/>
                  </a:cubicBezTo>
                  <a:cubicBezTo>
                    <a:pt x="7625" y="11815"/>
                    <a:pt x="9011" y="10397"/>
                    <a:pt x="9011" y="8696"/>
                  </a:cubicBezTo>
                  <a:lnTo>
                    <a:pt x="9011" y="6932"/>
                  </a:lnTo>
                  <a:cubicBezTo>
                    <a:pt x="9830" y="6837"/>
                    <a:pt x="10429" y="6176"/>
                    <a:pt x="10429" y="5325"/>
                  </a:cubicBezTo>
                  <a:cubicBezTo>
                    <a:pt x="10429" y="4380"/>
                    <a:pt x="9641" y="3592"/>
                    <a:pt x="8696" y="3592"/>
                  </a:cubicBezTo>
                  <a:cubicBezTo>
                    <a:pt x="7751" y="3592"/>
                    <a:pt x="6963" y="4380"/>
                    <a:pt x="6963" y="5325"/>
                  </a:cubicBezTo>
                  <a:cubicBezTo>
                    <a:pt x="6963" y="6144"/>
                    <a:pt x="7562" y="6837"/>
                    <a:pt x="8349" y="7026"/>
                  </a:cubicBezTo>
                  <a:lnTo>
                    <a:pt x="8349" y="8791"/>
                  </a:lnTo>
                  <a:cubicBezTo>
                    <a:pt x="8349" y="10114"/>
                    <a:pt x="7247" y="11216"/>
                    <a:pt x="5892" y="11216"/>
                  </a:cubicBezTo>
                  <a:cubicBezTo>
                    <a:pt x="4569" y="11216"/>
                    <a:pt x="3466" y="10114"/>
                    <a:pt x="3466" y="8791"/>
                  </a:cubicBezTo>
                  <a:lnTo>
                    <a:pt x="3466" y="8350"/>
                  </a:lnTo>
                  <a:cubicBezTo>
                    <a:pt x="4065" y="8287"/>
                    <a:pt x="4600" y="8066"/>
                    <a:pt x="5073" y="7688"/>
                  </a:cubicBezTo>
                  <a:cubicBezTo>
                    <a:pt x="5829" y="7089"/>
                    <a:pt x="6270" y="6176"/>
                    <a:pt x="6270" y="5231"/>
                  </a:cubicBezTo>
                  <a:lnTo>
                    <a:pt x="6270" y="3876"/>
                  </a:lnTo>
                  <a:cubicBezTo>
                    <a:pt x="6270" y="3435"/>
                    <a:pt x="5986" y="3025"/>
                    <a:pt x="5545" y="2868"/>
                  </a:cubicBezTo>
                  <a:lnTo>
                    <a:pt x="5545" y="1765"/>
                  </a:lnTo>
                  <a:cubicBezTo>
                    <a:pt x="5545" y="1198"/>
                    <a:pt x="5073" y="757"/>
                    <a:pt x="4537" y="757"/>
                  </a:cubicBezTo>
                  <a:lnTo>
                    <a:pt x="4159" y="757"/>
                  </a:lnTo>
                  <a:lnTo>
                    <a:pt x="4159" y="410"/>
                  </a:lnTo>
                  <a:cubicBezTo>
                    <a:pt x="4159" y="190"/>
                    <a:pt x="4002" y="32"/>
                    <a:pt x="3813" y="32"/>
                  </a:cubicBezTo>
                  <a:cubicBezTo>
                    <a:pt x="3624" y="32"/>
                    <a:pt x="3466" y="190"/>
                    <a:pt x="3466" y="410"/>
                  </a:cubicBezTo>
                  <a:lnTo>
                    <a:pt x="3466" y="1765"/>
                  </a:lnTo>
                  <a:cubicBezTo>
                    <a:pt x="3466" y="1986"/>
                    <a:pt x="3624" y="2143"/>
                    <a:pt x="3813" y="2143"/>
                  </a:cubicBezTo>
                  <a:cubicBezTo>
                    <a:pt x="4002" y="2143"/>
                    <a:pt x="4159" y="1986"/>
                    <a:pt x="4159" y="1765"/>
                  </a:cubicBezTo>
                  <a:lnTo>
                    <a:pt x="4159" y="1418"/>
                  </a:lnTo>
                  <a:lnTo>
                    <a:pt x="4537" y="1418"/>
                  </a:lnTo>
                  <a:cubicBezTo>
                    <a:pt x="4726" y="1418"/>
                    <a:pt x="4884" y="1576"/>
                    <a:pt x="4884" y="1765"/>
                  </a:cubicBezTo>
                  <a:lnTo>
                    <a:pt x="4884" y="2868"/>
                  </a:lnTo>
                  <a:cubicBezTo>
                    <a:pt x="4474" y="3025"/>
                    <a:pt x="4159" y="3403"/>
                    <a:pt x="4159" y="3876"/>
                  </a:cubicBezTo>
                  <a:lnTo>
                    <a:pt x="4159" y="5168"/>
                  </a:lnTo>
                  <a:cubicBezTo>
                    <a:pt x="4159" y="5703"/>
                    <a:pt x="3813" y="6176"/>
                    <a:pt x="3309" y="6270"/>
                  </a:cubicBezTo>
                  <a:lnTo>
                    <a:pt x="3151" y="6270"/>
                  </a:lnTo>
                  <a:cubicBezTo>
                    <a:pt x="2867" y="6270"/>
                    <a:pt x="2584" y="6144"/>
                    <a:pt x="2395" y="5955"/>
                  </a:cubicBezTo>
                  <a:cubicBezTo>
                    <a:pt x="2206" y="5766"/>
                    <a:pt x="2080" y="5483"/>
                    <a:pt x="2080" y="5199"/>
                  </a:cubicBezTo>
                  <a:lnTo>
                    <a:pt x="2080" y="3813"/>
                  </a:lnTo>
                  <a:cubicBezTo>
                    <a:pt x="2080" y="3403"/>
                    <a:pt x="1796" y="2994"/>
                    <a:pt x="1387" y="2836"/>
                  </a:cubicBezTo>
                  <a:lnTo>
                    <a:pt x="1387" y="1734"/>
                  </a:lnTo>
                  <a:cubicBezTo>
                    <a:pt x="1387" y="1545"/>
                    <a:pt x="1544" y="1387"/>
                    <a:pt x="1733" y="1387"/>
                  </a:cubicBezTo>
                  <a:lnTo>
                    <a:pt x="2080" y="1387"/>
                  </a:lnTo>
                  <a:lnTo>
                    <a:pt x="2080" y="1734"/>
                  </a:lnTo>
                  <a:cubicBezTo>
                    <a:pt x="2080" y="1923"/>
                    <a:pt x="2237" y="2080"/>
                    <a:pt x="2426" y="2080"/>
                  </a:cubicBezTo>
                  <a:cubicBezTo>
                    <a:pt x="2647" y="2080"/>
                    <a:pt x="2804" y="1923"/>
                    <a:pt x="2804" y="1734"/>
                  </a:cubicBezTo>
                  <a:lnTo>
                    <a:pt x="2804" y="347"/>
                  </a:lnTo>
                  <a:cubicBezTo>
                    <a:pt x="2804" y="158"/>
                    <a:pt x="2647" y="1"/>
                    <a:pt x="242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2" name="Google Shape;15522;p82"/>
            <p:cNvSpPr/>
            <p:nvPr/>
          </p:nvSpPr>
          <p:spPr>
            <a:xfrm>
              <a:off x="-27502000" y="20844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23" name="Google Shape;15523;p82"/>
          <p:cNvGrpSpPr/>
          <p:nvPr/>
        </p:nvGrpSpPr>
        <p:grpSpPr>
          <a:xfrm>
            <a:off x="7670175" y="2760666"/>
            <a:ext cx="474693" cy="307693"/>
            <a:chOff x="-27728850" y="2382950"/>
            <a:chExt cx="297750" cy="193000"/>
          </a:xfrm>
        </p:grpSpPr>
        <p:sp>
          <p:nvSpPr>
            <p:cNvPr id="15524" name="Google Shape;15524;p82"/>
            <p:cNvSpPr/>
            <p:nvPr/>
          </p:nvSpPr>
          <p:spPr>
            <a:xfrm>
              <a:off x="-27606750" y="2453825"/>
              <a:ext cx="35450" cy="35475"/>
            </a:xfrm>
            <a:custGeom>
              <a:avLst/>
              <a:gdLst/>
              <a:ahLst/>
              <a:cxnLst/>
              <a:rect l="l" t="t" r="r" b="b"/>
              <a:pathLst>
                <a:path w="1418" h="1419" extrusionOk="0">
                  <a:moveTo>
                    <a:pt x="725" y="1"/>
                  </a:moveTo>
                  <a:cubicBezTo>
                    <a:pt x="315" y="1"/>
                    <a:pt x="0" y="316"/>
                    <a:pt x="0" y="694"/>
                  </a:cubicBezTo>
                  <a:cubicBezTo>
                    <a:pt x="0" y="1103"/>
                    <a:pt x="315" y="1419"/>
                    <a:pt x="725" y="1419"/>
                  </a:cubicBezTo>
                  <a:cubicBezTo>
                    <a:pt x="1103" y="1419"/>
                    <a:pt x="1418" y="1103"/>
                    <a:pt x="1418" y="694"/>
                  </a:cubicBezTo>
                  <a:cubicBezTo>
                    <a:pt x="1418" y="316"/>
                    <a:pt x="1103"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5" name="Google Shape;15525;p82"/>
            <p:cNvSpPr/>
            <p:nvPr/>
          </p:nvSpPr>
          <p:spPr>
            <a:xfrm>
              <a:off x="-27728850" y="2382950"/>
              <a:ext cx="297750" cy="193000"/>
            </a:xfrm>
            <a:custGeom>
              <a:avLst/>
              <a:gdLst/>
              <a:ahLst/>
              <a:cxnLst/>
              <a:rect l="l" t="t" r="r" b="b"/>
              <a:pathLst>
                <a:path w="11910" h="7720" extrusionOk="0">
                  <a:moveTo>
                    <a:pt x="5955" y="756"/>
                  </a:moveTo>
                  <a:cubicBezTo>
                    <a:pt x="7405" y="756"/>
                    <a:pt x="8791" y="1670"/>
                    <a:pt x="9673" y="2426"/>
                  </a:cubicBezTo>
                  <a:cubicBezTo>
                    <a:pt x="10335" y="3025"/>
                    <a:pt x="10839" y="3592"/>
                    <a:pt x="11091" y="3938"/>
                  </a:cubicBezTo>
                  <a:cubicBezTo>
                    <a:pt x="10524" y="4632"/>
                    <a:pt x="8413" y="7026"/>
                    <a:pt x="5955" y="7026"/>
                  </a:cubicBezTo>
                  <a:cubicBezTo>
                    <a:pt x="4506" y="7026"/>
                    <a:pt x="3120" y="6144"/>
                    <a:pt x="2269" y="5388"/>
                  </a:cubicBezTo>
                  <a:cubicBezTo>
                    <a:pt x="1576" y="4789"/>
                    <a:pt x="1072" y="4190"/>
                    <a:pt x="852" y="3875"/>
                  </a:cubicBezTo>
                  <a:cubicBezTo>
                    <a:pt x="1419" y="3182"/>
                    <a:pt x="3529" y="788"/>
                    <a:pt x="5955" y="756"/>
                  </a:cubicBezTo>
                  <a:close/>
                  <a:moveTo>
                    <a:pt x="5955" y="0"/>
                  </a:moveTo>
                  <a:cubicBezTo>
                    <a:pt x="5199" y="0"/>
                    <a:pt x="4412" y="189"/>
                    <a:pt x="3624" y="567"/>
                  </a:cubicBezTo>
                  <a:cubicBezTo>
                    <a:pt x="2994" y="882"/>
                    <a:pt x="2364" y="1324"/>
                    <a:pt x="1797" y="1828"/>
                  </a:cubicBezTo>
                  <a:cubicBezTo>
                    <a:pt x="757" y="2741"/>
                    <a:pt x="127" y="3623"/>
                    <a:pt x="95" y="3655"/>
                  </a:cubicBezTo>
                  <a:cubicBezTo>
                    <a:pt x="1" y="3781"/>
                    <a:pt x="1" y="3938"/>
                    <a:pt x="95" y="4033"/>
                  </a:cubicBezTo>
                  <a:cubicBezTo>
                    <a:pt x="127" y="4096"/>
                    <a:pt x="757" y="4978"/>
                    <a:pt x="1797" y="5860"/>
                  </a:cubicBezTo>
                  <a:cubicBezTo>
                    <a:pt x="2427" y="6396"/>
                    <a:pt x="2994" y="6805"/>
                    <a:pt x="3624" y="7120"/>
                  </a:cubicBezTo>
                  <a:cubicBezTo>
                    <a:pt x="4412" y="7499"/>
                    <a:pt x="5199" y="7719"/>
                    <a:pt x="5955" y="7719"/>
                  </a:cubicBezTo>
                  <a:cubicBezTo>
                    <a:pt x="6711" y="7719"/>
                    <a:pt x="7499" y="7499"/>
                    <a:pt x="8287" y="7120"/>
                  </a:cubicBezTo>
                  <a:cubicBezTo>
                    <a:pt x="8917" y="6805"/>
                    <a:pt x="9547" y="6364"/>
                    <a:pt x="10145" y="5860"/>
                  </a:cubicBezTo>
                  <a:cubicBezTo>
                    <a:pt x="11154" y="4947"/>
                    <a:pt x="11784" y="4096"/>
                    <a:pt x="11815" y="4033"/>
                  </a:cubicBezTo>
                  <a:cubicBezTo>
                    <a:pt x="11910" y="3938"/>
                    <a:pt x="11910" y="3781"/>
                    <a:pt x="11815" y="3655"/>
                  </a:cubicBezTo>
                  <a:cubicBezTo>
                    <a:pt x="11784" y="3623"/>
                    <a:pt x="11154" y="2710"/>
                    <a:pt x="10145" y="1828"/>
                  </a:cubicBezTo>
                  <a:cubicBezTo>
                    <a:pt x="9515" y="1292"/>
                    <a:pt x="8917" y="882"/>
                    <a:pt x="8287" y="567"/>
                  </a:cubicBezTo>
                  <a:cubicBezTo>
                    <a:pt x="7499" y="189"/>
                    <a:pt x="6711"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6" name="Google Shape;15526;p82"/>
            <p:cNvSpPr/>
            <p:nvPr/>
          </p:nvSpPr>
          <p:spPr>
            <a:xfrm>
              <a:off x="-27640625" y="2419175"/>
              <a:ext cx="122100" cy="122100"/>
            </a:xfrm>
            <a:custGeom>
              <a:avLst/>
              <a:gdLst/>
              <a:ahLst/>
              <a:cxnLst/>
              <a:rect l="l" t="t" r="r" b="b"/>
              <a:pathLst>
                <a:path w="4884" h="4884" extrusionOk="0">
                  <a:moveTo>
                    <a:pt x="2426" y="694"/>
                  </a:moveTo>
                  <a:cubicBezTo>
                    <a:pt x="3403" y="694"/>
                    <a:pt x="4159" y="1481"/>
                    <a:pt x="4159" y="2426"/>
                  </a:cubicBezTo>
                  <a:cubicBezTo>
                    <a:pt x="4159" y="3372"/>
                    <a:pt x="3371" y="4159"/>
                    <a:pt x="2426" y="4159"/>
                  </a:cubicBezTo>
                  <a:cubicBezTo>
                    <a:pt x="1481" y="4159"/>
                    <a:pt x="694" y="3372"/>
                    <a:pt x="694" y="2426"/>
                  </a:cubicBezTo>
                  <a:cubicBezTo>
                    <a:pt x="694" y="1481"/>
                    <a:pt x="1481" y="694"/>
                    <a:pt x="2426" y="694"/>
                  </a:cubicBezTo>
                  <a:close/>
                  <a:moveTo>
                    <a:pt x="2426" y="1"/>
                  </a:moveTo>
                  <a:cubicBezTo>
                    <a:pt x="1103" y="1"/>
                    <a:pt x="0" y="1103"/>
                    <a:pt x="0" y="2426"/>
                  </a:cubicBezTo>
                  <a:cubicBezTo>
                    <a:pt x="0" y="3781"/>
                    <a:pt x="1103" y="4884"/>
                    <a:pt x="2426" y="4884"/>
                  </a:cubicBezTo>
                  <a:cubicBezTo>
                    <a:pt x="3781" y="4884"/>
                    <a:pt x="4884" y="3781"/>
                    <a:pt x="4884" y="2426"/>
                  </a:cubicBezTo>
                  <a:cubicBezTo>
                    <a:pt x="4884" y="1103"/>
                    <a:pt x="3781" y="1"/>
                    <a:pt x="242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27" name="Google Shape;15527;p82"/>
          <p:cNvSpPr/>
          <p:nvPr/>
        </p:nvSpPr>
        <p:spPr>
          <a:xfrm>
            <a:off x="7671426" y="3275769"/>
            <a:ext cx="473457" cy="453968"/>
          </a:xfrm>
          <a:custGeom>
            <a:avLst/>
            <a:gdLst/>
            <a:ahLst/>
            <a:cxnLst/>
            <a:rect l="l" t="t" r="r" b="b"/>
            <a:pathLst>
              <a:path w="11879" h="11390" extrusionOk="0">
                <a:moveTo>
                  <a:pt x="10047" y="655"/>
                </a:moveTo>
                <a:cubicBezTo>
                  <a:pt x="10369" y="655"/>
                  <a:pt x="10689" y="746"/>
                  <a:pt x="10965" y="930"/>
                </a:cubicBezTo>
                <a:lnTo>
                  <a:pt x="7499" y="4490"/>
                </a:lnTo>
                <a:cubicBezTo>
                  <a:pt x="7468" y="4427"/>
                  <a:pt x="7468" y="4396"/>
                  <a:pt x="7405" y="4364"/>
                </a:cubicBezTo>
                <a:lnTo>
                  <a:pt x="7090" y="4049"/>
                </a:lnTo>
                <a:cubicBezTo>
                  <a:pt x="7058" y="3986"/>
                  <a:pt x="7026" y="3954"/>
                  <a:pt x="6995" y="3954"/>
                </a:cubicBezTo>
                <a:lnTo>
                  <a:pt x="7216" y="3734"/>
                </a:lnTo>
                <a:cubicBezTo>
                  <a:pt x="7405" y="3545"/>
                  <a:pt x="7531" y="3261"/>
                  <a:pt x="7531" y="2978"/>
                </a:cubicBezTo>
                <a:cubicBezTo>
                  <a:pt x="7531" y="2820"/>
                  <a:pt x="7499" y="2663"/>
                  <a:pt x="7405" y="2537"/>
                </a:cubicBezTo>
                <a:lnTo>
                  <a:pt x="8791" y="1182"/>
                </a:lnTo>
                <a:cubicBezTo>
                  <a:pt x="9140" y="833"/>
                  <a:pt x="9596" y="655"/>
                  <a:pt x="10047" y="655"/>
                </a:cubicBezTo>
                <a:close/>
                <a:moveTo>
                  <a:pt x="6365" y="4427"/>
                </a:moveTo>
                <a:cubicBezTo>
                  <a:pt x="6428" y="4427"/>
                  <a:pt x="6554" y="4490"/>
                  <a:pt x="6585" y="4553"/>
                </a:cubicBezTo>
                <a:lnTo>
                  <a:pt x="6900" y="4868"/>
                </a:lnTo>
                <a:cubicBezTo>
                  <a:pt x="7058" y="4994"/>
                  <a:pt x="7058" y="5183"/>
                  <a:pt x="6932" y="5341"/>
                </a:cubicBezTo>
                <a:lnTo>
                  <a:pt x="6365" y="5971"/>
                </a:lnTo>
                <a:lnTo>
                  <a:pt x="5483" y="5120"/>
                </a:lnTo>
                <a:lnTo>
                  <a:pt x="6113" y="4522"/>
                </a:lnTo>
                <a:cubicBezTo>
                  <a:pt x="6207" y="4490"/>
                  <a:pt x="6270" y="4427"/>
                  <a:pt x="6365" y="4427"/>
                </a:cubicBezTo>
                <a:close/>
                <a:moveTo>
                  <a:pt x="4947" y="5624"/>
                </a:moveTo>
                <a:lnTo>
                  <a:pt x="5829" y="6538"/>
                </a:lnTo>
                <a:lnTo>
                  <a:pt x="5388" y="7042"/>
                </a:lnTo>
                <a:lnTo>
                  <a:pt x="5136" y="6790"/>
                </a:lnTo>
                <a:cubicBezTo>
                  <a:pt x="5073" y="6743"/>
                  <a:pt x="4987" y="6719"/>
                  <a:pt x="4900" y="6719"/>
                </a:cubicBezTo>
                <a:cubicBezTo>
                  <a:pt x="4813" y="6719"/>
                  <a:pt x="4727" y="6743"/>
                  <a:pt x="4664" y="6790"/>
                </a:cubicBezTo>
                <a:cubicBezTo>
                  <a:pt x="4538" y="6916"/>
                  <a:pt x="4538" y="7168"/>
                  <a:pt x="4664" y="7262"/>
                </a:cubicBezTo>
                <a:lnTo>
                  <a:pt x="4947" y="7546"/>
                </a:lnTo>
                <a:lnTo>
                  <a:pt x="4475" y="8050"/>
                </a:lnTo>
                <a:lnTo>
                  <a:pt x="4128" y="7704"/>
                </a:lnTo>
                <a:cubicBezTo>
                  <a:pt x="4065" y="7641"/>
                  <a:pt x="3971" y="7609"/>
                  <a:pt x="3880" y="7609"/>
                </a:cubicBezTo>
                <a:cubicBezTo>
                  <a:pt x="3789" y="7609"/>
                  <a:pt x="3703" y="7641"/>
                  <a:pt x="3655" y="7704"/>
                </a:cubicBezTo>
                <a:cubicBezTo>
                  <a:pt x="3529" y="7830"/>
                  <a:pt x="3529" y="8050"/>
                  <a:pt x="3655" y="8176"/>
                </a:cubicBezTo>
                <a:lnTo>
                  <a:pt x="4034" y="8586"/>
                </a:lnTo>
                <a:lnTo>
                  <a:pt x="3561" y="9090"/>
                </a:lnTo>
                <a:lnTo>
                  <a:pt x="3088" y="8617"/>
                </a:lnTo>
                <a:cubicBezTo>
                  <a:pt x="3025" y="8554"/>
                  <a:pt x="2939" y="8523"/>
                  <a:pt x="2852" y="8523"/>
                </a:cubicBezTo>
                <a:cubicBezTo>
                  <a:pt x="2765" y="8523"/>
                  <a:pt x="2679" y="8554"/>
                  <a:pt x="2616" y="8617"/>
                </a:cubicBezTo>
                <a:cubicBezTo>
                  <a:pt x="2490" y="8743"/>
                  <a:pt x="2490" y="8964"/>
                  <a:pt x="2616" y="9090"/>
                </a:cubicBezTo>
                <a:lnTo>
                  <a:pt x="3120" y="9594"/>
                </a:lnTo>
                <a:lnTo>
                  <a:pt x="2647" y="10098"/>
                </a:lnTo>
                <a:lnTo>
                  <a:pt x="2080" y="9531"/>
                </a:lnTo>
                <a:cubicBezTo>
                  <a:pt x="2017" y="9468"/>
                  <a:pt x="1923" y="9436"/>
                  <a:pt x="1832" y="9436"/>
                </a:cubicBezTo>
                <a:cubicBezTo>
                  <a:pt x="1742" y="9436"/>
                  <a:pt x="1655" y="9468"/>
                  <a:pt x="1608" y="9531"/>
                </a:cubicBezTo>
                <a:cubicBezTo>
                  <a:pt x="1482" y="9625"/>
                  <a:pt x="1482" y="9877"/>
                  <a:pt x="1608" y="10003"/>
                </a:cubicBezTo>
                <a:lnTo>
                  <a:pt x="2175" y="10570"/>
                </a:lnTo>
                <a:cubicBezTo>
                  <a:pt x="2017" y="10696"/>
                  <a:pt x="1860" y="10728"/>
                  <a:pt x="1702" y="10728"/>
                </a:cubicBezTo>
                <a:cubicBezTo>
                  <a:pt x="1419" y="10728"/>
                  <a:pt x="1198" y="10665"/>
                  <a:pt x="1009" y="10476"/>
                </a:cubicBezTo>
                <a:cubicBezTo>
                  <a:pt x="789" y="10255"/>
                  <a:pt x="726" y="10035"/>
                  <a:pt x="726" y="9751"/>
                </a:cubicBezTo>
                <a:cubicBezTo>
                  <a:pt x="726" y="9468"/>
                  <a:pt x="852" y="9247"/>
                  <a:pt x="1041" y="9090"/>
                </a:cubicBezTo>
                <a:lnTo>
                  <a:pt x="4947" y="5624"/>
                </a:lnTo>
                <a:close/>
                <a:moveTo>
                  <a:pt x="10035" y="1"/>
                </a:moveTo>
                <a:cubicBezTo>
                  <a:pt x="9413" y="1"/>
                  <a:pt x="8791" y="237"/>
                  <a:pt x="8318" y="709"/>
                </a:cubicBezTo>
                <a:lnTo>
                  <a:pt x="6743" y="2285"/>
                </a:lnTo>
                <a:cubicBezTo>
                  <a:pt x="6680" y="2348"/>
                  <a:pt x="6617" y="2442"/>
                  <a:pt x="6617" y="2505"/>
                </a:cubicBezTo>
                <a:cubicBezTo>
                  <a:pt x="6617" y="2600"/>
                  <a:pt x="6680" y="2694"/>
                  <a:pt x="6743" y="2757"/>
                </a:cubicBezTo>
                <a:cubicBezTo>
                  <a:pt x="6837" y="2820"/>
                  <a:pt x="6869" y="2915"/>
                  <a:pt x="6869" y="2978"/>
                </a:cubicBezTo>
                <a:cubicBezTo>
                  <a:pt x="6869" y="3041"/>
                  <a:pt x="6837" y="3167"/>
                  <a:pt x="6743" y="3198"/>
                </a:cubicBezTo>
                <a:lnTo>
                  <a:pt x="6207" y="3765"/>
                </a:lnTo>
                <a:cubicBezTo>
                  <a:pt x="5987" y="3797"/>
                  <a:pt x="5798" y="3891"/>
                  <a:pt x="5640" y="3986"/>
                </a:cubicBezTo>
                <a:lnTo>
                  <a:pt x="568" y="8523"/>
                </a:lnTo>
                <a:cubicBezTo>
                  <a:pt x="221" y="8838"/>
                  <a:pt x="1" y="9247"/>
                  <a:pt x="1" y="9720"/>
                </a:cubicBezTo>
                <a:cubicBezTo>
                  <a:pt x="1" y="10192"/>
                  <a:pt x="158" y="10633"/>
                  <a:pt x="473" y="10917"/>
                </a:cubicBezTo>
                <a:cubicBezTo>
                  <a:pt x="789" y="11264"/>
                  <a:pt x="1230" y="11390"/>
                  <a:pt x="1671" y="11390"/>
                </a:cubicBezTo>
                <a:lnTo>
                  <a:pt x="1702" y="11390"/>
                </a:lnTo>
                <a:cubicBezTo>
                  <a:pt x="2143" y="11390"/>
                  <a:pt x="2584" y="11169"/>
                  <a:pt x="2899" y="10854"/>
                </a:cubicBezTo>
                <a:lnTo>
                  <a:pt x="7405" y="5782"/>
                </a:lnTo>
                <a:cubicBezTo>
                  <a:pt x="7562" y="5624"/>
                  <a:pt x="7657" y="5404"/>
                  <a:pt x="7657" y="5215"/>
                </a:cubicBezTo>
                <a:lnTo>
                  <a:pt x="11752" y="1119"/>
                </a:lnTo>
                <a:cubicBezTo>
                  <a:pt x="11878" y="1088"/>
                  <a:pt x="11878" y="1025"/>
                  <a:pt x="11878" y="930"/>
                </a:cubicBezTo>
                <a:cubicBezTo>
                  <a:pt x="11878" y="867"/>
                  <a:pt x="11815" y="741"/>
                  <a:pt x="11752" y="709"/>
                </a:cubicBezTo>
                <a:cubicBezTo>
                  <a:pt x="11280" y="237"/>
                  <a:pt x="10657" y="1"/>
                  <a:pt x="100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8" name="Google Shape;15528;p82"/>
          <p:cNvSpPr/>
          <p:nvPr/>
        </p:nvSpPr>
        <p:spPr>
          <a:xfrm>
            <a:off x="10645890" y="2081955"/>
            <a:ext cx="472181" cy="472181"/>
          </a:xfrm>
          <a:custGeom>
            <a:avLst/>
            <a:gdLst/>
            <a:ahLst/>
            <a:cxnLst/>
            <a:rect l="l" t="t" r="r" b="b"/>
            <a:pathLst>
              <a:path w="11847" h="11847" extrusionOk="0">
                <a:moveTo>
                  <a:pt x="5546" y="662"/>
                </a:moveTo>
                <a:lnTo>
                  <a:pt x="5546" y="2741"/>
                </a:lnTo>
                <a:lnTo>
                  <a:pt x="4821" y="2741"/>
                </a:lnTo>
                <a:lnTo>
                  <a:pt x="4821" y="1040"/>
                </a:lnTo>
                <a:cubicBezTo>
                  <a:pt x="4821" y="819"/>
                  <a:pt x="4979" y="662"/>
                  <a:pt x="5199" y="662"/>
                </a:cubicBezTo>
                <a:close/>
                <a:moveTo>
                  <a:pt x="6932" y="662"/>
                </a:moveTo>
                <a:lnTo>
                  <a:pt x="6932" y="2773"/>
                </a:lnTo>
                <a:lnTo>
                  <a:pt x="6207" y="2773"/>
                </a:lnTo>
                <a:lnTo>
                  <a:pt x="6207" y="662"/>
                </a:lnTo>
                <a:close/>
                <a:moveTo>
                  <a:pt x="8350" y="662"/>
                </a:moveTo>
                <a:lnTo>
                  <a:pt x="8350" y="2773"/>
                </a:lnTo>
                <a:lnTo>
                  <a:pt x="7625" y="2773"/>
                </a:lnTo>
                <a:lnTo>
                  <a:pt x="7625" y="662"/>
                </a:lnTo>
                <a:close/>
                <a:moveTo>
                  <a:pt x="9704" y="662"/>
                </a:moveTo>
                <a:lnTo>
                  <a:pt x="9704" y="2773"/>
                </a:lnTo>
                <a:lnTo>
                  <a:pt x="9011" y="2773"/>
                </a:lnTo>
                <a:lnTo>
                  <a:pt x="9011" y="662"/>
                </a:lnTo>
                <a:close/>
                <a:moveTo>
                  <a:pt x="10744" y="662"/>
                </a:moveTo>
                <a:cubicBezTo>
                  <a:pt x="10933" y="662"/>
                  <a:pt x="11090" y="819"/>
                  <a:pt x="11090" y="1040"/>
                </a:cubicBezTo>
                <a:lnTo>
                  <a:pt x="11090" y="2773"/>
                </a:lnTo>
                <a:lnTo>
                  <a:pt x="10397" y="2773"/>
                </a:lnTo>
                <a:lnTo>
                  <a:pt x="10397" y="662"/>
                </a:lnTo>
                <a:close/>
                <a:moveTo>
                  <a:pt x="6270" y="5577"/>
                </a:moveTo>
                <a:lnTo>
                  <a:pt x="6270" y="9074"/>
                </a:lnTo>
                <a:lnTo>
                  <a:pt x="5546" y="9074"/>
                </a:lnTo>
                <a:lnTo>
                  <a:pt x="5546" y="5577"/>
                </a:lnTo>
                <a:close/>
                <a:moveTo>
                  <a:pt x="10397" y="5640"/>
                </a:moveTo>
                <a:lnTo>
                  <a:pt x="10397" y="6270"/>
                </a:lnTo>
                <a:lnTo>
                  <a:pt x="9358" y="6270"/>
                </a:lnTo>
                <a:cubicBezTo>
                  <a:pt x="9169" y="6270"/>
                  <a:pt x="9011" y="6427"/>
                  <a:pt x="9011" y="6616"/>
                </a:cubicBezTo>
                <a:cubicBezTo>
                  <a:pt x="9011" y="6805"/>
                  <a:pt x="9169" y="6963"/>
                  <a:pt x="9358" y="6963"/>
                </a:cubicBezTo>
                <a:lnTo>
                  <a:pt x="10397" y="6963"/>
                </a:lnTo>
                <a:lnTo>
                  <a:pt x="10397" y="7688"/>
                </a:lnTo>
                <a:lnTo>
                  <a:pt x="9358" y="7688"/>
                </a:lnTo>
                <a:cubicBezTo>
                  <a:pt x="9169" y="7688"/>
                  <a:pt x="9011" y="7845"/>
                  <a:pt x="9011" y="8034"/>
                </a:cubicBezTo>
                <a:cubicBezTo>
                  <a:pt x="9011" y="8223"/>
                  <a:pt x="9169" y="8381"/>
                  <a:pt x="9358" y="8381"/>
                </a:cubicBezTo>
                <a:lnTo>
                  <a:pt x="10397" y="8381"/>
                </a:lnTo>
                <a:lnTo>
                  <a:pt x="10397" y="9105"/>
                </a:lnTo>
                <a:lnTo>
                  <a:pt x="8287" y="9105"/>
                </a:lnTo>
                <a:lnTo>
                  <a:pt x="8287" y="5640"/>
                </a:lnTo>
                <a:close/>
                <a:moveTo>
                  <a:pt x="2080" y="7688"/>
                </a:moveTo>
                <a:cubicBezTo>
                  <a:pt x="2301" y="7688"/>
                  <a:pt x="2521" y="7719"/>
                  <a:pt x="2710" y="7845"/>
                </a:cubicBezTo>
                <a:cubicBezTo>
                  <a:pt x="2427" y="7971"/>
                  <a:pt x="2206" y="8129"/>
                  <a:pt x="1954" y="8318"/>
                </a:cubicBezTo>
                <a:lnTo>
                  <a:pt x="1923" y="8349"/>
                </a:lnTo>
                <a:cubicBezTo>
                  <a:pt x="1576" y="8696"/>
                  <a:pt x="1355" y="9200"/>
                  <a:pt x="1355" y="9767"/>
                </a:cubicBezTo>
                <a:cubicBezTo>
                  <a:pt x="1355" y="9956"/>
                  <a:pt x="1418" y="10113"/>
                  <a:pt x="1450" y="10302"/>
                </a:cubicBezTo>
                <a:cubicBezTo>
                  <a:pt x="977" y="10050"/>
                  <a:pt x="694" y="9578"/>
                  <a:pt x="694" y="9074"/>
                </a:cubicBezTo>
                <a:cubicBezTo>
                  <a:pt x="694" y="8318"/>
                  <a:pt x="1324" y="7688"/>
                  <a:pt x="2080" y="7688"/>
                </a:cubicBezTo>
                <a:close/>
                <a:moveTo>
                  <a:pt x="3403" y="8318"/>
                </a:moveTo>
                <a:cubicBezTo>
                  <a:pt x="4191" y="8349"/>
                  <a:pt x="4821" y="8979"/>
                  <a:pt x="4821" y="9735"/>
                </a:cubicBezTo>
                <a:cubicBezTo>
                  <a:pt x="4821" y="9987"/>
                  <a:pt x="4758" y="10239"/>
                  <a:pt x="4600" y="10491"/>
                </a:cubicBezTo>
                <a:lnTo>
                  <a:pt x="2679" y="8538"/>
                </a:lnTo>
                <a:cubicBezTo>
                  <a:pt x="2868" y="8381"/>
                  <a:pt x="3151" y="8318"/>
                  <a:pt x="3403" y="8318"/>
                </a:cubicBezTo>
                <a:close/>
                <a:moveTo>
                  <a:pt x="2238" y="9074"/>
                </a:moveTo>
                <a:lnTo>
                  <a:pt x="4128" y="10964"/>
                </a:lnTo>
                <a:cubicBezTo>
                  <a:pt x="3939" y="11059"/>
                  <a:pt x="3687" y="11122"/>
                  <a:pt x="3466" y="11122"/>
                </a:cubicBezTo>
                <a:cubicBezTo>
                  <a:pt x="3448" y="11122"/>
                  <a:pt x="3430" y="11123"/>
                  <a:pt x="3412" y="11123"/>
                </a:cubicBezTo>
                <a:cubicBezTo>
                  <a:pt x="2680" y="11123"/>
                  <a:pt x="2080" y="10504"/>
                  <a:pt x="2080" y="9735"/>
                </a:cubicBezTo>
                <a:cubicBezTo>
                  <a:pt x="2080" y="9483"/>
                  <a:pt x="2143" y="9263"/>
                  <a:pt x="2238" y="9074"/>
                </a:cubicBezTo>
                <a:close/>
                <a:moveTo>
                  <a:pt x="10334" y="3466"/>
                </a:moveTo>
                <a:lnTo>
                  <a:pt x="10334" y="4884"/>
                </a:lnTo>
                <a:lnTo>
                  <a:pt x="7940" y="4884"/>
                </a:lnTo>
                <a:cubicBezTo>
                  <a:pt x="7751" y="4884"/>
                  <a:pt x="7593" y="5041"/>
                  <a:pt x="7593" y="5230"/>
                </a:cubicBezTo>
                <a:lnTo>
                  <a:pt x="7593" y="9420"/>
                </a:lnTo>
                <a:cubicBezTo>
                  <a:pt x="7593" y="9609"/>
                  <a:pt x="7751" y="9767"/>
                  <a:pt x="7940" y="9767"/>
                </a:cubicBezTo>
                <a:lnTo>
                  <a:pt x="10397" y="9767"/>
                </a:lnTo>
                <a:lnTo>
                  <a:pt x="10397" y="10806"/>
                </a:lnTo>
                <a:cubicBezTo>
                  <a:pt x="10397" y="10996"/>
                  <a:pt x="10240" y="11153"/>
                  <a:pt x="10019" y="11153"/>
                </a:cubicBezTo>
                <a:lnTo>
                  <a:pt x="5861" y="11153"/>
                </a:lnTo>
                <a:cubicBezTo>
                  <a:pt x="5672" y="11153"/>
                  <a:pt x="5514" y="10996"/>
                  <a:pt x="5514" y="10806"/>
                </a:cubicBezTo>
                <a:lnTo>
                  <a:pt x="5514" y="9767"/>
                </a:lnTo>
                <a:lnTo>
                  <a:pt x="6522" y="9767"/>
                </a:lnTo>
                <a:cubicBezTo>
                  <a:pt x="6711" y="9767"/>
                  <a:pt x="6869" y="9609"/>
                  <a:pt x="6869" y="9420"/>
                </a:cubicBezTo>
                <a:lnTo>
                  <a:pt x="6869" y="5230"/>
                </a:lnTo>
                <a:cubicBezTo>
                  <a:pt x="6869" y="5041"/>
                  <a:pt x="6711" y="4884"/>
                  <a:pt x="6522" y="4884"/>
                </a:cubicBezTo>
                <a:lnTo>
                  <a:pt x="5514" y="4884"/>
                </a:lnTo>
                <a:lnTo>
                  <a:pt x="5514" y="3466"/>
                </a:lnTo>
                <a:close/>
                <a:moveTo>
                  <a:pt x="5199" y="0"/>
                </a:moveTo>
                <a:cubicBezTo>
                  <a:pt x="4600" y="0"/>
                  <a:pt x="4159" y="473"/>
                  <a:pt x="4159" y="1040"/>
                </a:cubicBezTo>
                <a:lnTo>
                  <a:pt x="4159" y="3119"/>
                </a:lnTo>
                <a:cubicBezTo>
                  <a:pt x="4159" y="3308"/>
                  <a:pt x="4317" y="3466"/>
                  <a:pt x="4506" y="3466"/>
                </a:cubicBezTo>
                <a:lnTo>
                  <a:pt x="4884" y="3466"/>
                </a:lnTo>
                <a:lnTo>
                  <a:pt x="4884" y="8192"/>
                </a:lnTo>
                <a:cubicBezTo>
                  <a:pt x="4569" y="7908"/>
                  <a:pt x="4128" y="7719"/>
                  <a:pt x="3655" y="7688"/>
                </a:cubicBezTo>
                <a:cubicBezTo>
                  <a:pt x="3277" y="7246"/>
                  <a:pt x="2710" y="6963"/>
                  <a:pt x="2080" y="6963"/>
                </a:cubicBezTo>
                <a:cubicBezTo>
                  <a:pt x="946" y="6963"/>
                  <a:pt x="1" y="7908"/>
                  <a:pt x="1" y="9074"/>
                </a:cubicBezTo>
                <a:cubicBezTo>
                  <a:pt x="1" y="10176"/>
                  <a:pt x="820" y="11027"/>
                  <a:pt x="1923" y="11153"/>
                </a:cubicBezTo>
                <a:cubicBezTo>
                  <a:pt x="2332" y="11594"/>
                  <a:pt x="2868" y="11846"/>
                  <a:pt x="3498" y="11846"/>
                </a:cubicBezTo>
                <a:cubicBezTo>
                  <a:pt x="4065" y="11846"/>
                  <a:pt x="4506" y="11657"/>
                  <a:pt x="4916" y="11311"/>
                </a:cubicBezTo>
                <a:cubicBezTo>
                  <a:pt x="4916" y="11311"/>
                  <a:pt x="4979" y="11279"/>
                  <a:pt x="4979" y="11216"/>
                </a:cubicBezTo>
                <a:cubicBezTo>
                  <a:pt x="5136" y="11594"/>
                  <a:pt x="5514" y="11846"/>
                  <a:pt x="5924" y="11846"/>
                </a:cubicBezTo>
                <a:lnTo>
                  <a:pt x="10114" y="11846"/>
                </a:lnTo>
                <a:cubicBezTo>
                  <a:pt x="10712" y="11846"/>
                  <a:pt x="11122" y="11374"/>
                  <a:pt x="11122" y="10838"/>
                </a:cubicBezTo>
                <a:lnTo>
                  <a:pt x="11122" y="3497"/>
                </a:lnTo>
                <a:lnTo>
                  <a:pt x="11500" y="3497"/>
                </a:lnTo>
                <a:cubicBezTo>
                  <a:pt x="11689" y="3497"/>
                  <a:pt x="11847" y="3340"/>
                  <a:pt x="11847" y="3151"/>
                </a:cubicBezTo>
                <a:lnTo>
                  <a:pt x="11847" y="1072"/>
                </a:lnTo>
                <a:cubicBezTo>
                  <a:pt x="11752" y="441"/>
                  <a:pt x="11343" y="0"/>
                  <a:pt x="107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29" name="Google Shape;15529;p82"/>
          <p:cNvGrpSpPr/>
          <p:nvPr/>
        </p:nvGrpSpPr>
        <p:grpSpPr>
          <a:xfrm>
            <a:off x="10645300" y="2691614"/>
            <a:ext cx="472181" cy="445797"/>
            <a:chOff x="-25844850" y="2357750"/>
            <a:chExt cx="296175" cy="279625"/>
          </a:xfrm>
        </p:grpSpPr>
        <p:sp>
          <p:nvSpPr>
            <p:cNvPr id="15530" name="Google Shape;15530;p82"/>
            <p:cNvSpPr/>
            <p:nvPr/>
          </p:nvSpPr>
          <p:spPr>
            <a:xfrm>
              <a:off x="-25792075" y="2428625"/>
              <a:ext cx="191425" cy="208750"/>
            </a:xfrm>
            <a:custGeom>
              <a:avLst/>
              <a:gdLst/>
              <a:ahLst/>
              <a:cxnLst/>
              <a:rect l="l" t="t" r="r" b="b"/>
              <a:pathLst>
                <a:path w="7657" h="8350" extrusionOk="0">
                  <a:moveTo>
                    <a:pt x="3781" y="2773"/>
                  </a:moveTo>
                  <a:cubicBezTo>
                    <a:pt x="3970" y="2773"/>
                    <a:pt x="4128" y="2931"/>
                    <a:pt x="4128" y="3120"/>
                  </a:cubicBezTo>
                  <a:cubicBezTo>
                    <a:pt x="4128" y="3309"/>
                    <a:pt x="3970" y="3466"/>
                    <a:pt x="3781" y="3466"/>
                  </a:cubicBezTo>
                  <a:cubicBezTo>
                    <a:pt x="3592" y="3466"/>
                    <a:pt x="3435" y="3309"/>
                    <a:pt x="3435" y="3120"/>
                  </a:cubicBezTo>
                  <a:cubicBezTo>
                    <a:pt x="3435" y="2931"/>
                    <a:pt x="3592" y="2773"/>
                    <a:pt x="3781" y="2773"/>
                  </a:cubicBezTo>
                  <a:close/>
                  <a:moveTo>
                    <a:pt x="3813" y="694"/>
                  </a:moveTo>
                  <a:cubicBezTo>
                    <a:pt x="5167" y="694"/>
                    <a:pt x="6270" y="1796"/>
                    <a:pt x="6270" y="3120"/>
                  </a:cubicBezTo>
                  <a:lnTo>
                    <a:pt x="6270" y="6239"/>
                  </a:lnTo>
                  <a:lnTo>
                    <a:pt x="4191" y="6239"/>
                  </a:lnTo>
                  <a:lnTo>
                    <a:pt x="4191" y="4096"/>
                  </a:lnTo>
                  <a:cubicBezTo>
                    <a:pt x="4569" y="3939"/>
                    <a:pt x="4884" y="3592"/>
                    <a:pt x="4884" y="3120"/>
                  </a:cubicBezTo>
                  <a:cubicBezTo>
                    <a:pt x="4884" y="2521"/>
                    <a:pt x="4411" y="2111"/>
                    <a:pt x="3876" y="2111"/>
                  </a:cubicBezTo>
                  <a:cubicBezTo>
                    <a:pt x="3277" y="2111"/>
                    <a:pt x="2836" y="2584"/>
                    <a:pt x="2836" y="3120"/>
                  </a:cubicBezTo>
                  <a:cubicBezTo>
                    <a:pt x="2836" y="3561"/>
                    <a:pt x="3120" y="3939"/>
                    <a:pt x="3561" y="4096"/>
                  </a:cubicBezTo>
                  <a:lnTo>
                    <a:pt x="3561" y="6239"/>
                  </a:lnTo>
                  <a:lnTo>
                    <a:pt x="1450" y="6239"/>
                  </a:lnTo>
                  <a:lnTo>
                    <a:pt x="1450" y="3120"/>
                  </a:lnTo>
                  <a:lnTo>
                    <a:pt x="1387" y="3120"/>
                  </a:lnTo>
                  <a:cubicBezTo>
                    <a:pt x="1387" y="1796"/>
                    <a:pt x="2489" y="694"/>
                    <a:pt x="3813" y="694"/>
                  </a:cubicBezTo>
                  <a:close/>
                  <a:moveTo>
                    <a:pt x="6585" y="6932"/>
                  </a:moveTo>
                  <a:cubicBezTo>
                    <a:pt x="6774" y="6932"/>
                    <a:pt x="6932" y="7089"/>
                    <a:pt x="6932" y="7310"/>
                  </a:cubicBezTo>
                  <a:lnTo>
                    <a:pt x="6932" y="7625"/>
                  </a:lnTo>
                  <a:lnTo>
                    <a:pt x="662" y="7625"/>
                  </a:lnTo>
                  <a:lnTo>
                    <a:pt x="662" y="7310"/>
                  </a:lnTo>
                  <a:cubicBezTo>
                    <a:pt x="662" y="7089"/>
                    <a:pt x="820" y="6932"/>
                    <a:pt x="1040" y="6932"/>
                  </a:cubicBezTo>
                  <a:close/>
                  <a:moveTo>
                    <a:pt x="3813" y="1"/>
                  </a:moveTo>
                  <a:cubicBezTo>
                    <a:pt x="2080" y="1"/>
                    <a:pt x="725" y="1418"/>
                    <a:pt x="725" y="3120"/>
                  </a:cubicBezTo>
                  <a:lnTo>
                    <a:pt x="725" y="6302"/>
                  </a:lnTo>
                  <a:cubicBezTo>
                    <a:pt x="316" y="6459"/>
                    <a:pt x="1" y="6837"/>
                    <a:pt x="1" y="7310"/>
                  </a:cubicBezTo>
                  <a:lnTo>
                    <a:pt x="1" y="8003"/>
                  </a:lnTo>
                  <a:cubicBezTo>
                    <a:pt x="1" y="8192"/>
                    <a:pt x="158" y="8349"/>
                    <a:pt x="347" y="8349"/>
                  </a:cubicBezTo>
                  <a:lnTo>
                    <a:pt x="7278" y="8349"/>
                  </a:lnTo>
                  <a:cubicBezTo>
                    <a:pt x="7499" y="8349"/>
                    <a:pt x="7656" y="8192"/>
                    <a:pt x="7656" y="8003"/>
                  </a:cubicBezTo>
                  <a:lnTo>
                    <a:pt x="7656" y="7310"/>
                  </a:lnTo>
                  <a:cubicBezTo>
                    <a:pt x="7593" y="6837"/>
                    <a:pt x="7341" y="6428"/>
                    <a:pt x="6932" y="6302"/>
                  </a:cubicBezTo>
                  <a:lnTo>
                    <a:pt x="6932" y="3120"/>
                  </a:lnTo>
                  <a:cubicBezTo>
                    <a:pt x="6932" y="1387"/>
                    <a:pt x="5514" y="1"/>
                    <a:pt x="38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1" name="Google Shape;15531;p82"/>
            <p:cNvSpPr/>
            <p:nvPr/>
          </p:nvSpPr>
          <p:spPr>
            <a:xfrm>
              <a:off x="-25602250" y="2497950"/>
              <a:ext cx="53575" cy="17350"/>
            </a:xfrm>
            <a:custGeom>
              <a:avLst/>
              <a:gdLst/>
              <a:ahLst/>
              <a:cxnLst/>
              <a:rect l="l" t="t" r="r" b="b"/>
              <a:pathLst>
                <a:path w="2143" h="694" extrusionOk="0">
                  <a:moveTo>
                    <a:pt x="378" y="0"/>
                  </a:moveTo>
                  <a:cubicBezTo>
                    <a:pt x="158" y="0"/>
                    <a:pt x="0" y="158"/>
                    <a:pt x="0" y="347"/>
                  </a:cubicBezTo>
                  <a:cubicBezTo>
                    <a:pt x="0" y="536"/>
                    <a:pt x="158" y="693"/>
                    <a:pt x="378" y="693"/>
                  </a:cubicBezTo>
                  <a:lnTo>
                    <a:pt x="1796" y="693"/>
                  </a:lnTo>
                  <a:cubicBezTo>
                    <a:pt x="1985" y="693"/>
                    <a:pt x="2143" y="536"/>
                    <a:pt x="2143" y="347"/>
                  </a:cubicBezTo>
                  <a:cubicBezTo>
                    <a:pt x="2143" y="158"/>
                    <a:pt x="1985"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2" name="Google Shape;15532;p82"/>
            <p:cNvSpPr/>
            <p:nvPr/>
          </p:nvSpPr>
          <p:spPr>
            <a:xfrm>
              <a:off x="-25844850" y="2497950"/>
              <a:ext cx="52800" cy="17350"/>
            </a:xfrm>
            <a:custGeom>
              <a:avLst/>
              <a:gdLst/>
              <a:ahLst/>
              <a:cxnLst/>
              <a:rect l="l" t="t" r="r" b="b"/>
              <a:pathLst>
                <a:path w="2112" h="694" extrusionOk="0">
                  <a:moveTo>
                    <a:pt x="347" y="0"/>
                  </a:moveTo>
                  <a:cubicBezTo>
                    <a:pt x="158" y="0"/>
                    <a:pt x="1" y="158"/>
                    <a:pt x="1" y="347"/>
                  </a:cubicBezTo>
                  <a:cubicBezTo>
                    <a:pt x="1" y="536"/>
                    <a:pt x="158" y="693"/>
                    <a:pt x="347" y="693"/>
                  </a:cubicBezTo>
                  <a:lnTo>
                    <a:pt x="1765" y="693"/>
                  </a:lnTo>
                  <a:cubicBezTo>
                    <a:pt x="1954" y="693"/>
                    <a:pt x="2112" y="536"/>
                    <a:pt x="2112" y="347"/>
                  </a:cubicBezTo>
                  <a:cubicBezTo>
                    <a:pt x="2080" y="158"/>
                    <a:pt x="1923"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3" name="Google Shape;15533;p82"/>
            <p:cNvSpPr/>
            <p:nvPr/>
          </p:nvSpPr>
          <p:spPr>
            <a:xfrm>
              <a:off x="-25706225" y="2357750"/>
              <a:ext cx="17350" cy="53575"/>
            </a:xfrm>
            <a:custGeom>
              <a:avLst/>
              <a:gdLst/>
              <a:ahLst/>
              <a:cxnLst/>
              <a:rect l="l" t="t" r="r" b="b"/>
              <a:pathLst>
                <a:path w="694" h="2143" extrusionOk="0">
                  <a:moveTo>
                    <a:pt x="347" y="0"/>
                  </a:moveTo>
                  <a:cubicBezTo>
                    <a:pt x="158" y="0"/>
                    <a:pt x="1" y="158"/>
                    <a:pt x="1" y="347"/>
                  </a:cubicBezTo>
                  <a:lnTo>
                    <a:pt x="1" y="1764"/>
                  </a:lnTo>
                  <a:cubicBezTo>
                    <a:pt x="1" y="1985"/>
                    <a:pt x="158" y="2143"/>
                    <a:pt x="347" y="2143"/>
                  </a:cubicBezTo>
                  <a:cubicBezTo>
                    <a:pt x="536" y="2143"/>
                    <a:pt x="694" y="1985"/>
                    <a:pt x="694" y="1764"/>
                  </a:cubicBezTo>
                  <a:lnTo>
                    <a:pt x="694" y="347"/>
                  </a:ln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4" name="Google Shape;15534;p82"/>
            <p:cNvSpPr/>
            <p:nvPr/>
          </p:nvSpPr>
          <p:spPr>
            <a:xfrm>
              <a:off x="-25804675" y="2400275"/>
              <a:ext cx="42550" cy="41775"/>
            </a:xfrm>
            <a:custGeom>
              <a:avLst/>
              <a:gdLst/>
              <a:ahLst/>
              <a:cxnLst/>
              <a:rect l="l" t="t" r="r" b="b"/>
              <a:pathLst>
                <a:path w="1702" h="1671" extrusionOk="0">
                  <a:moveTo>
                    <a:pt x="351" y="0"/>
                  </a:moveTo>
                  <a:cubicBezTo>
                    <a:pt x="260" y="0"/>
                    <a:pt x="174" y="32"/>
                    <a:pt x="127" y="95"/>
                  </a:cubicBezTo>
                  <a:cubicBezTo>
                    <a:pt x="0" y="189"/>
                    <a:pt x="0" y="442"/>
                    <a:pt x="127" y="568"/>
                  </a:cubicBezTo>
                  <a:lnTo>
                    <a:pt x="1103" y="1544"/>
                  </a:lnTo>
                  <a:cubicBezTo>
                    <a:pt x="1166" y="1607"/>
                    <a:pt x="1261" y="1670"/>
                    <a:pt x="1324" y="1670"/>
                  </a:cubicBezTo>
                  <a:cubicBezTo>
                    <a:pt x="1418" y="1670"/>
                    <a:pt x="1544" y="1607"/>
                    <a:pt x="1576" y="1544"/>
                  </a:cubicBezTo>
                  <a:cubicBezTo>
                    <a:pt x="1702" y="1418"/>
                    <a:pt x="1702" y="1198"/>
                    <a:pt x="1576" y="1072"/>
                  </a:cubicBezTo>
                  <a:lnTo>
                    <a:pt x="599" y="95"/>
                  </a:lnTo>
                  <a:cubicBezTo>
                    <a:pt x="536" y="32"/>
                    <a:pt x="442" y="0"/>
                    <a:pt x="3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5" name="Google Shape;15535;p82"/>
            <p:cNvSpPr/>
            <p:nvPr/>
          </p:nvSpPr>
          <p:spPr>
            <a:xfrm>
              <a:off x="-25632175" y="2400275"/>
              <a:ext cx="41750" cy="41775"/>
            </a:xfrm>
            <a:custGeom>
              <a:avLst/>
              <a:gdLst/>
              <a:ahLst/>
              <a:cxnLst/>
              <a:rect l="l" t="t" r="r" b="b"/>
              <a:pathLst>
                <a:path w="1670" h="1671" extrusionOk="0">
                  <a:moveTo>
                    <a:pt x="1327" y="0"/>
                  </a:moveTo>
                  <a:cubicBezTo>
                    <a:pt x="1237" y="0"/>
                    <a:pt x="1150" y="32"/>
                    <a:pt x="1103" y="95"/>
                  </a:cubicBezTo>
                  <a:lnTo>
                    <a:pt x="95" y="1072"/>
                  </a:lnTo>
                  <a:cubicBezTo>
                    <a:pt x="0" y="1198"/>
                    <a:pt x="0" y="1418"/>
                    <a:pt x="95" y="1544"/>
                  </a:cubicBezTo>
                  <a:cubicBezTo>
                    <a:pt x="158" y="1607"/>
                    <a:pt x="252" y="1670"/>
                    <a:pt x="347" y="1670"/>
                  </a:cubicBezTo>
                  <a:cubicBezTo>
                    <a:pt x="410" y="1670"/>
                    <a:pt x="536" y="1607"/>
                    <a:pt x="567" y="1544"/>
                  </a:cubicBezTo>
                  <a:lnTo>
                    <a:pt x="1575" y="568"/>
                  </a:lnTo>
                  <a:cubicBezTo>
                    <a:pt x="1670" y="442"/>
                    <a:pt x="1670" y="189"/>
                    <a:pt x="1575" y="95"/>
                  </a:cubicBezTo>
                  <a:cubicBezTo>
                    <a:pt x="1512" y="32"/>
                    <a:pt x="1418" y="0"/>
                    <a:pt x="13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36" name="Google Shape;15536;p82"/>
          <p:cNvSpPr/>
          <p:nvPr/>
        </p:nvSpPr>
        <p:spPr>
          <a:xfrm>
            <a:off x="10642761" y="3266822"/>
            <a:ext cx="478440" cy="471863"/>
          </a:xfrm>
          <a:custGeom>
            <a:avLst/>
            <a:gdLst/>
            <a:ahLst/>
            <a:cxnLst/>
            <a:rect l="l" t="t" r="r" b="b"/>
            <a:pathLst>
              <a:path w="12004" h="11839" extrusionOk="0">
                <a:moveTo>
                  <a:pt x="7435" y="685"/>
                </a:moveTo>
                <a:cubicBezTo>
                  <a:pt x="7530" y="685"/>
                  <a:pt x="7656" y="748"/>
                  <a:pt x="7687" y="811"/>
                </a:cubicBezTo>
                <a:lnTo>
                  <a:pt x="11121" y="4246"/>
                </a:lnTo>
                <a:cubicBezTo>
                  <a:pt x="11279" y="4372"/>
                  <a:pt x="11279" y="4592"/>
                  <a:pt x="11121" y="4718"/>
                </a:cubicBezTo>
                <a:cubicBezTo>
                  <a:pt x="11058" y="4781"/>
                  <a:pt x="10964" y="4813"/>
                  <a:pt x="10873" y="4813"/>
                </a:cubicBezTo>
                <a:cubicBezTo>
                  <a:pt x="10783" y="4813"/>
                  <a:pt x="10696" y="4781"/>
                  <a:pt x="10649" y="4718"/>
                </a:cubicBezTo>
                <a:lnTo>
                  <a:pt x="7215" y="1284"/>
                </a:lnTo>
                <a:cubicBezTo>
                  <a:pt x="7089" y="1158"/>
                  <a:pt x="7089" y="938"/>
                  <a:pt x="7215" y="811"/>
                </a:cubicBezTo>
                <a:cubicBezTo>
                  <a:pt x="7278" y="748"/>
                  <a:pt x="7372" y="685"/>
                  <a:pt x="7435" y="685"/>
                </a:cubicBezTo>
                <a:close/>
                <a:moveTo>
                  <a:pt x="7971" y="2985"/>
                </a:moveTo>
                <a:lnTo>
                  <a:pt x="8948" y="3962"/>
                </a:lnTo>
                <a:lnTo>
                  <a:pt x="7404" y="5506"/>
                </a:lnTo>
                <a:lnTo>
                  <a:pt x="6427" y="4529"/>
                </a:lnTo>
                <a:lnTo>
                  <a:pt x="7971" y="2985"/>
                </a:lnTo>
                <a:close/>
                <a:moveTo>
                  <a:pt x="5923" y="5033"/>
                </a:moveTo>
                <a:lnTo>
                  <a:pt x="6900" y="6010"/>
                </a:lnTo>
                <a:lnTo>
                  <a:pt x="6459" y="6451"/>
                </a:lnTo>
                <a:cubicBezTo>
                  <a:pt x="6135" y="6775"/>
                  <a:pt x="5672" y="6937"/>
                  <a:pt x="5229" y="6937"/>
                </a:cubicBezTo>
                <a:cubicBezTo>
                  <a:pt x="5155" y="6937"/>
                  <a:pt x="5082" y="6932"/>
                  <a:pt x="5010" y="6923"/>
                </a:cubicBezTo>
                <a:cubicBezTo>
                  <a:pt x="4946" y="6356"/>
                  <a:pt x="5136" y="5821"/>
                  <a:pt x="5482" y="5474"/>
                </a:cubicBezTo>
                <a:lnTo>
                  <a:pt x="5923" y="5033"/>
                </a:lnTo>
                <a:close/>
                <a:moveTo>
                  <a:pt x="6931" y="1946"/>
                </a:moveTo>
                <a:lnTo>
                  <a:pt x="7404" y="2418"/>
                </a:lnTo>
                <a:lnTo>
                  <a:pt x="4978" y="4876"/>
                </a:lnTo>
                <a:cubicBezTo>
                  <a:pt x="4379" y="5443"/>
                  <a:pt x="4127" y="6230"/>
                  <a:pt x="4285" y="7081"/>
                </a:cubicBezTo>
                <a:lnTo>
                  <a:pt x="4348" y="7175"/>
                </a:lnTo>
                <a:cubicBezTo>
                  <a:pt x="4379" y="7301"/>
                  <a:pt x="4442" y="7427"/>
                  <a:pt x="4600" y="7459"/>
                </a:cubicBezTo>
                <a:lnTo>
                  <a:pt x="4726" y="7491"/>
                </a:lnTo>
                <a:cubicBezTo>
                  <a:pt x="4883" y="7554"/>
                  <a:pt x="5041" y="7554"/>
                  <a:pt x="5199" y="7554"/>
                </a:cubicBezTo>
                <a:cubicBezTo>
                  <a:pt x="5829" y="7554"/>
                  <a:pt x="6459" y="7301"/>
                  <a:pt x="6931" y="6829"/>
                </a:cubicBezTo>
                <a:lnTo>
                  <a:pt x="9389" y="4403"/>
                </a:lnTo>
                <a:lnTo>
                  <a:pt x="9861" y="4876"/>
                </a:lnTo>
                <a:lnTo>
                  <a:pt x="7687" y="7207"/>
                </a:lnTo>
                <a:cubicBezTo>
                  <a:pt x="6964" y="7905"/>
                  <a:pt x="6050" y="8306"/>
                  <a:pt x="5066" y="8306"/>
                </a:cubicBezTo>
                <a:cubicBezTo>
                  <a:pt x="4851" y="8306"/>
                  <a:pt x="4632" y="8286"/>
                  <a:pt x="4411" y="8247"/>
                </a:cubicBezTo>
                <a:lnTo>
                  <a:pt x="4348" y="8247"/>
                </a:lnTo>
                <a:cubicBezTo>
                  <a:pt x="4222" y="8247"/>
                  <a:pt x="4096" y="8310"/>
                  <a:pt x="4033" y="8341"/>
                </a:cubicBezTo>
                <a:lnTo>
                  <a:pt x="2080" y="10263"/>
                </a:lnTo>
                <a:lnTo>
                  <a:pt x="1607" y="9790"/>
                </a:lnTo>
                <a:lnTo>
                  <a:pt x="3560" y="7869"/>
                </a:lnTo>
                <a:cubicBezTo>
                  <a:pt x="3623" y="7774"/>
                  <a:pt x="3655" y="7680"/>
                  <a:pt x="3623" y="7554"/>
                </a:cubicBezTo>
                <a:lnTo>
                  <a:pt x="3623" y="7459"/>
                </a:lnTo>
                <a:cubicBezTo>
                  <a:pt x="3466" y="6293"/>
                  <a:pt x="3875" y="5065"/>
                  <a:pt x="4694" y="4214"/>
                </a:cubicBezTo>
                <a:lnTo>
                  <a:pt x="6931" y="1946"/>
                </a:lnTo>
                <a:close/>
                <a:moveTo>
                  <a:pt x="1103" y="10357"/>
                </a:moveTo>
                <a:lnTo>
                  <a:pt x="1575" y="10830"/>
                </a:lnTo>
                <a:lnTo>
                  <a:pt x="1355" y="11051"/>
                </a:lnTo>
                <a:cubicBezTo>
                  <a:pt x="1292" y="11114"/>
                  <a:pt x="1213" y="11145"/>
                  <a:pt x="1130" y="11145"/>
                </a:cubicBezTo>
                <a:cubicBezTo>
                  <a:pt x="1048" y="11145"/>
                  <a:pt x="961" y="11114"/>
                  <a:pt x="882" y="11051"/>
                </a:cubicBezTo>
                <a:cubicBezTo>
                  <a:pt x="756" y="10925"/>
                  <a:pt x="756" y="10704"/>
                  <a:pt x="882" y="10578"/>
                </a:cubicBezTo>
                <a:lnTo>
                  <a:pt x="1103" y="10357"/>
                </a:lnTo>
                <a:close/>
                <a:moveTo>
                  <a:pt x="7479" y="0"/>
                </a:moveTo>
                <a:cubicBezTo>
                  <a:pt x="7215" y="0"/>
                  <a:pt x="6947" y="103"/>
                  <a:pt x="6742" y="307"/>
                </a:cubicBezTo>
                <a:cubicBezTo>
                  <a:pt x="6427" y="622"/>
                  <a:pt x="6364" y="1095"/>
                  <a:pt x="6553" y="1473"/>
                </a:cubicBezTo>
                <a:lnTo>
                  <a:pt x="4253" y="3773"/>
                </a:lnTo>
                <a:cubicBezTo>
                  <a:pt x="3277" y="4750"/>
                  <a:pt x="2804" y="6136"/>
                  <a:pt x="2962" y="7522"/>
                </a:cubicBezTo>
                <a:lnTo>
                  <a:pt x="410" y="10074"/>
                </a:lnTo>
                <a:cubicBezTo>
                  <a:pt x="0" y="10452"/>
                  <a:pt x="0" y="11145"/>
                  <a:pt x="410" y="11523"/>
                </a:cubicBezTo>
                <a:cubicBezTo>
                  <a:pt x="599" y="11712"/>
                  <a:pt x="882" y="11838"/>
                  <a:pt x="1134" y="11838"/>
                </a:cubicBezTo>
                <a:cubicBezTo>
                  <a:pt x="1418" y="11838"/>
                  <a:pt x="1701" y="11712"/>
                  <a:pt x="1891" y="11523"/>
                </a:cubicBezTo>
                <a:lnTo>
                  <a:pt x="4442" y="8971"/>
                </a:lnTo>
                <a:cubicBezTo>
                  <a:pt x="4618" y="8991"/>
                  <a:pt x="4793" y="9001"/>
                  <a:pt x="4968" y="9001"/>
                </a:cubicBezTo>
                <a:cubicBezTo>
                  <a:pt x="6173" y="9001"/>
                  <a:pt x="7338" y="8533"/>
                  <a:pt x="8192" y="7680"/>
                </a:cubicBezTo>
                <a:lnTo>
                  <a:pt x="10491" y="5380"/>
                </a:lnTo>
                <a:cubicBezTo>
                  <a:pt x="10649" y="5443"/>
                  <a:pt x="10743" y="5506"/>
                  <a:pt x="10901" y="5506"/>
                </a:cubicBezTo>
                <a:cubicBezTo>
                  <a:pt x="11184" y="5506"/>
                  <a:pt x="11468" y="5380"/>
                  <a:pt x="11657" y="5191"/>
                </a:cubicBezTo>
                <a:cubicBezTo>
                  <a:pt x="12004" y="4781"/>
                  <a:pt x="12004" y="4119"/>
                  <a:pt x="11626" y="3741"/>
                </a:cubicBezTo>
                <a:lnTo>
                  <a:pt x="8192" y="307"/>
                </a:lnTo>
                <a:cubicBezTo>
                  <a:pt x="8002" y="103"/>
                  <a:pt x="7743" y="0"/>
                  <a:pt x="74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37" name="Google Shape;15537;p82"/>
          <p:cNvGrpSpPr/>
          <p:nvPr/>
        </p:nvGrpSpPr>
        <p:grpSpPr>
          <a:xfrm>
            <a:off x="8950511" y="3855821"/>
            <a:ext cx="305183" cy="470947"/>
            <a:chOff x="-23917525" y="1970225"/>
            <a:chExt cx="191425" cy="295400"/>
          </a:xfrm>
        </p:grpSpPr>
        <p:sp>
          <p:nvSpPr>
            <p:cNvPr id="15538" name="Google Shape;15538;p82"/>
            <p:cNvSpPr/>
            <p:nvPr/>
          </p:nvSpPr>
          <p:spPr>
            <a:xfrm>
              <a:off x="-23917525" y="1970225"/>
              <a:ext cx="191425" cy="295400"/>
            </a:xfrm>
            <a:custGeom>
              <a:avLst/>
              <a:gdLst/>
              <a:ahLst/>
              <a:cxnLst/>
              <a:rect l="l" t="t" r="r" b="b"/>
              <a:pathLst>
                <a:path w="7657" h="11816" extrusionOk="0">
                  <a:moveTo>
                    <a:pt x="6616" y="694"/>
                  </a:moveTo>
                  <a:cubicBezTo>
                    <a:pt x="6805" y="694"/>
                    <a:pt x="6963" y="851"/>
                    <a:pt x="6963" y="1072"/>
                  </a:cubicBezTo>
                  <a:lnTo>
                    <a:pt x="6963" y="1450"/>
                  </a:lnTo>
                  <a:lnTo>
                    <a:pt x="725" y="1450"/>
                  </a:lnTo>
                  <a:lnTo>
                    <a:pt x="725" y="1072"/>
                  </a:lnTo>
                  <a:cubicBezTo>
                    <a:pt x="725" y="851"/>
                    <a:pt x="883" y="694"/>
                    <a:pt x="1072" y="694"/>
                  </a:cubicBezTo>
                  <a:close/>
                  <a:moveTo>
                    <a:pt x="6994" y="2175"/>
                  </a:moveTo>
                  <a:lnTo>
                    <a:pt x="6994" y="8413"/>
                  </a:lnTo>
                  <a:lnTo>
                    <a:pt x="725" y="8413"/>
                  </a:lnTo>
                  <a:lnTo>
                    <a:pt x="725" y="2175"/>
                  </a:lnTo>
                  <a:close/>
                  <a:moveTo>
                    <a:pt x="6931" y="9106"/>
                  </a:moveTo>
                  <a:lnTo>
                    <a:pt x="6931" y="10838"/>
                  </a:lnTo>
                  <a:cubicBezTo>
                    <a:pt x="6931" y="11028"/>
                    <a:pt x="6774" y="11185"/>
                    <a:pt x="6585" y="11185"/>
                  </a:cubicBezTo>
                  <a:lnTo>
                    <a:pt x="1040" y="11185"/>
                  </a:lnTo>
                  <a:cubicBezTo>
                    <a:pt x="819" y="11185"/>
                    <a:pt x="662" y="11028"/>
                    <a:pt x="662" y="10838"/>
                  </a:cubicBezTo>
                  <a:lnTo>
                    <a:pt x="662" y="9106"/>
                  </a:lnTo>
                  <a:close/>
                  <a:moveTo>
                    <a:pt x="1040" y="1"/>
                  </a:moveTo>
                  <a:cubicBezTo>
                    <a:pt x="441" y="1"/>
                    <a:pt x="0" y="473"/>
                    <a:pt x="0" y="1009"/>
                  </a:cubicBezTo>
                  <a:lnTo>
                    <a:pt x="0" y="10775"/>
                  </a:lnTo>
                  <a:cubicBezTo>
                    <a:pt x="0" y="11374"/>
                    <a:pt x="473" y="11815"/>
                    <a:pt x="1040" y="11815"/>
                  </a:cubicBezTo>
                  <a:lnTo>
                    <a:pt x="6585" y="11815"/>
                  </a:lnTo>
                  <a:cubicBezTo>
                    <a:pt x="7184" y="11815"/>
                    <a:pt x="7593" y="11343"/>
                    <a:pt x="7593" y="10775"/>
                  </a:cubicBezTo>
                  <a:lnTo>
                    <a:pt x="7593" y="1009"/>
                  </a:lnTo>
                  <a:cubicBezTo>
                    <a:pt x="7656" y="473"/>
                    <a:pt x="7184" y="1"/>
                    <a:pt x="65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9" name="Google Shape;15539;p82"/>
            <p:cNvSpPr/>
            <p:nvPr/>
          </p:nvSpPr>
          <p:spPr>
            <a:xfrm>
              <a:off x="-23882075" y="2041125"/>
              <a:ext cx="121300" cy="121325"/>
            </a:xfrm>
            <a:custGeom>
              <a:avLst/>
              <a:gdLst/>
              <a:ahLst/>
              <a:cxnLst/>
              <a:rect l="l" t="t" r="r" b="b"/>
              <a:pathLst>
                <a:path w="4852" h="4853" extrusionOk="0">
                  <a:moveTo>
                    <a:pt x="2773" y="662"/>
                  </a:moveTo>
                  <a:lnTo>
                    <a:pt x="2773" y="1702"/>
                  </a:lnTo>
                  <a:cubicBezTo>
                    <a:pt x="2773" y="1891"/>
                    <a:pt x="2930" y="2048"/>
                    <a:pt x="3119" y="2048"/>
                  </a:cubicBezTo>
                  <a:lnTo>
                    <a:pt x="4127" y="2048"/>
                  </a:lnTo>
                  <a:lnTo>
                    <a:pt x="4127" y="2773"/>
                  </a:lnTo>
                  <a:lnTo>
                    <a:pt x="3119" y="2773"/>
                  </a:lnTo>
                  <a:cubicBezTo>
                    <a:pt x="2930" y="2773"/>
                    <a:pt x="2773" y="2962"/>
                    <a:pt x="2773" y="3151"/>
                  </a:cubicBezTo>
                  <a:lnTo>
                    <a:pt x="2773" y="4159"/>
                  </a:lnTo>
                  <a:lnTo>
                    <a:pt x="2048" y="4159"/>
                  </a:lnTo>
                  <a:lnTo>
                    <a:pt x="2048" y="3119"/>
                  </a:lnTo>
                  <a:cubicBezTo>
                    <a:pt x="2048" y="2899"/>
                    <a:pt x="1890" y="2741"/>
                    <a:pt x="1701" y="2741"/>
                  </a:cubicBezTo>
                  <a:lnTo>
                    <a:pt x="662" y="2741"/>
                  </a:lnTo>
                  <a:lnTo>
                    <a:pt x="662" y="2048"/>
                  </a:lnTo>
                  <a:lnTo>
                    <a:pt x="1701" y="2048"/>
                  </a:lnTo>
                  <a:cubicBezTo>
                    <a:pt x="1890" y="2048"/>
                    <a:pt x="2048" y="1891"/>
                    <a:pt x="2048" y="1702"/>
                  </a:cubicBezTo>
                  <a:lnTo>
                    <a:pt x="2048" y="662"/>
                  </a:lnTo>
                  <a:close/>
                  <a:moveTo>
                    <a:pt x="1733" y="0"/>
                  </a:moveTo>
                  <a:cubicBezTo>
                    <a:pt x="1544" y="0"/>
                    <a:pt x="1386" y="158"/>
                    <a:pt x="1386" y="347"/>
                  </a:cubicBezTo>
                  <a:lnTo>
                    <a:pt x="1386" y="1386"/>
                  </a:lnTo>
                  <a:lnTo>
                    <a:pt x="347" y="1386"/>
                  </a:lnTo>
                  <a:cubicBezTo>
                    <a:pt x="158" y="1386"/>
                    <a:pt x="0" y="1544"/>
                    <a:pt x="0" y="1733"/>
                  </a:cubicBezTo>
                  <a:lnTo>
                    <a:pt x="0" y="3119"/>
                  </a:lnTo>
                  <a:cubicBezTo>
                    <a:pt x="0" y="3308"/>
                    <a:pt x="158" y="3466"/>
                    <a:pt x="347" y="3466"/>
                  </a:cubicBezTo>
                  <a:lnTo>
                    <a:pt x="1386" y="3466"/>
                  </a:lnTo>
                  <a:lnTo>
                    <a:pt x="1386" y="4474"/>
                  </a:lnTo>
                  <a:cubicBezTo>
                    <a:pt x="1386" y="4694"/>
                    <a:pt x="1544" y="4852"/>
                    <a:pt x="1733" y="4852"/>
                  </a:cubicBezTo>
                  <a:lnTo>
                    <a:pt x="3119" y="4852"/>
                  </a:lnTo>
                  <a:cubicBezTo>
                    <a:pt x="3308" y="4852"/>
                    <a:pt x="3466" y="4694"/>
                    <a:pt x="3466" y="4474"/>
                  </a:cubicBezTo>
                  <a:lnTo>
                    <a:pt x="3466" y="3466"/>
                  </a:lnTo>
                  <a:lnTo>
                    <a:pt x="4505" y="3466"/>
                  </a:lnTo>
                  <a:cubicBezTo>
                    <a:pt x="4694" y="3466"/>
                    <a:pt x="4852" y="3308"/>
                    <a:pt x="4852" y="3119"/>
                  </a:cubicBezTo>
                  <a:lnTo>
                    <a:pt x="4852" y="1733"/>
                  </a:lnTo>
                  <a:cubicBezTo>
                    <a:pt x="4852" y="1544"/>
                    <a:pt x="4694" y="1386"/>
                    <a:pt x="4505" y="1386"/>
                  </a:cubicBezTo>
                  <a:lnTo>
                    <a:pt x="3466" y="1386"/>
                  </a:lnTo>
                  <a:lnTo>
                    <a:pt x="3466" y="347"/>
                  </a:ln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0" name="Google Shape;15540;p82"/>
            <p:cNvSpPr/>
            <p:nvPr/>
          </p:nvSpPr>
          <p:spPr>
            <a:xfrm>
              <a:off x="-23839550" y="2214400"/>
              <a:ext cx="35475" cy="17350"/>
            </a:xfrm>
            <a:custGeom>
              <a:avLst/>
              <a:gdLst/>
              <a:ahLst/>
              <a:cxnLst/>
              <a:rect l="l" t="t" r="r" b="b"/>
              <a:pathLst>
                <a:path w="1419" h="694" extrusionOk="0">
                  <a:moveTo>
                    <a:pt x="347" y="0"/>
                  </a:moveTo>
                  <a:cubicBezTo>
                    <a:pt x="158" y="0"/>
                    <a:pt x="0" y="158"/>
                    <a:pt x="0" y="347"/>
                  </a:cubicBezTo>
                  <a:cubicBezTo>
                    <a:pt x="0" y="536"/>
                    <a:pt x="158" y="693"/>
                    <a:pt x="347"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41" name="Google Shape;15541;p82"/>
          <p:cNvGrpSpPr/>
          <p:nvPr/>
        </p:nvGrpSpPr>
        <p:grpSpPr>
          <a:xfrm>
            <a:off x="8890886" y="4451659"/>
            <a:ext cx="424433" cy="472143"/>
            <a:chOff x="-23952175" y="2340425"/>
            <a:chExt cx="266225" cy="296150"/>
          </a:xfrm>
        </p:grpSpPr>
        <p:sp>
          <p:nvSpPr>
            <p:cNvPr id="15542" name="Google Shape;15542;p82"/>
            <p:cNvSpPr/>
            <p:nvPr/>
          </p:nvSpPr>
          <p:spPr>
            <a:xfrm>
              <a:off x="-23952175" y="2340425"/>
              <a:ext cx="266225" cy="296150"/>
            </a:xfrm>
            <a:custGeom>
              <a:avLst/>
              <a:gdLst/>
              <a:ahLst/>
              <a:cxnLst/>
              <a:rect l="l" t="t" r="r" b="b"/>
              <a:pathLst>
                <a:path w="10649" h="11846" extrusionOk="0">
                  <a:moveTo>
                    <a:pt x="3844" y="693"/>
                  </a:moveTo>
                  <a:cubicBezTo>
                    <a:pt x="4033" y="693"/>
                    <a:pt x="4190" y="851"/>
                    <a:pt x="4190" y="1040"/>
                  </a:cubicBezTo>
                  <a:lnTo>
                    <a:pt x="4190" y="1449"/>
                  </a:lnTo>
                  <a:lnTo>
                    <a:pt x="2804" y="1449"/>
                  </a:lnTo>
                  <a:lnTo>
                    <a:pt x="2804" y="1040"/>
                  </a:lnTo>
                  <a:lnTo>
                    <a:pt x="2773" y="1040"/>
                  </a:lnTo>
                  <a:cubicBezTo>
                    <a:pt x="2773" y="851"/>
                    <a:pt x="2930" y="693"/>
                    <a:pt x="3119" y="693"/>
                  </a:cubicBezTo>
                  <a:close/>
                  <a:moveTo>
                    <a:pt x="5230" y="2111"/>
                  </a:moveTo>
                  <a:cubicBezTo>
                    <a:pt x="5608" y="2111"/>
                    <a:pt x="5955" y="2363"/>
                    <a:pt x="6175" y="2710"/>
                  </a:cubicBezTo>
                  <a:cubicBezTo>
                    <a:pt x="5703" y="2993"/>
                    <a:pt x="5387" y="3497"/>
                    <a:pt x="5387" y="4096"/>
                  </a:cubicBezTo>
                  <a:cubicBezTo>
                    <a:pt x="5387" y="4442"/>
                    <a:pt x="5482" y="4726"/>
                    <a:pt x="5640" y="4946"/>
                  </a:cubicBezTo>
                  <a:cubicBezTo>
                    <a:pt x="5547" y="4960"/>
                    <a:pt x="5454" y="4966"/>
                    <a:pt x="5362" y="4966"/>
                  </a:cubicBezTo>
                  <a:cubicBezTo>
                    <a:pt x="4796" y="4966"/>
                    <a:pt x="4246" y="4723"/>
                    <a:pt x="3812" y="4316"/>
                  </a:cubicBezTo>
                  <a:lnTo>
                    <a:pt x="3718" y="4253"/>
                  </a:lnTo>
                  <a:cubicBezTo>
                    <a:pt x="3245" y="3812"/>
                    <a:pt x="2647" y="3529"/>
                    <a:pt x="2016" y="3466"/>
                  </a:cubicBezTo>
                  <a:cubicBezTo>
                    <a:pt x="1874" y="3433"/>
                    <a:pt x="1727" y="3419"/>
                    <a:pt x="1578" y="3419"/>
                  </a:cubicBezTo>
                  <a:cubicBezTo>
                    <a:pt x="1299" y="3419"/>
                    <a:pt x="1012" y="3467"/>
                    <a:pt x="725" y="3529"/>
                  </a:cubicBezTo>
                  <a:lnTo>
                    <a:pt x="725" y="3151"/>
                  </a:lnTo>
                  <a:cubicBezTo>
                    <a:pt x="693" y="2583"/>
                    <a:pt x="1166" y="2111"/>
                    <a:pt x="1733" y="2111"/>
                  </a:cubicBezTo>
                  <a:close/>
                  <a:moveTo>
                    <a:pt x="8979" y="3182"/>
                  </a:moveTo>
                  <a:cubicBezTo>
                    <a:pt x="9515" y="3182"/>
                    <a:pt x="9924" y="3623"/>
                    <a:pt x="9924" y="4127"/>
                  </a:cubicBezTo>
                  <a:cubicBezTo>
                    <a:pt x="9924" y="4568"/>
                    <a:pt x="9546" y="4883"/>
                    <a:pt x="9137" y="5198"/>
                  </a:cubicBezTo>
                  <a:cubicBezTo>
                    <a:pt x="9074" y="5230"/>
                    <a:pt x="8097" y="6112"/>
                    <a:pt x="7971" y="6207"/>
                  </a:cubicBezTo>
                  <a:cubicBezTo>
                    <a:pt x="7845" y="6144"/>
                    <a:pt x="6679" y="5104"/>
                    <a:pt x="6679" y="5104"/>
                  </a:cubicBezTo>
                  <a:cubicBezTo>
                    <a:pt x="6270" y="4757"/>
                    <a:pt x="5986" y="4505"/>
                    <a:pt x="5986" y="4127"/>
                  </a:cubicBezTo>
                  <a:cubicBezTo>
                    <a:pt x="5986" y="3623"/>
                    <a:pt x="6427" y="3182"/>
                    <a:pt x="6931" y="3182"/>
                  </a:cubicBezTo>
                  <a:cubicBezTo>
                    <a:pt x="7215" y="3182"/>
                    <a:pt x="7498" y="3308"/>
                    <a:pt x="7687" y="3529"/>
                  </a:cubicBezTo>
                  <a:cubicBezTo>
                    <a:pt x="7782" y="3623"/>
                    <a:pt x="7845" y="3686"/>
                    <a:pt x="7971" y="3686"/>
                  </a:cubicBezTo>
                  <a:cubicBezTo>
                    <a:pt x="8097" y="3686"/>
                    <a:pt x="8160" y="3655"/>
                    <a:pt x="8254" y="3529"/>
                  </a:cubicBezTo>
                  <a:cubicBezTo>
                    <a:pt x="8443" y="3308"/>
                    <a:pt x="8664" y="3182"/>
                    <a:pt x="8979" y="3182"/>
                  </a:cubicBezTo>
                  <a:close/>
                  <a:moveTo>
                    <a:pt x="1561" y="4127"/>
                  </a:moveTo>
                  <a:cubicBezTo>
                    <a:pt x="2142" y="4127"/>
                    <a:pt x="2710" y="4337"/>
                    <a:pt x="3151" y="4757"/>
                  </a:cubicBezTo>
                  <a:lnTo>
                    <a:pt x="3245" y="4820"/>
                  </a:lnTo>
                  <a:cubicBezTo>
                    <a:pt x="3844" y="5356"/>
                    <a:pt x="4568" y="5671"/>
                    <a:pt x="5324" y="5671"/>
                  </a:cubicBezTo>
                  <a:cubicBezTo>
                    <a:pt x="5608" y="5671"/>
                    <a:pt x="5860" y="5639"/>
                    <a:pt x="6112" y="5545"/>
                  </a:cubicBezTo>
                  <a:cubicBezTo>
                    <a:pt x="6144" y="5545"/>
                    <a:pt x="6144" y="5576"/>
                    <a:pt x="6207" y="5576"/>
                  </a:cubicBezTo>
                  <a:lnTo>
                    <a:pt x="6207" y="7278"/>
                  </a:lnTo>
                  <a:cubicBezTo>
                    <a:pt x="6207" y="7876"/>
                    <a:pt x="5734" y="8286"/>
                    <a:pt x="5167" y="8286"/>
                  </a:cubicBezTo>
                  <a:lnTo>
                    <a:pt x="1701" y="8286"/>
                  </a:lnTo>
                  <a:cubicBezTo>
                    <a:pt x="1655" y="8294"/>
                    <a:pt x="1610" y="8298"/>
                    <a:pt x="1565" y="8298"/>
                  </a:cubicBezTo>
                  <a:cubicBezTo>
                    <a:pt x="1088" y="8298"/>
                    <a:pt x="693" y="7856"/>
                    <a:pt x="693" y="7309"/>
                  </a:cubicBezTo>
                  <a:lnTo>
                    <a:pt x="693" y="4285"/>
                  </a:lnTo>
                  <a:cubicBezTo>
                    <a:pt x="977" y="4180"/>
                    <a:pt x="1271" y="4127"/>
                    <a:pt x="1561" y="4127"/>
                  </a:cubicBezTo>
                  <a:close/>
                  <a:moveTo>
                    <a:pt x="3844" y="9105"/>
                  </a:moveTo>
                  <a:lnTo>
                    <a:pt x="3844" y="9452"/>
                  </a:lnTo>
                  <a:cubicBezTo>
                    <a:pt x="3844" y="9641"/>
                    <a:pt x="3686" y="9798"/>
                    <a:pt x="3466" y="9798"/>
                  </a:cubicBezTo>
                  <a:cubicBezTo>
                    <a:pt x="3277" y="9798"/>
                    <a:pt x="3119" y="9641"/>
                    <a:pt x="3119" y="9452"/>
                  </a:cubicBezTo>
                  <a:lnTo>
                    <a:pt x="3119" y="9105"/>
                  </a:lnTo>
                  <a:close/>
                  <a:moveTo>
                    <a:pt x="6994" y="6207"/>
                  </a:moveTo>
                  <a:cubicBezTo>
                    <a:pt x="7057" y="6301"/>
                    <a:pt x="7530" y="6679"/>
                    <a:pt x="7687" y="6805"/>
                  </a:cubicBezTo>
                  <a:lnTo>
                    <a:pt x="7687" y="10082"/>
                  </a:lnTo>
                  <a:cubicBezTo>
                    <a:pt x="7656" y="10680"/>
                    <a:pt x="7183" y="11153"/>
                    <a:pt x="6585" y="11153"/>
                  </a:cubicBezTo>
                  <a:lnTo>
                    <a:pt x="4852" y="11153"/>
                  </a:lnTo>
                  <a:cubicBezTo>
                    <a:pt x="4379" y="11153"/>
                    <a:pt x="4001" y="10838"/>
                    <a:pt x="3875" y="10397"/>
                  </a:cubicBezTo>
                  <a:cubicBezTo>
                    <a:pt x="4253" y="10239"/>
                    <a:pt x="4537" y="9893"/>
                    <a:pt x="4537" y="9420"/>
                  </a:cubicBezTo>
                  <a:lnTo>
                    <a:pt x="4537" y="9042"/>
                  </a:lnTo>
                  <a:lnTo>
                    <a:pt x="5261" y="9042"/>
                  </a:lnTo>
                  <a:cubicBezTo>
                    <a:pt x="6207" y="9042"/>
                    <a:pt x="6994" y="8254"/>
                    <a:pt x="6994" y="7309"/>
                  </a:cubicBezTo>
                  <a:lnTo>
                    <a:pt x="6994" y="6207"/>
                  </a:lnTo>
                  <a:close/>
                  <a:moveTo>
                    <a:pt x="3119" y="0"/>
                  </a:moveTo>
                  <a:cubicBezTo>
                    <a:pt x="2521" y="0"/>
                    <a:pt x="2111" y="473"/>
                    <a:pt x="2111" y="1008"/>
                  </a:cubicBezTo>
                  <a:lnTo>
                    <a:pt x="2111" y="1418"/>
                  </a:lnTo>
                  <a:lnTo>
                    <a:pt x="1733" y="1418"/>
                  </a:lnTo>
                  <a:cubicBezTo>
                    <a:pt x="788" y="1418"/>
                    <a:pt x="0" y="2205"/>
                    <a:pt x="0" y="3151"/>
                  </a:cubicBezTo>
                  <a:lnTo>
                    <a:pt x="0" y="7309"/>
                  </a:lnTo>
                  <a:cubicBezTo>
                    <a:pt x="0" y="8254"/>
                    <a:pt x="788" y="9042"/>
                    <a:pt x="1733" y="9042"/>
                  </a:cubicBezTo>
                  <a:lnTo>
                    <a:pt x="2458" y="9042"/>
                  </a:lnTo>
                  <a:lnTo>
                    <a:pt x="2458" y="9420"/>
                  </a:lnTo>
                  <a:cubicBezTo>
                    <a:pt x="2458" y="9893"/>
                    <a:pt x="2773" y="10271"/>
                    <a:pt x="3182" y="10397"/>
                  </a:cubicBezTo>
                  <a:cubicBezTo>
                    <a:pt x="3340" y="11216"/>
                    <a:pt x="4033" y="11846"/>
                    <a:pt x="4852" y="11846"/>
                  </a:cubicBezTo>
                  <a:lnTo>
                    <a:pt x="6585" y="11846"/>
                  </a:lnTo>
                  <a:cubicBezTo>
                    <a:pt x="7530" y="11846"/>
                    <a:pt x="8317" y="11058"/>
                    <a:pt x="8317" y="10113"/>
                  </a:cubicBezTo>
                  <a:lnTo>
                    <a:pt x="8317" y="6837"/>
                  </a:lnTo>
                  <a:cubicBezTo>
                    <a:pt x="8443" y="6742"/>
                    <a:pt x="9546" y="5797"/>
                    <a:pt x="9578" y="5734"/>
                  </a:cubicBezTo>
                  <a:cubicBezTo>
                    <a:pt x="10050" y="5356"/>
                    <a:pt x="10617" y="4883"/>
                    <a:pt x="10617" y="4127"/>
                  </a:cubicBezTo>
                  <a:cubicBezTo>
                    <a:pt x="10649" y="3214"/>
                    <a:pt x="9893" y="2489"/>
                    <a:pt x="9011" y="2489"/>
                  </a:cubicBezTo>
                  <a:cubicBezTo>
                    <a:pt x="8601" y="2489"/>
                    <a:pt x="8254" y="2583"/>
                    <a:pt x="7971" y="2836"/>
                  </a:cubicBezTo>
                  <a:cubicBezTo>
                    <a:pt x="7687" y="2583"/>
                    <a:pt x="7341" y="2489"/>
                    <a:pt x="6963" y="2489"/>
                  </a:cubicBezTo>
                  <a:lnTo>
                    <a:pt x="6805" y="2489"/>
                  </a:lnTo>
                  <a:cubicBezTo>
                    <a:pt x="6522" y="1859"/>
                    <a:pt x="5892" y="1418"/>
                    <a:pt x="5230" y="1418"/>
                  </a:cubicBezTo>
                  <a:lnTo>
                    <a:pt x="4852" y="1418"/>
                  </a:lnTo>
                  <a:lnTo>
                    <a:pt x="4852" y="1008"/>
                  </a:lnTo>
                  <a:cubicBezTo>
                    <a:pt x="4852" y="441"/>
                    <a:pt x="4379"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3" name="Google Shape;15543;p82"/>
            <p:cNvSpPr/>
            <p:nvPr/>
          </p:nvSpPr>
          <p:spPr>
            <a:xfrm>
              <a:off x="-23918325" y="2479025"/>
              <a:ext cx="53600" cy="52375"/>
            </a:xfrm>
            <a:custGeom>
              <a:avLst/>
              <a:gdLst/>
              <a:ahLst/>
              <a:cxnLst/>
              <a:rect l="l" t="t" r="r" b="b"/>
              <a:pathLst>
                <a:path w="2144" h="2095" extrusionOk="0">
                  <a:moveTo>
                    <a:pt x="347" y="1"/>
                  </a:moveTo>
                  <a:cubicBezTo>
                    <a:pt x="158" y="1"/>
                    <a:pt x="1" y="158"/>
                    <a:pt x="1" y="347"/>
                  </a:cubicBezTo>
                  <a:lnTo>
                    <a:pt x="1" y="1072"/>
                  </a:lnTo>
                  <a:cubicBezTo>
                    <a:pt x="1" y="1671"/>
                    <a:pt x="473" y="2080"/>
                    <a:pt x="1009" y="2080"/>
                  </a:cubicBezTo>
                  <a:lnTo>
                    <a:pt x="1734" y="2080"/>
                  </a:lnTo>
                  <a:cubicBezTo>
                    <a:pt x="1767" y="2090"/>
                    <a:pt x="1800" y="2094"/>
                    <a:pt x="1831" y="2094"/>
                  </a:cubicBezTo>
                  <a:cubicBezTo>
                    <a:pt x="2007" y="2094"/>
                    <a:pt x="2143" y="1952"/>
                    <a:pt x="2143" y="1765"/>
                  </a:cubicBezTo>
                  <a:cubicBezTo>
                    <a:pt x="2143" y="1576"/>
                    <a:pt x="1954" y="1419"/>
                    <a:pt x="1765" y="1419"/>
                  </a:cubicBezTo>
                  <a:lnTo>
                    <a:pt x="1072" y="1419"/>
                  </a:lnTo>
                  <a:cubicBezTo>
                    <a:pt x="851" y="1419"/>
                    <a:pt x="694" y="1261"/>
                    <a:pt x="694" y="1072"/>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44" name="Google Shape;15544;p82"/>
          <p:cNvSpPr/>
          <p:nvPr/>
        </p:nvSpPr>
        <p:spPr>
          <a:xfrm>
            <a:off x="8855005" y="5040976"/>
            <a:ext cx="497292" cy="469989"/>
          </a:xfrm>
          <a:custGeom>
            <a:avLst/>
            <a:gdLst/>
            <a:ahLst/>
            <a:cxnLst/>
            <a:rect l="l" t="t" r="r" b="b"/>
            <a:pathLst>
              <a:path w="12477" h="11792" extrusionOk="0">
                <a:moveTo>
                  <a:pt x="10845" y="690"/>
                </a:moveTo>
                <a:cubicBezTo>
                  <a:pt x="11072" y="690"/>
                  <a:pt x="11264" y="705"/>
                  <a:pt x="11406" y="733"/>
                </a:cubicBezTo>
                <a:cubicBezTo>
                  <a:pt x="11469" y="1049"/>
                  <a:pt x="11469" y="1616"/>
                  <a:pt x="11374" y="2246"/>
                </a:cubicBezTo>
                <a:lnTo>
                  <a:pt x="9894" y="765"/>
                </a:lnTo>
                <a:cubicBezTo>
                  <a:pt x="10240" y="713"/>
                  <a:pt x="10568" y="690"/>
                  <a:pt x="10845" y="690"/>
                </a:cubicBezTo>
                <a:close/>
                <a:moveTo>
                  <a:pt x="9106" y="923"/>
                </a:moveTo>
                <a:lnTo>
                  <a:pt x="11280" y="3096"/>
                </a:lnTo>
                <a:cubicBezTo>
                  <a:pt x="11185" y="3317"/>
                  <a:pt x="11091" y="3569"/>
                  <a:pt x="10996" y="3789"/>
                </a:cubicBezTo>
                <a:lnTo>
                  <a:pt x="8350" y="1143"/>
                </a:lnTo>
                <a:cubicBezTo>
                  <a:pt x="8602" y="1049"/>
                  <a:pt x="8822" y="954"/>
                  <a:pt x="9106" y="923"/>
                </a:cubicBezTo>
                <a:close/>
                <a:moveTo>
                  <a:pt x="7720" y="1458"/>
                </a:moveTo>
                <a:lnTo>
                  <a:pt x="10618" y="4388"/>
                </a:lnTo>
                <a:cubicBezTo>
                  <a:pt x="10555" y="4451"/>
                  <a:pt x="10461" y="4577"/>
                  <a:pt x="10398" y="4672"/>
                </a:cubicBezTo>
                <a:cubicBezTo>
                  <a:pt x="10303" y="4766"/>
                  <a:pt x="10240" y="4861"/>
                  <a:pt x="10114" y="4892"/>
                </a:cubicBezTo>
                <a:lnTo>
                  <a:pt x="7216" y="1994"/>
                </a:lnTo>
                <a:cubicBezTo>
                  <a:pt x="7279" y="1899"/>
                  <a:pt x="7373" y="1773"/>
                  <a:pt x="7436" y="1710"/>
                </a:cubicBezTo>
                <a:cubicBezTo>
                  <a:pt x="7531" y="1616"/>
                  <a:pt x="7594" y="1553"/>
                  <a:pt x="7720" y="1458"/>
                </a:cubicBezTo>
                <a:close/>
                <a:moveTo>
                  <a:pt x="6901" y="2655"/>
                </a:moveTo>
                <a:lnTo>
                  <a:pt x="9515" y="5270"/>
                </a:lnTo>
                <a:cubicBezTo>
                  <a:pt x="9263" y="5365"/>
                  <a:pt x="9011" y="5459"/>
                  <a:pt x="8791" y="5522"/>
                </a:cubicBezTo>
                <a:lnTo>
                  <a:pt x="6649" y="3411"/>
                </a:lnTo>
                <a:cubicBezTo>
                  <a:pt x="6680" y="3159"/>
                  <a:pt x="6775" y="2876"/>
                  <a:pt x="6901" y="2655"/>
                </a:cubicBezTo>
                <a:close/>
                <a:moveTo>
                  <a:pt x="6491" y="4231"/>
                </a:moveTo>
                <a:lnTo>
                  <a:pt x="7877" y="5617"/>
                </a:lnTo>
                <a:cubicBezTo>
                  <a:pt x="7638" y="5643"/>
                  <a:pt x="7409" y="5653"/>
                  <a:pt x="7204" y="5653"/>
                </a:cubicBezTo>
                <a:cubicBezTo>
                  <a:pt x="6923" y="5653"/>
                  <a:pt x="6686" y="5635"/>
                  <a:pt x="6523" y="5617"/>
                </a:cubicBezTo>
                <a:cubicBezTo>
                  <a:pt x="6491" y="5333"/>
                  <a:pt x="6460" y="4829"/>
                  <a:pt x="6491" y="4231"/>
                </a:cubicBezTo>
                <a:close/>
                <a:moveTo>
                  <a:pt x="4982" y="6171"/>
                </a:moveTo>
                <a:cubicBezTo>
                  <a:pt x="5371" y="6171"/>
                  <a:pt x="5708" y="6201"/>
                  <a:pt x="5892" y="6247"/>
                </a:cubicBezTo>
                <a:cubicBezTo>
                  <a:pt x="5955" y="6499"/>
                  <a:pt x="5987" y="7034"/>
                  <a:pt x="5955" y="7602"/>
                </a:cubicBezTo>
                <a:lnTo>
                  <a:pt x="4538" y="6184"/>
                </a:lnTo>
                <a:cubicBezTo>
                  <a:pt x="4690" y="6175"/>
                  <a:pt x="4839" y="6171"/>
                  <a:pt x="4982" y="6171"/>
                </a:cubicBezTo>
                <a:close/>
                <a:moveTo>
                  <a:pt x="3719" y="6310"/>
                </a:moveTo>
                <a:lnTo>
                  <a:pt x="5829" y="8452"/>
                </a:lnTo>
                <a:cubicBezTo>
                  <a:pt x="5798" y="8673"/>
                  <a:pt x="5703" y="8956"/>
                  <a:pt x="5609" y="9177"/>
                </a:cubicBezTo>
                <a:lnTo>
                  <a:pt x="2962" y="6562"/>
                </a:lnTo>
                <a:cubicBezTo>
                  <a:pt x="3183" y="6436"/>
                  <a:pt x="3435" y="6341"/>
                  <a:pt x="3719" y="6310"/>
                </a:cubicBezTo>
                <a:close/>
                <a:moveTo>
                  <a:pt x="2332" y="6908"/>
                </a:moveTo>
                <a:lnTo>
                  <a:pt x="5231" y="9807"/>
                </a:lnTo>
                <a:cubicBezTo>
                  <a:pt x="5168" y="9901"/>
                  <a:pt x="5073" y="10027"/>
                  <a:pt x="5010" y="10090"/>
                </a:cubicBezTo>
                <a:cubicBezTo>
                  <a:pt x="4916" y="10185"/>
                  <a:pt x="4853" y="10248"/>
                  <a:pt x="4727" y="10342"/>
                </a:cubicBezTo>
                <a:lnTo>
                  <a:pt x="1797" y="7412"/>
                </a:lnTo>
                <a:cubicBezTo>
                  <a:pt x="1891" y="7349"/>
                  <a:pt x="1954" y="7223"/>
                  <a:pt x="2049" y="7129"/>
                </a:cubicBezTo>
                <a:cubicBezTo>
                  <a:pt x="2112" y="7066"/>
                  <a:pt x="2206" y="6971"/>
                  <a:pt x="2332" y="6908"/>
                </a:cubicBezTo>
                <a:close/>
                <a:moveTo>
                  <a:pt x="1450" y="8011"/>
                </a:moveTo>
                <a:lnTo>
                  <a:pt x="4097" y="10657"/>
                </a:lnTo>
                <a:cubicBezTo>
                  <a:pt x="3908" y="10752"/>
                  <a:pt x="3624" y="10847"/>
                  <a:pt x="3372" y="10910"/>
                </a:cubicBezTo>
                <a:lnTo>
                  <a:pt x="1230" y="8767"/>
                </a:lnTo>
                <a:cubicBezTo>
                  <a:pt x="1293" y="8515"/>
                  <a:pt x="1387" y="8232"/>
                  <a:pt x="1450" y="8011"/>
                </a:cubicBezTo>
                <a:close/>
                <a:moveTo>
                  <a:pt x="1072" y="9586"/>
                </a:moveTo>
                <a:lnTo>
                  <a:pt x="2553" y="11067"/>
                </a:lnTo>
                <a:cubicBezTo>
                  <a:pt x="2175" y="11124"/>
                  <a:pt x="1831" y="11135"/>
                  <a:pt x="1534" y="11135"/>
                </a:cubicBezTo>
                <a:cubicBezTo>
                  <a:pt x="1337" y="11135"/>
                  <a:pt x="1160" y="11130"/>
                  <a:pt x="1009" y="11130"/>
                </a:cubicBezTo>
                <a:cubicBezTo>
                  <a:pt x="978" y="10815"/>
                  <a:pt x="978" y="10216"/>
                  <a:pt x="1072" y="9586"/>
                </a:cubicBezTo>
                <a:close/>
                <a:moveTo>
                  <a:pt x="10872" y="1"/>
                </a:moveTo>
                <a:cubicBezTo>
                  <a:pt x="9797" y="1"/>
                  <a:pt x="8028" y="173"/>
                  <a:pt x="6964" y="1238"/>
                </a:cubicBezTo>
                <a:cubicBezTo>
                  <a:pt x="6775" y="1427"/>
                  <a:pt x="6617" y="1616"/>
                  <a:pt x="6491" y="1836"/>
                </a:cubicBezTo>
                <a:cubicBezTo>
                  <a:pt x="5735" y="3033"/>
                  <a:pt x="5735" y="4703"/>
                  <a:pt x="5829" y="5491"/>
                </a:cubicBezTo>
                <a:cubicBezTo>
                  <a:pt x="5619" y="5469"/>
                  <a:pt x="5344" y="5450"/>
                  <a:pt x="5031" y="5450"/>
                </a:cubicBezTo>
                <a:cubicBezTo>
                  <a:pt x="3989" y="5450"/>
                  <a:pt x="2521" y="5655"/>
                  <a:pt x="1576" y="6625"/>
                </a:cubicBezTo>
                <a:cubicBezTo>
                  <a:pt x="1" y="8200"/>
                  <a:pt x="348" y="11319"/>
                  <a:pt x="379" y="11445"/>
                </a:cubicBezTo>
                <a:cubicBezTo>
                  <a:pt x="442" y="11603"/>
                  <a:pt x="568" y="11697"/>
                  <a:pt x="726" y="11760"/>
                </a:cubicBezTo>
                <a:cubicBezTo>
                  <a:pt x="757" y="11760"/>
                  <a:pt x="1135" y="11792"/>
                  <a:pt x="1671" y="11792"/>
                </a:cubicBezTo>
                <a:cubicBezTo>
                  <a:pt x="2710" y="11792"/>
                  <a:pt x="4443" y="11603"/>
                  <a:pt x="5514" y="10531"/>
                </a:cubicBezTo>
                <a:cubicBezTo>
                  <a:pt x="6775" y="9271"/>
                  <a:pt x="6743" y="7192"/>
                  <a:pt x="6649" y="6278"/>
                </a:cubicBezTo>
                <a:cubicBezTo>
                  <a:pt x="6869" y="6278"/>
                  <a:pt x="7121" y="6310"/>
                  <a:pt x="7405" y="6310"/>
                </a:cubicBezTo>
                <a:cubicBezTo>
                  <a:pt x="8476" y="6310"/>
                  <a:pt x="9925" y="6121"/>
                  <a:pt x="10902" y="5144"/>
                </a:cubicBezTo>
                <a:cubicBezTo>
                  <a:pt x="12477" y="3600"/>
                  <a:pt x="12099" y="481"/>
                  <a:pt x="12099" y="355"/>
                </a:cubicBezTo>
                <a:cubicBezTo>
                  <a:pt x="12036" y="198"/>
                  <a:pt x="11941" y="103"/>
                  <a:pt x="11784" y="40"/>
                </a:cubicBezTo>
                <a:cubicBezTo>
                  <a:pt x="11743" y="40"/>
                  <a:pt x="11387" y="1"/>
                  <a:pt x="108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45" name="Google Shape;15545;p82"/>
          <p:cNvGrpSpPr/>
          <p:nvPr/>
        </p:nvGrpSpPr>
        <p:grpSpPr>
          <a:xfrm>
            <a:off x="10737782" y="5038667"/>
            <a:ext cx="318973" cy="474693"/>
            <a:chOff x="-22811700" y="2700350"/>
            <a:chExt cx="200075" cy="297750"/>
          </a:xfrm>
        </p:grpSpPr>
        <p:sp>
          <p:nvSpPr>
            <p:cNvPr id="15546" name="Google Shape;15546;p82"/>
            <p:cNvSpPr/>
            <p:nvPr/>
          </p:nvSpPr>
          <p:spPr>
            <a:xfrm>
              <a:off x="-22811700" y="2700350"/>
              <a:ext cx="86650" cy="296975"/>
            </a:xfrm>
            <a:custGeom>
              <a:avLst/>
              <a:gdLst/>
              <a:ahLst/>
              <a:cxnLst/>
              <a:rect l="l" t="t" r="r" b="b"/>
              <a:pathLst>
                <a:path w="3466" h="11879" extrusionOk="0">
                  <a:moveTo>
                    <a:pt x="1702" y="725"/>
                  </a:moveTo>
                  <a:cubicBezTo>
                    <a:pt x="2269" y="725"/>
                    <a:pt x="2710" y="1198"/>
                    <a:pt x="2710" y="1734"/>
                  </a:cubicBezTo>
                  <a:cubicBezTo>
                    <a:pt x="2710" y="2332"/>
                    <a:pt x="2237" y="2773"/>
                    <a:pt x="1702" y="2773"/>
                  </a:cubicBezTo>
                  <a:cubicBezTo>
                    <a:pt x="1684" y="2774"/>
                    <a:pt x="1666" y="2775"/>
                    <a:pt x="1648" y="2775"/>
                  </a:cubicBezTo>
                  <a:cubicBezTo>
                    <a:pt x="1105" y="2775"/>
                    <a:pt x="662" y="2313"/>
                    <a:pt x="662" y="1734"/>
                  </a:cubicBezTo>
                  <a:cubicBezTo>
                    <a:pt x="662" y="1166"/>
                    <a:pt x="1135" y="725"/>
                    <a:pt x="1702" y="725"/>
                  </a:cubicBezTo>
                  <a:close/>
                  <a:moveTo>
                    <a:pt x="1765" y="5609"/>
                  </a:moveTo>
                  <a:cubicBezTo>
                    <a:pt x="1954" y="5609"/>
                    <a:pt x="2080" y="5766"/>
                    <a:pt x="2111" y="5924"/>
                  </a:cubicBezTo>
                  <a:lnTo>
                    <a:pt x="2111" y="6302"/>
                  </a:lnTo>
                  <a:lnTo>
                    <a:pt x="1324" y="6302"/>
                  </a:lnTo>
                  <a:lnTo>
                    <a:pt x="1324" y="5955"/>
                  </a:lnTo>
                  <a:cubicBezTo>
                    <a:pt x="1324" y="5766"/>
                    <a:pt x="1481" y="5609"/>
                    <a:pt x="1702" y="5609"/>
                  </a:cubicBezTo>
                  <a:close/>
                  <a:moveTo>
                    <a:pt x="2174" y="7026"/>
                  </a:moveTo>
                  <a:lnTo>
                    <a:pt x="2332" y="9767"/>
                  </a:lnTo>
                  <a:lnTo>
                    <a:pt x="1261" y="9767"/>
                  </a:lnTo>
                  <a:lnTo>
                    <a:pt x="1324" y="7026"/>
                  </a:lnTo>
                  <a:close/>
                  <a:moveTo>
                    <a:pt x="2363" y="10523"/>
                  </a:moveTo>
                  <a:lnTo>
                    <a:pt x="2363" y="10586"/>
                  </a:lnTo>
                  <a:cubicBezTo>
                    <a:pt x="2363" y="10712"/>
                    <a:pt x="2332" y="10870"/>
                    <a:pt x="2206" y="10996"/>
                  </a:cubicBezTo>
                  <a:cubicBezTo>
                    <a:pt x="2080" y="11122"/>
                    <a:pt x="1985" y="11185"/>
                    <a:pt x="1796" y="11185"/>
                  </a:cubicBezTo>
                  <a:cubicBezTo>
                    <a:pt x="1639" y="11185"/>
                    <a:pt x="1481" y="11122"/>
                    <a:pt x="1418" y="11027"/>
                  </a:cubicBezTo>
                  <a:cubicBezTo>
                    <a:pt x="1292" y="10933"/>
                    <a:pt x="1261" y="10807"/>
                    <a:pt x="1261" y="10649"/>
                  </a:cubicBezTo>
                  <a:lnTo>
                    <a:pt x="1261" y="10523"/>
                  </a:lnTo>
                  <a:close/>
                  <a:moveTo>
                    <a:pt x="1733" y="1"/>
                  </a:moveTo>
                  <a:cubicBezTo>
                    <a:pt x="788" y="1"/>
                    <a:pt x="0" y="788"/>
                    <a:pt x="0" y="1734"/>
                  </a:cubicBezTo>
                  <a:cubicBezTo>
                    <a:pt x="0" y="2584"/>
                    <a:pt x="599" y="3277"/>
                    <a:pt x="1387" y="3435"/>
                  </a:cubicBezTo>
                  <a:lnTo>
                    <a:pt x="1387" y="4979"/>
                  </a:lnTo>
                  <a:cubicBezTo>
                    <a:pt x="977" y="5105"/>
                    <a:pt x="662" y="5483"/>
                    <a:pt x="662" y="5924"/>
                  </a:cubicBezTo>
                  <a:lnTo>
                    <a:pt x="536" y="10555"/>
                  </a:lnTo>
                  <a:cubicBezTo>
                    <a:pt x="536" y="10933"/>
                    <a:pt x="662" y="11248"/>
                    <a:pt x="914" y="11469"/>
                  </a:cubicBezTo>
                  <a:cubicBezTo>
                    <a:pt x="1135" y="11721"/>
                    <a:pt x="1450" y="11878"/>
                    <a:pt x="1796" y="11878"/>
                  </a:cubicBezTo>
                  <a:cubicBezTo>
                    <a:pt x="2174" y="11878"/>
                    <a:pt x="2489" y="11721"/>
                    <a:pt x="2710" y="11469"/>
                  </a:cubicBezTo>
                  <a:cubicBezTo>
                    <a:pt x="2962" y="11248"/>
                    <a:pt x="3056" y="10870"/>
                    <a:pt x="3056" y="10523"/>
                  </a:cubicBezTo>
                  <a:lnTo>
                    <a:pt x="2836" y="5924"/>
                  </a:lnTo>
                  <a:cubicBezTo>
                    <a:pt x="2804" y="5483"/>
                    <a:pt x="2521" y="5136"/>
                    <a:pt x="2080" y="4979"/>
                  </a:cubicBezTo>
                  <a:lnTo>
                    <a:pt x="2080" y="3466"/>
                  </a:lnTo>
                  <a:cubicBezTo>
                    <a:pt x="2836" y="3277"/>
                    <a:pt x="3466" y="2616"/>
                    <a:pt x="3466" y="1734"/>
                  </a:cubicBezTo>
                  <a:cubicBezTo>
                    <a:pt x="3466" y="788"/>
                    <a:pt x="2678"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7" name="Google Shape;15547;p82"/>
            <p:cNvSpPr/>
            <p:nvPr/>
          </p:nvSpPr>
          <p:spPr>
            <a:xfrm>
              <a:off x="-22693550" y="2701225"/>
              <a:ext cx="81925" cy="296875"/>
            </a:xfrm>
            <a:custGeom>
              <a:avLst/>
              <a:gdLst/>
              <a:ahLst/>
              <a:cxnLst/>
              <a:rect l="l" t="t" r="r" b="b"/>
              <a:pathLst>
                <a:path w="3277" h="11875" extrusionOk="0">
                  <a:moveTo>
                    <a:pt x="1229" y="5574"/>
                  </a:moveTo>
                  <a:cubicBezTo>
                    <a:pt x="1418" y="5574"/>
                    <a:pt x="1544" y="5731"/>
                    <a:pt x="1575" y="5889"/>
                  </a:cubicBezTo>
                  <a:lnTo>
                    <a:pt x="1575" y="6267"/>
                  </a:lnTo>
                  <a:lnTo>
                    <a:pt x="788" y="6267"/>
                  </a:lnTo>
                  <a:lnTo>
                    <a:pt x="788" y="5920"/>
                  </a:lnTo>
                  <a:cubicBezTo>
                    <a:pt x="788" y="5731"/>
                    <a:pt x="945" y="5574"/>
                    <a:pt x="1134" y="5574"/>
                  </a:cubicBezTo>
                  <a:close/>
                  <a:moveTo>
                    <a:pt x="1575" y="6991"/>
                  </a:moveTo>
                  <a:lnTo>
                    <a:pt x="1733" y="9732"/>
                  </a:lnTo>
                  <a:lnTo>
                    <a:pt x="662" y="9732"/>
                  </a:lnTo>
                  <a:lnTo>
                    <a:pt x="756" y="6991"/>
                  </a:lnTo>
                  <a:close/>
                  <a:moveTo>
                    <a:pt x="1764" y="10488"/>
                  </a:moveTo>
                  <a:lnTo>
                    <a:pt x="1764" y="10551"/>
                  </a:lnTo>
                  <a:cubicBezTo>
                    <a:pt x="1796" y="10677"/>
                    <a:pt x="1733" y="10835"/>
                    <a:pt x="1607" y="10961"/>
                  </a:cubicBezTo>
                  <a:cubicBezTo>
                    <a:pt x="1481" y="11087"/>
                    <a:pt x="1386" y="11150"/>
                    <a:pt x="1229" y="11150"/>
                  </a:cubicBezTo>
                  <a:cubicBezTo>
                    <a:pt x="1071" y="11150"/>
                    <a:pt x="914" y="11087"/>
                    <a:pt x="819" y="10992"/>
                  </a:cubicBezTo>
                  <a:cubicBezTo>
                    <a:pt x="693" y="10898"/>
                    <a:pt x="662" y="10772"/>
                    <a:pt x="662" y="10614"/>
                  </a:cubicBezTo>
                  <a:lnTo>
                    <a:pt x="662" y="10488"/>
                  </a:lnTo>
                  <a:close/>
                  <a:moveTo>
                    <a:pt x="2885" y="1"/>
                  </a:moveTo>
                  <a:cubicBezTo>
                    <a:pt x="2797" y="1"/>
                    <a:pt x="2713" y="40"/>
                    <a:pt x="2646" y="123"/>
                  </a:cubicBezTo>
                  <a:lnTo>
                    <a:pt x="914" y="2234"/>
                  </a:lnTo>
                  <a:cubicBezTo>
                    <a:pt x="882" y="2297"/>
                    <a:pt x="819" y="2392"/>
                    <a:pt x="819" y="2455"/>
                  </a:cubicBezTo>
                  <a:lnTo>
                    <a:pt x="819" y="4975"/>
                  </a:lnTo>
                  <a:cubicBezTo>
                    <a:pt x="441" y="5101"/>
                    <a:pt x="126" y="5479"/>
                    <a:pt x="126" y="5920"/>
                  </a:cubicBezTo>
                  <a:lnTo>
                    <a:pt x="0" y="10583"/>
                  </a:lnTo>
                  <a:cubicBezTo>
                    <a:pt x="0" y="10929"/>
                    <a:pt x="126" y="11245"/>
                    <a:pt x="347" y="11465"/>
                  </a:cubicBezTo>
                  <a:cubicBezTo>
                    <a:pt x="599" y="11717"/>
                    <a:pt x="914" y="11875"/>
                    <a:pt x="1260" y="11875"/>
                  </a:cubicBezTo>
                  <a:cubicBezTo>
                    <a:pt x="1607" y="11875"/>
                    <a:pt x="1922" y="11717"/>
                    <a:pt x="2174" y="11465"/>
                  </a:cubicBezTo>
                  <a:cubicBezTo>
                    <a:pt x="2394" y="11245"/>
                    <a:pt x="2520" y="10898"/>
                    <a:pt x="2520" y="10520"/>
                  </a:cubicBezTo>
                  <a:lnTo>
                    <a:pt x="2300" y="5920"/>
                  </a:lnTo>
                  <a:cubicBezTo>
                    <a:pt x="2237" y="5479"/>
                    <a:pt x="1985" y="5133"/>
                    <a:pt x="1544" y="4975"/>
                  </a:cubicBezTo>
                  <a:lnTo>
                    <a:pt x="1544" y="2581"/>
                  </a:lnTo>
                  <a:lnTo>
                    <a:pt x="3151" y="564"/>
                  </a:lnTo>
                  <a:cubicBezTo>
                    <a:pt x="3277" y="407"/>
                    <a:pt x="3277" y="218"/>
                    <a:pt x="3119" y="92"/>
                  </a:cubicBezTo>
                  <a:cubicBezTo>
                    <a:pt x="3045" y="32"/>
                    <a:pt x="2963" y="1"/>
                    <a:pt x="28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8" name="Google Shape;15548;p82"/>
            <p:cNvSpPr/>
            <p:nvPr/>
          </p:nvSpPr>
          <p:spPr>
            <a:xfrm>
              <a:off x="-22778625" y="27350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49" name="Google Shape;15549;p82"/>
          <p:cNvGrpSpPr/>
          <p:nvPr/>
        </p:nvGrpSpPr>
        <p:grpSpPr>
          <a:xfrm>
            <a:off x="8269050" y="2081987"/>
            <a:ext cx="473417" cy="472181"/>
            <a:chOff x="-27358650" y="1961575"/>
            <a:chExt cx="296950" cy="296175"/>
          </a:xfrm>
        </p:grpSpPr>
        <p:sp>
          <p:nvSpPr>
            <p:cNvPr id="15550" name="Google Shape;15550;p82"/>
            <p:cNvSpPr/>
            <p:nvPr/>
          </p:nvSpPr>
          <p:spPr>
            <a:xfrm>
              <a:off x="-27358650" y="1961575"/>
              <a:ext cx="296950" cy="296175"/>
            </a:xfrm>
            <a:custGeom>
              <a:avLst/>
              <a:gdLst/>
              <a:ahLst/>
              <a:cxnLst/>
              <a:rect l="l" t="t" r="r" b="b"/>
              <a:pathLst>
                <a:path w="11878" h="11847" extrusionOk="0">
                  <a:moveTo>
                    <a:pt x="7719" y="2080"/>
                  </a:moveTo>
                  <a:lnTo>
                    <a:pt x="7719" y="2836"/>
                  </a:lnTo>
                  <a:lnTo>
                    <a:pt x="4222" y="2836"/>
                  </a:lnTo>
                  <a:lnTo>
                    <a:pt x="4222" y="2080"/>
                  </a:lnTo>
                  <a:close/>
                  <a:moveTo>
                    <a:pt x="8034" y="693"/>
                  </a:moveTo>
                  <a:cubicBezTo>
                    <a:pt x="8633" y="693"/>
                    <a:pt x="9074" y="1166"/>
                    <a:pt x="9074" y="1733"/>
                  </a:cubicBezTo>
                  <a:lnTo>
                    <a:pt x="9074" y="2836"/>
                  </a:lnTo>
                  <a:lnTo>
                    <a:pt x="8349" y="2836"/>
                  </a:lnTo>
                  <a:lnTo>
                    <a:pt x="8349" y="1733"/>
                  </a:lnTo>
                  <a:cubicBezTo>
                    <a:pt x="8349" y="1513"/>
                    <a:pt x="8192" y="1355"/>
                    <a:pt x="8002" y="1355"/>
                  </a:cubicBezTo>
                  <a:lnTo>
                    <a:pt x="3781" y="1355"/>
                  </a:lnTo>
                  <a:cubicBezTo>
                    <a:pt x="3592" y="1355"/>
                    <a:pt x="3434" y="1513"/>
                    <a:pt x="3434" y="1733"/>
                  </a:cubicBezTo>
                  <a:lnTo>
                    <a:pt x="3434" y="2836"/>
                  </a:lnTo>
                  <a:lnTo>
                    <a:pt x="2741" y="2836"/>
                  </a:lnTo>
                  <a:lnTo>
                    <a:pt x="2741" y="1733"/>
                  </a:lnTo>
                  <a:lnTo>
                    <a:pt x="2804" y="1733"/>
                  </a:lnTo>
                  <a:cubicBezTo>
                    <a:pt x="2804" y="1134"/>
                    <a:pt x="3277" y="693"/>
                    <a:pt x="3844" y="693"/>
                  </a:cubicBezTo>
                  <a:close/>
                  <a:moveTo>
                    <a:pt x="10176" y="3497"/>
                  </a:moveTo>
                  <a:cubicBezTo>
                    <a:pt x="10617" y="3497"/>
                    <a:pt x="10995" y="3781"/>
                    <a:pt x="11153" y="4190"/>
                  </a:cubicBezTo>
                  <a:lnTo>
                    <a:pt x="851" y="4190"/>
                  </a:lnTo>
                  <a:cubicBezTo>
                    <a:pt x="914" y="3812"/>
                    <a:pt x="1323" y="3497"/>
                    <a:pt x="1796" y="3497"/>
                  </a:cubicBezTo>
                  <a:close/>
                  <a:moveTo>
                    <a:pt x="11153" y="4915"/>
                  </a:moveTo>
                  <a:lnTo>
                    <a:pt x="11153" y="6301"/>
                  </a:lnTo>
                  <a:lnTo>
                    <a:pt x="10460" y="6301"/>
                  </a:lnTo>
                  <a:lnTo>
                    <a:pt x="10460" y="5923"/>
                  </a:lnTo>
                  <a:cubicBezTo>
                    <a:pt x="10491" y="5734"/>
                    <a:pt x="10334" y="5577"/>
                    <a:pt x="10145" y="5577"/>
                  </a:cubicBezTo>
                  <a:lnTo>
                    <a:pt x="8759" y="5577"/>
                  </a:lnTo>
                  <a:cubicBezTo>
                    <a:pt x="8570" y="5577"/>
                    <a:pt x="8412" y="5734"/>
                    <a:pt x="8412" y="5923"/>
                  </a:cubicBezTo>
                  <a:lnTo>
                    <a:pt x="8412" y="6301"/>
                  </a:lnTo>
                  <a:lnTo>
                    <a:pt x="3529" y="6301"/>
                  </a:lnTo>
                  <a:lnTo>
                    <a:pt x="3529" y="5923"/>
                  </a:lnTo>
                  <a:cubicBezTo>
                    <a:pt x="3529" y="5734"/>
                    <a:pt x="3371" y="5577"/>
                    <a:pt x="3151" y="5577"/>
                  </a:cubicBezTo>
                  <a:lnTo>
                    <a:pt x="1796" y="5577"/>
                  </a:lnTo>
                  <a:cubicBezTo>
                    <a:pt x="1575" y="5577"/>
                    <a:pt x="1418" y="5734"/>
                    <a:pt x="1418" y="5923"/>
                  </a:cubicBezTo>
                  <a:lnTo>
                    <a:pt x="1418" y="6301"/>
                  </a:lnTo>
                  <a:lnTo>
                    <a:pt x="725" y="6301"/>
                  </a:lnTo>
                  <a:lnTo>
                    <a:pt x="725" y="4915"/>
                  </a:lnTo>
                  <a:close/>
                  <a:moveTo>
                    <a:pt x="2836" y="6301"/>
                  </a:moveTo>
                  <a:lnTo>
                    <a:pt x="2836" y="8034"/>
                  </a:lnTo>
                  <a:cubicBezTo>
                    <a:pt x="2836" y="8223"/>
                    <a:pt x="2678" y="8381"/>
                    <a:pt x="2489" y="8381"/>
                  </a:cubicBezTo>
                  <a:cubicBezTo>
                    <a:pt x="2300" y="8381"/>
                    <a:pt x="2143" y="8223"/>
                    <a:pt x="2143" y="8034"/>
                  </a:cubicBezTo>
                  <a:lnTo>
                    <a:pt x="2143" y="6301"/>
                  </a:lnTo>
                  <a:close/>
                  <a:moveTo>
                    <a:pt x="9830" y="6301"/>
                  </a:moveTo>
                  <a:lnTo>
                    <a:pt x="9830" y="8034"/>
                  </a:lnTo>
                  <a:cubicBezTo>
                    <a:pt x="9830" y="8223"/>
                    <a:pt x="9672" y="8381"/>
                    <a:pt x="9452" y="8381"/>
                  </a:cubicBezTo>
                  <a:cubicBezTo>
                    <a:pt x="9263" y="8381"/>
                    <a:pt x="9105" y="8223"/>
                    <a:pt x="9105" y="8034"/>
                  </a:cubicBezTo>
                  <a:lnTo>
                    <a:pt x="9105" y="6301"/>
                  </a:lnTo>
                  <a:close/>
                  <a:moveTo>
                    <a:pt x="11121" y="6994"/>
                  </a:moveTo>
                  <a:lnTo>
                    <a:pt x="11121" y="10113"/>
                  </a:lnTo>
                  <a:cubicBezTo>
                    <a:pt x="11184" y="10649"/>
                    <a:pt x="10712" y="11121"/>
                    <a:pt x="10145" y="11121"/>
                  </a:cubicBezTo>
                  <a:lnTo>
                    <a:pt x="1733" y="11121"/>
                  </a:lnTo>
                  <a:cubicBezTo>
                    <a:pt x="1166" y="11121"/>
                    <a:pt x="725" y="10649"/>
                    <a:pt x="725" y="10113"/>
                  </a:cubicBezTo>
                  <a:lnTo>
                    <a:pt x="725" y="6994"/>
                  </a:lnTo>
                  <a:lnTo>
                    <a:pt x="1418" y="6994"/>
                  </a:lnTo>
                  <a:lnTo>
                    <a:pt x="1418" y="8034"/>
                  </a:lnTo>
                  <a:cubicBezTo>
                    <a:pt x="1418" y="8601"/>
                    <a:pt x="1891" y="9042"/>
                    <a:pt x="2458" y="9042"/>
                  </a:cubicBezTo>
                  <a:cubicBezTo>
                    <a:pt x="2993" y="9042"/>
                    <a:pt x="3466" y="8570"/>
                    <a:pt x="3466" y="8034"/>
                  </a:cubicBezTo>
                  <a:lnTo>
                    <a:pt x="3466" y="6994"/>
                  </a:lnTo>
                  <a:lnTo>
                    <a:pt x="8349" y="6994"/>
                  </a:lnTo>
                  <a:lnTo>
                    <a:pt x="8349" y="8034"/>
                  </a:lnTo>
                  <a:cubicBezTo>
                    <a:pt x="8349" y="8601"/>
                    <a:pt x="8822" y="9042"/>
                    <a:pt x="9389" y="9042"/>
                  </a:cubicBezTo>
                  <a:cubicBezTo>
                    <a:pt x="9924" y="9042"/>
                    <a:pt x="10397" y="8570"/>
                    <a:pt x="10397" y="8034"/>
                  </a:cubicBezTo>
                  <a:lnTo>
                    <a:pt x="10397" y="6994"/>
                  </a:lnTo>
                  <a:close/>
                  <a:moveTo>
                    <a:pt x="3844" y="0"/>
                  </a:moveTo>
                  <a:cubicBezTo>
                    <a:pt x="2899" y="0"/>
                    <a:pt x="2111" y="788"/>
                    <a:pt x="2111" y="1733"/>
                  </a:cubicBezTo>
                  <a:lnTo>
                    <a:pt x="2111" y="2836"/>
                  </a:lnTo>
                  <a:lnTo>
                    <a:pt x="1733" y="2836"/>
                  </a:lnTo>
                  <a:cubicBezTo>
                    <a:pt x="788" y="2836"/>
                    <a:pt x="0" y="3623"/>
                    <a:pt x="0" y="4568"/>
                  </a:cubicBezTo>
                  <a:lnTo>
                    <a:pt x="0" y="10113"/>
                  </a:lnTo>
                  <a:cubicBezTo>
                    <a:pt x="0" y="11058"/>
                    <a:pt x="788" y="11846"/>
                    <a:pt x="1733" y="11846"/>
                  </a:cubicBezTo>
                  <a:lnTo>
                    <a:pt x="10145" y="11846"/>
                  </a:lnTo>
                  <a:cubicBezTo>
                    <a:pt x="11090" y="11846"/>
                    <a:pt x="11878" y="11058"/>
                    <a:pt x="11878" y="10113"/>
                  </a:cubicBezTo>
                  <a:lnTo>
                    <a:pt x="11878" y="4568"/>
                  </a:lnTo>
                  <a:cubicBezTo>
                    <a:pt x="11878" y="3623"/>
                    <a:pt x="11121" y="2836"/>
                    <a:pt x="10145" y="2836"/>
                  </a:cubicBezTo>
                  <a:lnTo>
                    <a:pt x="9767" y="2836"/>
                  </a:lnTo>
                  <a:lnTo>
                    <a:pt x="9767" y="1733"/>
                  </a:lnTo>
                  <a:cubicBezTo>
                    <a:pt x="9767" y="788"/>
                    <a:pt x="8979" y="0"/>
                    <a:pt x="80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1" name="Google Shape;15551;p82"/>
            <p:cNvSpPr/>
            <p:nvPr/>
          </p:nvSpPr>
          <p:spPr>
            <a:xfrm>
              <a:off x="-27246025" y="2152175"/>
              <a:ext cx="70900" cy="70900"/>
            </a:xfrm>
            <a:custGeom>
              <a:avLst/>
              <a:gdLst/>
              <a:ahLst/>
              <a:cxnLst/>
              <a:rect l="l" t="t" r="r" b="b"/>
              <a:pathLst>
                <a:path w="2836" h="2836" extrusionOk="0">
                  <a:moveTo>
                    <a:pt x="1418" y="0"/>
                  </a:moveTo>
                  <a:cubicBezTo>
                    <a:pt x="1229" y="0"/>
                    <a:pt x="1072" y="158"/>
                    <a:pt x="1072" y="347"/>
                  </a:cubicBezTo>
                  <a:lnTo>
                    <a:pt x="1072" y="1072"/>
                  </a:lnTo>
                  <a:lnTo>
                    <a:pt x="347" y="1072"/>
                  </a:lnTo>
                  <a:cubicBezTo>
                    <a:pt x="158" y="1072"/>
                    <a:pt x="0" y="1229"/>
                    <a:pt x="0" y="1418"/>
                  </a:cubicBezTo>
                  <a:cubicBezTo>
                    <a:pt x="0" y="1607"/>
                    <a:pt x="158" y="1765"/>
                    <a:pt x="347" y="1765"/>
                  </a:cubicBezTo>
                  <a:lnTo>
                    <a:pt x="1072" y="1765"/>
                  </a:lnTo>
                  <a:lnTo>
                    <a:pt x="1072" y="2489"/>
                  </a:lnTo>
                  <a:cubicBezTo>
                    <a:pt x="1072" y="2678"/>
                    <a:pt x="1229" y="2836"/>
                    <a:pt x="1418" y="2836"/>
                  </a:cubicBezTo>
                  <a:cubicBezTo>
                    <a:pt x="1607" y="2836"/>
                    <a:pt x="1765" y="2678"/>
                    <a:pt x="1765" y="2489"/>
                  </a:cubicBezTo>
                  <a:lnTo>
                    <a:pt x="1765" y="1765"/>
                  </a:lnTo>
                  <a:lnTo>
                    <a:pt x="2489" y="1765"/>
                  </a:lnTo>
                  <a:cubicBezTo>
                    <a:pt x="2678" y="1765"/>
                    <a:pt x="2836" y="1607"/>
                    <a:pt x="2836" y="1418"/>
                  </a:cubicBezTo>
                  <a:cubicBezTo>
                    <a:pt x="2836" y="1229"/>
                    <a:pt x="2678" y="1072"/>
                    <a:pt x="2489" y="1072"/>
                  </a:cubicBezTo>
                  <a:lnTo>
                    <a:pt x="1765" y="1072"/>
                  </a:lnTo>
                  <a:lnTo>
                    <a:pt x="1765" y="347"/>
                  </a:lnTo>
                  <a:cubicBezTo>
                    <a:pt x="1765" y="158"/>
                    <a:pt x="1607" y="0"/>
                    <a:pt x="14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52" name="Google Shape;15552;p82"/>
          <p:cNvSpPr/>
          <p:nvPr/>
        </p:nvSpPr>
        <p:spPr>
          <a:xfrm>
            <a:off x="8324915" y="2678981"/>
            <a:ext cx="362935" cy="470987"/>
          </a:xfrm>
          <a:custGeom>
            <a:avLst/>
            <a:gdLst/>
            <a:ahLst/>
            <a:cxnLst/>
            <a:rect l="l" t="t" r="r" b="b"/>
            <a:pathLst>
              <a:path w="9106" h="11817" extrusionOk="0">
                <a:moveTo>
                  <a:pt x="4649" y="623"/>
                </a:moveTo>
                <a:cubicBezTo>
                  <a:pt x="5216" y="623"/>
                  <a:pt x="5756" y="897"/>
                  <a:pt x="6270" y="1325"/>
                </a:cubicBezTo>
                <a:lnTo>
                  <a:pt x="5987" y="2365"/>
                </a:lnTo>
                <a:cubicBezTo>
                  <a:pt x="5546" y="2144"/>
                  <a:pt x="5042" y="2050"/>
                  <a:pt x="4569" y="2050"/>
                </a:cubicBezTo>
                <a:cubicBezTo>
                  <a:pt x="4097" y="2050"/>
                  <a:pt x="3593" y="2144"/>
                  <a:pt x="3151" y="2365"/>
                </a:cubicBezTo>
                <a:lnTo>
                  <a:pt x="2868" y="1325"/>
                </a:lnTo>
                <a:cubicBezTo>
                  <a:pt x="3340" y="916"/>
                  <a:pt x="3939" y="664"/>
                  <a:pt x="4475" y="632"/>
                </a:cubicBezTo>
                <a:cubicBezTo>
                  <a:pt x="4533" y="626"/>
                  <a:pt x="4591" y="623"/>
                  <a:pt x="4649" y="623"/>
                </a:cubicBezTo>
                <a:close/>
                <a:moveTo>
                  <a:pt x="4601" y="4791"/>
                </a:moveTo>
                <a:cubicBezTo>
                  <a:pt x="4853" y="5074"/>
                  <a:pt x="5199" y="5358"/>
                  <a:pt x="5640" y="5610"/>
                </a:cubicBezTo>
                <a:lnTo>
                  <a:pt x="5640" y="6555"/>
                </a:lnTo>
                <a:cubicBezTo>
                  <a:pt x="5640" y="7154"/>
                  <a:pt x="5168" y="7595"/>
                  <a:pt x="4601" y="7595"/>
                </a:cubicBezTo>
                <a:cubicBezTo>
                  <a:pt x="4065" y="7595"/>
                  <a:pt x="3593" y="7122"/>
                  <a:pt x="3593" y="6555"/>
                </a:cubicBezTo>
                <a:lnTo>
                  <a:pt x="3593" y="5641"/>
                </a:lnTo>
                <a:cubicBezTo>
                  <a:pt x="3939" y="5358"/>
                  <a:pt x="4254" y="5169"/>
                  <a:pt x="4475" y="4917"/>
                </a:cubicBezTo>
                <a:lnTo>
                  <a:pt x="4601" y="4791"/>
                </a:lnTo>
                <a:close/>
                <a:moveTo>
                  <a:pt x="4569" y="2806"/>
                </a:moveTo>
                <a:cubicBezTo>
                  <a:pt x="5073" y="2806"/>
                  <a:pt x="5577" y="2964"/>
                  <a:pt x="6018" y="3216"/>
                </a:cubicBezTo>
                <a:cubicBezTo>
                  <a:pt x="6491" y="3499"/>
                  <a:pt x="6901" y="3972"/>
                  <a:pt x="7121" y="4476"/>
                </a:cubicBezTo>
                <a:lnTo>
                  <a:pt x="7877" y="6902"/>
                </a:lnTo>
                <a:lnTo>
                  <a:pt x="7877" y="6933"/>
                </a:lnTo>
                <a:cubicBezTo>
                  <a:pt x="8003" y="7217"/>
                  <a:pt x="7909" y="7469"/>
                  <a:pt x="7783" y="7626"/>
                </a:cubicBezTo>
                <a:cubicBezTo>
                  <a:pt x="7562" y="8036"/>
                  <a:pt x="7090" y="8319"/>
                  <a:pt x="6617" y="8351"/>
                </a:cubicBezTo>
                <a:cubicBezTo>
                  <a:pt x="6270" y="8351"/>
                  <a:pt x="5955" y="8162"/>
                  <a:pt x="5766" y="7878"/>
                </a:cubicBezTo>
                <a:cubicBezTo>
                  <a:pt x="6081" y="7563"/>
                  <a:pt x="6302" y="7122"/>
                  <a:pt x="6302" y="6618"/>
                </a:cubicBezTo>
                <a:lnTo>
                  <a:pt x="6302" y="6114"/>
                </a:lnTo>
                <a:cubicBezTo>
                  <a:pt x="6333" y="6145"/>
                  <a:pt x="6428" y="6177"/>
                  <a:pt x="6459" y="6208"/>
                </a:cubicBezTo>
                <a:cubicBezTo>
                  <a:pt x="6554" y="6272"/>
                  <a:pt x="6585" y="6272"/>
                  <a:pt x="6648" y="6272"/>
                </a:cubicBezTo>
                <a:cubicBezTo>
                  <a:pt x="6775" y="6272"/>
                  <a:pt x="6901" y="6208"/>
                  <a:pt x="6932" y="6114"/>
                </a:cubicBezTo>
                <a:cubicBezTo>
                  <a:pt x="7058" y="5956"/>
                  <a:pt x="6995" y="5704"/>
                  <a:pt x="6869" y="5641"/>
                </a:cubicBezTo>
                <a:cubicBezTo>
                  <a:pt x="6617" y="5484"/>
                  <a:pt x="6428" y="5358"/>
                  <a:pt x="6239" y="5232"/>
                </a:cubicBezTo>
                <a:cubicBezTo>
                  <a:pt x="6176" y="5200"/>
                  <a:pt x="6144" y="5169"/>
                  <a:pt x="6113" y="5169"/>
                </a:cubicBezTo>
                <a:cubicBezTo>
                  <a:pt x="5199" y="4570"/>
                  <a:pt x="4979" y="4381"/>
                  <a:pt x="4979" y="3814"/>
                </a:cubicBezTo>
                <a:cubicBezTo>
                  <a:pt x="4979" y="3625"/>
                  <a:pt x="4821" y="3468"/>
                  <a:pt x="4601" y="3468"/>
                </a:cubicBezTo>
                <a:cubicBezTo>
                  <a:pt x="4412" y="3468"/>
                  <a:pt x="4254" y="3625"/>
                  <a:pt x="4254" y="3814"/>
                </a:cubicBezTo>
                <a:cubicBezTo>
                  <a:pt x="4254" y="4381"/>
                  <a:pt x="4034" y="4570"/>
                  <a:pt x="3120" y="5169"/>
                </a:cubicBezTo>
                <a:cubicBezTo>
                  <a:pt x="3057" y="5169"/>
                  <a:pt x="3025" y="5200"/>
                  <a:pt x="2994" y="5232"/>
                </a:cubicBezTo>
                <a:cubicBezTo>
                  <a:pt x="2805" y="5358"/>
                  <a:pt x="2584" y="5484"/>
                  <a:pt x="2364" y="5641"/>
                </a:cubicBezTo>
                <a:cubicBezTo>
                  <a:pt x="2206" y="5736"/>
                  <a:pt x="2175" y="5956"/>
                  <a:pt x="2269" y="6114"/>
                </a:cubicBezTo>
                <a:cubicBezTo>
                  <a:pt x="2343" y="6206"/>
                  <a:pt x="2448" y="6255"/>
                  <a:pt x="2548" y="6255"/>
                </a:cubicBezTo>
                <a:cubicBezTo>
                  <a:pt x="2620" y="6255"/>
                  <a:pt x="2689" y="6230"/>
                  <a:pt x="2742" y="6177"/>
                </a:cubicBezTo>
                <a:cubicBezTo>
                  <a:pt x="2805" y="6145"/>
                  <a:pt x="2868" y="6114"/>
                  <a:pt x="2899" y="6051"/>
                </a:cubicBezTo>
                <a:lnTo>
                  <a:pt x="2899" y="6587"/>
                </a:lnTo>
                <a:cubicBezTo>
                  <a:pt x="2899" y="7059"/>
                  <a:pt x="3120" y="7532"/>
                  <a:pt x="3466" y="7847"/>
                </a:cubicBezTo>
                <a:cubicBezTo>
                  <a:pt x="3277" y="8099"/>
                  <a:pt x="2962" y="8319"/>
                  <a:pt x="2616" y="8319"/>
                </a:cubicBezTo>
                <a:cubicBezTo>
                  <a:pt x="2143" y="8256"/>
                  <a:pt x="1671" y="8004"/>
                  <a:pt x="1419" y="7595"/>
                </a:cubicBezTo>
                <a:cubicBezTo>
                  <a:pt x="1230" y="7437"/>
                  <a:pt x="1135" y="7217"/>
                  <a:pt x="1261" y="6933"/>
                </a:cubicBezTo>
                <a:lnTo>
                  <a:pt x="2017" y="4476"/>
                </a:lnTo>
                <a:cubicBezTo>
                  <a:pt x="2238" y="3940"/>
                  <a:pt x="2647" y="3499"/>
                  <a:pt x="3120" y="3216"/>
                </a:cubicBezTo>
                <a:cubicBezTo>
                  <a:pt x="3529" y="2964"/>
                  <a:pt x="4065" y="2806"/>
                  <a:pt x="4569" y="2806"/>
                </a:cubicBezTo>
                <a:close/>
                <a:moveTo>
                  <a:pt x="5231" y="8225"/>
                </a:moveTo>
                <a:cubicBezTo>
                  <a:pt x="5325" y="8382"/>
                  <a:pt x="5420" y="8508"/>
                  <a:pt x="5577" y="8634"/>
                </a:cubicBezTo>
                <a:lnTo>
                  <a:pt x="4569" y="9580"/>
                </a:lnTo>
                <a:lnTo>
                  <a:pt x="3624" y="8634"/>
                </a:lnTo>
                <a:cubicBezTo>
                  <a:pt x="3750" y="8508"/>
                  <a:pt x="3845" y="8382"/>
                  <a:pt x="3971" y="8225"/>
                </a:cubicBezTo>
                <a:cubicBezTo>
                  <a:pt x="4160" y="8319"/>
                  <a:pt x="4380" y="8351"/>
                  <a:pt x="4601" y="8351"/>
                </a:cubicBezTo>
                <a:cubicBezTo>
                  <a:pt x="4853" y="8351"/>
                  <a:pt x="5042" y="8319"/>
                  <a:pt x="5231" y="8225"/>
                </a:cubicBezTo>
                <a:close/>
                <a:moveTo>
                  <a:pt x="2994" y="8949"/>
                </a:moveTo>
                <a:lnTo>
                  <a:pt x="4254" y="10210"/>
                </a:lnTo>
                <a:lnTo>
                  <a:pt x="4254" y="11092"/>
                </a:lnTo>
                <a:lnTo>
                  <a:pt x="789" y="11092"/>
                </a:lnTo>
                <a:lnTo>
                  <a:pt x="789" y="10745"/>
                </a:lnTo>
                <a:cubicBezTo>
                  <a:pt x="789" y="9800"/>
                  <a:pt x="1576" y="9012"/>
                  <a:pt x="2521" y="9012"/>
                </a:cubicBezTo>
                <a:cubicBezTo>
                  <a:pt x="2679" y="9012"/>
                  <a:pt x="2836" y="8981"/>
                  <a:pt x="2994" y="8949"/>
                </a:cubicBezTo>
                <a:close/>
                <a:moveTo>
                  <a:pt x="6176" y="8949"/>
                </a:moveTo>
                <a:cubicBezTo>
                  <a:pt x="6333" y="8981"/>
                  <a:pt x="6491" y="9012"/>
                  <a:pt x="6648" y="9012"/>
                </a:cubicBezTo>
                <a:cubicBezTo>
                  <a:pt x="7594" y="9012"/>
                  <a:pt x="8381" y="9800"/>
                  <a:pt x="8381" y="10745"/>
                </a:cubicBezTo>
                <a:lnTo>
                  <a:pt x="8381" y="11092"/>
                </a:lnTo>
                <a:lnTo>
                  <a:pt x="4916" y="11092"/>
                </a:lnTo>
                <a:lnTo>
                  <a:pt x="4916" y="10210"/>
                </a:lnTo>
                <a:lnTo>
                  <a:pt x="6176" y="8949"/>
                </a:lnTo>
                <a:close/>
                <a:moveTo>
                  <a:pt x="4553" y="0"/>
                </a:moveTo>
                <a:cubicBezTo>
                  <a:pt x="4517" y="0"/>
                  <a:pt x="4480" y="1"/>
                  <a:pt x="4443" y="2"/>
                </a:cubicBezTo>
                <a:cubicBezTo>
                  <a:pt x="3656" y="34"/>
                  <a:pt x="2836" y="380"/>
                  <a:pt x="2206" y="1010"/>
                </a:cubicBezTo>
                <a:cubicBezTo>
                  <a:pt x="2143" y="1105"/>
                  <a:pt x="2080" y="1231"/>
                  <a:pt x="2143" y="1325"/>
                </a:cubicBezTo>
                <a:lnTo>
                  <a:pt x="2490" y="2743"/>
                </a:lnTo>
                <a:cubicBezTo>
                  <a:pt x="1986" y="3121"/>
                  <a:pt x="1576" y="3625"/>
                  <a:pt x="1293" y="4224"/>
                </a:cubicBezTo>
                <a:lnTo>
                  <a:pt x="1293" y="4255"/>
                </a:lnTo>
                <a:lnTo>
                  <a:pt x="568" y="6650"/>
                </a:lnTo>
                <a:cubicBezTo>
                  <a:pt x="411" y="7091"/>
                  <a:pt x="442" y="7563"/>
                  <a:pt x="663" y="8004"/>
                </a:cubicBezTo>
                <a:cubicBezTo>
                  <a:pt x="820" y="8225"/>
                  <a:pt x="1041" y="8477"/>
                  <a:pt x="1261" y="8634"/>
                </a:cubicBezTo>
                <a:cubicBezTo>
                  <a:pt x="505" y="9012"/>
                  <a:pt x="1" y="9832"/>
                  <a:pt x="1" y="10745"/>
                </a:cubicBezTo>
                <a:lnTo>
                  <a:pt x="1" y="11470"/>
                </a:lnTo>
                <a:cubicBezTo>
                  <a:pt x="1" y="11659"/>
                  <a:pt x="158" y="11816"/>
                  <a:pt x="347" y="11816"/>
                </a:cubicBezTo>
                <a:lnTo>
                  <a:pt x="8665" y="11816"/>
                </a:lnTo>
                <a:cubicBezTo>
                  <a:pt x="8854" y="11816"/>
                  <a:pt x="9011" y="11659"/>
                  <a:pt x="9011" y="11470"/>
                </a:cubicBezTo>
                <a:lnTo>
                  <a:pt x="9011" y="10745"/>
                </a:lnTo>
                <a:cubicBezTo>
                  <a:pt x="9106" y="9832"/>
                  <a:pt x="8570" y="9012"/>
                  <a:pt x="7783" y="8634"/>
                </a:cubicBezTo>
                <a:cubicBezTo>
                  <a:pt x="8035" y="8477"/>
                  <a:pt x="8255" y="8225"/>
                  <a:pt x="8381" y="8004"/>
                </a:cubicBezTo>
                <a:cubicBezTo>
                  <a:pt x="8665" y="7563"/>
                  <a:pt x="8696" y="7091"/>
                  <a:pt x="8507" y="6650"/>
                </a:cubicBezTo>
                <a:lnTo>
                  <a:pt x="7751" y="4255"/>
                </a:lnTo>
                <a:lnTo>
                  <a:pt x="7751" y="4224"/>
                </a:lnTo>
                <a:cubicBezTo>
                  <a:pt x="7531" y="3625"/>
                  <a:pt x="7090" y="3121"/>
                  <a:pt x="6585" y="2743"/>
                </a:cubicBezTo>
                <a:lnTo>
                  <a:pt x="6932" y="1325"/>
                </a:lnTo>
                <a:cubicBezTo>
                  <a:pt x="6964" y="1231"/>
                  <a:pt x="6932" y="1105"/>
                  <a:pt x="6838" y="1010"/>
                </a:cubicBezTo>
                <a:cubicBezTo>
                  <a:pt x="6173" y="346"/>
                  <a:pt x="5393" y="0"/>
                  <a:pt x="455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3" name="Google Shape;15553;p82"/>
          <p:cNvSpPr/>
          <p:nvPr/>
        </p:nvSpPr>
        <p:spPr>
          <a:xfrm>
            <a:off x="8269674" y="3266663"/>
            <a:ext cx="473417" cy="472181"/>
          </a:xfrm>
          <a:custGeom>
            <a:avLst/>
            <a:gdLst/>
            <a:ahLst/>
            <a:cxnLst/>
            <a:rect l="l" t="t" r="r" b="b"/>
            <a:pathLst>
              <a:path w="11878" h="11847" extrusionOk="0">
                <a:moveTo>
                  <a:pt x="10523" y="694"/>
                </a:moveTo>
                <a:cubicBezTo>
                  <a:pt x="10680" y="694"/>
                  <a:pt x="10901" y="788"/>
                  <a:pt x="10995" y="883"/>
                </a:cubicBezTo>
                <a:cubicBezTo>
                  <a:pt x="11121" y="1009"/>
                  <a:pt x="11184" y="1198"/>
                  <a:pt x="11184" y="1356"/>
                </a:cubicBezTo>
                <a:cubicBezTo>
                  <a:pt x="11184" y="1576"/>
                  <a:pt x="11121" y="1734"/>
                  <a:pt x="10995" y="1828"/>
                </a:cubicBezTo>
                <a:lnTo>
                  <a:pt x="9389" y="3466"/>
                </a:lnTo>
                <a:cubicBezTo>
                  <a:pt x="9105" y="3718"/>
                  <a:pt x="8948" y="4096"/>
                  <a:pt x="8916" y="4443"/>
                </a:cubicBezTo>
                <a:lnTo>
                  <a:pt x="7467" y="2994"/>
                </a:lnTo>
                <a:cubicBezTo>
                  <a:pt x="7813" y="2931"/>
                  <a:pt x="8160" y="2773"/>
                  <a:pt x="8444" y="2521"/>
                </a:cubicBezTo>
                <a:lnTo>
                  <a:pt x="10050" y="883"/>
                </a:lnTo>
                <a:cubicBezTo>
                  <a:pt x="10176" y="788"/>
                  <a:pt x="10365" y="694"/>
                  <a:pt x="10523" y="694"/>
                </a:cubicBezTo>
                <a:close/>
                <a:moveTo>
                  <a:pt x="5766" y="2427"/>
                </a:moveTo>
                <a:cubicBezTo>
                  <a:pt x="5860" y="2427"/>
                  <a:pt x="5955" y="2458"/>
                  <a:pt x="6018" y="2553"/>
                </a:cubicBezTo>
                <a:lnTo>
                  <a:pt x="9420" y="5987"/>
                </a:lnTo>
                <a:cubicBezTo>
                  <a:pt x="9515" y="6050"/>
                  <a:pt x="9546" y="6144"/>
                  <a:pt x="9546" y="6207"/>
                </a:cubicBezTo>
                <a:cubicBezTo>
                  <a:pt x="9452" y="6239"/>
                  <a:pt x="9452" y="6333"/>
                  <a:pt x="9389" y="6396"/>
                </a:cubicBezTo>
                <a:cubicBezTo>
                  <a:pt x="9326" y="6459"/>
                  <a:pt x="9239" y="6491"/>
                  <a:pt x="9152" y="6491"/>
                </a:cubicBezTo>
                <a:cubicBezTo>
                  <a:pt x="9066" y="6491"/>
                  <a:pt x="8979" y="6459"/>
                  <a:pt x="8916" y="6396"/>
                </a:cubicBezTo>
                <a:lnTo>
                  <a:pt x="8444" y="5924"/>
                </a:lnTo>
                <a:lnTo>
                  <a:pt x="6018" y="3498"/>
                </a:lnTo>
                <a:lnTo>
                  <a:pt x="5545" y="3025"/>
                </a:lnTo>
                <a:cubicBezTo>
                  <a:pt x="5419" y="2899"/>
                  <a:pt x="5419" y="2679"/>
                  <a:pt x="5545" y="2553"/>
                </a:cubicBezTo>
                <a:cubicBezTo>
                  <a:pt x="5608" y="2458"/>
                  <a:pt x="5703" y="2427"/>
                  <a:pt x="5766" y="2427"/>
                </a:cubicBezTo>
                <a:close/>
                <a:moveTo>
                  <a:pt x="5734" y="4159"/>
                </a:moveTo>
                <a:lnTo>
                  <a:pt x="7687" y="6144"/>
                </a:lnTo>
                <a:lnTo>
                  <a:pt x="7183" y="6648"/>
                </a:lnTo>
                <a:lnTo>
                  <a:pt x="6427" y="5892"/>
                </a:lnTo>
                <a:cubicBezTo>
                  <a:pt x="6364" y="5829"/>
                  <a:pt x="6278" y="5798"/>
                  <a:pt x="6191" y="5798"/>
                </a:cubicBezTo>
                <a:cubicBezTo>
                  <a:pt x="6104" y="5798"/>
                  <a:pt x="6018" y="5829"/>
                  <a:pt x="5955" y="5892"/>
                </a:cubicBezTo>
                <a:cubicBezTo>
                  <a:pt x="5829" y="6018"/>
                  <a:pt x="5829" y="6239"/>
                  <a:pt x="5955" y="6365"/>
                </a:cubicBezTo>
                <a:lnTo>
                  <a:pt x="6711" y="7121"/>
                </a:lnTo>
                <a:lnTo>
                  <a:pt x="6238" y="7593"/>
                </a:lnTo>
                <a:lnTo>
                  <a:pt x="4253" y="5609"/>
                </a:lnTo>
                <a:lnTo>
                  <a:pt x="5734" y="4159"/>
                </a:lnTo>
                <a:close/>
                <a:moveTo>
                  <a:pt x="3718" y="6176"/>
                </a:moveTo>
                <a:lnTo>
                  <a:pt x="5703" y="8129"/>
                </a:lnTo>
                <a:lnTo>
                  <a:pt x="5230" y="8602"/>
                </a:lnTo>
                <a:lnTo>
                  <a:pt x="4474" y="7877"/>
                </a:lnTo>
                <a:cubicBezTo>
                  <a:pt x="4411" y="7814"/>
                  <a:pt x="4324" y="7782"/>
                  <a:pt x="4238" y="7782"/>
                </a:cubicBezTo>
                <a:cubicBezTo>
                  <a:pt x="4151" y="7782"/>
                  <a:pt x="4064" y="7814"/>
                  <a:pt x="4001" y="7877"/>
                </a:cubicBezTo>
                <a:cubicBezTo>
                  <a:pt x="3875" y="7972"/>
                  <a:pt x="3875" y="8224"/>
                  <a:pt x="4001" y="8350"/>
                </a:cubicBezTo>
                <a:lnTo>
                  <a:pt x="4694" y="9043"/>
                </a:lnTo>
                <a:cubicBezTo>
                  <a:pt x="4537" y="9169"/>
                  <a:pt x="4379" y="9232"/>
                  <a:pt x="4190" y="9295"/>
                </a:cubicBezTo>
                <a:cubicBezTo>
                  <a:pt x="3119" y="9547"/>
                  <a:pt x="2332" y="9988"/>
                  <a:pt x="1733" y="10586"/>
                </a:cubicBezTo>
                <a:lnTo>
                  <a:pt x="1355" y="10964"/>
                </a:lnTo>
                <a:cubicBezTo>
                  <a:pt x="1292" y="11027"/>
                  <a:pt x="1205" y="11059"/>
                  <a:pt x="1119" y="11059"/>
                </a:cubicBezTo>
                <a:cubicBezTo>
                  <a:pt x="1032" y="11059"/>
                  <a:pt x="945" y="11027"/>
                  <a:pt x="882" y="10964"/>
                </a:cubicBezTo>
                <a:cubicBezTo>
                  <a:pt x="819" y="10901"/>
                  <a:pt x="756" y="10807"/>
                  <a:pt x="756" y="10744"/>
                </a:cubicBezTo>
                <a:cubicBezTo>
                  <a:pt x="756" y="10649"/>
                  <a:pt x="788" y="10555"/>
                  <a:pt x="882" y="10492"/>
                </a:cubicBezTo>
                <a:lnTo>
                  <a:pt x="1260" y="10114"/>
                </a:lnTo>
                <a:cubicBezTo>
                  <a:pt x="1859" y="9515"/>
                  <a:pt x="2300" y="8696"/>
                  <a:pt x="2584" y="7656"/>
                </a:cubicBezTo>
                <a:cubicBezTo>
                  <a:pt x="2647" y="7404"/>
                  <a:pt x="2804" y="7121"/>
                  <a:pt x="3025" y="6869"/>
                </a:cubicBezTo>
                <a:lnTo>
                  <a:pt x="3718" y="6176"/>
                </a:lnTo>
                <a:close/>
                <a:moveTo>
                  <a:pt x="10491" y="1"/>
                </a:moveTo>
                <a:cubicBezTo>
                  <a:pt x="10145" y="1"/>
                  <a:pt x="9767" y="158"/>
                  <a:pt x="9515" y="379"/>
                </a:cubicBezTo>
                <a:lnTo>
                  <a:pt x="7876" y="1986"/>
                </a:lnTo>
                <a:cubicBezTo>
                  <a:pt x="7687" y="2190"/>
                  <a:pt x="7428" y="2293"/>
                  <a:pt x="7164" y="2293"/>
                </a:cubicBezTo>
                <a:cubicBezTo>
                  <a:pt x="6900" y="2293"/>
                  <a:pt x="6632" y="2190"/>
                  <a:pt x="6427" y="1986"/>
                </a:cubicBezTo>
                <a:cubicBezTo>
                  <a:pt x="6238" y="1797"/>
                  <a:pt x="5978" y="1702"/>
                  <a:pt x="5714" y="1702"/>
                </a:cubicBezTo>
                <a:cubicBezTo>
                  <a:pt x="5451" y="1702"/>
                  <a:pt x="5183" y="1797"/>
                  <a:pt x="4978" y="1986"/>
                </a:cubicBezTo>
                <a:cubicBezTo>
                  <a:pt x="4600" y="2395"/>
                  <a:pt x="4600" y="3057"/>
                  <a:pt x="4978" y="3435"/>
                </a:cubicBezTo>
                <a:lnTo>
                  <a:pt x="5199" y="3687"/>
                </a:lnTo>
                <a:lnTo>
                  <a:pt x="3466" y="5420"/>
                </a:lnTo>
                <a:lnTo>
                  <a:pt x="2489" y="6396"/>
                </a:lnTo>
                <a:cubicBezTo>
                  <a:pt x="2174" y="6711"/>
                  <a:pt x="1985" y="7058"/>
                  <a:pt x="1859" y="7499"/>
                </a:cubicBezTo>
                <a:cubicBezTo>
                  <a:pt x="1638" y="8413"/>
                  <a:pt x="1229" y="9106"/>
                  <a:pt x="725" y="9641"/>
                </a:cubicBezTo>
                <a:lnTo>
                  <a:pt x="315" y="10019"/>
                </a:lnTo>
                <a:cubicBezTo>
                  <a:pt x="126" y="10240"/>
                  <a:pt x="0" y="10492"/>
                  <a:pt x="0" y="10775"/>
                </a:cubicBezTo>
                <a:cubicBezTo>
                  <a:pt x="0" y="11059"/>
                  <a:pt x="126" y="11343"/>
                  <a:pt x="315" y="11532"/>
                </a:cubicBezTo>
                <a:cubicBezTo>
                  <a:pt x="536" y="11721"/>
                  <a:pt x="788" y="11847"/>
                  <a:pt x="1071" y="11847"/>
                </a:cubicBezTo>
                <a:cubicBezTo>
                  <a:pt x="1355" y="11847"/>
                  <a:pt x="1638" y="11721"/>
                  <a:pt x="1828" y="11532"/>
                </a:cubicBezTo>
                <a:lnTo>
                  <a:pt x="2237" y="11122"/>
                </a:lnTo>
                <a:cubicBezTo>
                  <a:pt x="2741" y="10618"/>
                  <a:pt x="3434" y="10240"/>
                  <a:pt x="4348" y="9988"/>
                </a:cubicBezTo>
                <a:cubicBezTo>
                  <a:pt x="4757" y="9862"/>
                  <a:pt x="5136" y="9673"/>
                  <a:pt x="5419" y="9389"/>
                </a:cubicBezTo>
                <a:lnTo>
                  <a:pt x="6396" y="8413"/>
                </a:lnTo>
                <a:lnTo>
                  <a:pt x="7372" y="7436"/>
                </a:lnTo>
                <a:lnTo>
                  <a:pt x="8129" y="6680"/>
                </a:lnTo>
                <a:lnTo>
                  <a:pt x="8349" y="6932"/>
                </a:lnTo>
                <a:cubicBezTo>
                  <a:pt x="8570" y="7121"/>
                  <a:pt x="8822" y="7247"/>
                  <a:pt x="9105" y="7247"/>
                </a:cubicBezTo>
                <a:cubicBezTo>
                  <a:pt x="9389" y="7247"/>
                  <a:pt x="9672" y="7121"/>
                  <a:pt x="9861" y="6932"/>
                </a:cubicBezTo>
                <a:cubicBezTo>
                  <a:pt x="10050" y="6711"/>
                  <a:pt x="10176" y="6459"/>
                  <a:pt x="10176" y="6176"/>
                </a:cubicBezTo>
                <a:cubicBezTo>
                  <a:pt x="10176" y="5892"/>
                  <a:pt x="10050" y="5609"/>
                  <a:pt x="9861" y="5420"/>
                </a:cubicBezTo>
                <a:cubicBezTo>
                  <a:pt x="9672" y="5231"/>
                  <a:pt x="9546" y="4947"/>
                  <a:pt x="9546" y="4664"/>
                </a:cubicBezTo>
                <a:cubicBezTo>
                  <a:pt x="9546" y="4380"/>
                  <a:pt x="9672" y="4128"/>
                  <a:pt x="9861" y="3907"/>
                </a:cubicBezTo>
                <a:lnTo>
                  <a:pt x="11468" y="2364"/>
                </a:lnTo>
                <a:cubicBezTo>
                  <a:pt x="11752" y="2080"/>
                  <a:pt x="11878" y="1734"/>
                  <a:pt x="11878" y="1356"/>
                </a:cubicBezTo>
                <a:cubicBezTo>
                  <a:pt x="11878" y="1009"/>
                  <a:pt x="11720" y="662"/>
                  <a:pt x="11468" y="379"/>
                </a:cubicBezTo>
                <a:cubicBezTo>
                  <a:pt x="11184" y="95"/>
                  <a:pt x="10838" y="1"/>
                  <a:pt x="104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4" name="Google Shape;15554;p82"/>
          <p:cNvSpPr/>
          <p:nvPr/>
        </p:nvSpPr>
        <p:spPr>
          <a:xfrm>
            <a:off x="6511305" y="3856429"/>
            <a:ext cx="429496" cy="469671"/>
          </a:xfrm>
          <a:custGeom>
            <a:avLst/>
            <a:gdLst/>
            <a:ahLst/>
            <a:cxnLst/>
            <a:rect l="l" t="t" r="r" b="b"/>
            <a:pathLst>
              <a:path w="10776" h="11784" extrusionOk="0">
                <a:moveTo>
                  <a:pt x="5388" y="662"/>
                </a:moveTo>
                <a:cubicBezTo>
                  <a:pt x="6144" y="662"/>
                  <a:pt x="6774" y="1355"/>
                  <a:pt x="6774" y="2080"/>
                </a:cubicBezTo>
                <a:cubicBezTo>
                  <a:pt x="6774" y="2206"/>
                  <a:pt x="6711" y="2332"/>
                  <a:pt x="6680" y="2489"/>
                </a:cubicBezTo>
                <a:cubicBezTo>
                  <a:pt x="6333" y="2206"/>
                  <a:pt x="5861" y="2017"/>
                  <a:pt x="5388" y="2017"/>
                </a:cubicBezTo>
                <a:cubicBezTo>
                  <a:pt x="4915" y="2017"/>
                  <a:pt x="4443" y="2174"/>
                  <a:pt x="4096" y="2489"/>
                </a:cubicBezTo>
                <a:cubicBezTo>
                  <a:pt x="4033" y="2332"/>
                  <a:pt x="4002" y="2206"/>
                  <a:pt x="4002" y="2080"/>
                </a:cubicBezTo>
                <a:cubicBezTo>
                  <a:pt x="4002" y="1355"/>
                  <a:pt x="4632" y="662"/>
                  <a:pt x="5388" y="662"/>
                </a:cubicBezTo>
                <a:close/>
                <a:moveTo>
                  <a:pt x="5388" y="2710"/>
                </a:moveTo>
                <a:cubicBezTo>
                  <a:pt x="5766" y="2710"/>
                  <a:pt x="6144" y="2867"/>
                  <a:pt x="6365" y="3151"/>
                </a:cubicBezTo>
                <a:cubicBezTo>
                  <a:pt x="6176" y="3592"/>
                  <a:pt x="5829" y="4096"/>
                  <a:pt x="5419" y="4663"/>
                </a:cubicBezTo>
                <a:cubicBezTo>
                  <a:pt x="5293" y="4506"/>
                  <a:pt x="5230" y="4380"/>
                  <a:pt x="5104" y="4253"/>
                </a:cubicBezTo>
                <a:cubicBezTo>
                  <a:pt x="4852" y="3812"/>
                  <a:pt x="4600" y="3466"/>
                  <a:pt x="4411" y="3151"/>
                </a:cubicBezTo>
                <a:cubicBezTo>
                  <a:pt x="4663" y="2867"/>
                  <a:pt x="5041" y="2710"/>
                  <a:pt x="5388" y="2710"/>
                </a:cubicBezTo>
                <a:close/>
                <a:moveTo>
                  <a:pt x="7404" y="1576"/>
                </a:moveTo>
                <a:lnTo>
                  <a:pt x="7404" y="1576"/>
                </a:lnTo>
                <a:cubicBezTo>
                  <a:pt x="7908" y="2048"/>
                  <a:pt x="8192" y="2773"/>
                  <a:pt x="8192" y="3497"/>
                </a:cubicBezTo>
                <a:cubicBezTo>
                  <a:pt x="8192" y="4222"/>
                  <a:pt x="7719" y="5230"/>
                  <a:pt x="6806" y="6490"/>
                </a:cubicBezTo>
                <a:cubicBezTo>
                  <a:pt x="6459" y="6081"/>
                  <a:pt x="6144" y="5640"/>
                  <a:pt x="5829" y="5230"/>
                </a:cubicBezTo>
                <a:cubicBezTo>
                  <a:pt x="6050" y="4915"/>
                  <a:pt x="6428" y="4443"/>
                  <a:pt x="6743" y="3938"/>
                </a:cubicBezTo>
                <a:cubicBezTo>
                  <a:pt x="7215" y="3151"/>
                  <a:pt x="7467" y="2552"/>
                  <a:pt x="7467" y="2143"/>
                </a:cubicBezTo>
                <a:cubicBezTo>
                  <a:pt x="7467" y="1922"/>
                  <a:pt x="7436" y="1733"/>
                  <a:pt x="7404" y="1576"/>
                </a:cubicBezTo>
                <a:close/>
                <a:moveTo>
                  <a:pt x="3970" y="7593"/>
                </a:moveTo>
                <a:cubicBezTo>
                  <a:pt x="4002" y="7656"/>
                  <a:pt x="4033" y="7688"/>
                  <a:pt x="4033" y="7719"/>
                </a:cubicBezTo>
                <a:lnTo>
                  <a:pt x="4947" y="8853"/>
                </a:lnTo>
                <a:lnTo>
                  <a:pt x="3151" y="11153"/>
                </a:lnTo>
                <a:lnTo>
                  <a:pt x="1135" y="11153"/>
                </a:lnTo>
                <a:cubicBezTo>
                  <a:pt x="2300" y="9641"/>
                  <a:pt x="3214" y="8538"/>
                  <a:pt x="3876" y="7719"/>
                </a:cubicBezTo>
                <a:lnTo>
                  <a:pt x="3970" y="7593"/>
                </a:lnTo>
                <a:close/>
                <a:moveTo>
                  <a:pt x="3435" y="1576"/>
                </a:moveTo>
                <a:lnTo>
                  <a:pt x="3435" y="1576"/>
                </a:lnTo>
                <a:cubicBezTo>
                  <a:pt x="3372" y="1765"/>
                  <a:pt x="3340" y="1922"/>
                  <a:pt x="3340" y="2143"/>
                </a:cubicBezTo>
                <a:cubicBezTo>
                  <a:pt x="3340" y="2710"/>
                  <a:pt x="3687" y="3466"/>
                  <a:pt x="4569" y="4663"/>
                </a:cubicBezTo>
                <a:cubicBezTo>
                  <a:pt x="4726" y="4884"/>
                  <a:pt x="5167" y="5482"/>
                  <a:pt x="5199" y="5482"/>
                </a:cubicBezTo>
                <a:cubicBezTo>
                  <a:pt x="5892" y="6396"/>
                  <a:pt x="6774" y="7498"/>
                  <a:pt x="7782" y="8759"/>
                </a:cubicBezTo>
                <a:cubicBezTo>
                  <a:pt x="8381" y="9452"/>
                  <a:pt x="9011" y="10239"/>
                  <a:pt x="9673" y="11122"/>
                </a:cubicBezTo>
                <a:lnTo>
                  <a:pt x="7656" y="11122"/>
                </a:lnTo>
                <a:lnTo>
                  <a:pt x="7656" y="11153"/>
                </a:lnTo>
                <a:lnTo>
                  <a:pt x="5672" y="8633"/>
                </a:lnTo>
                <a:lnTo>
                  <a:pt x="4600" y="7278"/>
                </a:lnTo>
                <a:cubicBezTo>
                  <a:pt x="4474" y="7120"/>
                  <a:pt x="4380" y="7026"/>
                  <a:pt x="4254" y="6868"/>
                </a:cubicBezTo>
                <a:lnTo>
                  <a:pt x="4254" y="6805"/>
                </a:lnTo>
                <a:cubicBezTo>
                  <a:pt x="3214" y="5451"/>
                  <a:pt x="2647" y="4253"/>
                  <a:pt x="2647" y="3497"/>
                </a:cubicBezTo>
                <a:cubicBezTo>
                  <a:pt x="2647" y="2773"/>
                  <a:pt x="2899" y="2048"/>
                  <a:pt x="3435" y="1576"/>
                </a:cubicBezTo>
                <a:close/>
                <a:moveTo>
                  <a:pt x="5388" y="0"/>
                </a:moveTo>
                <a:cubicBezTo>
                  <a:pt x="4474" y="0"/>
                  <a:pt x="3592" y="347"/>
                  <a:pt x="2962" y="1009"/>
                </a:cubicBezTo>
                <a:cubicBezTo>
                  <a:pt x="2269" y="1702"/>
                  <a:pt x="1922" y="2552"/>
                  <a:pt x="1922" y="3497"/>
                </a:cubicBezTo>
                <a:cubicBezTo>
                  <a:pt x="1922" y="4569"/>
                  <a:pt x="2710" y="5892"/>
                  <a:pt x="3498" y="6994"/>
                </a:cubicBezTo>
                <a:lnTo>
                  <a:pt x="3309" y="7246"/>
                </a:lnTo>
                <a:cubicBezTo>
                  <a:pt x="2553" y="8192"/>
                  <a:pt x="1544" y="9452"/>
                  <a:pt x="127" y="11216"/>
                </a:cubicBezTo>
                <a:cubicBezTo>
                  <a:pt x="32" y="11342"/>
                  <a:pt x="1" y="11468"/>
                  <a:pt x="64" y="11563"/>
                </a:cubicBezTo>
                <a:cubicBezTo>
                  <a:pt x="127" y="11689"/>
                  <a:pt x="284" y="11783"/>
                  <a:pt x="379" y="11783"/>
                </a:cubicBezTo>
                <a:lnTo>
                  <a:pt x="3277" y="11783"/>
                </a:lnTo>
                <a:cubicBezTo>
                  <a:pt x="3372" y="11783"/>
                  <a:pt x="3466" y="11720"/>
                  <a:pt x="3529" y="11657"/>
                </a:cubicBezTo>
                <a:lnTo>
                  <a:pt x="5388" y="9357"/>
                </a:lnTo>
                <a:lnTo>
                  <a:pt x="7247" y="11657"/>
                </a:lnTo>
                <a:cubicBezTo>
                  <a:pt x="7310" y="11720"/>
                  <a:pt x="7404" y="11783"/>
                  <a:pt x="7530" y="11783"/>
                </a:cubicBezTo>
                <a:lnTo>
                  <a:pt x="10397" y="11783"/>
                </a:lnTo>
                <a:cubicBezTo>
                  <a:pt x="10523" y="11783"/>
                  <a:pt x="10618" y="11689"/>
                  <a:pt x="10712" y="11563"/>
                </a:cubicBezTo>
                <a:cubicBezTo>
                  <a:pt x="10775" y="11500"/>
                  <a:pt x="10775" y="11374"/>
                  <a:pt x="10649" y="11279"/>
                </a:cubicBezTo>
                <a:cubicBezTo>
                  <a:pt x="9799" y="10208"/>
                  <a:pt x="9011" y="9231"/>
                  <a:pt x="8286" y="8349"/>
                </a:cubicBezTo>
                <a:cubicBezTo>
                  <a:pt x="7940" y="7877"/>
                  <a:pt x="7593" y="7435"/>
                  <a:pt x="7247" y="7057"/>
                </a:cubicBezTo>
                <a:cubicBezTo>
                  <a:pt x="8003" y="5986"/>
                  <a:pt x="8854" y="4600"/>
                  <a:pt x="8854" y="3497"/>
                </a:cubicBezTo>
                <a:cubicBezTo>
                  <a:pt x="8854" y="2552"/>
                  <a:pt x="8507" y="1702"/>
                  <a:pt x="7814" y="1009"/>
                </a:cubicBezTo>
                <a:cubicBezTo>
                  <a:pt x="7152" y="347"/>
                  <a:pt x="6302"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55" name="Google Shape;15555;p82"/>
          <p:cNvGrpSpPr/>
          <p:nvPr/>
        </p:nvGrpSpPr>
        <p:grpSpPr>
          <a:xfrm>
            <a:off x="6487508" y="4466087"/>
            <a:ext cx="475928" cy="443285"/>
            <a:chOff x="-25477800" y="2357750"/>
            <a:chExt cx="298525" cy="278050"/>
          </a:xfrm>
        </p:grpSpPr>
        <p:sp>
          <p:nvSpPr>
            <p:cNvPr id="15556" name="Google Shape;15556;p82"/>
            <p:cNvSpPr/>
            <p:nvPr/>
          </p:nvSpPr>
          <p:spPr>
            <a:xfrm>
              <a:off x="-25477800" y="2357750"/>
              <a:ext cx="298525" cy="278050"/>
            </a:xfrm>
            <a:custGeom>
              <a:avLst/>
              <a:gdLst/>
              <a:ahLst/>
              <a:cxnLst/>
              <a:rect l="l" t="t" r="r" b="b"/>
              <a:pathLst>
                <a:path w="11941" h="11122" extrusionOk="0">
                  <a:moveTo>
                    <a:pt x="7057" y="1229"/>
                  </a:moveTo>
                  <a:lnTo>
                    <a:pt x="7971" y="2143"/>
                  </a:lnTo>
                  <a:lnTo>
                    <a:pt x="7057" y="2143"/>
                  </a:lnTo>
                  <a:lnTo>
                    <a:pt x="7057" y="1229"/>
                  </a:lnTo>
                  <a:close/>
                  <a:moveTo>
                    <a:pt x="6333" y="756"/>
                  </a:moveTo>
                  <a:lnTo>
                    <a:pt x="6333" y="2489"/>
                  </a:lnTo>
                  <a:cubicBezTo>
                    <a:pt x="6333" y="2678"/>
                    <a:pt x="6490" y="2836"/>
                    <a:pt x="6679" y="2836"/>
                  </a:cubicBezTo>
                  <a:lnTo>
                    <a:pt x="8412" y="2836"/>
                  </a:lnTo>
                  <a:lnTo>
                    <a:pt x="8412" y="4946"/>
                  </a:lnTo>
                  <a:lnTo>
                    <a:pt x="7593" y="4946"/>
                  </a:lnTo>
                  <a:lnTo>
                    <a:pt x="7215" y="4096"/>
                  </a:lnTo>
                  <a:cubicBezTo>
                    <a:pt x="7026" y="3749"/>
                    <a:pt x="6648" y="3529"/>
                    <a:pt x="6270" y="3529"/>
                  </a:cubicBezTo>
                  <a:lnTo>
                    <a:pt x="3245" y="3529"/>
                  </a:lnTo>
                  <a:cubicBezTo>
                    <a:pt x="3119" y="3529"/>
                    <a:pt x="2993" y="3560"/>
                    <a:pt x="2867" y="3592"/>
                  </a:cubicBezTo>
                  <a:lnTo>
                    <a:pt x="2867" y="756"/>
                  </a:lnTo>
                  <a:close/>
                  <a:moveTo>
                    <a:pt x="10901" y="6994"/>
                  </a:moveTo>
                  <a:cubicBezTo>
                    <a:pt x="11027" y="6994"/>
                    <a:pt x="11090" y="7026"/>
                    <a:pt x="11184" y="7089"/>
                  </a:cubicBezTo>
                  <a:cubicBezTo>
                    <a:pt x="11247" y="7183"/>
                    <a:pt x="11247" y="7246"/>
                    <a:pt x="11247" y="7372"/>
                  </a:cubicBezTo>
                  <a:lnTo>
                    <a:pt x="10995" y="9105"/>
                  </a:lnTo>
                  <a:lnTo>
                    <a:pt x="10428" y="6994"/>
                  </a:lnTo>
                  <a:close/>
                  <a:moveTo>
                    <a:pt x="6270" y="4190"/>
                  </a:moveTo>
                  <a:cubicBezTo>
                    <a:pt x="6364" y="4190"/>
                    <a:pt x="6490" y="4253"/>
                    <a:pt x="6585" y="4379"/>
                  </a:cubicBezTo>
                  <a:lnTo>
                    <a:pt x="7089" y="5356"/>
                  </a:lnTo>
                  <a:cubicBezTo>
                    <a:pt x="7120" y="5482"/>
                    <a:pt x="7278" y="5577"/>
                    <a:pt x="7404" y="5577"/>
                  </a:cubicBezTo>
                  <a:lnTo>
                    <a:pt x="9105" y="5577"/>
                  </a:lnTo>
                  <a:cubicBezTo>
                    <a:pt x="9262" y="5577"/>
                    <a:pt x="9420" y="5671"/>
                    <a:pt x="9452" y="5829"/>
                  </a:cubicBezTo>
                  <a:lnTo>
                    <a:pt x="10586" y="10397"/>
                  </a:lnTo>
                  <a:lnTo>
                    <a:pt x="2205" y="10397"/>
                  </a:lnTo>
                  <a:lnTo>
                    <a:pt x="2205" y="10460"/>
                  </a:lnTo>
                  <a:cubicBezTo>
                    <a:pt x="2048" y="10460"/>
                    <a:pt x="1890" y="10334"/>
                    <a:pt x="1859" y="10176"/>
                  </a:cubicBezTo>
                  <a:lnTo>
                    <a:pt x="788" y="5986"/>
                  </a:lnTo>
                  <a:cubicBezTo>
                    <a:pt x="756" y="5892"/>
                    <a:pt x="788" y="5797"/>
                    <a:pt x="851" y="5734"/>
                  </a:cubicBezTo>
                  <a:cubicBezTo>
                    <a:pt x="945" y="5640"/>
                    <a:pt x="1008" y="5608"/>
                    <a:pt x="1134" y="5608"/>
                  </a:cubicBezTo>
                  <a:lnTo>
                    <a:pt x="2520" y="5608"/>
                  </a:lnTo>
                  <a:cubicBezTo>
                    <a:pt x="2709" y="5608"/>
                    <a:pt x="2867" y="5451"/>
                    <a:pt x="2867" y="5262"/>
                  </a:cubicBezTo>
                  <a:lnTo>
                    <a:pt x="2867" y="4537"/>
                  </a:lnTo>
                  <a:cubicBezTo>
                    <a:pt x="2867" y="4348"/>
                    <a:pt x="3025" y="4190"/>
                    <a:pt x="3214" y="4190"/>
                  </a:cubicBezTo>
                  <a:close/>
                  <a:moveTo>
                    <a:pt x="2489" y="0"/>
                  </a:moveTo>
                  <a:cubicBezTo>
                    <a:pt x="2268" y="0"/>
                    <a:pt x="2111" y="158"/>
                    <a:pt x="2111" y="378"/>
                  </a:cubicBezTo>
                  <a:lnTo>
                    <a:pt x="2111" y="4537"/>
                  </a:lnTo>
                  <a:lnTo>
                    <a:pt x="2111" y="4883"/>
                  </a:lnTo>
                  <a:lnTo>
                    <a:pt x="1103" y="4883"/>
                  </a:lnTo>
                  <a:cubicBezTo>
                    <a:pt x="788" y="4883"/>
                    <a:pt x="473" y="5041"/>
                    <a:pt x="284" y="5293"/>
                  </a:cubicBezTo>
                  <a:cubicBezTo>
                    <a:pt x="63" y="5514"/>
                    <a:pt x="0" y="5829"/>
                    <a:pt x="63" y="6144"/>
                  </a:cubicBezTo>
                  <a:lnTo>
                    <a:pt x="1134" y="10334"/>
                  </a:lnTo>
                  <a:cubicBezTo>
                    <a:pt x="1260" y="10806"/>
                    <a:pt x="1701" y="11121"/>
                    <a:pt x="2174" y="11121"/>
                  </a:cubicBezTo>
                  <a:lnTo>
                    <a:pt x="10995" y="11121"/>
                  </a:lnTo>
                  <a:cubicBezTo>
                    <a:pt x="11153" y="11121"/>
                    <a:pt x="11310" y="10995"/>
                    <a:pt x="11342" y="10838"/>
                  </a:cubicBezTo>
                  <a:lnTo>
                    <a:pt x="11877" y="7467"/>
                  </a:lnTo>
                  <a:cubicBezTo>
                    <a:pt x="11940" y="7152"/>
                    <a:pt x="11846" y="6868"/>
                    <a:pt x="11657" y="6616"/>
                  </a:cubicBezTo>
                  <a:cubicBezTo>
                    <a:pt x="11499" y="6427"/>
                    <a:pt x="11216" y="6301"/>
                    <a:pt x="10901" y="6301"/>
                  </a:cubicBezTo>
                  <a:lnTo>
                    <a:pt x="10239" y="6301"/>
                  </a:lnTo>
                  <a:lnTo>
                    <a:pt x="10082" y="5734"/>
                  </a:lnTo>
                  <a:cubicBezTo>
                    <a:pt x="9956" y="5262"/>
                    <a:pt x="9578" y="4946"/>
                    <a:pt x="9105" y="4883"/>
                  </a:cubicBezTo>
                  <a:lnTo>
                    <a:pt x="9105" y="2458"/>
                  </a:lnTo>
                  <a:cubicBezTo>
                    <a:pt x="9105" y="2363"/>
                    <a:pt x="9042" y="2269"/>
                    <a:pt x="8979" y="2206"/>
                  </a:cubicBezTo>
                  <a:lnTo>
                    <a:pt x="6900" y="126"/>
                  </a:lnTo>
                  <a:cubicBezTo>
                    <a:pt x="6805" y="63"/>
                    <a:pt x="6742" y="0"/>
                    <a:pt x="66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7" name="Google Shape;15557;p82"/>
            <p:cNvSpPr/>
            <p:nvPr/>
          </p:nvSpPr>
          <p:spPr>
            <a:xfrm>
              <a:off x="-25388025" y="2514850"/>
              <a:ext cx="104000" cy="88650"/>
            </a:xfrm>
            <a:custGeom>
              <a:avLst/>
              <a:gdLst/>
              <a:ahLst/>
              <a:cxnLst/>
              <a:rect l="l" t="t" r="r" b="b"/>
              <a:pathLst>
                <a:path w="4160" h="3546" extrusionOk="0">
                  <a:moveTo>
                    <a:pt x="1752" y="1"/>
                  </a:moveTo>
                  <a:cubicBezTo>
                    <a:pt x="1716" y="1"/>
                    <a:pt x="1678" y="6"/>
                    <a:pt x="1639" y="17"/>
                  </a:cubicBezTo>
                  <a:cubicBezTo>
                    <a:pt x="1450" y="80"/>
                    <a:pt x="1324" y="269"/>
                    <a:pt x="1418" y="458"/>
                  </a:cubicBezTo>
                  <a:lnTo>
                    <a:pt x="1639" y="1403"/>
                  </a:lnTo>
                  <a:lnTo>
                    <a:pt x="347" y="1403"/>
                  </a:lnTo>
                  <a:cubicBezTo>
                    <a:pt x="158" y="1403"/>
                    <a:pt x="1" y="1561"/>
                    <a:pt x="1" y="1750"/>
                  </a:cubicBezTo>
                  <a:cubicBezTo>
                    <a:pt x="1" y="1970"/>
                    <a:pt x="158" y="2128"/>
                    <a:pt x="347" y="2128"/>
                  </a:cubicBezTo>
                  <a:lnTo>
                    <a:pt x="1796" y="2128"/>
                  </a:lnTo>
                  <a:lnTo>
                    <a:pt x="2080" y="3262"/>
                  </a:lnTo>
                  <a:cubicBezTo>
                    <a:pt x="2111" y="3420"/>
                    <a:pt x="2269" y="3546"/>
                    <a:pt x="2426" y="3546"/>
                  </a:cubicBezTo>
                  <a:lnTo>
                    <a:pt x="2521" y="3546"/>
                  </a:lnTo>
                  <a:cubicBezTo>
                    <a:pt x="2710" y="3483"/>
                    <a:pt x="2836" y="3294"/>
                    <a:pt x="2742" y="3105"/>
                  </a:cubicBezTo>
                  <a:lnTo>
                    <a:pt x="2521" y="2159"/>
                  </a:lnTo>
                  <a:lnTo>
                    <a:pt x="3813" y="2159"/>
                  </a:lnTo>
                  <a:cubicBezTo>
                    <a:pt x="4002" y="2159"/>
                    <a:pt x="4159" y="2002"/>
                    <a:pt x="4159" y="1813"/>
                  </a:cubicBezTo>
                  <a:cubicBezTo>
                    <a:pt x="4159" y="1561"/>
                    <a:pt x="4002" y="1403"/>
                    <a:pt x="3813" y="1403"/>
                  </a:cubicBezTo>
                  <a:lnTo>
                    <a:pt x="2363" y="1403"/>
                  </a:lnTo>
                  <a:lnTo>
                    <a:pt x="2080" y="269"/>
                  </a:lnTo>
                  <a:cubicBezTo>
                    <a:pt x="2054" y="114"/>
                    <a:pt x="1921" y="1"/>
                    <a:pt x="175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58" name="Google Shape;15558;p82"/>
          <p:cNvSpPr/>
          <p:nvPr/>
        </p:nvSpPr>
        <p:spPr>
          <a:xfrm>
            <a:off x="6489346" y="5040418"/>
            <a:ext cx="473417" cy="471105"/>
          </a:xfrm>
          <a:custGeom>
            <a:avLst/>
            <a:gdLst/>
            <a:ahLst/>
            <a:cxnLst/>
            <a:rect l="l" t="t" r="r" b="b"/>
            <a:pathLst>
              <a:path w="11878" h="11820" extrusionOk="0">
                <a:moveTo>
                  <a:pt x="9704" y="729"/>
                </a:moveTo>
                <a:cubicBezTo>
                  <a:pt x="10019" y="729"/>
                  <a:pt x="10303" y="792"/>
                  <a:pt x="10523" y="982"/>
                </a:cubicBezTo>
                <a:cubicBezTo>
                  <a:pt x="10838" y="1234"/>
                  <a:pt x="10996" y="1612"/>
                  <a:pt x="11059" y="2021"/>
                </a:cubicBezTo>
                <a:cubicBezTo>
                  <a:pt x="11153" y="2368"/>
                  <a:pt x="11059" y="2714"/>
                  <a:pt x="10744" y="2998"/>
                </a:cubicBezTo>
                <a:lnTo>
                  <a:pt x="8255" y="5487"/>
                </a:lnTo>
                <a:lnTo>
                  <a:pt x="6270" y="3502"/>
                </a:lnTo>
                <a:lnTo>
                  <a:pt x="6743" y="3029"/>
                </a:lnTo>
                <a:lnTo>
                  <a:pt x="7499" y="3785"/>
                </a:lnTo>
                <a:cubicBezTo>
                  <a:pt x="7593" y="3880"/>
                  <a:pt x="7656" y="3911"/>
                  <a:pt x="7751" y="3911"/>
                </a:cubicBezTo>
                <a:cubicBezTo>
                  <a:pt x="7814" y="3911"/>
                  <a:pt x="7940" y="3880"/>
                  <a:pt x="7971" y="3785"/>
                </a:cubicBezTo>
                <a:cubicBezTo>
                  <a:pt x="8097" y="3659"/>
                  <a:pt x="8097" y="3439"/>
                  <a:pt x="7971" y="3313"/>
                </a:cubicBezTo>
                <a:lnTo>
                  <a:pt x="7215" y="2557"/>
                </a:lnTo>
                <a:lnTo>
                  <a:pt x="7688" y="2084"/>
                </a:lnTo>
                <a:lnTo>
                  <a:pt x="8444" y="2840"/>
                </a:lnTo>
                <a:cubicBezTo>
                  <a:pt x="8538" y="2935"/>
                  <a:pt x="8601" y="2966"/>
                  <a:pt x="8696" y="2966"/>
                </a:cubicBezTo>
                <a:cubicBezTo>
                  <a:pt x="8759" y="2966"/>
                  <a:pt x="8885" y="2935"/>
                  <a:pt x="8916" y="2840"/>
                </a:cubicBezTo>
                <a:cubicBezTo>
                  <a:pt x="9042" y="2714"/>
                  <a:pt x="9042" y="2494"/>
                  <a:pt x="8916" y="2368"/>
                </a:cubicBezTo>
                <a:lnTo>
                  <a:pt x="8160" y="1612"/>
                </a:lnTo>
                <a:lnTo>
                  <a:pt x="8601" y="1202"/>
                </a:lnTo>
                <a:cubicBezTo>
                  <a:pt x="8916" y="887"/>
                  <a:pt x="9326" y="729"/>
                  <a:pt x="9704" y="729"/>
                </a:cubicBezTo>
                <a:close/>
                <a:moveTo>
                  <a:pt x="5766" y="4132"/>
                </a:moveTo>
                <a:lnTo>
                  <a:pt x="7751" y="6117"/>
                </a:lnTo>
                <a:lnTo>
                  <a:pt x="5577" y="8196"/>
                </a:lnTo>
                <a:cubicBezTo>
                  <a:pt x="5230" y="8543"/>
                  <a:pt x="4789" y="8763"/>
                  <a:pt x="4317" y="8826"/>
                </a:cubicBezTo>
                <a:cubicBezTo>
                  <a:pt x="3687" y="8921"/>
                  <a:pt x="3088" y="9236"/>
                  <a:pt x="2678" y="9645"/>
                </a:cubicBezTo>
                <a:lnTo>
                  <a:pt x="1324" y="11000"/>
                </a:lnTo>
                <a:cubicBezTo>
                  <a:pt x="1261" y="11063"/>
                  <a:pt x="1174" y="11095"/>
                  <a:pt x="1087" y="11095"/>
                </a:cubicBezTo>
                <a:cubicBezTo>
                  <a:pt x="1001" y="11095"/>
                  <a:pt x="914" y="11063"/>
                  <a:pt x="851" y="11000"/>
                </a:cubicBezTo>
                <a:cubicBezTo>
                  <a:pt x="725" y="10874"/>
                  <a:pt x="725" y="10653"/>
                  <a:pt x="851" y="10527"/>
                </a:cubicBezTo>
                <a:lnTo>
                  <a:pt x="2206" y="9173"/>
                </a:lnTo>
                <a:cubicBezTo>
                  <a:pt x="2615" y="8763"/>
                  <a:pt x="2931" y="8165"/>
                  <a:pt x="3025" y="7535"/>
                </a:cubicBezTo>
                <a:cubicBezTo>
                  <a:pt x="3088" y="7062"/>
                  <a:pt x="3309" y="6589"/>
                  <a:pt x="3655" y="6274"/>
                </a:cubicBezTo>
                <a:lnTo>
                  <a:pt x="3876" y="6022"/>
                </a:lnTo>
                <a:lnTo>
                  <a:pt x="4632" y="6778"/>
                </a:lnTo>
                <a:cubicBezTo>
                  <a:pt x="4726" y="6873"/>
                  <a:pt x="4789" y="6904"/>
                  <a:pt x="4884" y="6904"/>
                </a:cubicBezTo>
                <a:cubicBezTo>
                  <a:pt x="4947" y="6904"/>
                  <a:pt x="5073" y="6873"/>
                  <a:pt x="5104" y="6778"/>
                </a:cubicBezTo>
                <a:cubicBezTo>
                  <a:pt x="5230" y="6652"/>
                  <a:pt x="5230" y="6432"/>
                  <a:pt x="5104" y="6306"/>
                </a:cubicBezTo>
                <a:lnTo>
                  <a:pt x="4348" y="5550"/>
                </a:lnTo>
                <a:lnTo>
                  <a:pt x="4821" y="5077"/>
                </a:lnTo>
                <a:lnTo>
                  <a:pt x="5577" y="5833"/>
                </a:lnTo>
                <a:cubicBezTo>
                  <a:pt x="5640" y="5928"/>
                  <a:pt x="5734" y="5959"/>
                  <a:pt x="5797" y="5959"/>
                </a:cubicBezTo>
                <a:cubicBezTo>
                  <a:pt x="5892" y="5959"/>
                  <a:pt x="6018" y="5928"/>
                  <a:pt x="6050" y="5833"/>
                </a:cubicBezTo>
                <a:cubicBezTo>
                  <a:pt x="6176" y="5707"/>
                  <a:pt x="6176" y="5487"/>
                  <a:pt x="6050" y="5361"/>
                </a:cubicBezTo>
                <a:lnTo>
                  <a:pt x="5293" y="4605"/>
                </a:lnTo>
                <a:lnTo>
                  <a:pt x="5766" y="4132"/>
                </a:lnTo>
                <a:close/>
                <a:moveTo>
                  <a:pt x="9769" y="1"/>
                </a:moveTo>
                <a:cubicBezTo>
                  <a:pt x="9726" y="1"/>
                  <a:pt x="9683" y="2"/>
                  <a:pt x="9641" y="5"/>
                </a:cubicBezTo>
                <a:cubicBezTo>
                  <a:pt x="9105" y="36"/>
                  <a:pt x="8601" y="288"/>
                  <a:pt x="8255" y="666"/>
                </a:cubicBezTo>
                <a:lnTo>
                  <a:pt x="3183" y="5802"/>
                </a:lnTo>
                <a:cubicBezTo>
                  <a:pt x="2741" y="6211"/>
                  <a:pt x="2426" y="6810"/>
                  <a:pt x="2363" y="7440"/>
                </a:cubicBezTo>
                <a:cubicBezTo>
                  <a:pt x="2269" y="7913"/>
                  <a:pt x="2080" y="8385"/>
                  <a:pt x="1733" y="8700"/>
                </a:cubicBezTo>
                <a:lnTo>
                  <a:pt x="379" y="10055"/>
                </a:lnTo>
                <a:cubicBezTo>
                  <a:pt x="1" y="10433"/>
                  <a:pt x="1" y="11095"/>
                  <a:pt x="379" y="11504"/>
                </a:cubicBezTo>
                <a:cubicBezTo>
                  <a:pt x="568" y="11693"/>
                  <a:pt x="851" y="11819"/>
                  <a:pt x="1135" y="11819"/>
                </a:cubicBezTo>
                <a:cubicBezTo>
                  <a:pt x="1418" y="11819"/>
                  <a:pt x="1670" y="11693"/>
                  <a:pt x="1891" y="11504"/>
                </a:cubicBezTo>
                <a:lnTo>
                  <a:pt x="3214" y="10149"/>
                </a:lnTo>
                <a:cubicBezTo>
                  <a:pt x="3561" y="9803"/>
                  <a:pt x="4002" y="9614"/>
                  <a:pt x="4474" y="9519"/>
                </a:cubicBezTo>
                <a:cubicBezTo>
                  <a:pt x="5104" y="9456"/>
                  <a:pt x="5703" y="9141"/>
                  <a:pt x="6144" y="8700"/>
                </a:cubicBezTo>
                <a:lnTo>
                  <a:pt x="11279" y="3502"/>
                </a:lnTo>
                <a:cubicBezTo>
                  <a:pt x="11657" y="3092"/>
                  <a:pt x="11878" y="2525"/>
                  <a:pt x="11846" y="1927"/>
                </a:cubicBezTo>
                <a:cubicBezTo>
                  <a:pt x="11815" y="1360"/>
                  <a:pt x="11531" y="792"/>
                  <a:pt x="11090" y="446"/>
                </a:cubicBezTo>
                <a:cubicBezTo>
                  <a:pt x="10715" y="157"/>
                  <a:pt x="10234" y="1"/>
                  <a:pt x="97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59" name="Google Shape;15559;p82"/>
          <p:cNvGrpSpPr/>
          <p:nvPr/>
        </p:nvGrpSpPr>
        <p:grpSpPr>
          <a:xfrm>
            <a:off x="9467143" y="3855841"/>
            <a:ext cx="472181" cy="470907"/>
            <a:chOff x="-23599325" y="1971025"/>
            <a:chExt cx="296175" cy="295375"/>
          </a:xfrm>
        </p:grpSpPr>
        <p:sp>
          <p:nvSpPr>
            <p:cNvPr id="15560" name="Google Shape;15560;p82"/>
            <p:cNvSpPr/>
            <p:nvPr/>
          </p:nvSpPr>
          <p:spPr>
            <a:xfrm>
              <a:off x="-23599325" y="1971025"/>
              <a:ext cx="296175" cy="295375"/>
            </a:xfrm>
            <a:custGeom>
              <a:avLst/>
              <a:gdLst/>
              <a:ahLst/>
              <a:cxnLst/>
              <a:rect l="l" t="t" r="r" b="b"/>
              <a:pathLst>
                <a:path w="11847" h="11815" extrusionOk="0">
                  <a:moveTo>
                    <a:pt x="7656" y="662"/>
                  </a:moveTo>
                  <a:lnTo>
                    <a:pt x="7656" y="4190"/>
                  </a:lnTo>
                  <a:lnTo>
                    <a:pt x="4159" y="4190"/>
                  </a:lnTo>
                  <a:lnTo>
                    <a:pt x="4159" y="662"/>
                  </a:lnTo>
                  <a:close/>
                  <a:moveTo>
                    <a:pt x="5577" y="4884"/>
                  </a:moveTo>
                  <a:lnTo>
                    <a:pt x="5577" y="5577"/>
                  </a:lnTo>
                  <a:lnTo>
                    <a:pt x="4222" y="5577"/>
                  </a:lnTo>
                  <a:lnTo>
                    <a:pt x="4222" y="4884"/>
                  </a:lnTo>
                  <a:close/>
                  <a:moveTo>
                    <a:pt x="7625" y="4884"/>
                  </a:moveTo>
                  <a:lnTo>
                    <a:pt x="7625" y="5608"/>
                  </a:lnTo>
                  <a:lnTo>
                    <a:pt x="6270" y="5608"/>
                  </a:lnTo>
                  <a:lnTo>
                    <a:pt x="6270" y="4884"/>
                  </a:lnTo>
                  <a:close/>
                  <a:moveTo>
                    <a:pt x="2111" y="5577"/>
                  </a:moveTo>
                  <a:lnTo>
                    <a:pt x="2111" y="6301"/>
                  </a:lnTo>
                  <a:lnTo>
                    <a:pt x="693" y="6301"/>
                  </a:lnTo>
                  <a:lnTo>
                    <a:pt x="693" y="5923"/>
                  </a:lnTo>
                  <a:cubicBezTo>
                    <a:pt x="693" y="5766"/>
                    <a:pt x="851" y="5577"/>
                    <a:pt x="1072" y="5577"/>
                  </a:cubicBezTo>
                  <a:close/>
                  <a:moveTo>
                    <a:pt x="10775" y="5577"/>
                  </a:moveTo>
                  <a:cubicBezTo>
                    <a:pt x="10996" y="5577"/>
                    <a:pt x="11153" y="5766"/>
                    <a:pt x="11153" y="5955"/>
                  </a:cubicBezTo>
                  <a:lnTo>
                    <a:pt x="11153" y="6301"/>
                  </a:lnTo>
                  <a:lnTo>
                    <a:pt x="9735" y="6301"/>
                  </a:lnTo>
                  <a:lnTo>
                    <a:pt x="9735" y="5577"/>
                  </a:lnTo>
                  <a:close/>
                  <a:moveTo>
                    <a:pt x="5545" y="6270"/>
                  </a:moveTo>
                  <a:lnTo>
                    <a:pt x="5545" y="6963"/>
                  </a:lnTo>
                  <a:lnTo>
                    <a:pt x="4159" y="6963"/>
                  </a:lnTo>
                  <a:lnTo>
                    <a:pt x="4159" y="6270"/>
                  </a:lnTo>
                  <a:close/>
                  <a:moveTo>
                    <a:pt x="7625" y="6270"/>
                  </a:moveTo>
                  <a:lnTo>
                    <a:pt x="7625" y="6963"/>
                  </a:lnTo>
                  <a:lnTo>
                    <a:pt x="6270" y="6963"/>
                  </a:lnTo>
                  <a:lnTo>
                    <a:pt x="6270" y="6270"/>
                  </a:lnTo>
                  <a:close/>
                  <a:moveTo>
                    <a:pt x="2111" y="6931"/>
                  </a:moveTo>
                  <a:lnTo>
                    <a:pt x="2111" y="7656"/>
                  </a:lnTo>
                  <a:lnTo>
                    <a:pt x="693" y="7656"/>
                  </a:lnTo>
                  <a:lnTo>
                    <a:pt x="693" y="6931"/>
                  </a:lnTo>
                  <a:close/>
                  <a:moveTo>
                    <a:pt x="11153" y="6963"/>
                  </a:moveTo>
                  <a:lnTo>
                    <a:pt x="11153" y="7688"/>
                  </a:lnTo>
                  <a:lnTo>
                    <a:pt x="9735" y="7688"/>
                  </a:lnTo>
                  <a:lnTo>
                    <a:pt x="9735" y="6963"/>
                  </a:lnTo>
                  <a:close/>
                  <a:moveTo>
                    <a:pt x="5545" y="7625"/>
                  </a:moveTo>
                  <a:lnTo>
                    <a:pt x="5545" y="8349"/>
                  </a:lnTo>
                  <a:lnTo>
                    <a:pt x="4159" y="8349"/>
                  </a:lnTo>
                  <a:lnTo>
                    <a:pt x="4159" y="7625"/>
                  </a:lnTo>
                  <a:close/>
                  <a:moveTo>
                    <a:pt x="7625" y="7656"/>
                  </a:moveTo>
                  <a:lnTo>
                    <a:pt x="7625" y="8349"/>
                  </a:lnTo>
                  <a:lnTo>
                    <a:pt x="6270" y="8349"/>
                  </a:lnTo>
                  <a:lnTo>
                    <a:pt x="6270" y="7656"/>
                  </a:lnTo>
                  <a:close/>
                  <a:moveTo>
                    <a:pt x="2111" y="8349"/>
                  </a:moveTo>
                  <a:lnTo>
                    <a:pt x="2111" y="9074"/>
                  </a:lnTo>
                  <a:lnTo>
                    <a:pt x="693" y="9074"/>
                  </a:lnTo>
                  <a:lnTo>
                    <a:pt x="693" y="8349"/>
                  </a:lnTo>
                  <a:close/>
                  <a:moveTo>
                    <a:pt x="11153" y="8349"/>
                  </a:moveTo>
                  <a:lnTo>
                    <a:pt x="11153" y="9074"/>
                  </a:lnTo>
                  <a:lnTo>
                    <a:pt x="9735" y="9074"/>
                  </a:lnTo>
                  <a:lnTo>
                    <a:pt x="9735" y="8349"/>
                  </a:lnTo>
                  <a:close/>
                  <a:moveTo>
                    <a:pt x="2111" y="9735"/>
                  </a:moveTo>
                  <a:lnTo>
                    <a:pt x="2111" y="11090"/>
                  </a:lnTo>
                  <a:lnTo>
                    <a:pt x="693" y="11090"/>
                  </a:lnTo>
                  <a:lnTo>
                    <a:pt x="693" y="9735"/>
                  </a:lnTo>
                  <a:close/>
                  <a:moveTo>
                    <a:pt x="8759" y="2048"/>
                  </a:moveTo>
                  <a:cubicBezTo>
                    <a:pt x="8948" y="2048"/>
                    <a:pt x="9105" y="2206"/>
                    <a:pt x="9105" y="2395"/>
                  </a:cubicBezTo>
                  <a:lnTo>
                    <a:pt x="9105" y="11090"/>
                  </a:lnTo>
                  <a:lnTo>
                    <a:pt x="7719" y="11090"/>
                  </a:lnTo>
                  <a:lnTo>
                    <a:pt x="7719" y="10082"/>
                  </a:lnTo>
                  <a:cubicBezTo>
                    <a:pt x="7719" y="9893"/>
                    <a:pt x="7562" y="9735"/>
                    <a:pt x="7373" y="9735"/>
                  </a:cubicBezTo>
                  <a:lnTo>
                    <a:pt x="4600" y="9735"/>
                  </a:lnTo>
                  <a:cubicBezTo>
                    <a:pt x="4411" y="9735"/>
                    <a:pt x="4254" y="9893"/>
                    <a:pt x="4254" y="10082"/>
                  </a:cubicBezTo>
                  <a:lnTo>
                    <a:pt x="4254" y="11090"/>
                  </a:lnTo>
                  <a:lnTo>
                    <a:pt x="2867" y="11090"/>
                  </a:lnTo>
                  <a:lnTo>
                    <a:pt x="2867" y="2395"/>
                  </a:lnTo>
                  <a:lnTo>
                    <a:pt x="2804" y="2395"/>
                  </a:lnTo>
                  <a:cubicBezTo>
                    <a:pt x="2804" y="2206"/>
                    <a:pt x="2962" y="2048"/>
                    <a:pt x="3151" y="2048"/>
                  </a:cubicBezTo>
                  <a:lnTo>
                    <a:pt x="3497" y="2048"/>
                  </a:lnTo>
                  <a:lnTo>
                    <a:pt x="3497" y="8696"/>
                  </a:lnTo>
                  <a:cubicBezTo>
                    <a:pt x="3497" y="8916"/>
                    <a:pt x="3655" y="9074"/>
                    <a:pt x="3875" y="9074"/>
                  </a:cubicBezTo>
                  <a:lnTo>
                    <a:pt x="8034" y="9074"/>
                  </a:lnTo>
                  <a:cubicBezTo>
                    <a:pt x="8223" y="9074"/>
                    <a:pt x="8381" y="8916"/>
                    <a:pt x="8381" y="8696"/>
                  </a:cubicBezTo>
                  <a:lnTo>
                    <a:pt x="8381" y="2048"/>
                  </a:lnTo>
                  <a:close/>
                  <a:moveTo>
                    <a:pt x="6963" y="10428"/>
                  </a:moveTo>
                  <a:lnTo>
                    <a:pt x="6963" y="11153"/>
                  </a:lnTo>
                  <a:lnTo>
                    <a:pt x="4884" y="11153"/>
                  </a:lnTo>
                  <a:lnTo>
                    <a:pt x="4884" y="10428"/>
                  </a:lnTo>
                  <a:close/>
                  <a:moveTo>
                    <a:pt x="11153" y="9767"/>
                  </a:moveTo>
                  <a:lnTo>
                    <a:pt x="11153" y="11153"/>
                  </a:lnTo>
                  <a:lnTo>
                    <a:pt x="9735" y="11153"/>
                  </a:lnTo>
                  <a:lnTo>
                    <a:pt x="9735" y="9767"/>
                  </a:lnTo>
                  <a:close/>
                  <a:moveTo>
                    <a:pt x="3812" y="0"/>
                  </a:moveTo>
                  <a:cubicBezTo>
                    <a:pt x="3623" y="0"/>
                    <a:pt x="3466" y="158"/>
                    <a:pt x="3466" y="347"/>
                  </a:cubicBezTo>
                  <a:lnTo>
                    <a:pt x="3466" y="1387"/>
                  </a:lnTo>
                  <a:lnTo>
                    <a:pt x="3119" y="1387"/>
                  </a:lnTo>
                  <a:cubicBezTo>
                    <a:pt x="2521" y="1387"/>
                    <a:pt x="2080" y="1859"/>
                    <a:pt x="2080" y="2395"/>
                  </a:cubicBezTo>
                  <a:lnTo>
                    <a:pt x="2080" y="4884"/>
                  </a:lnTo>
                  <a:lnTo>
                    <a:pt x="1009" y="4884"/>
                  </a:lnTo>
                  <a:cubicBezTo>
                    <a:pt x="441" y="4884"/>
                    <a:pt x="0" y="5356"/>
                    <a:pt x="0" y="5923"/>
                  </a:cubicBezTo>
                  <a:lnTo>
                    <a:pt x="0" y="11468"/>
                  </a:lnTo>
                  <a:cubicBezTo>
                    <a:pt x="0" y="11657"/>
                    <a:pt x="158" y="11815"/>
                    <a:pt x="347" y="11815"/>
                  </a:cubicBezTo>
                  <a:lnTo>
                    <a:pt x="11468" y="11815"/>
                  </a:lnTo>
                  <a:cubicBezTo>
                    <a:pt x="11657" y="11815"/>
                    <a:pt x="11815" y="11657"/>
                    <a:pt x="11815" y="11468"/>
                  </a:cubicBezTo>
                  <a:lnTo>
                    <a:pt x="11815" y="5923"/>
                  </a:lnTo>
                  <a:cubicBezTo>
                    <a:pt x="11846" y="5356"/>
                    <a:pt x="11374" y="4884"/>
                    <a:pt x="10775" y="4884"/>
                  </a:cubicBezTo>
                  <a:lnTo>
                    <a:pt x="9735" y="4884"/>
                  </a:lnTo>
                  <a:lnTo>
                    <a:pt x="9735" y="2395"/>
                  </a:lnTo>
                  <a:cubicBezTo>
                    <a:pt x="9735" y="1828"/>
                    <a:pt x="9263" y="1387"/>
                    <a:pt x="8696" y="1387"/>
                  </a:cubicBezTo>
                  <a:lnTo>
                    <a:pt x="8349" y="1387"/>
                  </a:lnTo>
                  <a:lnTo>
                    <a:pt x="8349" y="347"/>
                  </a:lnTo>
                  <a:cubicBezTo>
                    <a:pt x="8349" y="158"/>
                    <a:pt x="8192" y="0"/>
                    <a:pt x="80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1" name="Google Shape;15561;p82"/>
            <p:cNvSpPr/>
            <p:nvPr/>
          </p:nvSpPr>
          <p:spPr>
            <a:xfrm>
              <a:off x="-23477250" y="2004100"/>
              <a:ext cx="53575" cy="53575"/>
            </a:xfrm>
            <a:custGeom>
              <a:avLst/>
              <a:gdLst/>
              <a:ahLst/>
              <a:cxnLst/>
              <a:rect l="l" t="t" r="r" b="b"/>
              <a:pathLst>
                <a:path w="2143" h="2143" extrusionOk="0">
                  <a:moveTo>
                    <a:pt x="1072" y="1"/>
                  </a:moveTo>
                  <a:cubicBezTo>
                    <a:pt x="851" y="1"/>
                    <a:pt x="694" y="158"/>
                    <a:pt x="694" y="379"/>
                  </a:cubicBezTo>
                  <a:lnTo>
                    <a:pt x="694" y="725"/>
                  </a:lnTo>
                  <a:lnTo>
                    <a:pt x="347" y="725"/>
                  </a:lnTo>
                  <a:cubicBezTo>
                    <a:pt x="158" y="725"/>
                    <a:pt x="1" y="883"/>
                    <a:pt x="1" y="1072"/>
                  </a:cubicBezTo>
                  <a:cubicBezTo>
                    <a:pt x="1" y="1292"/>
                    <a:pt x="158" y="1450"/>
                    <a:pt x="347" y="1450"/>
                  </a:cubicBezTo>
                  <a:lnTo>
                    <a:pt x="694" y="1450"/>
                  </a:lnTo>
                  <a:lnTo>
                    <a:pt x="694" y="1796"/>
                  </a:lnTo>
                  <a:cubicBezTo>
                    <a:pt x="694" y="1985"/>
                    <a:pt x="851" y="2143"/>
                    <a:pt x="1072" y="2143"/>
                  </a:cubicBezTo>
                  <a:cubicBezTo>
                    <a:pt x="1261" y="2143"/>
                    <a:pt x="1418" y="1985"/>
                    <a:pt x="1418" y="1796"/>
                  </a:cubicBezTo>
                  <a:lnTo>
                    <a:pt x="1418" y="1450"/>
                  </a:lnTo>
                  <a:lnTo>
                    <a:pt x="1765" y="1450"/>
                  </a:lnTo>
                  <a:cubicBezTo>
                    <a:pt x="1985" y="1450"/>
                    <a:pt x="2143" y="1292"/>
                    <a:pt x="2143" y="1072"/>
                  </a:cubicBezTo>
                  <a:cubicBezTo>
                    <a:pt x="2143" y="883"/>
                    <a:pt x="1985" y="725"/>
                    <a:pt x="1765" y="725"/>
                  </a:cubicBezTo>
                  <a:lnTo>
                    <a:pt x="1418" y="725"/>
                  </a:lnTo>
                  <a:lnTo>
                    <a:pt x="1418" y="379"/>
                  </a:ln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62" name="Google Shape;15562;p82"/>
          <p:cNvSpPr/>
          <p:nvPr/>
        </p:nvSpPr>
        <p:spPr>
          <a:xfrm>
            <a:off x="9468319" y="4450984"/>
            <a:ext cx="470907" cy="473417"/>
          </a:xfrm>
          <a:custGeom>
            <a:avLst/>
            <a:gdLst/>
            <a:ahLst/>
            <a:cxnLst/>
            <a:rect l="l" t="t" r="r" b="b"/>
            <a:pathLst>
              <a:path w="11815" h="11878" extrusionOk="0">
                <a:moveTo>
                  <a:pt x="6301" y="725"/>
                </a:moveTo>
                <a:lnTo>
                  <a:pt x="6301" y="1670"/>
                </a:lnTo>
                <a:cubicBezTo>
                  <a:pt x="6301" y="2143"/>
                  <a:pt x="6490" y="2584"/>
                  <a:pt x="6805" y="2899"/>
                </a:cubicBezTo>
                <a:lnTo>
                  <a:pt x="7120" y="3214"/>
                </a:lnTo>
                <a:cubicBezTo>
                  <a:pt x="7026" y="3340"/>
                  <a:pt x="6868" y="3529"/>
                  <a:pt x="6742" y="3781"/>
                </a:cubicBezTo>
                <a:lnTo>
                  <a:pt x="6648" y="3781"/>
                </a:lnTo>
                <a:cubicBezTo>
                  <a:pt x="6459" y="3576"/>
                  <a:pt x="6191" y="3474"/>
                  <a:pt x="5923" y="3474"/>
                </a:cubicBezTo>
                <a:cubicBezTo>
                  <a:pt x="5656" y="3474"/>
                  <a:pt x="5388" y="3576"/>
                  <a:pt x="5199" y="3781"/>
                </a:cubicBezTo>
                <a:lnTo>
                  <a:pt x="5167" y="3813"/>
                </a:lnTo>
                <a:cubicBezTo>
                  <a:pt x="5167" y="3813"/>
                  <a:pt x="5167" y="3781"/>
                  <a:pt x="5136" y="3781"/>
                </a:cubicBezTo>
                <a:cubicBezTo>
                  <a:pt x="5010" y="3529"/>
                  <a:pt x="4884" y="3372"/>
                  <a:pt x="4758" y="3214"/>
                </a:cubicBezTo>
                <a:lnTo>
                  <a:pt x="5073" y="2899"/>
                </a:lnTo>
                <a:cubicBezTo>
                  <a:pt x="5388" y="2584"/>
                  <a:pt x="5608" y="2143"/>
                  <a:pt x="5608" y="1670"/>
                </a:cubicBezTo>
                <a:lnTo>
                  <a:pt x="5608" y="725"/>
                </a:lnTo>
                <a:close/>
                <a:moveTo>
                  <a:pt x="3970" y="3529"/>
                </a:moveTo>
                <a:cubicBezTo>
                  <a:pt x="4159" y="3529"/>
                  <a:pt x="4348" y="3687"/>
                  <a:pt x="4506" y="4002"/>
                </a:cubicBezTo>
                <a:cubicBezTo>
                  <a:pt x="4569" y="4128"/>
                  <a:pt x="4600" y="4285"/>
                  <a:pt x="4663" y="4474"/>
                </a:cubicBezTo>
                <a:cubicBezTo>
                  <a:pt x="4758" y="4852"/>
                  <a:pt x="4821" y="5293"/>
                  <a:pt x="4852" y="5829"/>
                </a:cubicBezTo>
                <a:lnTo>
                  <a:pt x="3812" y="6837"/>
                </a:lnTo>
                <a:lnTo>
                  <a:pt x="3340" y="6396"/>
                </a:lnTo>
                <a:cubicBezTo>
                  <a:pt x="3293" y="6333"/>
                  <a:pt x="3206" y="6302"/>
                  <a:pt x="3115" y="6302"/>
                </a:cubicBezTo>
                <a:cubicBezTo>
                  <a:pt x="3025" y="6302"/>
                  <a:pt x="2930" y="6333"/>
                  <a:pt x="2867" y="6396"/>
                </a:cubicBezTo>
                <a:cubicBezTo>
                  <a:pt x="2804" y="6491"/>
                  <a:pt x="2804" y="6554"/>
                  <a:pt x="2804" y="6648"/>
                </a:cubicBezTo>
                <a:cubicBezTo>
                  <a:pt x="2804" y="6711"/>
                  <a:pt x="2836" y="6837"/>
                  <a:pt x="2930" y="6869"/>
                </a:cubicBezTo>
                <a:lnTo>
                  <a:pt x="3340" y="7310"/>
                </a:lnTo>
                <a:lnTo>
                  <a:pt x="2206" y="8444"/>
                </a:lnTo>
                <a:cubicBezTo>
                  <a:pt x="2080" y="8570"/>
                  <a:pt x="2080" y="8822"/>
                  <a:pt x="2206" y="8916"/>
                </a:cubicBezTo>
                <a:cubicBezTo>
                  <a:pt x="2300" y="9011"/>
                  <a:pt x="2363" y="9042"/>
                  <a:pt x="2458" y="9042"/>
                </a:cubicBezTo>
                <a:cubicBezTo>
                  <a:pt x="2521" y="9042"/>
                  <a:pt x="2647" y="9011"/>
                  <a:pt x="2678" y="8916"/>
                </a:cubicBezTo>
                <a:lnTo>
                  <a:pt x="4852" y="6743"/>
                </a:lnTo>
                <a:lnTo>
                  <a:pt x="4852" y="6806"/>
                </a:lnTo>
                <a:cubicBezTo>
                  <a:pt x="4758" y="7971"/>
                  <a:pt x="4569" y="8979"/>
                  <a:pt x="4254" y="9358"/>
                </a:cubicBezTo>
                <a:cubicBezTo>
                  <a:pt x="3970" y="9767"/>
                  <a:pt x="3529" y="9988"/>
                  <a:pt x="3056" y="10271"/>
                </a:cubicBezTo>
                <a:cubicBezTo>
                  <a:pt x="2867" y="10397"/>
                  <a:pt x="2710" y="10492"/>
                  <a:pt x="2521" y="10618"/>
                </a:cubicBezTo>
                <a:cubicBezTo>
                  <a:pt x="2111" y="10901"/>
                  <a:pt x="1702" y="11185"/>
                  <a:pt x="1292" y="11185"/>
                </a:cubicBezTo>
                <a:cubicBezTo>
                  <a:pt x="851" y="11122"/>
                  <a:pt x="662" y="10712"/>
                  <a:pt x="693" y="9862"/>
                </a:cubicBezTo>
                <a:cubicBezTo>
                  <a:pt x="756" y="8759"/>
                  <a:pt x="1261" y="7152"/>
                  <a:pt x="1954" y="5766"/>
                </a:cubicBezTo>
                <a:cubicBezTo>
                  <a:pt x="2332" y="5104"/>
                  <a:pt x="2710" y="4506"/>
                  <a:pt x="3056" y="4128"/>
                </a:cubicBezTo>
                <a:cubicBezTo>
                  <a:pt x="3434" y="3781"/>
                  <a:pt x="3749" y="3529"/>
                  <a:pt x="3970" y="3529"/>
                </a:cubicBezTo>
                <a:close/>
                <a:moveTo>
                  <a:pt x="7845" y="3624"/>
                </a:moveTo>
                <a:cubicBezTo>
                  <a:pt x="8066" y="3624"/>
                  <a:pt x="8381" y="3813"/>
                  <a:pt x="8759" y="4191"/>
                </a:cubicBezTo>
                <a:cubicBezTo>
                  <a:pt x="9105" y="4600"/>
                  <a:pt x="9483" y="5136"/>
                  <a:pt x="9861" y="5860"/>
                </a:cubicBezTo>
                <a:cubicBezTo>
                  <a:pt x="10555" y="7247"/>
                  <a:pt x="11059" y="8853"/>
                  <a:pt x="11122" y="9956"/>
                </a:cubicBezTo>
                <a:cubicBezTo>
                  <a:pt x="11153" y="10744"/>
                  <a:pt x="10933" y="11185"/>
                  <a:pt x="10523" y="11185"/>
                </a:cubicBezTo>
                <a:cubicBezTo>
                  <a:pt x="10504" y="11186"/>
                  <a:pt x="10485" y="11187"/>
                  <a:pt x="10466" y="11187"/>
                </a:cubicBezTo>
                <a:cubicBezTo>
                  <a:pt x="10072" y="11187"/>
                  <a:pt x="9655" y="10888"/>
                  <a:pt x="9294" y="10618"/>
                </a:cubicBezTo>
                <a:cubicBezTo>
                  <a:pt x="9105" y="10492"/>
                  <a:pt x="8948" y="10397"/>
                  <a:pt x="8727" y="10271"/>
                </a:cubicBezTo>
                <a:cubicBezTo>
                  <a:pt x="8286" y="9988"/>
                  <a:pt x="7845" y="9767"/>
                  <a:pt x="7562" y="9358"/>
                </a:cubicBezTo>
                <a:cubicBezTo>
                  <a:pt x="7278" y="8979"/>
                  <a:pt x="7057" y="7971"/>
                  <a:pt x="6963" y="6869"/>
                </a:cubicBezTo>
                <a:lnTo>
                  <a:pt x="6963" y="6837"/>
                </a:lnTo>
                <a:lnTo>
                  <a:pt x="9137" y="9011"/>
                </a:lnTo>
                <a:cubicBezTo>
                  <a:pt x="9200" y="9074"/>
                  <a:pt x="9294" y="9137"/>
                  <a:pt x="9357" y="9137"/>
                </a:cubicBezTo>
                <a:cubicBezTo>
                  <a:pt x="9452" y="9137"/>
                  <a:pt x="9578" y="9074"/>
                  <a:pt x="9609" y="9011"/>
                </a:cubicBezTo>
                <a:cubicBezTo>
                  <a:pt x="9735" y="8885"/>
                  <a:pt x="9735" y="8633"/>
                  <a:pt x="9609" y="8538"/>
                </a:cubicBezTo>
                <a:lnTo>
                  <a:pt x="8475" y="7404"/>
                </a:lnTo>
                <a:lnTo>
                  <a:pt x="8885" y="6963"/>
                </a:lnTo>
                <a:cubicBezTo>
                  <a:pt x="9011" y="6837"/>
                  <a:pt x="9011" y="6617"/>
                  <a:pt x="8885" y="6491"/>
                </a:cubicBezTo>
                <a:cubicBezTo>
                  <a:pt x="8838" y="6428"/>
                  <a:pt x="8751" y="6396"/>
                  <a:pt x="8660" y="6396"/>
                </a:cubicBezTo>
                <a:cubicBezTo>
                  <a:pt x="8570" y="6396"/>
                  <a:pt x="8475" y="6428"/>
                  <a:pt x="8412" y="6491"/>
                </a:cubicBezTo>
                <a:lnTo>
                  <a:pt x="8003" y="6932"/>
                </a:lnTo>
                <a:lnTo>
                  <a:pt x="6963" y="5892"/>
                </a:lnTo>
                <a:cubicBezTo>
                  <a:pt x="6994" y="5388"/>
                  <a:pt x="7057" y="4915"/>
                  <a:pt x="7152" y="4569"/>
                </a:cubicBezTo>
                <a:cubicBezTo>
                  <a:pt x="7215" y="4411"/>
                  <a:pt x="7278" y="4222"/>
                  <a:pt x="7310" y="4096"/>
                </a:cubicBezTo>
                <a:cubicBezTo>
                  <a:pt x="7499" y="3781"/>
                  <a:pt x="7656" y="3624"/>
                  <a:pt x="7845" y="3624"/>
                </a:cubicBezTo>
                <a:close/>
                <a:moveTo>
                  <a:pt x="5230" y="1"/>
                </a:moveTo>
                <a:cubicBezTo>
                  <a:pt x="5041" y="1"/>
                  <a:pt x="4884" y="158"/>
                  <a:pt x="4884" y="347"/>
                </a:cubicBezTo>
                <a:lnTo>
                  <a:pt x="4884" y="1639"/>
                </a:lnTo>
                <a:cubicBezTo>
                  <a:pt x="4884" y="1922"/>
                  <a:pt x="4758" y="2206"/>
                  <a:pt x="4569" y="2395"/>
                </a:cubicBezTo>
                <a:lnTo>
                  <a:pt x="4096" y="2868"/>
                </a:lnTo>
                <a:lnTo>
                  <a:pt x="4002" y="2868"/>
                </a:lnTo>
                <a:cubicBezTo>
                  <a:pt x="3991" y="2867"/>
                  <a:pt x="3981" y="2867"/>
                  <a:pt x="3970" y="2867"/>
                </a:cubicBezTo>
                <a:cubicBezTo>
                  <a:pt x="2880" y="2867"/>
                  <a:pt x="1886" y="4484"/>
                  <a:pt x="1387" y="5451"/>
                </a:cubicBezTo>
                <a:cubicBezTo>
                  <a:pt x="599" y="6963"/>
                  <a:pt x="63" y="8601"/>
                  <a:pt x="32" y="9862"/>
                </a:cubicBezTo>
                <a:cubicBezTo>
                  <a:pt x="0" y="10429"/>
                  <a:pt x="63" y="10901"/>
                  <a:pt x="284" y="11216"/>
                </a:cubicBezTo>
                <a:cubicBezTo>
                  <a:pt x="473" y="11657"/>
                  <a:pt x="820" y="11878"/>
                  <a:pt x="1292" y="11878"/>
                </a:cubicBezTo>
                <a:lnTo>
                  <a:pt x="1387" y="11878"/>
                </a:lnTo>
                <a:cubicBezTo>
                  <a:pt x="1954" y="11878"/>
                  <a:pt x="2489" y="11531"/>
                  <a:pt x="2962" y="11216"/>
                </a:cubicBezTo>
                <a:cubicBezTo>
                  <a:pt x="3119" y="11090"/>
                  <a:pt x="3277" y="10964"/>
                  <a:pt x="3434" y="10901"/>
                </a:cubicBezTo>
                <a:cubicBezTo>
                  <a:pt x="3970" y="10586"/>
                  <a:pt x="4474" y="10303"/>
                  <a:pt x="4852" y="9799"/>
                </a:cubicBezTo>
                <a:cubicBezTo>
                  <a:pt x="5199" y="9263"/>
                  <a:pt x="5482" y="8223"/>
                  <a:pt x="5545" y="6963"/>
                </a:cubicBezTo>
                <a:cubicBezTo>
                  <a:pt x="5545" y="6648"/>
                  <a:pt x="5577" y="6365"/>
                  <a:pt x="5545" y="6081"/>
                </a:cubicBezTo>
                <a:lnTo>
                  <a:pt x="5545" y="5987"/>
                </a:lnTo>
                <a:cubicBezTo>
                  <a:pt x="5545" y="5451"/>
                  <a:pt x="5482" y="4978"/>
                  <a:pt x="5388" y="4569"/>
                </a:cubicBezTo>
                <a:lnTo>
                  <a:pt x="5671" y="4285"/>
                </a:lnTo>
                <a:cubicBezTo>
                  <a:pt x="5734" y="4222"/>
                  <a:pt x="5821" y="4191"/>
                  <a:pt x="5908" y="4191"/>
                </a:cubicBezTo>
                <a:cubicBezTo>
                  <a:pt x="5994" y="4191"/>
                  <a:pt x="6081" y="4222"/>
                  <a:pt x="6144" y="4285"/>
                </a:cubicBezTo>
                <a:lnTo>
                  <a:pt x="6427" y="4569"/>
                </a:lnTo>
                <a:cubicBezTo>
                  <a:pt x="6270" y="5230"/>
                  <a:pt x="6207" y="6050"/>
                  <a:pt x="6270" y="6963"/>
                </a:cubicBezTo>
                <a:cubicBezTo>
                  <a:pt x="6333" y="8223"/>
                  <a:pt x="6616" y="9295"/>
                  <a:pt x="6963" y="9799"/>
                </a:cubicBezTo>
                <a:cubicBezTo>
                  <a:pt x="7310" y="10303"/>
                  <a:pt x="7845" y="10618"/>
                  <a:pt x="8381" y="10901"/>
                </a:cubicBezTo>
                <a:cubicBezTo>
                  <a:pt x="8538" y="10964"/>
                  <a:pt x="8696" y="11090"/>
                  <a:pt x="8853" y="11216"/>
                </a:cubicBezTo>
                <a:cubicBezTo>
                  <a:pt x="9326" y="11531"/>
                  <a:pt x="9830" y="11878"/>
                  <a:pt x="10429" y="11878"/>
                </a:cubicBezTo>
                <a:lnTo>
                  <a:pt x="10523" y="11878"/>
                </a:lnTo>
                <a:cubicBezTo>
                  <a:pt x="10996" y="11846"/>
                  <a:pt x="11342" y="11594"/>
                  <a:pt x="11531" y="11216"/>
                </a:cubicBezTo>
                <a:cubicBezTo>
                  <a:pt x="11720" y="10870"/>
                  <a:pt x="11815" y="10429"/>
                  <a:pt x="11783" y="9862"/>
                </a:cubicBezTo>
                <a:cubicBezTo>
                  <a:pt x="11720" y="8664"/>
                  <a:pt x="11216" y="6963"/>
                  <a:pt x="10429" y="5451"/>
                </a:cubicBezTo>
                <a:cubicBezTo>
                  <a:pt x="9924" y="4474"/>
                  <a:pt x="8885" y="2868"/>
                  <a:pt x="7782" y="2868"/>
                </a:cubicBezTo>
                <a:lnTo>
                  <a:pt x="7751" y="2868"/>
                </a:lnTo>
                <a:lnTo>
                  <a:pt x="7278" y="2395"/>
                </a:lnTo>
                <a:cubicBezTo>
                  <a:pt x="7089" y="2206"/>
                  <a:pt x="6963" y="1922"/>
                  <a:pt x="6963" y="1639"/>
                </a:cubicBezTo>
                <a:lnTo>
                  <a:pt x="6963" y="347"/>
                </a:lnTo>
                <a:cubicBezTo>
                  <a:pt x="6963" y="158"/>
                  <a:pt x="6805" y="1"/>
                  <a:pt x="661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3" name="Google Shape;15563;p82"/>
          <p:cNvSpPr/>
          <p:nvPr/>
        </p:nvSpPr>
        <p:spPr>
          <a:xfrm>
            <a:off x="9465170" y="5054945"/>
            <a:ext cx="477204" cy="442051"/>
          </a:xfrm>
          <a:custGeom>
            <a:avLst/>
            <a:gdLst/>
            <a:ahLst/>
            <a:cxnLst/>
            <a:rect l="l" t="t" r="r" b="b"/>
            <a:pathLst>
              <a:path w="11973" h="11091" extrusionOk="0">
                <a:moveTo>
                  <a:pt x="2143" y="694"/>
                </a:moveTo>
                <a:cubicBezTo>
                  <a:pt x="2206" y="694"/>
                  <a:pt x="2332" y="726"/>
                  <a:pt x="2363" y="820"/>
                </a:cubicBezTo>
                <a:cubicBezTo>
                  <a:pt x="2489" y="915"/>
                  <a:pt x="2489" y="1167"/>
                  <a:pt x="2363" y="1293"/>
                </a:cubicBezTo>
                <a:lnTo>
                  <a:pt x="1387" y="2269"/>
                </a:lnTo>
                <a:cubicBezTo>
                  <a:pt x="1324" y="2332"/>
                  <a:pt x="1229" y="2395"/>
                  <a:pt x="1135" y="2395"/>
                </a:cubicBezTo>
                <a:cubicBezTo>
                  <a:pt x="1072" y="2395"/>
                  <a:pt x="977" y="2332"/>
                  <a:pt x="914" y="2269"/>
                </a:cubicBezTo>
                <a:cubicBezTo>
                  <a:pt x="788" y="2143"/>
                  <a:pt x="788" y="1923"/>
                  <a:pt x="914" y="1797"/>
                </a:cubicBezTo>
                <a:lnTo>
                  <a:pt x="1891" y="820"/>
                </a:lnTo>
                <a:cubicBezTo>
                  <a:pt x="1985" y="726"/>
                  <a:pt x="2048" y="694"/>
                  <a:pt x="2143" y="694"/>
                </a:cubicBezTo>
                <a:close/>
                <a:moveTo>
                  <a:pt x="2647" y="2017"/>
                </a:moveTo>
                <a:lnTo>
                  <a:pt x="5325" y="4191"/>
                </a:lnTo>
                <a:lnTo>
                  <a:pt x="3151" y="4191"/>
                </a:lnTo>
                <a:lnTo>
                  <a:pt x="2111" y="2584"/>
                </a:lnTo>
                <a:lnTo>
                  <a:pt x="2647" y="2017"/>
                </a:lnTo>
                <a:close/>
                <a:moveTo>
                  <a:pt x="10555" y="2805"/>
                </a:moveTo>
                <a:lnTo>
                  <a:pt x="10555" y="2805"/>
                </a:lnTo>
                <a:cubicBezTo>
                  <a:pt x="10523" y="3277"/>
                  <a:pt x="10334" y="3750"/>
                  <a:pt x="10050" y="4191"/>
                </a:cubicBezTo>
                <a:lnTo>
                  <a:pt x="8318" y="4191"/>
                </a:lnTo>
                <a:cubicBezTo>
                  <a:pt x="8822" y="3403"/>
                  <a:pt x="9641" y="2931"/>
                  <a:pt x="10555" y="2805"/>
                </a:cubicBezTo>
                <a:close/>
                <a:moveTo>
                  <a:pt x="10964" y="4853"/>
                </a:moveTo>
                <a:cubicBezTo>
                  <a:pt x="11153" y="4853"/>
                  <a:pt x="11311" y="5010"/>
                  <a:pt x="11311" y="5231"/>
                </a:cubicBezTo>
                <a:cubicBezTo>
                  <a:pt x="11279" y="5294"/>
                  <a:pt x="11279" y="5388"/>
                  <a:pt x="11185" y="5420"/>
                </a:cubicBezTo>
                <a:cubicBezTo>
                  <a:pt x="11122" y="5483"/>
                  <a:pt x="11027" y="5577"/>
                  <a:pt x="10933" y="5577"/>
                </a:cubicBezTo>
                <a:lnTo>
                  <a:pt x="1198" y="5577"/>
                </a:lnTo>
                <a:cubicBezTo>
                  <a:pt x="1072" y="5577"/>
                  <a:pt x="1009" y="5546"/>
                  <a:pt x="914" y="5420"/>
                </a:cubicBezTo>
                <a:cubicBezTo>
                  <a:pt x="882" y="5325"/>
                  <a:pt x="851" y="5294"/>
                  <a:pt x="851" y="5231"/>
                </a:cubicBezTo>
                <a:cubicBezTo>
                  <a:pt x="851" y="5010"/>
                  <a:pt x="1009" y="4853"/>
                  <a:pt x="1198" y="4853"/>
                </a:cubicBezTo>
                <a:close/>
                <a:moveTo>
                  <a:pt x="10555" y="6239"/>
                </a:moveTo>
                <a:cubicBezTo>
                  <a:pt x="10428" y="7058"/>
                  <a:pt x="10082" y="8098"/>
                  <a:pt x="8759" y="9043"/>
                </a:cubicBezTo>
                <a:lnTo>
                  <a:pt x="3340" y="9043"/>
                </a:lnTo>
                <a:cubicBezTo>
                  <a:pt x="2363" y="8381"/>
                  <a:pt x="1765" y="7657"/>
                  <a:pt x="1576" y="6270"/>
                </a:cubicBezTo>
                <a:lnTo>
                  <a:pt x="9137" y="6270"/>
                </a:lnTo>
                <a:cubicBezTo>
                  <a:pt x="9074" y="6711"/>
                  <a:pt x="8822" y="7216"/>
                  <a:pt x="8192" y="7751"/>
                </a:cubicBezTo>
                <a:cubicBezTo>
                  <a:pt x="8034" y="7846"/>
                  <a:pt x="8034" y="8098"/>
                  <a:pt x="8160" y="8224"/>
                </a:cubicBezTo>
                <a:cubicBezTo>
                  <a:pt x="8223" y="8287"/>
                  <a:pt x="8318" y="8318"/>
                  <a:pt x="8444" y="8318"/>
                </a:cubicBezTo>
                <a:cubicBezTo>
                  <a:pt x="8507" y="8318"/>
                  <a:pt x="8601" y="8287"/>
                  <a:pt x="8633" y="8255"/>
                </a:cubicBezTo>
                <a:cubicBezTo>
                  <a:pt x="9483" y="7531"/>
                  <a:pt x="9767" y="6838"/>
                  <a:pt x="9861" y="6239"/>
                </a:cubicBezTo>
                <a:close/>
                <a:moveTo>
                  <a:pt x="8475" y="9704"/>
                </a:moveTo>
                <a:lnTo>
                  <a:pt x="8475" y="10051"/>
                </a:lnTo>
                <a:cubicBezTo>
                  <a:pt x="8507" y="10272"/>
                  <a:pt x="8349" y="10429"/>
                  <a:pt x="8160" y="10429"/>
                </a:cubicBezTo>
                <a:lnTo>
                  <a:pt x="3938" y="10429"/>
                </a:lnTo>
                <a:cubicBezTo>
                  <a:pt x="3749" y="10429"/>
                  <a:pt x="3592" y="10272"/>
                  <a:pt x="3592" y="10051"/>
                </a:cubicBezTo>
                <a:lnTo>
                  <a:pt x="3592" y="9704"/>
                </a:lnTo>
                <a:close/>
                <a:moveTo>
                  <a:pt x="2143" y="1"/>
                </a:moveTo>
                <a:cubicBezTo>
                  <a:pt x="1859" y="1"/>
                  <a:pt x="1576" y="127"/>
                  <a:pt x="1387" y="348"/>
                </a:cubicBezTo>
                <a:lnTo>
                  <a:pt x="410" y="1324"/>
                </a:lnTo>
                <a:cubicBezTo>
                  <a:pt x="0" y="1702"/>
                  <a:pt x="0" y="2364"/>
                  <a:pt x="410" y="2773"/>
                </a:cubicBezTo>
                <a:cubicBezTo>
                  <a:pt x="599" y="2962"/>
                  <a:pt x="882" y="3088"/>
                  <a:pt x="1135" y="3088"/>
                </a:cubicBezTo>
                <a:cubicBezTo>
                  <a:pt x="1261" y="3088"/>
                  <a:pt x="1418" y="3057"/>
                  <a:pt x="1544" y="3025"/>
                </a:cubicBezTo>
                <a:lnTo>
                  <a:pt x="2332" y="4191"/>
                </a:lnTo>
                <a:lnTo>
                  <a:pt x="1198" y="4191"/>
                </a:lnTo>
                <a:cubicBezTo>
                  <a:pt x="599" y="4191"/>
                  <a:pt x="158" y="4664"/>
                  <a:pt x="158" y="5231"/>
                </a:cubicBezTo>
                <a:cubicBezTo>
                  <a:pt x="158" y="5451"/>
                  <a:pt x="252" y="5640"/>
                  <a:pt x="347" y="5861"/>
                </a:cubicBezTo>
                <a:cubicBezTo>
                  <a:pt x="473" y="6050"/>
                  <a:pt x="662" y="6176"/>
                  <a:pt x="914" y="6207"/>
                </a:cubicBezTo>
                <a:cubicBezTo>
                  <a:pt x="977" y="6995"/>
                  <a:pt x="1229" y="7625"/>
                  <a:pt x="1544" y="8161"/>
                </a:cubicBezTo>
                <a:cubicBezTo>
                  <a:pt x="1859" y="8696"/>
                  <a:pt x="2300" y="9106"/>
                  <a:pt x="2930" y="9547"/>
                </a:cubicBezTo>
                <a:lnTo>
                  <a:pt x="2930" y="10051"/>
                </a:lnTo>
                <a:cubicBezTo>
                  <a:pt x="2930" y="10650"/>
                  <a:pt x="3403" y="11091"/>
                  <a:pt x="3938" y="11091"/>
                </a:cubicBezTo>
                <a:lnTo>
                  <a:pt x="8160" y="11091"/>
                </a:lnTo>
                <a:cubicBezTo>
                  <a:pt x="8759" y="11091"/>
                  <a:pt x="9168" y="10618"/>
                  <a:pt x="9168" y="10051"/>
                </a:cubicBezTo>
                <a:lnTo>
                  <a:pt x="9168" y="9547"/>
                </a:lnTo>
                <a:cubicBezTo>
                  <a:pt x="10428" y="8696"/>
                  <a:pt x="11122" y="7594"/>
                  <a:pt x="11216" y="6207"/>
                </a:cubicBezTo>
                <a:cubicBezTo>
                  <a:pt x="11437" y="6113"/>
                  <a:pt x="11626" y="6018"/>
                  <a:pt x="11752" y="5861"/>
                </a:cubicBezTo>
                <a:cubicBezTo>
                  <a:pt x="11846" y="5640"/>
                  <a:pt x="11941" y="5451"/>
                  <a:pt x="11941" y="5231"/>
                </a:cubicBezTo>
                <a:cubicBezTo>
                  <a:pt x="11972" y="4632"/>
                  <a:pt x="11500" y="4191"/>
                  <a:pt x="10901" y="4191"/>
                </a:cubicBezTo>
                <a:lnTo>
                  <a:pt x="10838" y="4191"/>
                </a:lnTo>
                <a:cubicBezTo>
                  <a:pt x="11122" y="3656"/>
                  <a:pt x="11279" y="3057"/>
                  <a:pt x="11279" y="2458"/>
                </a:cubicBezTo>
                <a:cubicBezTo>
                  <a:pt x="11279" y="2269"/>
                  <a:pt x="11122" y="2112"/>
                  <a:pt x="10901" y="2112"/>
                </a:cubicBezTo>
                <a:cubicBezTo>
                  <a:pt x="9452" y="2112"/>
                  <a:pt x="8160" y="2931"/>
                  <a:pt x="7530" y="4191"/>
                </a:cubicBezTo>
                <a:lnTo>
                  <a:pt x="6427" y="4191"/>
                </a:lnTo>
                <a:lnTo>
                  <a:pt x="3088" y="1482"/>
                </a:lnTo>
                <a:cubicBezTo>
                  <a:pt x="3245" y="1072"/>
                  <a:pt x="3151" y="663"/>
                  <a:pt x="2867" y="348"/>
                </a:cubicBezTo>
                <a:cubicBezTo>
                  <a:pt x="2678" y="127"/>
                  <a:pt x="2395" y="1"/>
                  <a:pt x="21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4" name="Google Shape;15564;p82"/>
          <p:cNvSpPr/>
          <p:nvPr/>
        </p:nvSpPr>
        <p:spPr>
          <a:xfrm>
            <a:off x="8269266" y="5697296"/>
            <a:ext cx="474693" cy="472181"/>
          </a:xfrm>
          <a:custGeom>
            <a:avLst/>
            <a:gdLst/>
            <a:ahLst/>
            <a:cxnLst/>
            <a:rect l="l" t="t" r="r" b="b"/>
            <a:pathLst>
              <a:path w="11910" h="11847" extrusionOk="0">
                <a:moveTo>
                  <a:pt x="1104" y="693"/>
                </a:moveTo>
                <a:cubicBezTo>
                  <a:pt x="2521" y="693"/>
                  <a:pt x="3592" y="1702"/>
                  <a:pt x="3813" y="3371"/>
                </a:cubicBezTo>
                <a:lnTo>
                  <a:pt x="3939" y="4190"/>
                </a:lnTo>
                <a:lnTo>
                  <a:pt x="3781" y="4190"/>
                </a:lnTo>
                <a:cubicBezTo>
                  <a:pt x="3592" y="4190"/>
                  <a:pt x="3435" y="4190"/>
                  <a:pt x="3246" y="4222"/>
                </a:cubicBezTo>
                <a:lnTo>
                  <a:pt x="3151" y="3497"/>
                </a:lnTo>
                <a:cubicBezTo>
                  <a:pt x="2962" y="2143"/>
                  <a:pt x="2206" y="1418"/>
                  <a:pt x="1104" y="1418"/>
                </a:cubicBezTo>
                <a:cubicBezTo>
                  <a:pt x="915" y="1418"/>
                  <a:pt x="757" y="1260"/>
                  <a:pt x="757" y="1040"/>
                </a:cubicBezTo>
                <a:cubicBezTo>
                  <a:pt x="757" y="851"/>
                  <a:pt x="915" y="693"/>
                  <a:pt x="1104" y="693"/>
                </a:cubicBezTo>
                <a:close/>
                <a:moveTo>
                  <a:pt x="6617" y="3529"/>
                </a:moveTo>
                <a:cubicBezTo>
                  <a:pt x="7184" y="3529"/>
                  <a:pt x="7657" y="4001"/>
                  <a:pt x="7657" y="4568"/>
                </a:cubicBezTo>
                <a:lnTo>
                  <a:pt x="7657" y="5577"/>
                </a:lnTo>
                <a:lnTo>
                  <a:pt x="6774" y="5577"/>
                </a:lnTo>
                <a:lnTo>
                  <a:pt x="6554" y="5356"/>
                </a:lnTo>
                <a:lnTo>
                  <a:pt x="6522" y="5293"/>
                </a:lnTo>
                <a:cubicBezTo>
                  <a:pt x="6050" y="4820"/>
                  <a:pt x="5388" y="4474"/>
                  <a:pt x="4695" y="4316"/>
                </a:cubicBezTo>
                <a:lnTo>
                  <a:pt x="4569" y="3529"/>
                </a:lnTo>
                <a:close/>
                <a:moveTo>
                  <a:pt x="3466" y="4915"/>
                </a:moveTo>
                <a:lnTo>
                  <a:pt x="3466" y="5608"/>
                </a:lnTo>
                <a:cubicBezTo>
                  <a:pt x="3088" y="5671"/>
                  <a:pt x="2679" y="5860"/>
                  <a:pt x="2364" y="6081"/>
                </a:cubicBezTo>
                <a:lnTo>
                  <a:pt x="1860" y="5577"/>
                </a:lnTo>
                <a:cubicBezTo>
                  <a:pt x="2332" y="5230"/>
                  <a:pt x="2868" y="4978"/>
                  <a:pt x="3466" y="4915"/>
                </a:cubicBezTo>
                <a:close/>
                <a:moveTo>
                  <a:pt x="4191" y="4915"/>
                </a:moveTo>
                <a:cubicBezTo>
                  <a:pt x="4790" y="4978"/>
                  <a:pt x="5325" y="5230"/>
                  <a:pt x="5798" y="5577"/>
                </a:cubicBezTo>
                <a:lnTo>
                  <a:pt x="5294" y="6081"/>
                </a:lnTo>
                <a:cubicBezTo>
                  <a:pt x="4979" y="5860"/>
                  <a:pt x="4569" y="5703"/>
                  <a:pt x="4191" y="5608"/>
                </a:cubicBezTo>
                <a:lnTo>
                  <a:pt x="4191" y="4915"/>
                </a:lnTo>
                <a:close/>
                <a:moveTo>
                  <a:pt x="6270" y="6049"/>
                </a:moveTo>
                <a:cubicBezTo>
                  <a:pt x="6617" y="6522"/>
                  <a:pt x="6869" y="7057"/>
                  <a:pt x="6932" y="7656"/>
                </a:cubicBezTo>
                <a:lnTo>
                  <a:pt x="6239" y="7656"/>
                </a:lnTo>
                <a:cubicBezTo>
                  <a:pt x="6176" y="7278"/>
                  <a:pt x="5987" y="6868"/>
                  <a:pt x="5766" y="6553"/>
                </a:cubicBezTo>
                <a:lnTo>
                  <a:pt x="6270" y="6049"/>
                </a:lnTo>
                <a:close/>
                <a:moveTo>
                  <a:pt x="1387" y="6081"/>
                </a:moveTo>
                <a:lnTo>
                  <a:pt x="1891" y="6616"/>
                </a:lnTo>
                <a:cubicBezTo>
                  <a:pt x="1671" y="6931"/>
                  <a:pt x="1513" y="7309"/>
                  <a:pt x="1419" y="7719"/>
                </a:cubicBezTo>
                <a:lnTo>
                  <a:pt x="725" y="7719"/>
                </a:lnTo>
                <a:cubicBezTo>
                  <a:pt x="788" y="7057"/>
                  <a:pt x="1041" y="6522"/>
                  <a:pt x="1387" y="6081"/>
                </a:cubicBezTo>
                <a:close/>
                <a:moveTo>
                  <a:pt x="8792" y="6327"/>
                </a:moveTo>
                <a:cubicBezTo>
                  <a:pt x="9316" y="6327"/>
                  <a:pt x="9736" y="6806"/>
                  <a:pt x="9736" y="7341"/>
                </a:cubicBezTo>
                <a:lnTo>
                  <a:pt x="9736" y="7719"/>
                </a:lnTo>
                <a:lnTo>
                  <a:pt x="7657" y="7719"/>
                </a:lnTo>
                <a:cubicBezTo>
                  <a:pt x="7594" y="7183"/>
                  <a:pt x="7436" y="6774"/>
                  <a:pt x="7247" y="6333"/>
                </a:cubicBezTo>
                <a:lnTo>
                  <a:pt x="8696" y="6333"/>
                </a:lnTo>
                <a:cubicBezTo>
                  <a:pt x="8729" y="6329"/>
                  <a:pt x="8761" y="6327"/>
                  <a:pt x="8792" y="6327"/>
                </a:cubicBezTo>
                <a:close/>
                <a:moveTo>
                  <a:pt x="3813" y="6270"/>
                </a:moveTo>
                <a:cubicBezTo>
                  <a:pt x="4790" y="6270"/>
                  <a:pt x="5577" y="7057"/>
                  <a:pt x="5577" y="8034"/>
                </a:cubicBezTo>
                <a:cubicBezTo>
                  <a:pt x="5577" y="8979"/>
                  <a:pt x="4790" y="9767"/>
                  <a:pt x="3813" y="9767"/>
                </a:cubicBezTo>
                <a:cubicBezTo>
                  <a:pt x="2868" y="9767"/>
                  <a:pt x="2080" y="8979"/>
                  <a:pt x="2080" y="8034"/>
                </a:cubicBezTo>
                <a:cubicBezTo>
                  <a:pt x="2080" y="7057"/>
                  <a:pt x="2868" y="6270"/>
                  <a:pt x="3813" y="6270"/>
                </a:cubicBezTo>
                <a:close/>
                <a:moveTo>
                  <a:pt x="1419" y="8381"/>
                </a:moveTo>
                <a:cubicBezTo>
                  <a:pt x="1450" y="8759"/>
                  <a:pt x="1671" y="9168"/>
                  <a:pt x="1891" y="9483"/>
                </a:cubicBezTo>
                <a:lnTo>
                  <a:pt x="1387" y="9987"/>
                </a:lnTo>
                <a:cubicBezTo>
                  <a:pt x="1041" y="9515"/>
                  <a:pt x="788" y="8979"/>
                  <a:pt x="725" y="8381"/>
                </a:cubicBezTo>
                <a:close/>
                <a:moveTo>
                  <a:pt x="6932" y="8381"/>
                </a:moveTo>
                <a:cubicBezTo>
                  <a:pt x="6869" y="8979"/>
                  <a:pt x="6617" y="9515"/>
                  <a:pt x="6270" y="9987"/>
                </a:cubicBezTo>
                <a:lnTo>
                  <a:pt x="5766" y="9483"/>
                </a:lnTo>
                <a:cubicBezTo>
                  <a:pt x="5987" y="9168"/>
                  <a:pt x="6144" y="8759"/>
                  <a:pt x="6239" y="8381"/>
                </a:cubicBezTo>
                <a:close/>
                <a:moveTo>
                  <a:pt x="5294" y="9956"/>
                </a:moveTo>
                <a:lnTo>
                  <a:pt x="5798" y="10460"/>
                </a:lnTo>
                <a:cubicBezTo>
                  <a:pt x="5357" y="10806"/>
                  <a:pt x="4821" y="11058"/>
                  <a:pt x="4191" y="11121"/>
                </a:cubicBezTo>
                <a:lnTo>
                  <a:pt x="4191" y="10428"/>
                </a:lnTo>
                <a:cubicBezTo>
                  <a:pt x="4569" y="10397"/>
                  <a:pt x="4979" y="10176"/>
                  <a:pt x="5294" y="9956"/>
                </a:cubicBezTo>
                <a:close/>
                <a:moveTo>
                  <a:pt x="2364" y="9987"/>
                </a:moveTo>
                <a:cubicBezTo>
                  <a:pt x="2679" y="10208"/>
                  <a:pt x="3088" y="10397"/>
                  <a:pt x="3466" y="10460"/>
                </a:cubicBezTo>
                <a:lnTo>
                  <a:pt x="3466" y="11184"/>
                </a:lnTo>
                <a:cubicBezTo>
                  <a:pt x="2868" y="11090"/>
                  <a:pt x="2332" y="10838"/>
                  <a:pt x="1860" y="10491"/>
                </a:cubicBezTo>
                <a:lnTo>
                  <a:pt x="2364" y="9987"/>
                </a:lnTo>
                <a:close/>
                <a:moveTo>
                  <a:pt x="9389" y="10460"/>
                </a:moveTo>
                <a:cubicBezTo>
                  <a:pt x="9578" y="10460"/>
                  <a:pt x="9736" y="10617"/>
                  <a:pt x="9736" y="10806"/>
                </a:cubicBezTo>
                <a:cubicBezTo>
                  <a:pt x="9736" y="10995"/>
                  <a:pt x="9578" y="11184"/>
                  <a:pt x="9389" y="11184"/>
                </a:cubicBezTo>
                <a:cubicBezTo>
                  <a:pt x="9169" y="11184"/>
                  <a:pt x="9011" y="10995"/>
                  <a:pt x="9011" y="10806"/>
                </a:cubicBezTo>
                <a:cubicBezTo>
                  <a:pt x="9011" y="10617"/>
                  <a:pt x="9169" y="10460"/>
                  <a:pt x="9389" y="10460"/>
                </a:cubicBezTo>
                <a:close/>
                <a:moveTo>
                  <a:pt x="1104" y="0"/>
                </a:moveTo>
                <a:cubicBezTo>
                  <a:pt x="505" y="0"/>
                  <a:pt x="95" y="473"/>
                  <a:pt x="95" y="1008"/>
                </a:cubicBezTo>
                <a:cubicBezTo>
                  <a:pt x="95" y="1544"/>
                  <a:pt x="568" y="2048"/>
                  <a:pt x="1104" y="2048"/>
                </a:cubicBezTo>
                <a:cubicBezTo>
                  <a:pt x="2049" y="2048"/>
                  <a:pt x="2364" y="2867"/>
                  <a:pt x="2490" y="3529"/>
                </a:cubicBezTo>
                <a:lnTo>
                  <a:pt x="2616" y="4348"/>
                </a:lnTo>
                <a:cubicBezTo>
                  <a:pt x="2049" y="4537"/>
                  <a:pt x="1576" y="4852"/>
                  <a:pt x="1167" y="5262"/>
                </a:cubicBezTo>
                <a:lnTo>
                  <a:pt x="1104" y="5293"/>
                </a:lnTo>
                <a:cubicBezTo>
                  <a:pt x="442" y="5955"/>
                  <a:pt x="1" y="6900"/>
                  <a:pt x="1" y="7971"/>
                </a:cubicBezTo>
                <a:cubicBezTo>
                  <a:pt x="1" y="9011"/>
                  <a:pt x="442" y="9956"/>
                  <a:pt x="1104" y="10649"/>
                </a:cubicBezTo>
                <a:lnTo>
                  <a:pt x="1167" y="10680"/>
                </a:lnTo>
                <a:lnTo>
                  <a:pt x="1198" y="10743"/>
                </a:lnTo>
                <a:cubicBezTo>
                  <a:pt x="1860" y="11405"/>
                  <a:pt x="2805" y="11846"/>
                  <a:pt x="3876" y="11846"/>
                </a:cubicBezTo>
                <a:cubicBezTo>
                  <a:pt x="4884" y="11846"/>
                  <a:pt x="5829" y="11405"/>
                  <a:pt x="6554" y="10743"/>
                </a:cubicBezTo>
                <a:lnTo>
                  <a:pt x="6585" y="10680"/>
                </a:lnTo>
                <a:lnTo>
                  <a:pt x="6617" y="10649"/>
                </a:lnTo>
                <a:cubicBezTo>
                  <a:pt x="7216" y="10019"/>
                  <a:pt x="7625" y="9231"/>
                  <a:pt x="7688" y="8318"/>
                </a:cubicBezTo>
                <a:lnTo>
                  <a:pt x="9106" y="8318"/>
                </a:lnTo>
                <a:lnTo>
                  <a:pt x="9106" y="9798"/>
                </a:lnTo>
                <a:cubicBezTo>
                  <a:pt x="8728" y="9956"/>
                  <a:pt x="8381" y="10302"/>
                  <a:pt x="8381" y="10775"/>
                </a:cubicBezTo>
                <a:cubicBezTo>
                  <a:pt x="8381" y="11373"/>
                  <a:pt x="8854" y="11783"/>
                  <a:pt x="9421" y="11783"/>
                </a:cubicBezTo>
                <a:cubicBezTo>
                  <a:pt x="9862" y="11783"/>
                  <a:pt x="10240" y="11531"/>
                  <a:pt x="10398" y="11090"/>
                </a:cubicBezTo>
                <a:lnTo>
                  <a:pt x="11532" y="11090"/>
                </a:lnTo>
                <a:cubicBezTo>
                  <a:pt x="11752" y="11090"/>
                  <a:pt x="11910" y="10932"/>
                  <a:pt x="11910" y="10743"/>
                </a:cubicBezTo>
                <a:cubicBezTo>
                  <a:pt x="11910" y="10523"/>
                  <a:pt x="11689" y="10460"/>
                  <a:pt x="11500" y="10460"/>
                </a:cubicBezTo>
                <a:lnTo>
                  <a:pt x="10366" y="10460"/>
                </a:lnTo>
                <a:cubicBezTo>
                  <a:pt x="10240" y="10176"/>
                  <a:pt x="10019" y="9956"/>
                  <a:pt x="9736" y="9830"/>
                </a:cubicBezTo>
                <a:lnTo>
                  <a:pt x="9736" y="8381"/>
                </a:lnTo>
                <a:lnTo>
                  <a:pt x="10807" y="8381"/>
                </a:lnTo>
                <a:cubicBezTo>
                  <a:pt x="10996" y="8381"/>
                  <a:pt x="11154" y="8223"/>
                  <a:pt x="11154" y="8034"/>
                </a:cubicBezTo>
                <a:cubicBezTo>
                  <a:pt x="11154" y="7813"/>
                  <a:pt x="10996" y="7656"/>
                  <a:pt x="10807" y="7656"/>
                </a:cubicBezTo>
                <a:lnTo>
                  <a:pt x="10461" y="7656"/>
                </a:lnTo>
                <a:lnTo>
                  <a:pt x="10461" y="7309"/>
                </a:lnTo>
                <a:cubicBezTo>
                  <a:pt x="10461" y="6364"/>
                  <a:pt x="9673" y="5577"/>
                  <a:pt x="8728" y="5577"/>
                </a:cubicBezTo>
                <a:lnTo>
                  <a:pt x="8350" y="5577"/>
                </a:lnTo>
                <a:lnTo>
                  <a:pt x="8350" y="4568"/>
                </a:lnTo>
                <a:cubicBezTo>
                  <a:pt x="8350" y="3623"/>
                  <a:pt x="7562" y="2836"/>
                  <a:pt x="6617" y="2836"/>
                </a:cubicBezTo>
                <a:lnTo>
                  <a:pt x="4443" y="2836"/>
                </a:lnTo>
                <a:cubicBezTo>
                  <a:pt x="4254" y="2048"/>
                  <a:pt x="3907" y="1418"/>
                  <a:pt x="3403" y="882"/>
                </a:cubicBezTo>
                <a:cubicBezTo>
                  <a:pt x="2773" y="315"/>
                  <a:pt x="1986" y="0"/>
                  <a:pt x="110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65" name="Google Shape;15565;p82"/>
          <p:cNvGrpSpPr/>
          <p:nvPr/>
        </p:nvGrpSpPr>
        <p:grpSpPr>
          <a:xfrm>
            <a:off x="8859735" y="2082146"/>
            <a:ext cx="480951" cy="471863"/>
            <a:chOff x="-26993200" y="1961775"/>
            <a:chExt cx="301675" cy="295975"/>
          </a:xfrm>
        </p:grpSpPr>
        <p:sp>
          <p:nvSpPr>
            <p:cNvPr id="15566" name="Google Shape;15566;p82"/>
            <p:cNvSpPr/>
            <p:nvPr/>
          </p:nvSpPr>
          <p:spPr>
            <a:xfrm>
              <a:off x="-26993200" y="1961775"/>
              <a:ext cx="301675" cy="295975"/>
            </a:xfrm>
            <a:custGeom>
              <a:avLst/>
              <a:gdLst/>
              <a:ahLst/>
              <a:cxnLst/>
              <a:rect l="l" t="t" r="r" b="b"/>
              <a:pathLst>
                <a:path w="12067" h="11839" extrusionOk="0">
                  <a:moveTo>
                    <a:pt x="8601" y="685"/>
                  </a:moveTo>
                  <a:cubicBezTo>
                    <a:pt x="8664" y="685"/>
                    <a:pt x="8790" y="717"/>
                    <a:pt x="8822" y="811"/>
                  </a:cubicBezTo>
                  <a:lnTo>
                    <a:pt x="11279" y="3237"/>
                  </a:lnTo>
                  <a:cubicBezTo>
                    <a:pt x="11342" y="3332"/>
                    <a:pt x="11374" y="3395"/>
                    <a:pt x="11374" y="3489"/>
                  </a:cubicBezTo>
                  <a:cubicBezTo>
                    <a:pt x="11374" y="3552"/>
                    <a:pt x="11342" y="3647"/>
                    <a:pt x="11279" y="3710"/>
                  </a:cubicBezTo>
                  <a:cubicBezTo>
                    <a:pt x="11216" y="3773"/>
                    <a:pt x="11122" y="3804"/>
                    <a:pt x="11031" y="3804"/>
                  </a:cubicBezTo>
                  <a:cubicBezTo>
                    <a:pt x="10941" y="3804"/>
                    <a:pt x="10854" y="3773"/>
                    <a:pt x="10807" y="3710"/>
                  </a:cubicBezTo>
                  <a:lnTo>
                    <a:pt x="8349" y="1284"/>
                  </a:lnTo>
                  <a:cubicBezTo>
                    <a:pt x="8286" y="1189"/>
                    <a:pt x="8223" y="1126"/>
                    <a:pt x="8223" y="1032"/>
                  </a:cubicBezTo>
                  <a:cubicBezTo>
                    <a:pt x="8223" y="969"/>
                    <a:pt x="8286" y="843"/>
                    <a:pt x="8349" y="811"/>
                  </a:cubicBezTo>
                  <a:cubicBezTo>
                    <a:pt x="8444" y="717"/>
                    <a:pt x="8507" y="685"/>
                    <a:pt x="8601" y="685"/>
                  </a:cubicBezTo>
                  <a:close/>
                  <a:moveTo>
                    <a:pt x="7971" y="2103"/>
                  </a:moveTo>
                  <a:lnTo>
                    <a:pt x="8759" y="2891"/>
                  </a:lnTo>
                  <a:lnTo>
                    <a:pt x="9925" y="4056"/>
                  </a:lnTo>
                  <a:lnTo>
                    <a:pt x="7058" y="6955"/>
                  </a:lnTo>
                  <a:cubicBezTo>
                    <a:pt x="6617" y="6545"/>
                    <a:pt x="5986" y="6356"/>
                    <a:pt x="5325" y="6356"/>
                  </a:cubicBezTo>
                  <a:lnTo>
                    <a:pt x="5293" y="6356"/>
                  </a:lnTo>
                  <a:cubicBezTo>
                    <a:pt x="5256" y="6359"/>
                    <a:pt x="5219" y="6360"/>
                    <a:pt x="5182" y="6360"/>
                  </a:cubicBezTo>
                  <a:cubicBezTo>
                    <a:pt x="4779" y="6360"/>
                    <a:pt x="4385" y="6206"/>
                    <a:pt x="4096" y="5947"/>
                  </a:cubicBezTo>
                  <a:lnTo>
                    <a:pt x="5136" y="4939"/>
                  </a:lnTo>
                  <a:lnTo>
                    <a:pt x="5356" y="5159"/>
                  </a:lnTo>
                  <a:cubicBezTo>
                    <a:pt x="5451" y="5254"/>
                    <a:pt x="5514" y="5285"/>
                    <a:pt x="5608" y="5285"/>
                  </a:cubicBezTo>
                  <a:cubicBezTo>
                    <a:pt x="5671" y="5285"/>
                    <a:pt x="5797" y="5254"/>
                    <a:pt x="5829" y="5159"/>
                  </a:cubicBezTo>
                  <a:cubicBezTo>
                    <a:pt x="5955" y="5065"/>
                    <a:pt x="5955" y="4813"/>
                    <a:pt x="5829" y="4687"/>
                  </a:cubicBezTo>
                  <a:lnTo>
                    <a:pt x="5608" y="4466"/>
                  </a:lnTo>
                  <a:lnTo>
                    <a:pt x="6081" y="3993"/>
                  </a:lnTo>
                  <a:lnTo>
                    <a:pt x="6302" y="4214"/>
                  </a:lnTo>
                  <a:cubicBezTo>
                    <a:pt x="6396" y="4308"/>
                    <a:pt x="6459" y="4340"/>
                    <a:pt x="6554" y="4340"/>
                  </a:cubicBezTo>
                  <a:cubicBezTo>
                    <a:pt x="6617" y="4340"/>
                    <a:pt x="6743" y="4308"/>
                    <a:pt x="6774" y="4214"/>
                  </a:cubicBezTo>
                  <a:cubicBezTo>
                    <a:pt x="6900" y="4119"/>
                    <a:pt x="6900" y="3867"/>
                    <a:pt x="6774" y="3741"/>
                  </a:cubicBezTo>
                  <a:lnTo>
                    <a:pt x="6554" y="3521"/>
                  </a:lnTo>
                  <a:lnTo>
                    <a:pt x="7026" y="3048"/>
                  </a:lnTo>
                  <a:lnTo>
                    <a:pt x="7247" y="3269"/>
                  </a:lnTo>
                  <a:cubicBezTo>
                    <a:pt x="7341" y="3363"/>
                    <a:pt x="7404" y="3395"/>
                    <a:pt x="7499" y="3395"/>
                  </a:cubicBezTo>
                  <a:cubicBezTo>
                    <a:pt x="7562" y="3395"/>
                    <a:pt x="7688" y="3363"/>
                    <a:pt x="7719" y="3269"/>
                  </a:cubicBezTo>
                  <a:cubicBezTo>
                    <a:pt x="7845" y="3174"/>
                    <a:pt x="7845" y="2922"/>
                    <a:pt x="7719" y="2796"/>
                  </a:cubicBezTo>
                  <a:lnTo>
                    <a:pt x="7499" y="2576"/>
                  </a:lnTo>
                  <a:lnTo>
                    <a:pt x="7971" y="2103"/>
                  </a:lnTo>
                  <a:close/>
                  <a:moveTo>
                    <a:pt x="3592" y="6482"/>
                  </a:moveTo>
                  <a:cubicBezTo>
                    <a:pt x="4038" y="6839"/>
                    <a:pt x="4596" y="7084"/>
                    <a:pt x="5213" y="7084"/>
                  </a:cubicBezTo>
                  <a:cubicBezTo>
                    <a:pt x="5250" y="7084"/>
                    <a:pt x="5288" y="7083"/>
                    <a:pt x="5325" y="7081"/>
                  </a:cubicBezTo>
                  <a:cubicBezTo>
                    <a:pt x="5797" y="7081"/>
                    <a:pt x="6239" y="7175"/>
                    <a:pt x="6554" y="7459"/>
                  </a:cubicBezTo>
                  <a:lnTo>
                    <a:pt x="3277" y="10735"/>
                  </a:lnTo>
                  <a:cubicBezTo>
                    <a:pt x="2993" y="11003"/>
                    <a:pt x="2639" y="11137"/>
                    <a:pt x="2285" y="11137"/>
                  </a:cubicBezTo>
                  <a:cubicBezTo>
                    <a:pt x="1930" y="11137"/>
                    <a:pt x="1576" y="11003"/>
                    <a:pt x="1292" y="10735"/>
                  </a:cubicBezTo>
                  <a:cubicBezTo>
                    <a:pt x="757" y="10168"/>
                    <a:pt x="757" y="9318"/>
                    <a:pt x="1292" y="8751"/>
                  </a:cubicBezTo>
                  <a:lnTo>
                    <a:pt x="3592" y="6482"/>
                  </a:lnTo>
                  <a:close/>
                  <a:moveTo>
                    <a:pt x="8582" y="0"/>
                  </a:moveTo>
                  <a:cubicBezTo>
                    <a:pt x="8318" y="0"/>
                    <a:pt x="8050" y="103"/>
                    <a:pt x="7845" y="307"/>
                  </a:cubicBezTo>
                  <a:cubicBezTo>
                    <a:pt x="7656" y="496"/>
                    <a:pt x="7530" y="780"/>
                    <a:pt x="7530" y="1032"/>
                  </a:cubicBezTo>
                  <a:cubicBezTo>
                    <a:pt x="7530" y="1189"/>
                    <a:pt x="7562" y="1347"/>
                    <a:pt x="7656" y="1473"/>
                  </a:cubicBezTo>
                  <a:lnTo>
                    <a:pt x="6869" y="2261"/>
                  </a:lnTo>
                  <a:lnTo>
                    <a:pt x="4884" y="4245"/>
                  </a:lnTo>
                  <a:lnTo>
                    <a:pt x="820" y="8278"/>
                  </a:lnTo>
                  <a:cubicBezTo>
                    <a:pt x="1" y="9097"/>
                    <a:pt x="1" y="10420"/>
                    <a:pt x="820" y="11240"/>
                  </a:cubicBezTo>
                  <a:cubicBezTo>
                    <a:pt x="1229" y="11649"/>
                    <a:pt x="1796" y="11838"/>
                    <a:pt x="2300" y="11838"/>
                  </a:cubicBezTo>
                  <a:cubicBezTo>
                    <a:pt x="2836" y="11838"/>
                    <a:pt x="3340" y="11649"/>
                    <a:pt x="3750" y="11240"/>
                  </a:cubicBezTo>
                  <a:lnTo>
                    <a:pt x="10555" y="4434"/>
                  </a:lnTo>
                  <a:cubicBezTo>
                    <a:pt x="10712" y="4497"/>
                    <a:pt x="10838" y="4560"/>
                    <a:pt x="10996" y="4560"/>
                  </a:cubicBezTo>
                  <a:cubicBezTo>
                    <a:pt x="11279" y="4560"/>
                    <a:pt x="11531" y="4434"/>
                    <a:pt x="11752" y="4245"/>
                  </a:cubicBezTo>
                  <a:cubicBezTo>
                    <a:pt x="11941" y="4025"/>
                    <a:pt x="12067" y="3773"/>
                    <a:pt x="12067" y="3489"/>
                  </a:cubicBezTo>
                  <a:cubicBezTo>
                    <a:pt x="12067" y="3206"/>
                    <a:pt x="11941" y="2922"/>
                    <a:pt x="11752" y="2733"/>
                  </a:cubicBezTo>
                  <a:lnTo>
                    <a:pt x="9294" y="307"/>
                  </a:lnTo>
                  <a:cubicBezTo>
                    <a:pt x="9105" y="103"/>
                    <a:pt x="8846" y="0"/>
                    <a:pt x="85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7" name="Google Shape;15567;p82"/>
            <p:cNvSpPr/>
            <p:nvPr/>
          </p:nvSpPr>
          <p:spPr>
            <a:xfrm>
              <a:off x="-26900250" y="21647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8" name="Google Shape;15568;p82"/>
            <p:cNvSpPr/>
            <p:nvPr/>
          </p:nvSpPr>
          <p:spPr>
            <a:xfrm>
              <a:off x="-26938075" y="2177375"/>
              <a:ext cx="18150" cy="16575"/>
            </a:xfrm>
            <a:custGeom>
              <a:avLst/>
              <a:gdLst/>
              <a:ahLst/>
              <a:cxnLst/>
              <a:rect l="l" t="t" r="r" b="b"/>
              <a:pathLst>
                <a:path w="726" h="663" extrusionOk="0">
                  <a:moveTo>
                    <a:pt x="375" y="1"/>
                  </a:moveTo>
                  <a:cubicBezTo>
                    <a:pt x="292" y="1"/>
                    <a:pt x="206" y="32"/>
                    <a:pt x="127" y="95"/>
                  </a:cubicBezTo>
                  <a:cubicBezTo>
                    <a:pt x="1" y="221"/>
                    <a:pt x="1" y="442"/>
                    <a:pt x="127" y="568"/>
                  </a:cubicBezTo>
                  <a:cubicBezTo>
                    <a:pt x="190" y="631"/>
                    <a:pt x="277" y="662"/>
                    <a:pt x="363" y="662"/>
                  </a:cubicBezTo>
                  <a:cubicBezTo>
                    <a:pt x="450" y="662"/>
                    <a:pt x="536" y="631"/>
                    <a:pt x="599" y="568"/>
                  </a:cubicBezTo>
                  <a:cubicBezTo>
                    <a:pt x="725" y="442"/>
                    <a:pt x="725" y="221"/>
                    <a:pt x="599" y="95"/>
                  </a:cubicBezTo>
                  <a:cubicBezTo>
                    <a:pt x="536" y="32"/>
                    <a:pt x="458" y="1"/>
                    <a:pt x="37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69" name="Google Shape;15569;p82"/>
          <p:cNvGrpSpPr/>
          <p:nvPr/>
        </p:nvGrpSpPr>
        <p:grpSpPr>
          <a:xfrm>
            <a:off x="8893015" y="2679059"/>
            <a:ext cx="414389" cy="470907"/>
            <a:chOff x="-26970350" y="2332550"/>
            <a:chExt cx="259925" cy="295375"/>
          </a:xfrm>
        </p:grpSpPr>
        <p:sp>
          <p:nvSpPr>
            <p:cNvPr id="15570" name="Google Shape;15570;p82"/>
            <p:cNvSpPr/>
            <p:nvPr/>
          </p:nvSpPr>
          <p:spPr>
            <a:xfrm>
              <a:off x="-26970350" y="2332550"/>
              <a:ext cx="259925" cy="295375"/>
            </a:xfrm>
            <a:custGeom>
              <a:avLst/>
              <a:gdLst/>
              <a:ahLst/>
              <a:cxnLst/>
              <a:rect l="l" t="t" r="r" b="b"/>
              <a:pathLst>
                <a:path w="10397" h="11815" extrusionOk="0">
                  <a:moveTo>
                    <a:pt x="6963" y="662"/>
                  </a:moveTo>
                  <a:cubicBezTo>
                    <a:pt x="7152" y="662"/>
                    <a:pt x="7404" y="693"/>
                    <a:pt x="7593" y="756"/>
                  </a:cubicBezTo>
                  <a:cubicBezTo>
                    <a:pt x="8538" y="977"/>
                    <a:pt x="9294" y="1733"/>
                    <a:pt x="9515" y="2646"/>
                  </a:cubicBezTo>
                  <a:cubicBezTo>
                    <a:pt x="9672" y="3466"/>
                    <a:pt x="9483" y="4285"/>
                    <a:pt x="8979" y="4946"/>
                  </a:cubicBezTo>
                  <a:cubicBezTo>
                    <a:pt x="8475" y="5639"/>
                    <a:pt x="8160" y="6522"/>
                    <a:pt x="8160" y="7467"/>
                  </a:cubicBezTo>
                  <a:lnTo>
                    <a:pt x="8160" y="10208"/>
                  </a:lnTo>
                  <a:cubicBezTo>
                    <a:pt x="8160" y="10712"/>
                    <a:pt x="7719" y="11090"/>
                    <a:pt x="7246" y="11090"/>
                  </a:cubicBezTo>
                  <a:cubicBezTo>
                    <a:pt x="6742" y="11090"/>
                    <a:pt x="6333" y="10680"/>
                    <a:pt x="6333" y="10208"/>
                  </a:cubicBezTo>
                  <a:lnTo>
                    <a:pt x="6333" y="8538"/>
                  </a:lnTo>
                  <a:cubicBezTo>
                    <a:pt x="6333" y="7908"/>
                    <a:pt x="5829" y="7404"/>
                    <a:pt x="5198" y="7404"/>
                  </a:cubicBezTo>
                  <a:cubicBezTo>
                    <a:pt x="4568" y="7404"/>
                    <a:pt x="4064" y="7908"/>
                    <a:pt x="4064" y="8538"/>
                  </a:cubicBezTo>
                  <a:lnTo>
                    <a:pt x="4064" y="10208"/>
                  </a:lnTo>
                  <a:cubicBezTo>
                    <a:pt x="4064" y="10712"/>
                    <a:pt x="3623" y="11090"/>
                    <a:pt x="3151" y="11090"/>
                  </a:cubicBezTo>
                  <a:cubicBezTo>
                    <a:pt x="2647" y="11090"/>
                    <a:pt x="2237" y="10680"/>
                    <a:pt x="2237" y="10208"/>
                  </a:cubicBezTo>
                  <a:lnTo>
                    <a:pt x="2237" y="7467"/>
                  </a:lnTo>
                  <a:cubicBezTo>
                    <a:pt x="2237" y="6522"/>
                    <a:pt x="1953" y="5639"/>
                    <a:pt x="1418" y="4946"/>
                  </a:cubicBezTo>
                  <a:cubicBezTo>
                    <a:pt x="914" y="4285"/>
                    <a:pt x="756" y="3466"/>
                    <a:pt x="945" y="2646"/>
                  </a:cubicBezTo>
                  <a:cubicBezTo>
                    <a:pt x="1166" y="1701"/>
                    <a:pt x="1922" y="945"/>
                    <a:pt x="2867" y="756"/>
                  </a:cubicBezTo>
                  <a:cubicBezTo>
                    <a:pt x="3056" y="693"/>
                    <a:pt x="3308" y="662"/>
                    <a:pt x="3497" y="662"/>
                  </a:cubicBezTo>
                  <a:cubicBezTo>
                    <a:pt x="4064" y="662"/>
                    <a:pt x="4600" y="819"/>
                    <a:pt x="5041" y="1134"/>
                  </a:cubicBezTo>
                  <a:cubicBezTo>
                    <a:pt x="5104" y="1166"/>
                    <a:pt x="5175" y="1181"/>
                    <a:pt x="5242" y="1181"/>
                  </a:cubicBezTo>
                  <a:cubicBezTo>
                    <a:pt x="5309" y="1181"/>
                    <a:pt x="5372" y="1166"/>
                    <a:pt x="5419" y="1134"/>
                  </a:cubicBezTo>
                  <a:cubicBezTo>
                    <a:pt x="5860" y="819"/>
                    <a:pt x="6427" y="662"/>
                    <a:pt x="6963" y="662"/>
                  </a:cubicBezTo>
                  <a:close/>
                  <a:moveTo>
                    <a:pt x="3466" y="0"/>
                  </a:moveTo>
                  <a:cubicBezTo>
                    <a:pt x="3182" y="0"/>
                    <a:pt x="2899" y="32"/>
                    <a:pt x="2678" y="63"/>
                  </a:cubicBezTo>
                  <a:cubicBezTo>
                    <a:pt x="1481" y="347"/>
                    <a:pt x="504" y="1292"/>
                    <a:pt x="221" y="2489"/>
                  </a:cubicBezTo>
                  <a:cubicBezTo>
                    <a:pt x="0" y="3497"/>
                    <a:pt x="189" y="4568"/>
                    <a:pt x="851" y="5387"/>
                  </a:cubicBezTo>
                  <a:cubicBezTo>
                    <a:pt x="1292" y="5954"/>
                    <a:pt x="1544" y="6679"/>
                    <a:pt x="1544" y="7467"/>
                  </a:cubicBezTo>
                  <a:lnTo>
                    <a:pt x="1544" y="10208"/>
                  </a:lnTo>
                  <a:cubicBezTo>
                    <a:pt x="1544" y="11090"/>
                    <a:pt x="2237" y="11814"/>
                    <a:pt x="3151" y="11814"/>
                  </a:cubicBezTo>
                  <a:cubicBezTo>
                    <a:pt x="4064" y="11814"/>
                    <a:pt x="4757" y="11090"/>
                    <a:pt x="4757" y="10208"/>
                  </a:cubicBezTo>
                  <a:lnTo>
                    <a:pt x="4757" y="8538"/>
                  </a:lnTo>
                  <a:cubicBezTo>
                    <a:pt x="4757" y="8317"/>
                    <a:pt x="4946" y="8065"/>
                    <a:pt x="5230" y="8065"/>
                  </a:cubicBezTo>
                  <a:cubicBezTo>
                    <a:pt x="5482" y="8065"/>
                    <a:pt x="5703" y="8254"/>
                    <a:pt x="5703" y="8538"/>
                  </a:cubicBezTo>
                  <a:lnTo>
                    <a:pt x="5703" y="10208"/>
                  </a:lnTo>
                  <a:cubicBezTo>
                    <a:pt x="5703" y="11090"/>
                    <a:pt x="6427" y="11814"/>
                    <a:pt x="7309" y="11814"/>
                  </a:cubicBezTo>
                  <a:cubicBezTo>
                    <a:pt x="8223" y="11814"/>
                    <a:pt x="8948" y="11090"/>
                    <a:pt x="8948" y="10208"/>
                  </a:cubicBezTo>
                  <a:lnTo>
                    <a:pt x="8948" y="7467"/>
                  </a:lnTo>
                  <a:cubicBezTo>
                    <a:pt x="8948" y="6679"/>
                    <a:pt x="9168" y="5954"/>
                    <a:pt x="9609" y="5387"/>
                  </a:cubicBezTo>
                  <a:cubicBezTo>
                    <a:pt x="10145" y="4568"/>
                    <a:pt x="10397" y="3497"/>
                    <a:pt x="10145" y="2489"/>
                  </a:cubicBezTo>
                  <a:cubicBezTo>
                    <a:pt x="9893" y="1292"/>
                    <a:pt x="8885" y="347"/>
                    <a:pt x="7719" y="63"/>
                  </a:cubicBezTo>
                  <a:cubicBezTo>
                    <a:pt x="7435" y="0"/>
                    <a:pt x="7152" y="0"/>
                    <a:pt x="6931" y="0"/>
                  </a:cubicBezTo>
                  <a:cubicBezTo>
                    <a:pt x="6333" y="0"/>
                    <a:pt x="5703" y="158"/>
                    <a:pt x="5198" y="473"/>
                  </a:cubicBezTo>
                  <a:cubicBezTo>
                    <a:pt x="4694" y="158"/>
                    <a:pt x="4064" y="0"/>
                    <a:pt x="34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1" name="Google Shape;15571;p82"/>
            <p:cNvSpPr/>
            <p:nvPr/>
          </p:nvSpPr>
          <p:spPr>
            <a:xfrm>
              <a:off x="-26831725" y="2365650"/>
              <a:ext cx="82700" cy="81900"/>
            </a:xfrm>
            <a:custGeom>
              <a:avLst/>
              <a:gdLst/>
              <a:ahLst/>
              <a:cxnLst/>
              <a:rect l="l" t="t" r="r" b="b"/>
              <a:pathLst>
                <a:path w="3308" h="3276" extrusionOk="0">
                  <a:moveTo>
                    <a:pt x="1335" y="0"/>
                  </a:moveTo>
                  <a:cubicBezTo>
                    <a:pt x="937" y="0"/>
                    <a:pt x="544" y="121"/>
                    <a:pt x="189" y="377"/>
                  </a:cubicBezTo>
                  <a:cubicBezTo>
                    <a:pt x="32" y="472"/>
                    <a:pt x="0" y="692"/>
                    <a:pt x="126" y="818"/>
                  </a:cubicBezTo>
                  <a:cubicBezTo>
                    <a:pt x="202" y="932"/>
                    <a:pt x="300" y="989"/>
                    <a:pt x="401" y="989"/>
                  </a:cubicBezTo>
                  <a:cubicBezTo>
                    <a:pt x="468" y="989"/>
                    <a:pt x="536" y="963"/>
                    <a:pt x="599" y="913"/>
                  </a:cubicBezTo>
                  <a:cubicBezTo>
                    <a:pt x="818" y="753"/>
                    <a:pt x="1075" y="669"/>
                    <a:pt x="1331" y="669"/>
                  </a:cubicBezTo>
                  <a:cubicBezTo>
                    <a:pt x="1479" y="669"/>
                    <a:pt x="1626" y="698"/>
                    <a:pt x="1764" y="755"/>
                  </a:cubicBezTo>
                  <a:cubicBezTo>
                    <a:pt x="2174" y="913"/>
                    <a:pt x="2457" y="1196"/>
                    <a:pt x="2520" y="1574"/>
                  </a:cubicBezTo>
                  <a:cubicBezTo>
                    <a:pt x="2646" y="1984"/>
                    <a:pt x="2520" y="2394"/>
                    <a:pt x="2300" y="2709"/>
                  </a:cubicBezTo>
                  <a:cubicBezTo>
                    <a:pt x="2174" y="2866"/>
                    <a:pt x="2205" y="3087"/>
                    <a:pt x="2331" y="3181"/>
                  </a:cubicBezTo>
                  <a:cubicBezTo>
                    <a:pt x="2394" y="3244"/>
                    <a:pt x="2489" y="3276"/>
                    <a:pt x="2520" y="3276"/>
                  </a:cubicBezTo>
                  <a:cubicBezTo>
                    <a:pt x="2646" y="3276"/>
                    <a:pt x="2709" y="3244"/>
                    <a:pt x="2804" y="3150"/>
                  </a:cubicBezTo>
                  <a:cubicBezTo>
                    <a:pt x="3182" y="2677"/>
                    <a:pt x="3308" y="2047"/>
                    <a:pt x="3151" y="1417"/>
                  </a:cubicBezTo>
                  <a:cubicBezTo>
                    <a:pt x="3119" y="818"/>
                    <a:pt x="2646" y="377"/>
                    <a:pt x="2048" y="125"/>
                  </a:cubicBezTo>
                  <a:cubicBezTo>
                    <a:pt x="1813" y="43"/>
                    <a:pt x="1573" y="0"/>
                    <a:pt x="13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72" name="Google Shape;15572;p82"/>
          <p:cNvGrpSpPr/>
          <p:nvPr/>
        </p:nvGrpSpPr>
        <p:grpSpPr>
          <a:xfrm>
            <a:off x="8865395" y="3309413"/>
            <a:ext cx="469631" cy="386769"/>
            <a:chOff x="-26986100" y="2735800"/>
            <a:chExt cx="294575" cy="242600"/>
          </a:xfrm>
        </p:grpSpPr>
        <p:sp>
          <p:nvSpPr>
            <p:cNvPr id="15573" name="Google Shape;15573;p82"/>
            <p:cNvSpPr/>
            <p:nvPr/>
          </p:nvSpPr>
          <p:spPr>
            <a:xfrm>
              <a:off x="-26986100" y="2735800"/>
              <a:ext cx="294575" cy="242600"/>
            </a:xfrm>
            <a:custGeom>
              <a:avLst/>
              <a:gdLst/>
              <a:ahLst/>
              <a:cxnLst/>
              <a:rect l="l" t="t" r="r" b="b"/>
              <a:pathLst>
                <a:path w="11783" h="9704" extrusionOk="0">
                  <a:moveTo>
                    <a:pt x="3781" y="757"/>
                  </a:moveTo>
                  <a:cubicBezTo>
                    <a:pt x="3970" y="757"/>
                    <a:pt x="4127" y="914"/>
                    <a:pt x="4127" y="1103"/>
                  </a:cubicBezTo>
                  <a:lnTo>
                    <a:pt x="4127" y="1481"/>
                  </a:lnTo>
                  <a:lnTo>
                    <a:pt x="3434" y="1481"/>
                  </a:lnTo>
                  <a:lnTo>
                    <a:pt x="3434" y="1103"/>
                  </a:lnTo>
                  <a:cubicBezTo>
                    <a:pt x="3434" y="914"/>
                    <a:pt x="3592" y="757"/>
                    <a:pt x="3781" y="757"/>
                  </a:cubicBezTo>
                  <a:close/>
                  <a:moveTo>
                    <a:pt x="9137" y="2804"/>
                  </a:moveTo>
                  <a:cubicBezTo>
                    <a:pt x="9515" y="2836"/>
                    <a:pt x="9924" y="3088"/>
                    <a:pt x="10082" y="3466"/>
                  </a:cubicBezTo>
                  <a:lnTo>
                    <a:pt x="10932" y="5608"/>
                  </a:lnTo>
                  <a:lnTo>
                    <a:pt x="9357" y="5608"/>
                  </a:lnTo>
                  <a:cubicBezTo>
                    <a:pt x="9168" y="5608"/>
                    <a:pt x="9010" y="5451"/>
                    <a:pt x="9010" y="5262"/>
                  </a:cubicBezTo>
                  <a:lnTo>
                    <a:pt x="9010" y="2804"/>
                  </a:lnTo>
                  <a:close/>
                  <a:moveTo>
                    <a:pt x="6522" y="2143"/>
                  </a:moveTo>
                  <a:cubicBezTo>
                    <a:pt x="6742" y="2143"/>
                    <a:pt x="6900" y="2300"/>
                    <a:pt x="6900" y="2489"/>
                  </a:cubicBezTo>
                  <a:lnTo>
                    <a:pt x="6900" y="6301"/>
                  </a:lnTo>
                  <a:lnTo>
                    <a:pt x="630" y="6301"/>
                  </a:lnTo>
                  <a:lnTo>
                    <a:pt x="630" y="2489"/>
                  </a:lnTo>
                  <a:cubicBezTo>
                    <a:pt x="630" y="2300"/>
                    <a:pt x="788" y="2143"/>
                    <a:pt x="977" y="2143"/>
                  </a:cubicBezTo>
                  <a:close/>
                  <a:moveTo>
                    <a:pt x="6900" y="7026"/>
                  </a:moveTo>
                  <a:lnTo>
                    <a:pt x="6900" y="8412"/>
                  </a:lnTo>
                  <a:lnTo>
                    <a:pt x="3340" y="8412"/>
                  </a:lnTo>
                  <a:cubicBezTo>
                    <a:pt x="3182" y="8003"/>
                    <a:pt x="2836" y="7688"/>
                    <a:pt x="2363" y="7688"/>
                  </a:cubicBezTo>
                  <a:cubicBezTo>
                    <a:pt x="1890" y="7688"/>
                    <a:pt x="1544" y="7971"/>
                    <a:pt x="1386" y="8412"/>
                  </a:cubicBezTo>
                  <a:lnTo>
                    <a:pt x="977" y="8412"/>
                  </a:lnTo>
                  <a:cubicBezTo>
                    <a:pt x="788" y="8412"/>
                    <a:pt x="630" y="8255"/>
                    <a:pt x="630" y="8034"/>
                  </a:cubicBezTo>
                  <a:lnTo>
                    <a:pt x="630" y="7026"/>
                  </a:lnTo>
                  <a:close/>
                  <a:moveTo>
                    <a:pt x="8349" y="2836"/>
                  </a:moveTo>
                  <a:lnTo>
                    <a:pt x="8349" y="5293"/>
                  </a:lnTo>
                  <a:cubicBezTo>
                    <a:pt x="8349" y="5892"/>
                    <a:pt x="8821" y="6301"/>
                    <a:pt x="9357" y="6301"/>
                  </a:cubicBezTo>
                  <a:lnTo>
                    <a:pt x="11090" y="6301"/>
                  </a:lnTo>
                  <a:lnTo>
                    <a:pt x="11090" y="7026"/>
                  </a:lnTo>
                  <a:lnTo>
                    <a:pt x="10743" y="7026"/>
                  </a:lnTo>
                  <a:cubicBezTo>
                    <a:pt x="10554" y="7026"/>
                    <a:pt x="10397" y="7184"/>
                    <a:pt x="10397" y="7373"/>
                  </a:cubicBezTo>
                  <a:cubicBezTo>
                    <a:pt x="10397" y="7562"/>
                    <a:pt x="10554" y="7719"/>
                    <a:pt x="10743" y="7719"/>
                  </a:cubicBezTo>
                  <a:lnTo>
                    <a:pt x="11090" y="7719"/>
                  </a:lnTo>
                  <a:lnTo>
                    <a:pt x="11090" y="8097"/>
                  </a:lnTo>
                  <a:cubicBezTo>
                    <a:pt x="11090" y="8255"/>
                    <a:pt x="10932" y="8412"/>
                    <a:pt x="10743" y="8412"/>
                  </a:cubicBezTo>
                  <a:lnTo>
                    <a:pt x="10365" y="8412"/>
                  </a:lnTo>
                  <a:cubicBezTo>
                    <a:pt x="10208" y="8003"/>
                    <a:pt x="9830" y="7688"/>
                    <a:pt x="9357" y="7688"/>
                  </a:cubicBezTo>
                  <a:cubicBezTo>
                    <a:pt x="8947" y="7688"/>
                    <a:pt x="8538" y="7971"/>
                    <a:pt x="8380" y="8412"/>
                  </a:cubicBezTo>
                  <a:lnTo>
                    <a:pt x="7593" y="8412"/>
                  </a:lnTo>
                  <a:lnTo>
                    <a:pt x="7593" y="2836"/>
                  </a:lnTo>
                  <a:close/>
                  <a:moveTo>
                    <a:pt x="2363" y="8349"/>
                  </a:moveTo>
                  <a:cubicBezTo>
                    <a:pt x="2552" y="8349"/>
                    <a:pt x="2709" y="8507"/>
                    <a:pt x="2709" y="8727"/>
                  </a:cubicBezTo>
                  <a:cubicBezTo>
                    <a:pt x="2709" y="8916"/>
                    <a:pt x="2552" y="9074"/>
                    <a:pt x="2363" y="9074"/>
                  </a:cubicBezTo>
                  <a:cubicBezTo>
                    <a:pt x="2174" y="9074"/>
                    <a:pt x="2016" y="8916"/>
                    <a:pt x="2016" y="8727"/>
                  </a:cubicBezTo>
                  <a:cubicBezTo>
                    <a:pt x="2016" y="8507"/>
                    <a:pt x="2174" y="8349"/>
                    <a:pt x="2363" y="8349"/>
                  </a:cubicBezTo>
                  <a:close/>
                  <a:moveTo>
                    <a:pt x="9326" y="8349"/>
                  </a:moveTo>
                  <a:cubicBezTo>
                    <a:pt x="9515" y="8349"/>
                    <a:pt x="9672" y="8507"/>
                    <a:pt x="9672" y="8727"/>
                  </a:cubicBezTo>
                  <a:cubicBezTo>
                    <a:pt x="9672" y="8916"/>
                    <a:pt x="9515" y="9074"/>
                    <a:pt x="9326" y="9074"/>
                  </a:cubicBezTo>
                  <a:cubicBezTo>
                    <a:pt x="9137" y="9074"/>
                    <a:pt x="8979" y="8916"/>
                    <a:pt x="8979" y="8727"/>
                  </a:cubicBezTo>
                  <a:cubicBezTo>
                    <a:pt x="8979" y="8507"/>
                    <a:pt x="9137" y="8349"/>
                    <a:pt x="9326" y="8349"/>
                  </a:cubicBezTo>
                  <a:close/>
                  <a:moveTo>
                    <a:pt x="3781" y="1"/>
                  </a:moveTo>
                  <a:cubicBezTo>
                    <a:pt x="3182" y="1"/>
                    <a:pt x="2741" y="473"/>
                    <a:pt x="2741" y="1040"/>
                  </a:cubicBezTo>
                  <a:lnTo>
                    <a:pt x="2741" y="1387"/>
                  </a:lnTo>
                  <a:lnTo>
                    <a:pt x="1008" y="1387"/>
                  </a:lnTo>
                  <a:cubicBezTo>
                    <a:pt x="441" y="1387"/>
                    <a:pt x="0" y="1859"/>
                    <a:pt x="0" y="2395"/>
                  </a:cubicBezTo>
                  <a:lnTo>
                    <a:pt x="0" y="7971"/>
                  </a:lnTo>
                  <a:cubicBezTo>
                    <a:pt x="0" y="8538"/>
                    <a:pt x="473" y="8979"/>
                    <a:pt x="1008" y="8979"/>
                  </a:cubicBezTo>
                  <a:lnTo>
                    <a:pt x="1418" y="8979"/>
                  </a:lnTo>
                  <a:cubicBezTo>
                    <a:pt x="1575" y="9389"/>
                    <a:pt x="1922" y="9704"/>
                    <a:pt x="2394" y="9704"/>
                  </a:cubicBezTo>
                  <a:cubicBezTo>
                    <a:pt x="2867" y="9704"/>
                    <a:pt x="3214" y="9420"/>
                    <a:pt x="3371" y="8979"/>
                  </a:cubicBezTo>
                  <a:lnTo>
                    <a:pt x="8380" y="8979"/>
                  </a:lnTo>
                  <a:cubicBezTo>
                    <a:pt x="8538" y="9389"/>
                    <a:pt x="8916" y="9704"/>
                    <a:pt x="9389" y="9704"/>
                  </a:cubicBezTo>
                  <a:cubicBezTo>
                    <a:pt x="9798" y="9704"/>
                    <a:pt x="10208" y="9420"/>
                    <a:pt x="10365" y="8979"/>
                  </a:cubicBezTo>
                  <a:lnTo>
                    <a:pt x="10743" y="8979"/>
                  </a:lnTo>
                  <a:cubicBezTo>
                    <a:pt x="11342" y="8979"/>
                    <a:pt x="11783" y="8507"/>
                    <a:pt x="11783" y="7971"/>
                  </a:cubicBezTo>
                  <a:lnTo>
                    <a:pt x="11783" y="6144"/>
                  </a:lnTo>
                  <a:cubicBezTo>
                    <a:pt x="11783" y="6112"/>
                    <a:pt x="11783" y="5986"/>
                    <a:pt x="11720" y="5892"/>
                  </a:cubicBezTo>
                  <a:cubicBezTo>
                    <a:pt x="11688" y="5766"/>
                    <a:pt x="11688" y="5671"/>
                    <a:pt x="11657" y="5577"/>
                  </a:cubicBezTo>
                  <a:lnTo>
                    <a:pt x="10712" y="3214"/>
                  </a:lnTo>
                  <a:cubicBezTo>
                    <a:pt x="10428" y="2521"/>
                    <a:pt x="9798" y="2080"/>
                    <a:pt x="9105" y="2080"/>
                  </a:cubicBezTo>
                  <a:lnTo>
                    <a:pt x="7530" y="2080"/>
                  </a:lnTo>
                  <a:cubicBezTo>
                    <a:pt x="7372" y="1702"/>
                    <a:pt x="6994" y="1387"/>
                    <a:pt x="6522" y="1387"/>
                  </a:cubicBezTo>
                  <a:lnTo>
                    <a:pt x="4789" y="1387"/>
                  </a:lnTo>
                  <a:lnTo>
                    <a:pt x="4789" y="1040"/>
                  </a:lnTo>
                  <a:cubicBezTo>
                    <a:pt x="4789" y="442"/>
                    <a:pt x="4316"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4" name="Google Shape;15574;p82"/>
            <p:cNvSpPr/>
            <p:nvPr/>
          </p:nvSpPr>
          <p:spPr>
            <a:xfrm>
              <a:off x="-26927050" y="2805900"/>
              <a:ext cx="70925" cy="70900"/>
            </a:xfrm>
            <a:custGeom>
              <a:avLst/>
              <a:gdLst/>
              <a:ahLst/>
              <a:cxnLst/>
              <a:rect l="l" t="t" r="r" b="b"/>
              <a:pathLst>
                <a:path w="2837" h="2836" extrusionOk="0">
                  <a:moveTo>
                    <a:pt x="1419" y="0"/>
                  </a:moveTo>
                  <a:cubicBezTo>
                    <a:pt x="1230" y="0"/>
                    <a:pt x="1072" y="158"/>
                    <a:pt x="1072" y="347"/>
                  </a:cubicBezTo>
                  <a:lnTo>
                    <a:pt x="1072" y="1072"/>
                  </a:lnTo>
                  <a:lnTo>
                    <a:pt x="347" y="1072"/>
                  </a:lnTo>
                  <a:cubicBezTo>
                    <a:pt x="158" y="1072"/>
                    <a:pt x="1" y="1229"/>
                    <a:pt x="1" y="1418"/>
                  </a:cubicBezTo>
                  <a:cubicBezTo>
                    <a:pt x="1" y="1607"/>
                    <a:pt x="158" y="1765"/>
                    <a:pt x="347" y="1765"/>
                  </a:cubicBezTo>
                  <a:lnTo>
                    <a:pt x="1072" y="1765"/>
                  </a:lnTo>
                  <a:lnTo>
                    <a:pt x="1072" y="2489"/>
                  </a:lnTo>
                  <a:cubicBezTo>
                    <a:pt x="1072" y="2678"/>
                    <a:pt x="1230" y="2836"/>
                    <a:pt x="1419" y="2836"/>
                  </a:cubicBezTo>
                  <a:cubicBezTo>
                    <a:pt x="1608" y="2836"/>
                    <a:pt x="1765" y="2678"/>
                    <a:pt x="1765" y="2489"/>
                  </a:cubicBezTo>
                  <a:lnTo>
                    <a:pt x="1765" y="1765"/>
                  </a:lnTo>
                  <a:lnTo>
                    <a:pt x="2490" y="1765"/>
                  </a:lnTo>
                  <a:cubicBezTo>
                    <a:pt x="2679" y="1765"/>
                    <a:pt x="2836" y="1607"/>
                    <a:pt x="2836" y="1418"/>
                  </a:cubicBezTo>
                  <a:cubicBezTo>
                    <a:pt x="2836" y="1229"/>
                    <a:pt x="2679" y="1072"/>
                    <a:pt x="2490" y="1072"/>
                  </a:cubicBezTo>
                  <a:lnTo>
                    <a:pt x="1765" y="1072"/>
                  </a:lnTo>
                  <a:lnTo>
                    <a:pt x="1765" y="347"/>
                  </a:lnTo>
                  <a:cubicBezTo>
                    <a:pt x="1765" y="158"/>
                    <a:pt x="1608" y="0"/>
                    <a:pt x="1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75" name="Google Shape;15575;p82"/>
          <p:cNvSpPr/>
          <p:nvPr/>
        </p:nvSpPr>
        <p:spPr>
          <a:xfrm>
            <a:off x="7078259" y="3855809"/>
            <a:ext cx="470907" cy="470907"/>
          </a:xfrm>
          <a:custGeom>
            <a:avLst/>
            <a:gdLst/>
            <a:ahLst/>
            <a:cxnLst/>
            <a:rect l="l" t="t" r="r" b="b"/>
            <a:pathLst>
              <a:path w="11815" h="11815" extrusionOk="0">
                <a:moveTo>
                  <a:pt x="6270" y="662"/>
                </a:moveTo>
                <a:lnTo>
                  <a:pt x="6270" y="2048"/>
                </a:lnTo>
                <a:cubicBezTo>
                  <a:pt x="6270" y="2678"/>
                  <a:pt x="6616" y="3245"/>
                  <a:pt x="7247" y="3497"/>
                </a:cubicBezTo>
                <a:cubicBezTo>
                  <a:pt x="7467" y="3623"/>
                  <a:pt x="7625" y="3875"/>
                  <a:pt x="7625" y="4127"/>
                </a:cubicBezTo>
                <a:cubicBezTo>
                  <a:pt x="7625" y="4537"/>
                  <a:pt x="7310" y="4852"/>
                  <a:pt x="6931" y="4852"/>
                </a:cubicBezTo>
                <a:cubicBezTo>
                  <a:pt x="6711" y="4852"/>
                  <a:pt x="6522" y="4758"/>
                  <a:pt x="6396" y="4600"/>
                </a:cubicBezTo>
                <a:cubicBezTo>
                  <a:pt x="6301" y="4443"/>
                  <a:pt x="6081" y="4380"/>
                  <a:pt x="5892" y="4380"/>
                </a:cubicBezTo>
                <a:cubicBezTo>
                  <a:pt x="5703" y="4380"/>
                  <a:pt x="5514" y="4443"/>
                  <a:pt x="5388" y="4600"/>
                </a:cubicBezTo>
                <a:cubicBezTo>
                  <a:pt x="5262" y="4758"/>
                  <a:pt x="5073" y="4852"/>
                  <a:pt x="4884" y="4852"/>
                </a:cubicBezTo>
                <a:cubicBezTo>
                  <a:pt x="4663" y="4852"/>
                  <a:pt x="4474" y="4758"/>
                  <a:pt x="4348" y="4600"/>
                </a:cubicBezTo>
                <a:cubicBezTo>
                  <a:pt x="4254" y="4443"/>
                  <a:pt x="4159" y="4285"/>
                  <a:pt x="4159" y="4096"/>
                </a:cubicBezTo>
                <a:cubicBezTo>
                  <a:pt x="4159" y="3875"/>
                  <a:pt x="4348" y="3623"/>
                  <a:pt x="4600" y="3497"/>
                </a:cubicBezTo>
                <a:cubicBezTo>
                  <a:pt x="5136" y="3277"/>
                  <a:pt x="5545" y="2647"/>
                  <a:pt x="5545" y="1922"/>
                </a:cubicBezTo>
                <a:lnTo>
                  <a:pt x="5545" y="662"/>
                </a:lnTo>
                <a:close/>
                <a:moveTo>
                  <a:pt x="6963" y="788"/>
                </a:moveTo>
                <a:cubicBezTo>
                  <a:pt x="7940" y="977"/>
                  <a:pt x="8885" y="1513"/>
                  <a:pt x="9609" y="2206"/>
                </a:cubicBezTo>
                <a:cubicBezTo>
                  <a:pt x="10586" y="3182"/>
                  <a:pt x="11153" y="4506"/>
                  <a:pt x="11153" y="5923"/>
                </a:cubicBezTo>
                <a:cubicBezTo>
                  <a:pt x="11122" y="7278"/>
                  <a:pt x="10586" y="8633"/>
                  <a:pt x="9609" y="9609"/>
                </a:cubicBezTo>
                <a:cubicBezTo>
                  <a:pt x="8853" y="10365"/>
                  <a:pt x="7940" y="10838"/>
                  <a:pt x="6963" y="11027"/>
                </a:cubicBezTo>
                <a:lnTo>
                  <a:pt x="6963" y="9735"/>
                </a:lnTo>
                <a:cubicBezTo>
                  <a:pt x="6963" y="9357"/>
                  <a:pt x="7215" y="9074"/>
                  <a:pt x="7562" y="8916"/>
                </a:cubicBezTo>
                <a:cubicBezTo>
                  <a:pt x="8034" y="8664"/>
                  <a:pt x="8349" y="8192"/>
                  <a:pt x="8349" y="7656"/>
                </a:cubicBezTo>
                <a:cubicBezTo>
                  <a:pt x="8349" y="6900"/>
                  <a:pt x="7719" y="6270"/>
                  <a:pt x="6963" y="6270"/>
                </a:cubicBezTo>
                <a:cubicBezTo>
                  <a:pt x="6585" y="6270"/>
                  <a:pt x="6175" y="6427"/>
                  <a:pt x="5955" y="6742"/>
                </a:cubicBezTo>
                <a:cubicBezTo>
                  <a:pt x="5671" y="6427"/>
                  <a:pt x="5325" y="6270"/>
                  <a:pt x="4915" y="6270"/>
                </a:cubicBezTo>
                <a:cubicBezTo>
                  <a:pt x="4537" y="6270"/>
                  <a:pt x="4159" y="6427"/>
                  <a:pt x="3907" y="6711"/>
                </a:cubicBezTo>
                <a:cubicBezTo>
                  <a:pt x="3623" y="6963"/>
                  <a:pt x="3497" y="7372"/>
                  <a:pt x="3529" y="7751"/>
                </a:cubicBezTo>
                <a:cubicBezTo>
                  <a:pt x="3592" y="8286"/>
                  <a:pt x="3907" y="8696"/>
                  <a:pt x="4380" y="8948"/>
                </a:cubicBezTo>
                <a:cubicBezTo>
                  <a:pt x="4695" y="9105"/>
                  <a:pt x="4915" y="9483"/>
                  <a:pt x="4915" y="9924"/>
                </a:cubicBezTo>
                <a:lnTo>
                  <a:pt x="4915" y="11059"/>
                </a:lnTo>
                <a:cubicBezTo>
                  <a:pt x="3939" y="10870"/>
                  <a:pt x="2993" y="10365"/>
                  <a:pt x="2269" y="9641"/>
                </a:cubicBezTo>
                <a:cubicBezTo>
                  <a:pt x="1292" y="8664"/>
                  <a:pt x="757" y="7372"/>
                  <a:pt x="757" y="5955"/>
                </a:cubicBezTo>
                <a:cubicBezTo>
                  <a:pt x="757" y="4569"/>
                  <a:pt x="1292" y="3214"/>
                  <a:pt x="2269" y="2237"/>
                </a:cubicBezTo>
                <a:cubicBezTo>
                  <a:pt x="3025" y="1481"/>
                  <a:pt x="3939" y="1040"/>
                  <a:pt x="4915" y="819"/>
                </a:cubicBezTo>
                <a:lnTo>
                  <a:pt x="4915" y="1985"/>
                </a:lnTo>
                <a:cubicBezTo>
                  <a:pt x="4915" y="2395"/>
                  <a:pt x="4695" y="2804"/>
                  <a:pt x="4380" y="2962"/>
                </a:cubicBezTo>
                <a:cubicBezTo>
                  <a:pt x="3907" y="3151"/>
                  <a:pt x="3592" y="3623"/>
                  <a:pt x="3529" y="4127"/>
                </a:cubicBezTo>
                <a:cubicBezTo>
                  <a:pt x="3497" y="4537"/>
                  <a:pt x="3655" y="4884"/>
                  <a:pt x="3907" y="5199"/>
                </a:cubicBezTo>
                <a:cubicBezTo>
                  <a:pt x="4159" y="5482"/>
                  <a:pt x="4537" y="5640"/>
                  <a:pt x="4915" y="5640"/>
                </a:cubicBezTo>
                <a:cubicBezTo>
                  <a:pt x="5325" y="5640"/>
                  <a:pt x="5703" y="5482"/>
                  <a:pt x="5955" y="5167"/>
                </a:cubicBezTo>
                <a:cubicBezTo>
                  <a:pt x="6207" y="5482"/>
                  <a:pt x="6585" y="5640"/>
                  <a:pt x="6963" y="5640"/>
                </a:cubicBezTo>
                <a:cubicBezTo>
                  <a:pt x="7719" y="5640"/>
                  <a:pt x="8349" y="5010"/>
                  <a:pt x="8349" y="4253"/>
                </a:cubicBezTo>
                <a:cubicBezTo>
                  <a:pt x="8349" y="3749"/>
                  <a:pt x="8034" y="3245"/>
                  <a:pt x="7562" y="2993"/>
                </a:cubicBezTo>
                <a:cubicBezTo>
                  <a:pt x="7152" y="2804"/>
                  <a:pt x="6963" y="2489"/>
                  <a:pt x="6963" y="2174"/>
                </a:cubicBezTo>
                <a:lnTo>
                  <a:pt x="6963" y="788"/>
                </a:lnTo>
                <a:close/>
                <a:moveTo>
                  <a:pt x="6931" y="6900"/>
                </a:moveTo>
                <a:cubicBezTo>
                  <a:pt x="7310" y="6900"/>
                  <a:pt x="7625" y="7215"/>
                  <a:pt x="7625" y="7593"/>
                </a:cubicBezTo>
                <a:cubicBezTo>
                  <a:pt x="7625" y="7877"/>
                  <a:pt x="7467" y="8129"/>
                  <a:pt x="7247" y="8223"/>
                </a:cubicBezTo>
                <a:cubicBezTo>
                  <a:pt x="6616" y="8538"/>
                  <a:pt x="6270" y="9105"/>
                  <a:pt x="6270" y="9735"/>
                </a:cubicBezTo>
                <a:lnTo>
                  <a:pt x="6270" y="11090"/>
                </a:lnTo>
                <a:lnTo>
                  <a:pt x="5545" y="11090"/>
                </a:lnTo>
                <a:lnTo>
                  <a:pt x="5545" y="9861"/>
                </a:lnTo>
                <a:cubicBezTo>
                  <a:pt x="5545" y="9137"/>
                  <a:pt x="5136" y="8507"/>
                  <a:pt x="4600" y="8223"/>
                </a:cubicBezTo>
                <a:cubicBezTo>
                  <a:pt x="4348" y="8129"/>
                  <a:pt x="4191" y="7877"/>
                  <a:pt x="4159" y="7656"/>
                </a:cubicBezTo>
                <a:cubicBezTo>
                  <a:pt x="4159" y="7435"/>
                  <a:pt x="4191" y="7246"/>
                  <a:pt x="4348" y="7120"/>
                </a:cubicBezTo>
                <a:cubicBezTo>
                  <a:pt x="4474" y="6963"/>
                  <a:pt x="4695" y="6900"/>
                  <a:pt x="4884" y="6900"/>
                </a:cubicBezTo>
                <a:cubicBezTo>
                  <a:pt x="5073" y="6900"/>
                  <a:pt x="5262" y="6963"/>
                  <a:pt x="5388" y="7120"/>
                </a:cubicBezTo>
                <a:cubicBezTo>
                  <a:pt x="5514" y="7278"/>
                  <a:pt x="5703" y="7372"/>
                  <a:pt x="5892" y="7372"/>
                </a:cubicBezTo>
                <a:cubicBezTo>
                  <a:pt x="6112" y="7372"/>
                  <a:pt x="6301" y="7278"/>
                  <a:pt x="6427" y="7120"/>
                </a:cubicBezTo>
                <a:cubicBezTo>
                  <a:pt x="6522" y="6963"/>
                  <a:pt x="6742" y="6900"/>
                  <a:pt x="6931" y="6900"/>
                </a:cubicBezTo>
                <a:close/>
                <a:moveTo>
                  <a:pt x="5892" y="0"/>
                </a:moveTo>
                <a:cubicBezTo>
                  <a:pt x="4317" y="0"/>
                  <a:pt x="2836" y="630"/>
                  <a:pt x="1733" y="1733"/>
                </a:cubicBezTo>
                <a:cubicBezTo>
                  <a:pt x="630" y="2836"/>
                  <a:pt x="0" y="4348"/>
                  <a:pt x="0" y="5923"/>
                </a:cubicBezTo>
                <a:cubicBezTo>
                  <a:pt x="0" y="7498"/>
                  <a:pt x="630" y="8979"/>
                  <a:pt x="1733" y="10082"/>
                </a:cubicBezTo>
                <a:cubicBezTo>
                  <a:pt x="2836" y="11185"/>
                  <a:pt x="4317" y="11815"/>
                  <a:pt x="5892" y="11815"/>
                </a:cubicBezTo>
                <a:cubicBezTo>
                  <a:pt x="7467" y="11815"/>
                  <a:pt x="8979" y="11185"/>
                  <a:pt x="10082" y="10082"/>
                </a:cubicBezTo>
                <a:cubicBezTo>
                  <a:pt x="11185" y="8979"/>
                  <a:pt x="11815" y="7498"/>
                  <a:pt x="11815" y="5923"/>
                </a:cubicBezTo>
                <a:cubicBezTo>
                  <a:pt x="11815" y="4348"/>
                  <a:pt x="11216" y="2836"/>
                  <a:pt x="10082" y="1733"/>
                </a:cubicBezTo>
                <a:cubicBezTo>
                  <a:pt x="8979" y="630"/>
                  <a:pt x="7467"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76" name="Google Shape;15576;p82"/>
          <p:cNvGrpSpPr/>
          <p:nvPr/>
        </p:nvGrpSpPr>
        <p:grpSpPr>
          <a:xfrm>
            <a:off x="7077687" y="4451659"/>
            <a:ext cx="470907" cy="472143"/>
            <a:chOff x="-25104475" y="2340425"/>
            <a:chExt cx="295375" cy="296150"/>
          </a:xfrm>
        </p:grpSpPr>
        <p:sp>
          <p:nvSpPr>
            <p:cNvPr id="15577" name="Google Shape;15577;p82"/>
            <p:cNvSpPr/>
            <p:nvPr/>
          </p:nvSpPr>
          <p:spPr>
            <a:xfrm>
              <a:off x="-25104475" y="2340425"/>
              <a:ext cx="225275" cy="296150"/>
            </a:xfrm>
            <a:custGeom>
              <a:avLst/>
              <a:gdLst/>
              <a:ahLst/>
              <a:cxnLst/>
              <a:rect l="l" t="t" r="r" b="b"/>
              <a:pathLst>
                <a:path w="9011" h="11846" extrusionOk="0">
                  <a:moveTo>
                    <a:pt x="4474" y="693"/>
                  </a:moveTo>
                  <a:cubicBezTo>
                    <a:pt x="5041" y="693"/>
                    <a:pt x="5514" y="1166"/>
                    <a:pt x="5514" y="1733"/>
                  </a:cubicBezTo>
                  <a:cubicBezTo>
                    <a:pt x="5514" y="1922"/>
                    <a:pt x="5671" y="2079"/>
                    <a:pt x="5860" y="2079"/>
                  </a:cubicBezTo>
                  <a:lnTo>
                    <a:pt x="6585" y="2079"/>
                  </a:lnTo>
                  <a:cubicBezTo>
                    <a:pt x="6774" y="2079"/>
                    <a:pt x="6931" y="2237"/>
                    <a:pt x="6931" y="2426"/>
                  </a:cubicBezTo>
                  <a:lnTo>
                    <a:pt x="6931" y="2804"/>
                  </a:lnTo>
                  <a:lnTo>
                    <a:pt x="2080" y="2804"/>
                  </a:lnTo>
                  <a:lnTo>
                    <a:pt x="2080" y="2426"/>
                  </a:lnTo>
                  <a:cubicBezTo>
                    <a:pt x="2048" y="2237"/>
                    <a:pt x="2206" y="2079"/>
                    <a:pt x="2395" y="2079"/>
                  </a:cubicBezTo>
                  <a:lnTo>
                    <a:pt x="3119" y="2079"/>
                  </a:lnTo>
                  <a:cubicBezTo>
                    <a:pt x="3308" y="2079"/>
                    <a:pt x="3466" y="1922"/>
                    <a:pt x="3466" y="1733"/>
                  </a:cubicBezTo>
                  <a:cubicBezTo>
                    <a:pt x="3466" y="1134"/>
                    <a:pt x="3939" y="693"/>
                    <a:pt x="4474" y="693"/>
                  </a:cubicBezTo>
                  <a:close/>
                  <a:moveTo>
                    <a:pt x="8003" y="2804"/>
                  </a:moveTo>
                  <a:cubicBezTo>
                    <a:pt x="8192" y="2804"/>
                    <a:pt x="8349" y="2962"/>
                    <a:pt x="8349" y="3151"/>
                  </a:cubicBezTo>
                  <a:lnTo>
                    <a:pt x="8349" y="10838"/>
                  </a:lnTo>
                  <a:lnTo>
                    <a:pt x="8286" y="10838"/>
                  </a:lnTo>
                  <a:cubicBezTo>
                    <a:pt x="8286" y="11027"/>
                    <a:pt x="8129" y="11184"/>
                    <a:pt x="7940" y="11184"/>
                  </a:cubicBezTo>
                  <a:lnTo>
                    <a:pt x="1009" y="11184"/>
                  </a:lnTo>
                  <a:cubicBezTo>
                    <a:pt x="820" y="11184"/>
                    <a:pt x="662" y="11027"/>
                    <a:pt x="662" y="10838"/>
                  </a:cubicBezTo>
                  <a:lnTo>
                    <a:pt x="662" y="3151"/>
                  </a:lnTo>
                  <a:cubicBezTo>
                    <a:pt x="662" y="2962"/>
                    <a:pt x="820" y="2804"/>
                    <a:pt x="1009" y="2804"/>
                  </a:cubicBezTo>
                  <a:lnTo>
                    <a:pt x="1355" y="2804"/>
                  </a:lnTo>
                  <a:lnTo>
                    <a:pt x="1355" y="3151"/>
                  </a:lnTo>
                  <a:cubicBezTo>
                    <a:pt x="1355" y="3340"/>
                    <a:pt x="1544" y="3497"/>
                    <a:pt x="1733" y="3497"/>
                  </a:cubicBezTo>
                  <a:lnTo>
                    <a:pt x="7278" y="3497"/>
                  </a:lnTo>
                  <a:cubicBezTo>
                    <a:pt x="7467" y="3497"/>
                    <a:pt x="7625" y="3340"/>
                    <a:pt x="7625" y="3151"/>
                  </a:cubicBezTo>
                  <a:lnTo>
                    <a:pt x="7625" y="2804"/>
                  </a:lnTo>
                  <a:close/>
                  <a:moveTo>
                    <a:pt x="4474" y="0"/>
                  </a:moveTo>
                  <a:cubicBezTo>
                    <a:pt x="3655" y="0"/>
                    <a:pt x="2930" y="599"/>
                    <a:pt x="2773" y="1386"/>
                  </a:cubicBezTo>
                  <a:lnTo>
                    <a:pt x="2395" y="1386"/>
                  </a:lnTo>
                  <a:cubicBezTo>
                    <a:pt x="1954" y="1386"/>
                    <a:pt x="1576" y="1638"/>
                    <a:pt x="1418" y="2079"/>
                  </a:cubicBezTo>
                  <a:lnTo>
                    <a:pt x="1009" y="2079"/>
                  </a:lnTo>
                  <a:cubicBezTo>
                    <a:pt x="410" y="2079"/>
                    <a:pt x="0" y="2552"/>
                    <a:pt x="0" y="3119"/>
                  </a:cubicBezTo>
                  <a:lnTo>
                    <a:pt x="0" y="10838"/>
                  </a:lnTo>
                  <a:cubicBezTo>
                    <a:pt x="0" y="11405"/>
                    <a:pt x="473" y="11846"/>
                    <a:pt x="1009" y="11846"/>
                  </a:cubicBezTo>
                  <a:lnTo>
                    <a:pt x="7940" y="11846"/>
                  </a:lnTo>
                  <a:cubicBezTo>
                    <a:pt x="8538" y="11846"/>
                    <a:pt x="8979" y="11373"/>
                    <a:pt x="8979" y="10838"/>
                  </a:cubicBezTo>
                  <a:lnTo>
                    <a:pt x="8979" y="3151"/>
                  </a:lnTo>
                  <a:cubicBezTo>
                    <a:pt x="9011" y="2552"/>
                    <a:pt x="8538" y="2079"/>
                    <a:pt x="7940" y="2079"/>
                  </a:cubicBezTo>
                  <a:lnTo>
                    <a:pt x="7562" y="2079"/>
                  </a:lnTo>
                  <a:cubicBezTo>
                    <a:pt x="7404" y="1701"/>
                    <a:pt x="7026" y="1386"/>
                    <a:pt x="6553" y="1386"/>
                  </a:cubicBezTo>
                  <a:lnTo>
                    <a:pt x="6175" y="1386"/>
                  </a:lnTo>
                  <a:cubicBezTo>
                    <a:pt x="6018" y="599"/>
                    <a:pt x="5293" y="0"/>
                    <a:pt x="44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8" name="Google Shape;15578;p82"/>
            <p:cNvSpPr/>
            <p:nvPr/>
          </p:nvSpPr>
          <p:spPr>
            <a:xfrm>
              <a:off x="-25001300" y="2375075"/>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9" name="Google Shape;15579;p82"/>
            <p:cNvSpPr/>
            <p:nvPr/>
          </p:nvSpPr>
          <p:spPr>
            <a:xfrm>
              <a:off x="-25070600" y="2444375"/>
              <a:ext cx="87450" cy="86675"/>
            </a:xfrm>
            <a:custGeom>
              <a:avLst/>
              <a:gdLst/>
              <a:ahLst/>
              <a:cxnLst/>
              <a:rect l="l" t="t" r="r" b="b"/>
              <a:pathLst>
                <a:path w="3498" h="3467" extrusionOk="0">
                  <a:moveTo>
                    <a:pt x="2773" y="725"/>
                  </a:moveTo>
                  <a:lnTo>
                    <a:pt x="2773" y="2805"/>
                  </a:lnTo>
                  <a:lnTo>
                    <a:pt x="693" y="2805"/>
                  </a:lnTo>
                  <a:lnTo>
                    <a:pt x="693" y="725"/>
                  </a:lnTo>
                  <a:close/>
                  <a:moveTo>
                    <a:pt x="378" y="1"/>
                  </a:moveTo>
                  <a:cubicBezTo>
                    <a:pt x="189" y="1"/>
                    <a:pt x="0" y="158"/>
                    <a:pt x="0" y="379"/>
                  </a:cubicBezTo>
                  <a:lnTo>
                    <a:pt x="0" y="3120"/>
                  </a:lnTo>
                  <a:cubicBezTo>
                    <a:pt x="0" y="3309"/>
                    <a:pt x="189" y="3466"/>
                    <a:pt x="378" y="3466"/>
                  </a:cubicBezTo>
                  <a:lnTo>
                    <a:pt x="3119" y="3466"/>
                  </a:lnTo>
                  <a:cubicBezTo>
                    <a:pt x="3340" y="3466"/>
                    <a:pt x="3497" y="3309"/>
                    <a:pt x="3497" y="3120"/>
                  </a:cubicBezTo>
                  <a:lnTo>
                    <a:pt x="3497" y="379"/>
                  </a:lnTo>
                  <a:cubicBezTo>
                    <a:pt x="3497" y="158"/>
                    <a:pt x="3340" y="1"/>
                    <a:pt x="31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0" name="Google Shape;15580;p82"/>
            <p:cNvSpPr/>
            <p:nvPr/>
          </p:nvSpPr>
          <p:spPr>
            <a:xfrm>
              <a:off x="-24966650" y="2479025"/>
              <a:ext cx="52025" cy="18150"/>
            </a:xfrm>
            <a:custGeom>
              <a:avLst/>
              <a:gdLst/>
              <a:ahLst/>
              <a:cxnLst/>
              <a:rect l="l" t="t" r="r" b="b"/>
              <a:pathLst>
                <a:path w="2081" h="726" extrusionOk="0">
                  <a:moveTo>
                    <a:pt x="347" y="1"/>
                  </a:moveTo>
                  <a:cubicBezTo>
                    <a:pt x="158" y="1"/>
                    <a:pt x="1" y="158"/>
                    <a:pt x="1" y="347"/>
                  </a:cubicBezTo>
                  <a:cubicBezTo>
                    <a:pt x="1" y="568"/>
                    <a:pt x="158" y="726"/>
                    <a:pt x="347" y="726"/>
                  </a:cubicBezTo>
                  <a:lnTo>
                    <a:pt x="1734" y="726"/>
                  </a:lnTo>
                  <a:cubicBezTo>
                    <a:pt x="1923" y="726"/>
                    <a:pt x="2080" y="568"/>
                    <a:pt x="2080" y="347"/>
                  </a:cubicBezTo>
                  <a:cubicBezTo>
                    <a:pt x="2080" y="158"/>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1" name="Google Shape;15581;p82"/>
            <p:cNvSpPr/>
            <p:nvPr/>
          </p:nvSpPr>
          <p:spPr>
            <a:xfrm>
              <a:off x="-24966650" y="2444375"/>
              <a:ext cx="52025" cy="18150"/>
            </a:xfrm>
            <a:custGeom>
              <a:avLst/>
              <a:gdLst/>
              <a:ahLst/>
              <a:cxnLst/>
              <a:rect l="l" t="t" r="r" b="b"/>
              <a:pathLst>
                <a:path w="2081" h="726" extrusionOk="0">
                  <a:moveTo>
                    <a:pt x="347" y="1"/>
                  </a:moveTo>
                  <a:cubicBezTo>
                    <a:pt x="158" y="1"/>
                    <a:pt x="1" y="158"/>
                    <a:pt x="1" y="379"/>
                  </a:cubicBezTo>
                  <a:cubicBezTo>
                    <a:pt x="1" y="568"/>
                    <a:pt x="158" y="725"/>
                    <a:pt x="347" y="725"/>
                  </a:cubicBezTo>
                  <a:lnTo>
                    <a:pt x="1734" y="725"/>
                  </a:lnTo>
                  <a:cubicBezTo>
                    <a:pt x="1923" y="725"/>
                    <a:pt x="2080" y="568"/>
                    <a:pt x="2080" y="379"/>
                  </a:cubicBezTo>
                  <a:cubicBezTo>
                    <a:pt x="2080" y="158"/>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2" name="Google Shape;15582;p82"/>
            <p:cNvSpPr/>
            <p:nvPr/>
          </p:nvSpPr>
          <p:spPr>
            <a:xfrm>
              <a:off x="-24966650" y="2513700"/>
              <a:ext cx="52025" cy="17350"/>
            </a:xfrm>
            <a:custGeom>
              <a:avLst/>
              <a:gdLst/>
              <a:ahLst/>
              <a:cxnLst/>
              <a:rect l="l" t="t" r="r" b="b"/>
              <a:pathLst>
                <a:path w="2081" h="694" extrusionOk="0">
                  <a:moveTo>
                    <a:pt x="347" y="0"/>
                  </a:moveTo>
                  <a:cubicBezTo>
                    <a:pt x="158" y="0"/>
                    <a:pt x="1" y="158"/>
                    <a:pt x="1" y="347"/>
                  </a:cubicBezTo>
                  <a:cubicBezTo>
                    <a:pt x="1" y="536"/>
                    <a:pt x="158" y="693"/>
                    <a:pt x="347" y="693"/>
                  </a:cubicBezTo>
                  <a:lnTo>
                    <a:pt x="1734" y="693"/>
                  </a:lnTo>
                  <a:cubicBezTo>
                    <a:pt x="1923" y="693"/>
                    <a:pt x="2080" y="536"/>
                    <a:pt x="2080" y="347"/>
                  </a:cubicBezTo>
                  <a:cubicBezTo>
                    <a:pt x="2080" y="158"/>
                    <a:pt x="1923" y="0"/>
                    <a:pt x="17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3" name="Google Shape;15583;p82"/>
            <p:cNvSpPr/>
            <p:nvPr/>
          </p:nvSpPr>
          <p:spPr>
            <a:xfrm>
              <a:off x="-25071400" y="2549125"/>
              <a:ext cx="156775" cy="17350"/>
            </a:xfrm>
            <a:custGeom>
              <a:avLst/>
              <a:gdLst/>
              <a:ahLst/>
              <a:cxnLst/>
              <a:rect l="l" t="t" r="r" b="b"/>
              <a:pathLst>
                <a:path w="6271" h="694" extrusionOk="0">
                  <a:moveTo>
                    <a:pt x="379" y="1"/>
                  </a:moveTo>
                  <a:cubicBezTo>
                    <a:pt x="158" y="1"/>
                    <a:pt x="1" y="158"/>
                    <a:pt x="1" y="347"/>
                  </a:cubicBezTo>
                  <a:cubicBezTo>
                    <a:pt x="1" y="536"/>
                    <a:pt x="158" y="694"/>
                    <a:pt x="379" y="694"/>
                  </a:cubicBezTo>
                  <a:lnTo>
                    <a:pt x="5924" y="694"/>
                  </a:lnTo>
                  <a:cubicBezTo>
                    <a:pt x="6113" y="694"/>
                    <a:pt x="6270" y="536"/>
                    <a:pt x="6270" y="347"/>
                  </a:cubicBezTo>
                  <a:cubicBezTo>
                    <a:pt x="6270" y="158"/>
                    <a:pt x="6113" y="1"/>
                    <a:pt x="59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4" name="Google Shape;15584;p82"/>
            <p:cNvSpPr/>
            <p:nvPr/>
          </p:nvSpPr>
          <p:spPr>
            <a:xfrm>
              <a:off x="-25071400" y="2583800"/>
              <a:ext cx="156775" cy="17350"/>
            </a:xfrm>
            <a:custGeom>
              <a:avLst/>
              <a:gdLst/>
              <a:ahLst/>
              <a:cxnLst/>
              <a:rect l="l" t="t" r="r" b="b"/>
              <a:pathLst>
                <a:path w="6271" h="694" extrusionOk="0">
                  <a:moveTo>
                    <a:pt x="379" y="0"/>
                  </a:moveTo>
                  <a:cubicBezTo>
                    <a:pt x="158" y="0"/>
                    <a:pt x="1" y="158"/>
                    <a:pt x="1" y="347"/>
                  </a:cubicBezTo>
                  <a:cubicBezTo>
                    <a:pt x="1" y="536"/>
                    <a:pt x="158" y="693"/>
                    <a:pt x="379" y="693"/>
                  </a:cubicBezTo>
                  <a:lnTo>
                    <a:pt x="5924" y="693"/>
                  </a:lnTo>
                  <a:cubicBezTo>
                    <a:pt x="6113" y="693"/>
                    <a:pt x="6270" y="536"/>
                    <a:pt x="6270" y="347"/>
                  </a:cubicBezTo>
                  <a:cubicBezTo>
                    <a:pt x="6270" y="158"/>
                    <a:pt x="6113" y="0"/>
                    <a:pt x="59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5" name="Google Shape;15585;p82"/>
            <p:cNvSpPr/>
            <p:nvPr/>
          </p:nvSpPr>
          <p:spPr>
            <a:xfrm>
              <a:off x="-24862675" y="2375850"/>
              <a:ext cx="53575" cy="260725"/>
            </a:xfrm>
            <a:custGeom>
              <a:avLst/>
              <a:gdLst/>
              <a:ahLst/>
              <a:cxnLst/>
              <a:rect l="l" t="t" r="r" b="b"/>
              <a:pathLst>
                <a:path w="2143" h="10429" extrusionOk="0">
                  <a:moveTo>
                    <a:pt x="1103" y="1103"/>
                  </a:moveTo>
                  <a:lnTo>
                    <a:pt x="1481" y="1797"/>
                  </a:lnTo>
                  <a:lnTo>
                    <a:pt x="1481" y="7625"/>
                  </a:lnTo>
                  <a:lnTo>
                    <a:pt x="757" y="7625"/>
                  </a:lnTo>
                  <a:lnTo>
                    <a:pt x="757" y="1797"/>
                  </a:lnTo>
                  <a:lnTo>
                    <a:pt x="1103" y="1103"/>
                  </a:lnTo>
                  <a:close/>
                  <a:moveTo>
                    <a:pt x="1481" y="8255"/>
                  </a:moveTo>
                  <a:lnTo>
                    <a:pt x="1481" y="9358"/>
                  </a:lnTo>
                  <a:cubicBezTo>
                    <a:pt x="1450" y="9578"/>
                    <a:pt x="1324" y="9736"/>
                    <a:pt x="1103" y="9736"/>
                  </a:cubicBezTo>
                  <a:cubicBezTo>
                    <a:pt x="914" y="9736"/>
                    <a:pt x="757" y="9578"/>
                    <a:pt x="757" y="9358"/>
                  </a:cubicBezTo>
                  <a:lnTo>
                    <a:pt x="757" y="8255"/>
                  </a:lnTo>
                  <a:close/>
                  <a:moveTo>
                    <a:pt x="1072" y="1"/>
                  </a:moveTo>
                  <a:cubicBezTo>
                    <a:pt x="946" y="1"/>
                    <a:pt x="820" y="64"/>
                    <a:pt x="757" y="190"/>
                  </a:cubicBezTo>
                  <a:lnTo>
                    <a:pt x="32" y="1576"/>
                  </a:lnTo>
                  <a:cubicBezTo>
                    <a:pt x="0" y="1608"/>
                    <a:pt x="0" y="1702"/>
                    <a:pt x="0" y="1734"/>
                  </a:cubicBezTo>
                  <a:lnTo>
                    <a:pt x="0" y="9421"/>
                  </a:lnTo>
                  <a:cubicBezTo>
                    <a:pt x="0" y="9988"/>
                    <a:pt x="473" y="10429"/>
                    <a:pt x="1040" y="10429"/>
                  </a:cubicBezTo>
                  <a:cubicBezTo>
                    <a:pt x="1607" y="10429"/>
                    <a:pt x="2048" y="9956"/>
                    <a:pt x="2048" y="9421"/>
                  </a:cubicBezTo>
                  <a:lnTo>
                    <a:pt x="2048" y="1734"/>
                  </a:lnTo>
                  <a:cubicBezTo>
                    <a:pt x="2143" y="1639"/>
                    <a:pt x="2143" y="1608"/>
                    <a:pt x="2111" y="1576"/>
                  </a:cubicBezTo>
                  <a:lnTo>
                    <a:pt x="1387" y="190"/>
                  </a:lnTo>
                  <a:cubicBezTo>
                    <a:pt x="1355" y="64"/>
                    <a:pt x="1198"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86" name="Google Shape;15586;p82"/>
          <p:cNvSpPr/>
          <p:nvPr/>
        </p:nvSpPr>
        <p:spPr>
          <a:xfrm>
            <a:off x="7075748" y="5100163"/>
            <a:ext cx="475928" cy="351616"/>
          </a:xfrm>
          <a:custGeom>
            <a:avLst/>
            <a:gdLst/>
            <a:ahLst/>
            <a:cxnLst/>
            <a:rect l="l" t="t" r="r" b="b"/>
            <a:pathLst>
              <a:path w="11941" h="8822" extrusionOk="0">
                <a:moveTo>
                  <a:pt x="7184" y="1229"/>
                </a:moveTo>
                <a:lnTo>
                  <a:pt x="7184" y="1922"/>
                </a:lnTo>
                <a:lnTo>
                  <a:pt x="6459" y="1922"/>
                </a:lnTo>
                <a:lnTo>
                  <a:pt x="6459" y="1229"/>
                </a:lnTo>
                <a:close/>
                <a:moveTo>
                  <a:pt x="5797" y="1261"/>
                </a:moveTo>
                <a:lnTo>
                  <a:pt x="5797" y="1954"/>
                </a:lnTo>
                <a:lnTo>
                  <a:pt x="5073" y="1954"/>
                </a:lnTo>
                <a:lnTo>
                  <a:pt x="5073" y="1607"/>
                </a:lnTo>
                <a:cubicBezTo>
                  <a:pt x="5073" y="1418"/>
                  <a:pt x="5230" y="1261"/>
                  <a:pt x="5419" y="1261"/>
                </a:cubicBezTo>
                <a:close/>
                <a:moveTo>
                  <a:pt x="8192" y="1261"/>
                </a:moveTo>
                <a:cubicBezTo>
                  <a:pt x="8381" y="1261"/>
                  <a:pt x="8538" y="1418"/>
                  <a:pt x="8538" y="1607"/>
                </a:cubicBezTo>
                <a:lnTo>
                  <a:pt x="8538" y="1954"/>
                </a:lnTo>
                <a:lnTo>
                  <a:pt x="7845" y="1954"/>
                </a:lnTo>
                <a:lnTo>
                  <a:pt x="7845" y="1261"/>
                </a:lnTo>
                <a:close/>
                <a:moveTo>
                  <a:pt x="1450" y="694"/>
                </a:moveTo>
                <a:cubicBezTo>
                  <a:pt x="1607" y="694"/>
                  <a:pt x="1796" y="788"/>
                  <a:pt x="1922" y="914"/>
                </a:cubicBezTo>
                <a:lnTo>
                  <a:pt x="3182" y="2174"/>
                </a:lnTo>
                <a:cubicBezTo>
                  <a:pt x="3497" y="2489"/>
                  <a:pt x="3938" y="2679"/>
                  <a:pt x="4411" y="2679"/>
                </a:cubicBezTo>
                <a:lnTo>
                  <a:pt x="10523" y="2679"/>
                </a:lnTo>
                <a:cubicBezTo>
                  <a:pt x="10901" y="2679"/>
                  <a:pt x="11216" y="2994"/>
                  <a:pt x="11216" y="3372"/>
                </a:cubicBezTo>
                <a:cubicBezTo>
                  <a:pt x="11216" y="3781"/>
                  <a:pt x="10901" y="4096"/>
                  <a:pt x="10523" y="4096"/>
                </a:cubicBezTo>
                <a:lnTo>
                  <a:pt x="3812" y="4096"/>
                </a:lnTo>
                <a:cubicBezTo>
                  <a:pt x="3340" y="4096"/>
                  <a:pt x="2899" y="3907"/>
                  <a:pt x="2584" y="3592"/>
                </a:cubicBezTo>
                <a:lnTo>
                  <a:pt x="977" y="1891"/>
                </a:lnTo>
                <a:cubicBezTo>
                  <a:pt x="693" y="1607"/>
                  <a:pt x="693" y="1166"/>
                  <a:pt x="977" y="914"/>
                </a:cubicBezTo>
                <a:cubicBezTo>
                  <a:pt x="1103" y="788"/>
                  <a:pt x="1292" y="694"/>
                  <a:pt x="1450" y="694"/>
                </a:cubicBezTo>
                <a:close/>
                <a:moveTo>
                  <a:pt x="8255" y="4726"/>
                </a:moveTo>
                <a:lnTo>
                  <a:pt x="6805" y="5545"/>
                </a:lnTo>
                <a:lnTo>
                  <a:pt x="5356" y="4726"/>
                </a:lnTo>
                <a:close/>
                <a:moveTo>
                  <a:pt x="6805" y="6333"/>
                </a:moveTo>
                <a:lnTo>
                  <a:pt x="8822" y="7467"/>
                </a:lnTo>
                <a:lnTo>
                  <a:pt x="4821" y="7467"/>
                </a:lnTo>
                <a:lnTo>
                  <a:pt x="6805" y="6333"/>
                </a:lnTo>
                <a:close/>
                <a:moveTo>
                  <a:pt x="3340" y="7467"/>
                </a:moveTo>
                <a:cubicBezTo>
                  <a:pt x="3529" y="7467"/>
                  <a:pt x="3686" y="7625"/>
                  <a:pt x="3686" y="7845"/>
                </a:cubicBezTo>
                <a:cubicBezTo>
                  <a:pt x="3686" y="8034"/>
                  <a:pt x="3529" y="8192"/>
                  <a:pt x="3340" y="8192"/>
                </a:cubicBezTo>
                <a:cubicBezTo>
                  <a:pt x="3151" y="8192"/>
                  <a:pt x="2993" y="8034"/>
                  <a:pt x="2993" y="7845"/>
                </a:cubicBezTo>
                <a:cubicBezTo>
                  <a:pt x="2993" y="7625"/>
                  <a:pt x="3151" y="7467"/>
                  <a:pt x="3340" y="7467"/>
                </a:cubicBezTo>
                <a:close/>
                <a:moveTo>
                  <a:pt x="10271" y="7467"/>
                </a:moveTo>
                <a:cubicBezTo>
                  <a:pt x="10460" y="7467"/>
                  <a:pt x="10618" y="7625"/>
                  <a:pt x="10618" y="7845"/>
                </a:cubicBezTo>
                <a:cubicBezTo>
                  <a:pt x="10618" y="8034"/>
                  <a:pt x="10460" y="8192"/>
                  <a:pt x="10271" y="8192"/>
                </a:cubicBezTo>
                <a:cubicBezTo>
                  <a:pt x="10082" y="8192"/>
                  <a:pt x="9924" y="8034"/>
                  <a:pt x="9924" y="7845"/>
                </a:cubicBezTo>
                <a:cubicBezTo>
                  <a:pt x="9924" y="7625"/>
                  <a:pt x="10082" y="7467"/>
                  <a:pt x="10271" y="7467"/>
                </a:cubicBezTo>
                <a:close/>
                <a:moveTo>
                  <a:pt x="1544" y="1"/>
                </a:moveTo>
                <a:cubicBezTo>
                  <a:pt x="1166" y="1"/>
                  <a:pt x="820" y="158"/>
                  <a:pt x="536" y="379"/>
                </a:cubicBezTo>
                <a:cubicBezTo>
                  <a:pt x="0" y="946"/>
                  <a:pt x="0" y="1796"/>
                  <a:pt x="536" y="2363"/>
                </a:cubicBezTo>
                <a:lnTo>
                  <a:pt x="2206" y="4002"/>
                </a:lnTo>
                <a:cubicBezTo>
                  <a:pt x="2678" y="4474"/>
                  <a:pt x="3277" y="4726"/>
                  <a:pt x="3938" y="4726"/>
                </a:cubicBezTo>
                <a:lnTo>
                  <a:pt x="4002" y="4726"/>
                </a:lnTo>
                <a:lnTo>
                  <a:pt x="6175" y="5955"/>
                </a:lnTo>
                <a:lnTo>
                  <a:pt x="4128" y="7089"/>
                </a:lnTo>
                <a:cubicBezTo>
                  <a:pt x="3938" y="6900"/>
                  <a:pt x="3686" y="6774"/>
                  <a:pt x="3371" y="6774"/>
                </a:cubicBezTo>
                <a:cubicBezTo>
                  <a:pt x="2804" y="6774"/>
                  <a:pt x="2363" y="7247"/>
                  <a:pt x="2363" y="7782"/>
                </a:cubicBezTo>
                <a:cubicBezTo>
                  <a:pt x="2363" y="8381"/>
                  <a:pt x="2836" y="8822"/>
                  <a:pt x="3371" y="8822"/>
                </a:cubicBezTo>
                <a:cubicBezTo>
                  <a:pt x="3812" y="8822"/>
                  <a:pt x="4222" y="8538"/>
                  <a:pt x="4380" y="8097"/>
                </a:cubicBezTo>
                <a:lnTo>
                  <a:pt x="9326" y="8097"/>
                </a:lnTo>
                <a:cubicBezTo>
                  <a:pt x="9483" y="8507"/>
                  <a:pt x="9830" y="8822"/>
                  <a:pt x="10302" y="8822"/>
                </a:cubicBezTo>
                <a:cubicBezTo>
                  <a:pt x="10901" y="8822"/>
                  <a:pt x="11342" y="8349"/>
                  <a:pt x="11342" y="7782"/>
                </a:cubicBezTo>
                <a:cubicBezTo>
                  <a:pt x="11342" y="7184"/>
                  <a:pt x="10870" y="6774"/>
                  <a:pt x="10302" y="6774"/>
                </a:cubicBezTo>
                <a:cubicBezTo>
                  <a:pt x="10050" y="6774"/>
                  <a:pt x="9767" y="6900"/>
                  <a:pt x="9578" y="7089"/>
                </a:cubicBezTo>
                <a:lnTo>
                  <a:pt x="7530" y="5955"/>
                </a:lnTo>
                <a:lnTo>
                  <a:pt x="9672" y="4726"/>
                </a:lnTo>
                <a:lnTo>
                  <a:pt x="10555" y="4726"/>
                </a:lnTo>
                <a:cubicBezTo>
                  <a:pt x="11311" y="4726"/>
                  <a:pt x="11941" y="4096"/>
                  <a:pt x="11941" y="3340"/>
                </a:cubicBezTo>
                <a:cubicBezTo>
                  <a:pt x="11941" y="2584"/>
                  <a:pt x="11311" y="1954"/>
                  <a:pt x="10555" y="1954"/>
                </a:cubicBezTo>
                <a:lnTo>
                  <a:pt x="9263" y="1954"/>
                </a:lnTo>
                <a:lnTo>
                  <a:pt x="9263" y="1607"/>
                </a:lnTo>
                <a:cubicBezTo>
                  <a:pt x="9263" y="1009"/>
                  <a:pt x="8790" y="599"/>
                  <a:pt x="8223" y="599"/>
                </a:cubicBezTo>
                <a:lnTo>
                  <a:pt x="5482" y="599"/>
                </a:lnTo>
                <a:cubicBezTo>
                  <a:pt x="4884" y="599"/>
                  <a:pt x="4443" y="1072"/>
                  <a:pt x="4443" y="1607"/>
                </a:cubicBezTo>
                <a:lnTo>
                  <a:pt x="4443" y="1954"/>
                </a:lnTo>
                <a:cubicBezTo>
                  <a:pt x="4222" y="1954"/>
                  <a:pt x="3970" y="1859"/>
                  <a:pt x="3781" y="1639"/>
                </a:cubicBezTo>
                <a:lnTo>
                  <a:pt x="2521" y="379"/>
                </a:lnTo>
                <a:cubicBezTo>
                  <a:pt x="2237" y="127"/>
                  <a:pt x="1891" y="1"/>
                  <a:pt x="15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87" name="Google Shape;15587;p82"/>
          <p:cNvGrpSpPr/>
          <p:nvPr/>
        </p:nvGrpSpPr>
        <p:grpSpPr>
          <a:xfrm>
            <a:off x="10064125" y="3855204"/>
            <a:ext cx="473417" cy="472181"/>
            <a:chOff x="-23229925" y="1970225"/>
            <a:chExt cx="296950" cy="296175"/>
          </a:xfrm>
        </p:grpSpPr>
        <p:sp>
          <p:nvSpPr>
            <p:cNvPr id="15588" name="Google Shape;15588;p82"/>
            <p:cNvSpPr/>
            <p:nvPr/>
          </p:nvSpPr>
          <p:spPr>
            <a:xfrm>
              <a:off x="-23229925" y="1970225"/>
              <a:ext cx="296950" cy="296175"/>
            </a:xfrm>
            <a:custGeom>
              <a:avLst/>
              <a:gdLst/>
              <a:ahLst/>
              <a:cxnLst/>
              <a:rect l="l" t="t" r="r" b="b"/>
              <a:pathLst>
                <a:path w="11878" h="11847" extrusionOk="0">
                  <a:moveTo>
                    <a:pt x="10145" y="694"/>
                  </a:moveTo>
                  <a:cubicBezTo>
                    <a:pt x="10743" y="694"/>
                    <a:pt x="11184" y="1167"/>
                    <a:pt x="11184" y="1734"/>
                  </a:cubicBezTo>
                  <a:lnTo>
                    <a:pt x="11184" y="10114"/>
                  </a:lnTo>
                  <a:cubicBezTo>
                    <a:pt x="11184" y="10712"/>
                    <a:pt x="10712" y="11122"/>
                    <a:pt x="10145" y="11122"/>
                  </a:cubicBezTo>
                  <a:lnTo>
                    <a:pt x="1764" y="11122"/>
                  </a:lnTo>
                  <a:cubicBezTo>
                    <a:pt x="1166" y="11122"/>
                    <a:pt x="725" y="10681"/>
                    <a:pt x="725" y="10114"/>
                  </a:cubicBezTo>
                  <a:lnTo>
                    <a:pt x="725" y="1734"/>
                  </a:lnTo>
                  <a:cubicBezTo>
                    <a:pt x="725" y="1135"/>
                    <a:pt x="1197" y="694"/>
                    <a:pt x="1764" y="694"/>
                  </a:cubicBezTo>
                  <a:close/>
                  <a:moveTo>
                    <a:pt x="1733" y="1"/>
                  </a:moveTo>
                  <a:cubicBezTo>
                    <a:pt x="788" y="1"/>
                    <a:pt x="0" y="788"/>
                    <a:pt x="0" y="1734"/>
                  </a:cubicBezTo>
                  <a:lnTo>
                    <a:pt x="0" y="10114"/>
                  </a:lnTo>
                  <a:cubicBezTo>
                    <a:pt x="0" y="11059"/>
                    <a:pt x="788" y="11847"/>
                    <a:pt x="1733" y="11847"/>
                  </a:cubicBezTo>
                  <a:lnTo>
                    <a:pt x="10113" y="11847"/>
                  </a:lnTo>
                  <a:cubicBezTo>
                    <a:pt x="11058" y="11847"/>
                    <a:pt x="11846" y="11059"/>
                    <a:pt x="11846" y="10114"/>
                  </a:cubicBezTo>
                  <a:lnTo>
                    <a:pt x="11846" y="1734"/>
                  </a:lnTo>
                  <a:cubicBezTo>
                    <a:pt x="11878" y="788"/>
                    <a:pt x="11090" y="1"/>
                    <a:pt x="101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9" name="Google Shape;15589;p82"/>
            <p:cNvSpPr/>
            <p:nvPr/>
          </p:nvSpPr>
          <p:spPr>
            <a:xfrm>
              <a:off x="-23196075" y="2005675"/>
              <a:ext cx="227650" cy="192200"/>
            </a:xfrm>
            <a:custGeom>
              <a:avLst/>
              <a:gdLst/>
              <a:ahLst/>
              <a:cxnLst/>
              <a:rect l="l" t="t" r="r" b="b"/>
              <a:pathLst>
                <a:path w="9106" h="7688" extrusionOk="0">
                  <a:moveTo>
                    <a:pt x="8444" y="662"/>
                  </a:moveTo>
                  <a:lnTo>
                    <a:pt x="8444" y="3435"/>
                  </a:lnTo>
                  <a:lnTo>
                    <a:pt x="6144" y="3435"/>
                  </a:lnTo>
                  <a:cubicBezTo>
                    <a:pt x="5987" y="3435"/>
                    <a:pt x="5892" y="3498"/>
                    <a:pt x="5829" y="3624"/>
                  </a:cubicBezTo>
                  <a:lnTo>
                    <a:pt x="5357" y="4852"/>
                  </a:lnTo>
                  <a:lnTo>
                    <a:pt x="4317" y="1576"/>
                  </a:lnTo>
                  <a:cubicBezTo>
                    <a:pt x="4254" y="1450"/>
                    <a:pt x="4160" y="1324"/>
                    <a:pt x="4002" y="1324"/>
                  </a:cubicBezTo>
                  <a:cubicBezTo>
                    <a:pt x="3845" y="1324"/>
                    <a:pt x="3718" y="1418"/>
                    <a:pt x="3624" y="1544"/>
                  </a:cubicBezTo>
                  <a:lnTo>
                    <a:pt x="2805" y="3435"/>
                  </a:lnTo>
                  <a:lnTo>
                    <a:pt x="757" y="3435"/>
                  </a:lnTo>
                  <a:lnTo>
                    <a:pt x="757" y="662"/>
                  </a:lnTo>
                  <a:close/>
                  <a:moveTo>
                    <a:pt x="3876" y="2678"/>
                  </a:moveTo>
                  <a:lnTo>
                    <a:pt x="4947" y="5986"/>
                  </a:lnTo>
                  <a:cubicBezTo>
                    <a:pt x="4979" y="6144"/>
                    <a:pt x="5105" y="6207"/>
                    <a:pt x="5262" y="6207"/>
                  </a:cubicBezTo>
                  <a:cubicBezTo>
                    <a:pt x="5420" y="6207"/>
                    <a:pt x="5514" y="6144"/>
                    <a:pt x="5577" y="6018"/>
                  </a:cubicBezTo>
                  <a:lnTo>
                    <a:pt x="6333" y="4159"/>
                  </a:lnTo>
                  <a:lnTo>
                    <a:pt x="8413" y="4159"/>
                  </a:lnTo>
                  <a:lnTo>
                    <a:pt x="8413" y="6995"/>
                  </a:lnTo>
                  <a:lnTo>
                    <a:pt x="757" y="6995"/>
                  </a:lnTo>
                  <a:lnTo>
                    <a:pt x="757" y="6963"/>
                  </a:lnTo>
                  <a:lnTo>
                    <a:pt x="757" y="4128"/>
                  </a:lnTo>
                  <a:lnTo>
                    <a:pt x="2994" y="4128"/>
                  </a:lnTo>
                  <a:cubicBezTo>
                    <a:pt x="3120" y="4128"/>
                    <a:pt x="3277" y="4065"/>
                    <a:pt x="3309" y="3939"/>
                  </a:cubicBezTo>
                  <a:lnTo>
                    <a:pt x="3876" y="2678"/>
                  </a:lnTo>
                  <a:close/>
                  <a:moveTo>
                    <a:pt x="379" y="1"/>
                  </a:moveTo>
                  <a:cubicBezTo>
                    <a:pt x="158" y="1"/>
                    <a:pt x="1" y="158"/>
                    <a:pt x="1" y="347"/>
                  </a:cubicBezTo>
                  <a:lnTo>
                    <a:pt x="1" y="7310"/>
                  </a:lnTo>
                  <a:cubicBezTo>
                    <a:pt x="1" y="7530"/>
                    <a:pt x="158" y="7688"/>
                    <a:pt x="379" y="7688"/>
                  </a:cubicBezTo>
                  <a:lnTo>
                    <a:pt x="8759" y="7688"/>
                  </a:lnTo>
                  <a:cubicBezTo>
                    <a:pt x="8948" y="7688"/>
                    <a:pt x="9106" y="7530"/>
                    <a:pt x="9106" y="7310"/>
                  </a:cubicBezTo>
                  <a:lnTo>
                    <a:pt x="9106" y="347"/>
                  </a:lnTo>
                  <a:cubicBezTo>
                    <a:pt x="9106" y="158"/>
                    <a:pt x="8948" y="1"/>
                    <a:pt x="87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0" name="Google Shape;15590;p82"/>
            <p:cNvSpPr/>
            <p:nvPr/>
          </p:nvSpPr>
          <p:spPr>
            <a:xfrm>
              <a:off x="-231425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1" name="Google Shape;15591;p82"/>
            <p:cNvSpPr/>
            <p:nvPr/>
          </p:nvSpPr>
          <p:spPr>
            <a:xfrm>
              <a:off x="-23177150" y="221440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662" y="158"/>
                    <a:pt x="504"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92" name="Google Shape;15592;p82"/>
          <p:cNvGrpSpPr/>
          <p:nvPr/>
        </p:nvGrpSpPr>
        <p:grpSpPr>
          <a:xfrm>
            <a:off x="10120621" y="4451022"/>
            <a:ext cx="360424" cy="473417"/>
            <a:chOff x="-23177950" y="2340425"/>
            <a:chExt cx="226075" cy="296950"/>
          </a:xfrm>
        </p:grpSpPr>
        <p:sp>
          <p:nvSpPr>
            <p:cNvPr id="15593" name="Google Shape;15593;p82"/>
            <p:cNvSpPr/>
            <p:nvPr/>
          </p:nvSpPr>
          <p:spPr>
            <a:xfrm>
              <a:off x="-23177950" y="2340425"/>
              <a:ext cx="226075" cy="296950"/>
            </a:xfrm>
            <a:custGeom>
              <a:avLst/>
              <a:gdLst/>
              <a:ahLst/>
              <a:cxnLst/>
              <a:rect l="l" t="t" r="r" b="b"/>
              <a:pathLst>
                <a:path w="9043" h="11878" extrusionOk="0">
                  <a:moveTo>
                    <a:pt x="1418" y="693"/>
                  </a:moveTo>
                  <a:lnTo>
                    <a:pt x="1418" y="1449"/>
                  </a:lnTo>
                  <a:cubicBezTo>
                    <a:pt x="1418" y="2048"/>
                    <a:pt x="1891" y="2457"/>
                    <a:pt x="2426" y="2457"/>
                  </a:cubicBezTo>
                  <a:lnTo>
                    <a:pt x="2804" y="2457"/>
                  </a:lnTo>
                  <a:cubicBezTo>
                    <a:pt x="2899" y="2457"/>
                    <a:pt x="2993" y="2426"/>
                    <a:pt x="3057" y="2300"/>
                  </a:cubicBezTo>
                  <a:cubicBezTo>
                    <a:pt x="3340" y="1953"/>
                    <a:pt x="3750" y="1764"/>
                    <a:pt x="4159" y="1764"/>
                  </a:cubicBezTo>
                  <a:cubicBezTo>
                    <a:pt x="6459" y="1764"/>
                    <a:pt x="8349" y="3623"/>
                    <a:pt x="8349" y="5923"/>
                  </a:cubicBezTo>
                  <a:cubicBezTo>
                    <a:pt x="8349" y="8254"/>
                    <a:pt x="6491" y="10113"/>
                    <a:pt x="4159" y="10113"/>
                  </a:cubicBezTo>
                  <a:cubicBezTo>
                    <a:pt x="3750" y="10113"/>
                    <a:pt x="3340" y="9924"/>
                    <a:pt x="3057" y="9578"/>
                  </a:cubicBezTo>
                  <a:cubicBezTo>
                    <a:pt x="2993" y="9483"/>
                    <a:pt x="2899" y="9389"/>
                    <a:pt x="2804" y="9389"/>
                  </a:cubicBezTo>
                  <a:lnTo>
                    <a:pt x="2426" y="9389"/>
                  </a:lnTo>
                  <a:cubicBezTo>
                    <a:pt x="1859" y="9389"/>
                    <a:pt x="1418" y="9861"/>
                    <a:pt x="1418" y="10428"/>
                  </a:cubicBezTo>
                  <a:lnTo>
                    <a:pt x="1418" y="11153"/>
                  </a:lnTo>
                  <a:lnTo>
                    <a:pt x="694" y="11153"/>
                  </a:lnTo>
                  <a:lnTo>
                    <a:pt x="694" y="10428"/>
                  </a:lnTo>
                  <a:cubicBezTo>
                    <a:pt x="694" y="9483"/>
                    <a:pt x="1481" y="8695"/>
                    <a:pt x="2426" y="8695"/>
                  </a:cubicBezTo>
                  <a:lnTo>
                    <a:pt x="2489" y="8695"/>
                  </a:lnTo>
                  <a:cubicBezTo>
                    <a:pt x="2647" y="8695"/>
                    <a:pt x="2804" y="8569"/>
                    <a:pt x="2836" y="8412"/>
                  </a:cubicBezTo>
                  <a:cubicBezTo>
                    <a:pt x="2962" y="7782"/>
                    <a:pt x="3529" y="7309"/>
                    <a:pt x="4222" y="7309"/>
                  </a:cubicBezTo>
                  <a:cubicBezTo>
                    <a:pt x="4947" y="7309"/>
                    <a:pt x="5577" y="6679"/>
                    <a:pt x="5577" y="5923"/>
                  </a:cubicBezTo>
                  <a:cubicBezTo>
                    <a:pt x="5577" y="5198"/>
                    <a:pt x="4947" y="4568"/>
                    <a:pt x="4222" y="4568"/>
                  </a:cubicBezTo>
                  <a:cubicBezTo>
                    <a:pt x="3529" y="4568"/>
                    <a:pt x="2993" y="4096"/>
                    <a:pt x="2836" y="3466"/>
                  </a:cubicBezTo>
                  <a:cubicBezTo>
                    <a:pt x="2804" y="3308"/>
                    <a:pt x="2678" y="3182"/>
                    <a:pt x="2489" y="3182"/>
                  </a:cubicBezTo>
                  <a:lnTo>
                    <a:pt x="2426" y="3182"/>
                  </a:lnTo>
                  <a:cubicBezTo>
                    <a:pt x="1481" y="3182"/>
                    <a:pt x="694" y="2394"/>
                    <a:pt x="694" y="1449"/>
                  </a:cubicBezTo>
                  <a:lnTo>
                    <a:pt x="694" y="693"/>
                  </a:lnTo>
                  <a:close/>
                  <a:moveTo>
                    <a:pt x="347" y="0"/>
                  </a:moveTo>
                  <a:cubicBezTo>
                    <a:pt x="158" y="0"/>
                    <a:pt x="1" y="158"/>
                    <a:pt x="1" y="347"/>
                  </a:cubicBezTo>
                  <a:lnTo>
                    <a:pt x="1" y="1449"/>
                  </a:lnTo>
                  <a:cubicBezTo>
                    <a:pt x="1" y="2710"/>
                    <a:pt x="977" y="3749"/>
                    <a:pt x="2206" y="3844"/>
                  </a:cubicBezTo>
                  <a:cubicBezTo>
                    <a:pt x="2489" y="4694"/>
                    <a:pt x="3277" y="5261"/>
                    <a:pt x="4159" y="5261"/>
                  </a:cubicBezTo>
                  <a:cubicBezTo>
                    <a:pt x="4569" y="5261"/>
                    <a:pt x="4884" y="5576"/>
                    <a:pt x="4884" y="5986"/>
                  </a:cubicBezTo>
                  <a:cubicBezTo>
                    <a:pt x="4884" y="6364"/>
                    <a:pt x="4569" y="6679"/>
                    <a:pt x="4159" y="6679"/>
                  </a:cubicBezTo>
                  <a:cubicBezTo>
                    <a:pt x="3277" y="6679"/>
                    <a:pt x="2489" y="7278"/>
                    <a:pt x="2206" y="8097"/>
                  </a:cubicBezTo>
                  <a:cubicBezTo>
                    <a:pt x="977" y="8223"/>
                    <a:pt x="1" y="9263"/>
                    <a:pt x="1" y="10523"/>
                  </a:cubicBezTo>
                  <a:lnTo>
                    <a:pt x="1" y="11531"/>
                  </a:lnTo>
                  <a:cubicBezTo>
                    <a:pt x="1" y="11720"/>
                    <a:pt x="158" y="11877"/>
                    <a:pt x="347" y="11877"/>
                  </a:cubicBezTo>
                  <a:lnTo>
                    <a:pt x="1733" y="11877"/>
                  </a:lnTo>
                  <a:cubicBezTo>
                    <a:pt x="1922" y="11877"/>
                    <a:pt x="2080" y="11720"/>
                    <a:pt x="2080" y="11531"/>
                  </a:cubicBezTo>
                  <a:lnTo>
                    <a:pt x="2080" y="10523"/>
                  </a:lnTo>
                  <a:cubicBezTo>
                    <a:pt x="2080" y="10302"/>
                    <a:pt x="2237" y="10145"/>
                    <a:pt x="2426" y="10145"/>
                  </a:cubicBezTo>
                  <a:lnTo>
                    <a:pt x="2647" y="10145"/>
                  </a:lnTo>
                  <a:cubicBezTo>
                    <a:pt x="3025" y="10586"/>
                    <a:pt x="3592" y="10869"/>
                    <a:pt x="4159" y="10869"/>
                  </a:cubicBezTo>
                  <a:cubicBezTo>
                    <a:pt x="6837" y="10869"/>
                    <a:pt x="9011" y="8695"/>
                    <a:pt x="9011" y="6018"/>
                  </a:cubicBezTo>
                  <a:cubicBezTo>
                    <a:pt x="9042" y="3277"/>
                    <a:pt x="6837" y="1103"/>
                    <a:pt x="4159" y="1103"/>
                  </a:cubicBezTo>
                  <a:cubicBezTo>
                    <a:pt x="3592" y="1103"/>
                    <a:pt x="3025" y="1323"/>
                    <a:pt x="2647" y="1796"/>
                  </a:cubicBezTo>
                  <a:lnTo>
                    <a:pt x="2426" y="1796"/>
                  </a:lnTo>
                  <a:cubicBezTo>
                    <a:pt x="2237" y="1796"/>
                    <a:pt x="2080" y="1638"/>
                    <a:pt x="2080" y="1449"/>
                  </a:cubicBez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4" name="Google Shape;15594;p82"/>
            <p:cNvSpPr/>
            <p:nvPr/>
          </p:nvSpPr>
          <p:spPr>
            <a:xfrm>
              <a:off x="-23081850" y="2425475"/>
              <a:ext cx="96100" cy="151250"/>
            </a:xfrm>
            <a:custGeom>
              <a:avLst/>
              <a:gdLst/>
              <a:ahLst/>
              <a:cxnLst/>
              <a:rect l="l" t="t" r="r" b="b"/>
              <a:pathLst>
                <a:path w="3844" h="6050" extrusionOk="0">
                  <a:moveTo>
                    <a:pt x="2568" y="1"/>
                  </a:moveTo>
                  <a:cubicBezTo>
                    <a:pt x="2481" y="1"/>
                    <a:pt x="2395" y="32"/>
                    <a:pt x="2332" y="95"/>
                  </a:cubicBezTo>
                  <a:cubicBezTo>
                    <a:pt x="2205" y="221"/>
                    <a:pt x="2205" y="442"/>
                    <a:pt x="2332" y="568"/>
                  </a:cubicBezTo>
                  <a:cubicBezTo>
                    <a:pt x="2867" y="1072"/>
                    <a:pt x="3151" y="1796"/>
                    <a:pt x="3151" y="2553"/>
                  </a:cubicBezTo>
                  <a:cubicBezTo>
                    <a:pt x="3151" y="3277"/>
                    <a:pt x="2899" y="3970"/>
                    <a:pt x="2332" y="4506"/>
                  </a:cubicBezTo>
                  <a:cubicBezTo>
                    <a:pt x="1827" y="5010"/>
                    <a:pt x="1134" y="5325"/>
                    <a:pt x="378" y="5325"/>
                  </a:cubicBezTo>
                  <a:cubicBezTo>
                    <a:pt x="189" y="5325"/>
                    <a:pt x="0" y="5482"/>
                    <a:pt x="0" y="5703"/>
                  </a:cubicBezTo>
                  <a:cubicBezTo>
                    <a:pt x="0" y="5892"/>
                    <a:pt x="189" y="6050"/>
                    <a:pt x="378" y="6050"/>
                  </a:cubicBezTo>
                  <a:cubicBezTo>
                    <a:pt x="1292" y="6050"/>
                    <a:pt x="2174" y="5703"/>
                    <a:pt x="2804" y="5010"/>
                  </a:cubicBezTo>
                  <a:cubicBezTo>
                    <a:pt x="3466" y="4348"/>
                    <a:pt x="3844" y="3498"/>
                    <a:pt x="3844" y="2584"/>
                  </a:cubicBezTo>
                  <a:cubicBezTo>
                    <a:pt x="3844" y="1670"/>
                    <a:pt x="3434" y="757"/>
                    <a:pt x="2804" y="95"/>
                  </a:cubicBezTo>
                  <a:cubicBezTo>
                    <a:pt x="2741" y="32"/>
                    <a:pt x="2654" y="1"/>
                    <a:pt x="25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95" name="Google Shape;15595;p82"/>
          <p:cNvGrpSpPr/>
          <p:nvPr/>
        </p:nvGrpSpPr>
        <p:grpSpPr>
          <a:xfrm>
            <a:off x="10064742" y="5039923"/>
            <a:ext cx="472181" cy="472181"/>
            <a:chOff x="-23229150" y="2710600"/>
            <a:chExt cx="296175" cy="296175"/>
          </a:xfrm>
        </p:grpSpPr>
        <p:sp>
          <p:nvSpPr>
            <p:cNvPr id="15596" name="Google Shape;15596;p82"/>
            <p:cNvSpPr/>
            <p:nvPr/>
          </p:nvSpPr>
          <p:spPr>
            <a:xfrm>
              <a:off x="-23177150" y="2727925"/>
              <a:ext cx="191400" cy="258375"/>
            </a:xfrm>
            <a:custGeom>
              <a:avLst/>
              <a:gdLst/>
              <a:ahLst/>
              <a:cxnLst/>
              <a:rect l="l" t="t" r="r" b="b"/>
              <a:pathLst>
                <a:path w="7656" h="10335" extrusionOk="0">
                  <a:moveTo>
                    <a:pt x="3812" y="725"/>
                  </a:moveTo>
                  <a:cubicBezTo>
                    <a:pt x="4033" y="725"/>
                    <a:pt x="4190" y="883"/>
                    <a:pt x="4190" y="1072"/>
                  </a:cubicBezTo>
                  <a:lnTo>
                    <a:pt x="4190" y="1418"/>
                  </a:lnTo>
                  <a:lnTo>
                    <a:pt x="3466" y="1418"/>
                  </a:lnTo>
                  <a:lnTo>
                    <a:pt x="3466" y="1072"/>
                  </a:lnTo>
                  <a:cubicBezTo>
                    <a:pt x="3466" y="883"/>
                    <a:pt x="3623" y="725"/>
                    <a:pt x="3812" y="725"/>
                  </a:cubicBezTo>
                  <a:close/>
                  <a:moveTo>
                    <a:pt x="6238" y="1387"/>
                  </a:moveTo>
                  <a:cubicBezTo>
                    <a:pt x="6648" y="1418"/>
                    <a:pt x="6931" y="1702"/>
                    <a:pt x="6931" y="2111"/>
                  </a:cubicBezTo>
                  <a:cubicBezTo>
                    <a:pt x="6931" y="2206"/>
                    <a:pt x="6900" y="2363"/>
                    <a:pt x="6805" y="2458"/>
                  </a:cubicBezTo>
                  <a:cubicBezTo>
                    <a:pt x="6585" y="2206"/>
                    <a:pt x="6238" y="2111"/>
                    <a:pt x="5860" y="2111"/>
                  </a:cubicBezTo>
                  <a:lnTo>
                    <a:pt x="4852" y="2111"/>
                  </a:lnTo>
                  <a:lnTo>
                    <a:pt x="4852" y="1387"/>
                  </a:lnTo>
                  <a:close/>
                  <a:moveTo>
                    <a:pt x="2804" y="1418"/>
                  </a:moveTo>
                  <a:lnTo>
                    <a:pt x="2804" y="2143"/>
                  </a:lnTo>
                  <a:lnTo>
                    <a:pt x="1796" y="2143"/>
                  </a:lnTo>
                  <a:cubicBezTo>
                    <a:pt x="1418" y="2143"/>
                    <a:pt x="1071" y="2300"/>
                    <a:pt x="851" y="2489"/>
                  </a:cubicBezTo>
                  <a:cubicBezTo>
                    <a:pt x="756" y="2363"/>
                    <a:pt x="725" y="2269"/>
                    <a:pt x="725" y="2143"/>
                  </a:cubicBezTo>
                  <a:cubicBezTo>
                    <a:pt x="725" y="1702"/>
                    <a:pt x="1040" y="1418"/>
                    <a:pt x="1418" y="1418"/>
                  </a:cubicBezTo>
                  <a:close/>
                  <a:moveTo>
                    <a:pt x="4190" y="2111"/>
                  </a:moveTo>
                  <a:lnTo>
                    <a:pt x="4190" y="2804"/>
                  </a:lnTo>
                  <a:lnTo>
                    <a:pt x="3466" y="2804"/>
                  </a:lnTo>
                  <a:lnTo>
                    <a:pt x="3466" y="2111"/>
                  </a:lnTo>
                  <a:close/>
                  <a:moveTo>
                    <a:pt x="2772" y="2773"/>
                  </a:moveTo>
                  <a:lnTo>
                    <a:pt x="2772" y="3466"/>
                  </a:lnTo>
                  <a:lnTo>
                    <a:pt x="2079" y="3466"/>
                  </a:lnTo>
                  <a:cubicBezTo>
                    <a:pt x="1733" y="3466"/>
                    <a:pt x="1386" y="3624"/>
                    <a:pt x="1134" y="3844"/>
                  </a:cubicBezTo>
                  <a:cubicBezTo>
                    <a:pt x="1071" y="3718"/>
                    <a:pt x="1040" y="3592"/>
                    <a:pt x="1040" y="3466"/>
                  </a:cubicBezTo>
                  <a:cubicBezTo>
                    <a:pt x="1040" y="3088"/>
                    <a:pt x="1355" y="2773"/>
                    <a:pt x="1733" y="2773"/>
                  </a:cubicBezTo>
                  <a:close/>
                  <a:moveTo>
                    <a:pt x="5860" y="2804"/>
                  </a:moveTo>
                  <a:cubicBezTo>
                    <a:pt x="6270" y="2804"/>
                    <a:pt x="6585" y="3119"/>
                    <a:pt x="6585" y="3529"/>
                  </a:cubicBezTo>
                  <a:cubicBezTo>
                    <a:pt x="6585" y="3624"/>
                    <a:pt x="6553" y="3781"/>
                    <a:pt x="6459" y="3876"/>
                  </a:cubicBezTo>
                  <a:cubicBezTo>
                    <a:pt x="6270" y="3624"/>
                    <a:pt x="5923" y="3466"/>
                    <a:pt x="5576" y="3466"/>
                  </a:cubicBezTo>
                  <a:lnTo>
                    <a:pt x="4852" y="3466"/>
                  </a:lnTo>
                  <a:lnTo>
                    <a:pt x="4852" y="2804"/>
                  </a:lnTo>
                  <a:close/>
                  <a:moveTo>
                    <a:pt x="4190" y="3466"/>
                  </a:moveTo>
                  <a:lnTo>
                    <a:pt x="4190" y="4191"/>
                  </a:lnTo>
                  <a:lnTo>
                    <a:pt x="3466" y="4191"/>
                  </a:lnTo>
                  <a:lnTo>
                    <a:pt x="3466" y="3466"/>
                  </a:lnTo>
                  <a:close/>
                  <a:moveTo>
                    <a:pt x="4190" y="4884"/>
                  </a:moveTo>
                  <a:lnTo>
                    <a:pt x="4190" y="5608"/>
                  </a:lnTo>
                  <a:lnTo>
                    <a:pt x="3466" y="5608"/>
                  </a:lnTo>
                  <a:lnTo>
                    <a:pt x="3466" y="4884"/>
                  </a:lnTo>
                  <a:close/>
                  <a:moveTo>
                    <a:pt x="4190" y="6270"/>
                  </a:moveTo>
                  <a:lnTo>
                    <a:pt x="4190" y="7152"/>
                  </a:lnTo>
                  <a:lnTo>
                    <a:pt x="4190" y="7310"/>
                  </a:lnTo>
                  <a:cubicBezTo>
                    <a:pt x="4190" y="7499"/>
                    <a:pt x="4033" y="7656"/>
                    <a:pt x="3812" y="7656"/>
                  </a:cubicBezTo>
                  <a:cubicBezTo>
                    <a:pt x="3623" y="7656"/>
                    <a:pt x="3466" y="7499"/>
                    <a:pt x="3466" y="7310"/>
                  </a:cubicBezTo>
                  <a:lnTo>
                    <a:pt x="3466" y="7152"/>
                  </a:lnTo>
                  <a:lnTo>
                    <a:pt x="3466" y="6270"/>
                  </a:lnTo>
                  <a:close/>
                  <a:moveTo>
                    <a:pt x="5923" y="7656"/>
                  </a:moveTo>
                  <a:cubicBezTo>
                    <a:pt x="6112" y="7656"/>
                    <a:pt x="6270" y="7814"/>
                    <a:pt x="6270" y="8003"/>
                  </a:cubicBezTo>
                  <a:cubicBezTo>
                    <a:pt x="6270" y="8192"/>
                    <a:pt x="6144" y="8286"/>
                    <a:pt x="5986" y="8318"/>
                  </a:cubicBezTo>
                  <a:cubicBezTo>
                    <a:pt x="5734" y="8412"/>
                    <a:pt x="5450" y="8475"/>
                    <a:pt x="5198" y="8633"/>
                  </a:cubicBezTo>
                  <a:cubicBezTo>
                    <a:pt x="4789" y="8885"/>
                    <a:pt x="4411" y="9200"/>
                    <a:pt x="4096" y="9578"/>
                  </a:cubicBezTo>
                  <a:cubicBezTo>
                    <a:pt x="4064" y="9609"/>
                    <a:pt x="3938" y="9735"/>
                    <a:pt x="3812" y="9735"/>
                  </a:cubicBezTo>
                  <a:cubicBezTo>
                    <a:pt x="3655" y="9735"/>
                    <a:pt x="3592" y="9672"/>
                    <a:pt x="3560" y="9578"/>
                  </a:cubicBezTo>
                  <a:cubicBezTo>
                    <a:pt x="3088" y="8948"/>
                    <a:pt x="2426" y="8507"/>
                    <a:pt x="1670" y="8349"/>
                  </a:cubicBezTo>
                  <a:cubicBezTo>
                    <a:pt x="1544" y="8318"/>
                    <a:pt x="1386" y="8192"/>
                    <a:pt x="1386" y="8003"/>
                  </a:cubicBezTo>
                  <a:cubicBezTo>
                    <a:pt x="1386" y="7814"/>
                    <a:pt x="1544" y="7656"/>
                    <a:pt x="1733" y="7656"/>
                  </a:cubicBezTo>
                  <a:lnTo>
                    <a:pt x="2835" y="7656"/>
                  </a:lnTo>
                  <a:cubicBezTo>
                    <a:pt x="2993" y="8034"/>
                    <a:pt x="3371" y="8349"/>
                    <a:pt x="3844" y="8349"/>
                  </a:cubicBezTo>
                  <a:cubicBezTo>
                    <a:pt x="4316" y="8349"/>
                    <a:pt x="4663" y="8097"/>
                    <a:pt x="4820" y="7656"/>
                  </a:cubicBezTo>
                  <a:close/>
                  <a:moveTo>
                    <a:pt x="3812" y="0"/>
                  </a:moveTo>
                  <a:cubicBezTo>
                    <a:pt x="3371" y="0"/>
                    <a:pt x="2993" y="284"/>
                    <a:pt x="2835" y="725"/>
                  </a:cubicBezTo>
                  <a:lnTo>
                    <a:pt x="1386" y="725"/>
                  </a:lnTo>
                  <a:cubicBezTo>
                    <a:pt x="630" y="725"/>
                    <a:pt x="0" y="1355"/>
                    <a:pt x="0" y="2111"/>
                  </a:cubicBezTo>
                  <a:cubicBezTo>
                    <a:pt x="0" y="2489"/>
                    <a:pt x="158" y="2804"/>
                    <a:pt x="410" y="3088"/>
                  </a:cubicBezTo>
                  <a:cubicBezTo>
                    <a:pt x="378" y="3214"/>
                    <a:pt x="315" y="3340"/>
                    <a:pt x="315" y="3466"/>
                  </a:cubicBezTo>
                  <a:cubicBezTo>
                    <a:pt x="315" y="3876"/>
                    <a:pt x="473" y="4191"/>
                    <a:pt x="725" y="4474"/>
                  </a:cubicBezTo>
                  <a:cubicBezTo>
                    <a:pt x="693" y="4569"/>
                    <a:pt x="630" y="4726"/>
                    <a:pt x="630" y="4852"/>
                  </a:cubicBezTo>
                  <a:cubicBezTo>
                    <a:pt x="630" y="5608"/>
                    <a:pt x="1260" y="6238"/>
                    <a:pt x="2016" y="6238"/>
                  </a:cubicBezTo>
                  <a:cubicBezTo>
                    <a:pt x="2205" y="6238"/>
                    <a:pt x="2363" y="6081"/>
                    <a:pt x="2363" y="5892"/>
                  </a:cubicBezTo>
                  <a:cubicBezTo>
                    <a:pt x="2363" y="5671"/>
                    <a:pt x="2205" y="5514"/>
                    <a:pt x="2016" y="5514"/>
                  </a:cubicBezTo>
                  <a:cubicBezTo>
                    <a:pt x="1638" y="5514"/>
                    <a:pt x="1323" y="5199"/>
                    <a:pt x="1323" y="4821"/>
                  </a:cubicBezTo>
                  <a:cubicBezTo>
                    <a:pt x="1323" y="4411"/>
                    <a:pt x="1638" y="4096"/>
                    <a:pt x="2016" y="4096"/>
                  </a:cubicBezTo>
                  <a:lnTo>
                    <a:pt x="2741" y="4096"/>
                  </a:lnTo>
                  <a:lnTo>
                    <a:pt x="2741" y="6869"/>
                  </a:lnTo>
                  <a:lnTo>
                    <a:pt x="1701" y="6869"/>
                  </a:lnTo>
                  <a:cubicBezTo>
                    <a:pt x="1103" y="6869"/>
                    <a:pt x="693" y="7341"/>
                    <a:pt x="693" y="7877"/>
                  </a:cubicBezTo>
                  <a:cubicBezTo>
                    <a:pt x="693" y="8349"/>
                    <a:pt x="1008" y="8759"/>
                    <a:pt x="1481" y="8916"/>
                  </a:cubicBezTo>
                  <a:cubicBezTo>
                    <a:pt x="2048" y="9074"/>
                    <a:pt x="2615" y="9420"/>
                    <a:pt x="2961" y="9893"/>
                  </a:cubicBezTo>
                  <a:cubicBezTo>
                    <a:pt x="3151" y="10177"/>
                    <a:pt x="3466" y="10334"/>
                    <a:pt x="3781" y="10334"/>
                  </a:cubicBezTo>
                  <a:cubicBezTo>
                    <a:pt x="4096" y="10334"/>
                    <a:pt x="4411" y="10177"/>
                    <a:pt x="4631" y="9924"/>
                  </a:cubicBezTo>
                  <a:cubicBezTo>
                    <a:pt x="4852" y="9609"/>
                    <a:pt x="5135" y="9389"/>
                    <a:pt x="5482" y="9168"/>
                  </a:cubicBezTo>
                  <a:cubicBezTo>
                    <a:pt x="5671" y="9074"/>
                    <a:pt x="5891" y="8979"/>
                    <a:pt x="6112" y="8948"/>
                  </a:cubicBezTo>
                  <a:cubicBezTo>
                    <a:pt x="6585" y="8822"/>
                    <a:pt x="6900" y="8444"/>
                    <a:pt x="6900" y="7971"/>
                  </a:cubicBezTo>
                  <a:cubicBezTo>
                    <a:pt x="6900" y="7373"/>
                    <a:pt x="6427" y="6932"/>
                    <a:pt x="5891" y="6932"/>
                  </a:cubicBezTo>
                  <a:lnTo>
                    <a:pt x="4852" y="6932"/>
                  </a:lnTo>
                  <a:lnTo>
                    <a:pt x="4852" y="4191"/>
                  </a:lnTo>
                  <a:lnTo>
                    <a:pt x="5576" y="4191"/>
                  </a:lnTo>
                  <a:cubicBezTo>
                    <a:pt x="5954" y="4191"/>
                    <a:pt x="6270" y="4506"/>
                    <a:pt x="6270" y="4884"/>
                  </a:cubicBezTo>
                  <a:cubicBezTo>
                    <a:pt x="6270" y="5293"/>
                    <a:pt x="5954" y="5608"/>
                    <a:pt x="5576" y="5608"/>
                  </a:cubicBezTo>
                  <a:cubicBezTo>
                    <a:pt x="5356" y="5608"/>
                    <a:pt x="5198" y="5766"/>
                    <a:pt x="5198" y="5955"/>
                  </a:cubicBezTo>
                  <a:cubicBezTo>
                    <a:pt x="5198" y="6144"/>
                    <a:pt x="5356" y="6301"/>
                    <a:pt x="5576" y="6301"/>
                  </a:cubicBezTo>
                  <a:cubicBezTo>
                    <a:pt x="6301" y="6301"/>
                    <a:pt x="6931" y="5671"/>
                    <a:pt x="6931" y="4915"/>
                  </a:cubicBezTo>
                  <a:cubicBezTo>
                    <a:pt x="6931" y="4758"/>
                    <a:pt x="6900" y="4663"/>
                    <a:pt x="6868" y="4537"/>
                  </a:cubicBezTo>
                  <a:cubicBezTo>
                    <a:pt x="7152" y="4254"/>
                    <a:pt x="7246" y="3939"/>
                    <a:pt x="7246" y="3561"/>
                  </a:cubicBezTo>
                  <a:cubicBezTo>
                    <a:pt x="7246" y="3403"/>
                    <a:pt x="7215" y="3277"/>
                    <a:pt x="7183" y="3151"/>
                  </a:cubicBezTo>
                  <a:cubicBezTo>
                    <a:pt x="7498" y="2836"/>
                    <a:pt x="7656" y="2489"/>
                    <a:pt x="7656" y="2111"/>
                  </a:cubicBezTo>
                  <a:cubicBezTo>
                    <a:pt x="7656" y="1355"/>
                    <a:pt x="7026" y="725"/>
                    <a:pt x="6270" y="725"/>
                  </a:cubicBezTo>
                  <a:lnTo>
                    <a:pt x="4820" y="725"/>
                  </a:lnTo>
                  <a:cubicBezTo>
                    <a:pt x="4663" y="316"/>
                    <a:pt x="4285" y="0"/>
                    <a:pt x="38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7" name="Google Shape;15597;p82"/>
            <p:cNvSpPr/>
            <p:nvPr/>
          </p:nvSpPr>
          <p:spPr>
            <a:xfrm>
              <a:off x="-23229150" y="2710600"/>
              <a:ext cx="296175" cy="296175"/>
            </a:xfrm>
            <a:custGeom>
              <a:avLst/>
              <a:gdLst/>
              <a:ahLst/>
              <a:cxnLst/>
              <a:rect l="l" t="t" r="r" b="b"/>
              <a:pathLst>
                <a:path w="11847" h="11847" extrusionOk="0">
                  <a:moveTo>
                    <a:pt x="10775" y="693"/>
                  </a:moveTo>
                  <a:cubicBezTo>
                    <a:pt x="10996" y="693"/>
                    <a:pt x="11153" y="851"/>
                    <a:pt x="11153" y="1072"/>
                  </a:cubicBezTo>
                  <a:lnTo>
                    <a:pt x="11153" y="10775"/>
                  </a:lnTo>
                  <a:cubicBezTo>
                    <a:pt x="11153" y="10996"/>
                    <a:pt x="10996" y="11153"/>
                    <a:pt x="10775" y="11153"/>
                  </a:cubicBezTo>
                  <a:lnTo>
                    <a:pt x="1072" y="11153"/>
                  </a:lnTo>
                  <a:cubicBezTo>
                    <a:pt x="851" y="11153"/>
                    <a:pt x="694" y="10996"/>
                    <a:pt x="694" y="10775"/>
                  </a:cubicBezTo>
                  <a:lnTo>
                    <a:pt x="694" y="1072"/>
                  </a:lnTo>
                  <a:cubicBezTo>
                    <a:pt x="694" y="851"/>
                    <a:pt x="851" y="693"/>
                    <a:pt x="1072" y="693"/>
                  </a:cubicBezTo>
                  <a:close/>
                  <a:moveTo>
                    <a:pt x="1072" y="0"/>
                  </a:moveTo>
                  <a:cubicBezTo>
                    <a:pt x="473" y="0"/>
                    <a:pt x="1" y="473"/>
                    <a:pt x="1" y="1072"/>
                  </a:cubicBezTo>
                  <a:lnTo>
                    <a:pt x="1" y="10775"/>
                  </a:lnTo>
                  <a:cubicBezTo>
                    <a:pt x="1" y="11374"/>
                    <a:pt x="473" y="11846"/>
                    <a:pt x="1072" y="11846"/>
                  </a:cubicBezTo>
                  <a:lnTo>
                    <a:pt x="10807" y="11846"/>
                  </a:lnTo>
                  <a:cubicBezTo>
                    <a:pt x="11374" y="11846"/>
                    <a:pt x="11847" y="11374"/>
                    <a:pt x="11847" y="10775"/>
                  </a:cubicBezTo>
                  <a:lnTo>
                    <a:pt x="11847" y="1072"/>
                  </a:lnTo>
                  <a:cubicBezTo>
                    <a:pt x="11847" y="473"/>
                    <a:pt x="11342" y="0"/>
                    <a:pt x="108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98" name="Google Shape;15598;p82"/>
          <p:cNvSpPr/>
          <p:nvPr/>
        </p:nvSpPr>
        <p:spPr>
          <a:xfrm>
            <a:off x="8867399" y="5697939"/>
            <a:ext cx="472181" cy="470907"/>
          </a:xfrm>
          <a:custGeom>
            <a:avLst/>
            <a:gdLst/>
            <a:ahLst/>
            <a:cxnLst/>
            <a:rect l="l" t="t" r="r" b="b"/>
            <a:pathLst>
              <a:path w="11847" h="11815" extrusionOk="0">
                <a:moveTo>
                  <a:pt x="5829" y="662"/>
                </a:moveTo>
                <a:cubicBezTo>
                  <a:pt x="6018" y="662"/>
                  <a:pt x="6176" y="820"/>
                  <a:pt x="6176" y="1009"/>
                </a:cubicBezTo>
                <a:cubicBezTo>
                  <a:pt x="6176" y="1229"/>
                  <a:pt x="6018" y="1387"/>
                  <a:pt x="5829" y="1387"/>
                </a:cubicBezTo>
                <a:cubicBezTo>
                  <a:pt x="5640" y="1387"/>
                  <a:pt x="5483" y="1229"/>
                  <a:pt x="5483" y="1009"/>
                </a:cubicBezTo>
                <a:cubicBezTo>
                  <a:pt x="5483" y="820"/>
                  <a:pt x="5640" y="662"/>
                  <a:pt x="5829" y="662"/>
                </a:cubicBezTo>
                <a:close/>
                <a:moveTo>
                  <a:pt x="3225" y="2798"/>
                </a:moveTo>
                <a:cubicBezTo>
                  <a:pt x="3766" y="2798"/>
                  <a:pt x="4911" y="3708"/>
                  <a:pt x="5483" y="4159"/>
                </a:cubicBezTo>
                <a:lnTo>
                  <a:pt x="5483" y="4884"/>
                </a:lnTo>
                <a:lnTo>
                  <a:pt x="4727" y="4884"/>
                </a:lnTo>
                <a:cubicBezTo>
                  <a:pt x="4758" y="4758"/>
                  <a:pt x="4790" y="4632"/>
                  <a:pt x="4790" y="4537"/>
                </a:cubicBezTo>
                <a:cubicBezTo>
                  <a:pt x="4790" y="4317"/>
                  <a:pt x="4632" y="4159"/>
                  <a:pt x="4443" y="4159"/>
                </a:cubicBezTo>
                <a:cubicBezTo>
                  <a:pt x="4254" y="4159"/>
                  <a:pt x="4097" y="4317"/>
                  <a:pt x="4097" y="4537"/>
                </a:cubicBezTo>
                <a:cubicBezTo>
                  <a:pt x="4097" y="4726"/>
                  <a:pt x="3939" y="4884"/>
                  <a:pt x="3750" y="4884"/>
                </a:cubicBezTo>
                <a:lnTo>
                  <a:pt x="3435" y="4884"/>
                </a:lnTo>
                <a:cubicBezTo>
                  <a:pt x="3655" y="4569"/>
                  <a:pt x="3813" y="4254"/>
                  <a:pt x="3908" y="3939"/>
                </a:cubicBezTo>
                <a:cubicBezTo>
                  <a:pt x="3971" y="3750"/>
                  <a:pt x="3844" y="3529"/>
                  <a:pt x="3655" y="3498"/>
                </a:cubicBezTo>
                <a:cubicBezTo>
                  <a:pt x="3617" y="3485"/>
                  <a:pt x="3578" y="3478"/>
                  <a:pt x="3541" y="3478"/>
                </a:cubicBezTo>
                <a:cubicBezTo>
                  <a:pt x="3395" y="3478"/>
                  <a:pt x="3265" y="3574"/>
                  <a:pt x="3214" y="3750"/>
                </a:cubicBezTo>
                <a:cubicBezTo>
                  <a:pt x="3025" y="4380"/>
                  <a:pt x="2710" y="4726"/>
                  <a:pt x="2269" y="4884"/>
                </a:cubicBezTo>
                <a:lnTo>
                  <a:pt x="1482" y="4884"/>
                </a:lnTo>
                <a:cubicBezTo>
                  <a:pt x="2049" y="4411"/>
                  <a:pt x="2364" y="3907"/>
                  <a:pt x="2584" y="3466"/>
                </a:cubicBezTo>
                <a:cubicBezTo>
                  <a:pt x="2836" y="3057"/>
                  <a:pt x="2962" y="2836"/>
                  <a:pt x="3151" y="2805"/>
                </a:cubicBezTo>
                <a:cubicBezTo>
                  <a:pt x="3174" y="2800"/>
                  <a:pt x="3199" y="2798"/>
                  <a:pt x="3225" y="2798"/>
                </a:cubicBezTo>
                <a:close/>
                <a:moveTo>
                  <a:pt x="8424" y="2770"/>
                </a:moveTo>
                <a:cubicBezTo>
                  <a:pt x="8442" y="2770"/>
                  <a:pt x="8459" y="2771"/>
                  <a:pt x="8476" y="2773"/>
                </a:cubicBezTo>
                <a:cubicBezTo>
                  <a:pt x="8665" y="2836"/>
                  <a:pt x="8791" y="3057"/>
                  <a:pt x="9011" y="3466"/>
                </a:cubicBezTo>
                <a:cubicBezTo>
                  <a:pt x="9263" y="3876"/>
                  <a:pt x="9578" y="4411"/>
                  <a:pt x="10082" y="4884"/>
                </a:cubicBezTo>
                <a:lnTo>
                  <a:pt x="9326" y="4884"/>
                </a:lnTo>
                <a:cubicBezTo>
                  <a:pt x="8885" y="4726"/>
                  <a:pt x="8570" y="4348"/>
                  <a:pt x="8381" y="3750"/>
                </a:cubicBezTo>
                <a:cubicBezTo>
                  <a:pt x="8328" y="3564"/>
                  <a:pt x="8164" y="3490"/>
                  <a:pt x="8019" y="3490"/>
                </a:cubicBezTo>
                <a:cubicBezTo>
                  <a:pt x="7992" y="3490"/>
                  <a:pt x="7965" y="3493"/>
                  <a:pt x="7940" y="3498"/>
                </a:cubicBezTo>
                <a:cubicBezTo>
                  <a:pt x="7783" y="3529"/>
                  <a:pt x="7688" y="3781"/>
                  <a:pt x="7720" y="3939"/>
                </a:cubicBezTo>
                <a:cubicBezTo>
                  <a:pt x="7783" y="4191"/>
                  <a:pt x="7940" y="4569"/>
                  <a:pt x="8192" y="4884"/>
                </a:cubicBezTo>
                <a:lnTo>
                  <a:pt x="7877" y="4884"/>
                </a:lnTo>
                <a:cubicBezTo>
                  <a:pt x="7688" y="4884"/>
                  <a:pt x="7531" y="4726"/>
                  <a:pt x="7531" y="4537"/>
                </a:cubicBezTo>
                <a:cubicBezTo>
                  <a:pt x="7531" y="4317"/>
                  <a:pt x="7373" y="4159"/>
                  <a:pt x="7153" y="4159"/>
                </a:cubicBezTo>
                <a:cubicBezTo>
                  <a:pt x="6963" y="4159"/>
                  <a:pt x="6806" y="4317"/>
                  <a:pt x="6806" y="4537"/>
                </a:cubicBezTo>
                <a:cubicBezTo>
                  <a:pt x="6806" y="4632"/>
                  <a:pt x="6837" y="4758"/>
                  <a:pt x="6900" y="4884"/>
                </a:cubicBezTo>
                <a:lnTo>
                  <a:pt x="6144" y="4884"/>
                </a:lnTo>
                <a:lnTo>
                  <a:pt x="6144" y="4159"/>
                </a:lnTo>
                <a:cubicBezTo>
                  <a:pt x="6663" y="3701"/>
                  <a:pt x="7863" y="2770"/>
                  <a:pt x="8424" y="2770"/>
                </a:cubicBezTo>
                <a:close/>
                <a:moveTo>
                  <a:pt x="7216" y="5545"/>
                </a:moveTo>
                <a:cubicBezTo>
                  <a:pt x="7405" y="5545"/>
                  <a:pt x="7562" y="5703"/>
                  <a:pt x="7562" y="5892"/>
                </a:cubicBezTo>
                <a:cubicBezTo>
                  <a:pt x="7562" y="6113"/>
                  <a:pt x="7405" y="6270"/>
                  <a:pt x="7216" y="6270"/>
                </a:cubicBezTo>
                <a:lnTo>
                  <a:pt x="6176" y="6270"/>
                </a:lnTo>
                <a:lnTo>
                  <a:pt x="6176" y="5545"/>
                </a:lnTo>
                <a:close/>
                <a:moveTo>
                  <a:pt x="5483" y="6963"/>
                </a:moveTo>
                <a:lnTo>
                  <a:pt x="5483" y="7688"/>
                </a:lnTo>
                <a:lnTo>
                  <a:pt x="4443" y="7688"/>
                </a:lnTo>
                <a:cubicBezTo>
                  <a:pt x="4254" y="7688"/>
                  <a:pt x="4097" y="7530"/>
                  <a:pt x="4097" y="7310"/>
                </a:cubicBezTo>
                <a:cubicBezTo>
                  <a:pt x="4097" y="7121"/>
                  <a:pt x="4254" y="6963"/>
                  <a:pt x="4443" y="6963"/>
                </a:cubicBezTo>
                <a:close/>
                <a:moveTo>
                  <a:pt x="6491" y="8349"/>
                </a:moveTo>
                <a:cubicBezTo>
                  <a:pt x="6680" y="8349"/>
                  <a:pt x="6837" y="8507"/>
                  <a:pt x="6837" y="8696"/>
                </a:cubicBezTo>
                <a:cubicBezTo>
                  <a:pt x="6837" y="8885"/>
                  <a:pt x="6680" y="9042"/>
                  <a:pt x="6491" y="9042"/>
                </a:cubicBezTo>
                <a:lnTo>
                  <a:pt x="6144" y="9042"/>
                </a:lnTo>
                <a:lnTo>
                  <a:pt x="6144" y="8349"/>
                </a:lnTo>
                <a:close/>
                <a:moveTo>
                  <a:pt x="5483" y="9736"/>
                </a:moveTo>
                <a:lnTo>
                  <a:pt x="5483" y="10429"/>
                </a:lnTo>
                <a:lnTo>
                  <a:pt x="5105" y="10429"/>
                </a:lnTo>
                <a:cubicBezTo>
                  <a:pt x="4916" y="10429"/>
                  <a:pt x="4758" y="10271"/>
                  <a:pt x="4758" y="10082"/>
                </a:cubicBezTo>
                <a:cubicBezTo>
                  <a:pt x="4758" y="9893"/>
                  <a:pt x="4916" y="9736"/>
                  <a:pt x="5105" y="9736"/>
                </a:cubicBezTo>
                <a:close/>
                <a:moveTo>
                  <a:pt x="5861" y="1"/>
                </a:moveTo>
                <a:cubicBezTo>
                  <a:pt x="5325" y="1"/>
                  <a:pt x="4853" y="473"/>
                  <a:pt x="4853" y="1009"/>
                </a:cubicBezTo>
                <a:cubicBezTo>
                  <a:pt x="4853" y="1450"/>
                  <a:pt x="5136" y="1828"/>
                  <a:pt x="5546" y="1985"/>
                </a:cubicBezTo>
                <a:lnTo>
                  <a:pt x="5546" y="3309"/>
                </a:lnTo>
                <a:cubicBezTo>
                  <a:pt x="4475" y="2440"/>
                  <a:pt x="3776" y="2104"/>
                  <a:pt x="3254" y="2104"/>
                </a:cubicBezTo>
                <a:cubicBezTo>
                  <a:pt x="3208" y="2104"/>
                  <a:pt x="3163" y="2106"/>
                  <a:pt x="3120" y="2111"/>
                </a:cubicBezTo>
                <a:cubicBezTo>
                  <a:pt x="2616" y="2206"/>
                  <a:pt x="2332" y="2678"/>
                  <a:pt x="2080" y="3151"/>
                </a:cubicBezTo>
                <a:cubicBezTo>
                  <a:pt x="1734" y="3750"/>
                  <a:pt x="1356" y="4474"/>
                  <a:pt x="253" y="4915"/>
                </a:cubicBezTo>
                <a:cubicBezTo>
                  <a:pt x="95" y="4978"/>
                  <a:pt x="1" y="5167"/>
                  <a:pt x="32" y="5325"/>
                </a:cubicBezTo>
                <a:cubicBezTo>
                  <a:pt x="95" y="5482"/>
                  <a:pt x="190" y="5577"/>
                  <a:pt x="410" y="5577"/>
                </a:cubicBezTo>
                <a:lnTo>
                  <a:pt x="5609" y="5577"/>
                </a:lnTo>
                <a:lnTo>
                  <a:pt x="5609" y="6302"/>
                </a:lnTo>
                <a:lnTo>
                  <a:pt x="4569" y="6302"/>
                </a:lnTo>
                <a:cubicBezTo>
                  <a:pt x="3971" y="6302"/>
                  <a:pt x="3561" y="6774"/>
                  <a:pt x="3561" y="7310"/>
                </a:cubicBezTo>
                <a:cubicBezTo>
                  <a:pt x="3561" y="7908"/>
                  <a:pt x="4034" y="8349"/>
                  <a:pt x="4569" y="8349"/>
                </a:cubicBezTo>
                <a:lnTo>
                  <a:pt x="5609" y="8349"/>
                </a:lnTo>
                <a:lnTo>
                  <a:pt x="5609" y="9042"/>
                </a:lnTo>
                <a:lnTo>
                  <a:pt x="5231" y="9042"/>
                </a:lnTo>
                <a:cubicBezTo>
                  <a:pt x="4664" y="9042"/>
                  <a:pt x="4223" y="9515"/>
                  <a:pt x="4223" y="10082"/>
                </a:cubicBezTo>
                <a:cubicBezTo>
                  <a:pt x="4223" y="10681"/>
                  <a:pt x="4695" y="11090"/>
                  <a:pt x="5231" y="11090"/>
                </a:cubicBezTo>
                <a:lnTo>
                  <a:pt x="5609" y="11090"/>
                </a:lnTo>
                <a:lnTo>
                  <a:pt x="5609" y="11468"/>
                </a:lnTo>
                <a:cubicBezTo>
                  <a:pt x="5609" y="11657"/>
                  <a:pt x="5766" y="11815"/>
                  <a:pt x="5955" y="11815"/>
                </a:cubicBezTo>
                <a:cubicBezTo>
                  <a:pt x="6144" y="11815"/>
                  <a:pt x="6302" y="11657"/>
                  <a:pt x="6302" y="11468"/>
                </a:cubicBezTo>
                <a:lnTo>
                  <a:pt x="6302" y="11090"/>
                </a:lnTo>
                <a:lnTo>
                  <a:pt x="6648" y="11090"/>
                </a:lnTo>
                <a:cubicBezTo>
                  <a:pt x="6869" y="11090"/>
                  <a:pt x="7027" y="10933"/>
                  <a:pt x="7027" y="10744"/>
                </a:cubicBezTo>
                <a:cubicBezTo>
                  <a:pt x="7027" y="10555"/>
                  <a:pt x="6869" y="10397"/>
                  <a:pt x="6648" y="10397"/>
                </a:cubicBezTo>
                <a:lnTo>
                  <a:pt x="6302" y="10397"/>
                </a:lnTo>
                <a:lnTo>
                  <a:pt x="6302" y="9673"/>
                </a:lnTo>
                <a:lnTo>
                  <a:pt x="6648" y="9673"/>
                </a:lnTo>
                <a:cubicBezTo>
                  <a:pt x="7247" y="9673"/>
                  <a:pt x="7688" y="9200"/>
                  <a:pt x="7688" y="8664"/>
                </a:cubicBezTo>
                <a:cubicBezTo>
                  <a:pt x="7688" y="8066"/>
                  <a:pt x="7216" y="7625"/>
                  <a:pt x="6648" y="7625"/>
                </a:cubicBezTo>
                <a:lnTo>
                  <a:pt x="6302" y="7625"/>
                </a:lnTo>
                <a:lnTo>
                  <a:pt x="6302" y="6932"/>
                </a:lnTo>
                <a:lnTo>
                  <a:pt x="7342" y="6932"/>
                </a:lnTo>
                <a:cubicBezTo>
                  <a:pt x="7909" y="6932"/>
                  <a:pt x="8350" y="6459"/>
                  <a:pt x="8350" y="5892"/>
                </a:cubicBezTo>
                <a:cubicBezTo>
                  <a:pt x="8350" y="5766"/>
                  <a:pt x="8318" y="5671"/>
                  <a:pt x="8287" y="5545"/>
                </a:cubicBezTo>
                <a:lnTo>
                  <a:pt x="11469" y="5545"/>
                </a:lnTo>
                <a:cubicBezTo>
                  <a:pt x="11626" y="5545"/>
                  <a:pt x="11784" y="5419"/>
                  <a:pt x="11815" y="5262"/>
                </a:cubicBezTo>
                <a:cubicBezTo>
                  <a:pt x="11847" y="5104"/>
                  <a:pt x="11658" y="4947"/>
                  <a:pt x="11500" y="4915"/>
                </a:cubicBezTo>
                <a:cubicBezTo>
                  <a:pt x="10398" y="4474"/>
                  <a:pt x="9988" y="3750"/>
                  <a:pt x="9641" y="3151"/>
                </a:cubicBezTo>
                <a:cubicBezTo>
                  <a:pt x="9389" y="2678"/>
                  <a:pt x="9137" y="2237"/>
                  <a:pt x="8633" y="2111"/>
                </a:cubicBezTo>
                <a:cubicBezTo>
                  <a:pt x="8563" y="2096"/>
                  <a:pt x="8491" y="2088"/>
                  <a:pt x="8417" y="2088"/>
                </a:cubicBezTo>
                <a:cubicBezTo>
                  <a:pt x="7893" y="2088"/>
                  <a:pt x="7252" y="2481"/>
                  <a:pt x="6176" y="3309"/>
                </a:cubicBezTo>
                <a:lnTo>
                  <a:pt x="6176" y="1985"/>
                </a:lnTo>
                <a:cubicBezTo>
                  <a:pt x="6585" y="1828"/>
                  <a:pt x="6900" y="1481"/>
                  <a:pt x="6900" y="1009"/>
                </a:cubicBezTo>
                <a:cubicBezTo>
                  <a:pt x="6900" y="410"/>
                  <a:pt x="6428" y="1"/>
                  <a:pt x="58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5602"/>
        <p:cNvGrpSpPr/>
        <p:nvPr/>
      </p:nvGrpSpPr>
      <p:grpSpPr>
        <a:xfrm>
          <a:off x="0" y="0"/>
          <a:ext cx="0" cy="0"/>
          <a:chOff x="0" y="0"/>
          <a:chExt cx="0" cy="0"/>
        </a:xfrm>
      </p:grpSpPr>
      <p:sp>
        <p:nvSpPr>
          <p:cNvPr id="15603" name="Google Shape;15603;p83"/>
          <p:cNvSpPr txBox="1">
            <a:spLocks noGrp="1"/>
          </p:cNvSpPr>
          <p:nvPr>
            <p:ph type="title" idx="4294967295"/>
          </p:nvPr>
        </p:nvSpPr>
        <p:spPr>
          <a:xfrm>
            <a:off x="1132900" y="1258367"/>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5604" name="Google Shape;15604;p83"/>
          <p:cNvSpPr txBox="1">
            <a:spLocks noGrp="1"/>
          </p:cNvSpPr>
          <p:nvPr>
            <p:ph type="title" idx="4294967295"/>
          </p:nvPr>
        </p:nvSpPr>
        <p:spPr>
          <a:xfrm>
            <a:off x="6477867" y="1258367"/>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grpSp>
        <p:nvGrpSpPr>
          <p:cNvPr id="15605" name="Google Shape;15605;p83"/>
          <p:cNvGrpSpPr/>
          <p:nvPr/>
        </p:nvGrpSpPr>
        <p:grpSpPr>
          <a:xfrm>
            <a:off x="1139158" y="2055627"/>
            <a:ext cx="488359" cy="488320"/>
            <a:chOff x="-65131525" y="1914325"/>
            <a:chExt cx="316650" cy="316625"/>
          </a:xfrm>
        </p:grpSpPr>
        <p:sp>
          <p:nvSpPr>
            <p:cNvPr id="15606" name="Google Shape;15606;p83"/>
            <p:cNvSpPr/>
            <p:nvPr/>
          </p:nvSpPr>
          <p:spPr>
            <a:xfrm>
              <a:off x="-65024400" y="1949750"/>
              <a:ext cx="103175" cy="247350"/>
            </a:xfrm>
            <a:custGeom>
              <a:avLst/>
              <a:gdLst/>
              <a:ahLst/>
              <a:cxnLst/>
              <a:rect l="l" t="t" r="r" b="b"/>
              <a:pathLst>
                <a:path w="4127" h="9894" extrusionOk="0">
                  <a:moveTo>
                    <a:pt x="2048" y="1"/>
                  </a:moveTo>
                  <a:cubicBezTo>
                    <a:pt x="1859" y="1"/>
                    <a:pt x="1638" y="190"/>
                    <a:pt x="1638" y="379"/>
                  </a:cubicBezTo>
                  <a:lnTo>
                    <a:pt x="1638" y="851"/>
                  </a:lnTo>
                  <a:cubicBezTo>
                    <a:pt x="725" y="1040"/>
                    <a:pt x="0" y="1891"/>
                    <a:pt x="0" y="2868"/>
                  </a:cubicBezTo>
                  <a:cubicBezTo>
                    <a:pt x="0" y="3970"/>
                    <a:pt x="977" y="4632"/>
                    <a:pt x="1827" y="5262"/>
                  </a:cubicBezTo>
                  <a:cubicBezTo>
                    <a:pt x="2552" y="5829"/>
                    <a:pt x="3308" y="6333"/>
                    <a:pt x="3308" y="6995"/>
                  </a:cubicBezTo>
                  <a:cubicBezTo>
                    <a:pt x="3308" y="7656"/>
                    <a:pt x="2772" y="8255"/>
                    <a:pt x="2079" y="8255"/>
                  </a:cubicBezTo>
                  <a:cubicBezTo>
                    <a:pt x="1418" y="8255"/>
                    <a:pt x="851" y="7688"/>
                    <a:pt x="851" y="6995"/>
                  </a:cubicBezTo>
                  <a:cubicBezTo>
                    <a:pt x="851" y="6774"/>
                    <a:pt x="662" y="6617"/>
                    <a:pt x="441" y="6617"/>
                  </a:cubicBezTo>
                  <a:cubicBezTo>
                    <a:pt x="189" y="6617"/>
                    <a:pt x="32" y="6806"/>
                    <a:pt x="32" y="6995"/>
                  </a:cubicBezTo>
                  <a:cubicBezTo>
                    <a:pt x="32" y="7971"/>
                    <a:pt x="756" y="8854"/>
                    <a:pt x="1701" y="9011"/>
                  </a:cubicBezTo>
                  <a:lnTo>
                    <a:pt x="1701" y="9484"/>
                  </a:lnTo>
                  <a:cubicBezTo>
                    <a:pt x="1701" y="9704"/>
                    <a:pt x="1890" y="9893"/>
                    <a:pt x="2079" y="9893"/>
                  </a:cubicBezTo>
                  <a:cubicBezTo>
                    <a:pt x="2268" y="9893"/>
                    <a:pt x="2489" y="9704"/>
                    <a:pt x="2489" y="9484"/>
                  </a:cubicBezTo>
                  <a:lnTo>
                    <a:pt x="2489" y="9011"/>
                  </a:lnTo>
                  <a:cubicBezTo>
                    <a:pt x="3434" y="8791"/>
                    <a:pt x="4127" y="7971"/>
                    <a:pt x="4127" y="6995"/>
                  </a:cubicBezTo>
                  <a:cubicBezTo>
                    <a:pt x="4127" y="5892"/>
                    <a:pt x="3151" y="5231"/>
                    <a:pt x="2331" y="4600"/>
                  </a:cubicBezTo>
                  <a:cubicBezTo>
                    <a:pt x="1575" y="4033"/>
                    <a:pt x="819" y="3529"/>
                    <a:pt x="819" y="2868"/>
                  </a:cubicBezTo>
                  <a:cubicBezTo>
                    <a:pt x="788" y="2143"/>
                    <a:pt x="1386" y="1607"/>
                    <a:pt x="2048" y="1607"/>
                  </a:cubicBezTo>
                  <a:cubicBezTo>
                    <a:pt x="2709" y="1607"/>
                    <a:pt x="3277" y="2143"/>
                    <a:pt x="3277" y="2868"/>
                  </a:cubicBezTo>
                  <a:cubicBezTo>
                    <a:pt x="3277" y="3088"/>
                    <a:pt x="3466" y="3246"/>
                    <a:pt x="3686" y="3246"/>
                  </a:cubicBezTo>
                  <a:cubicBezTo>
                    <a:pt x="3938" y="3246"/>
                    <a:pt x="4096" y="3057"/>
                    <a:pt x="4096" y="2868"/>
                  </a:cubicBezTo>
                  <a:cubicBezTo>
                    <a:pt x="4096" y="1891"/>
                    <a:pt x="3371" y="1009"/>
                    <a:pt x="2426" y="851"/>
                  </a:cubicBezTo>
                  <a:lnTo>
                    <a:pt x="2426" y="379"/>
                  </a:lnTo>
                  <a:cubicBezTo>
                    <a:pt x="2426" y="158"/>
                    <a:pt x="2237"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07" name="Google Shape;15607;p83"/>
            <p:cNvSpPr/>
            <p:nvPr/>
          </p:nvSpPr>
          <p:spPr>
            <a:xfrm>
              <a:off x="-65131525" y="1914325"/>
              <a:ext cx="316650" cy="316625"/>
            </a:xfrm>
            <a:custGeom>
              <a:avLst/>
              <a:gdLst/>
              <a:ahLst/>
              <a:cxnLst/>
              <a:rect l="l" t="t" r="r" b="b"/>
              <a:pathLst>
                <a:path w="12666" h="12665" extrusionOk="0">
                  <a:moveTo>
                    <a:pt x="6333" y="819"/>
                  </a:moveTo>
                  <a:cubicBezTo>
                    <a:pt x="9357" y="819"/>
                    <a:pt x="11846" y="3308"/>
                    <a:pt x="11846" y="6332"/>
                  </a:cubicBezTo>
                  <a:cubicBezTo>
                    <a:pt x="11846" y="9357"/>
                    <a:pt x="9357" y="11846"/>
                    <a:pt x="6333" y="11846"/>
                  </a:cubicBezTo>
                  <a:cubicBezTo>
                    <a:pt x="3308" y="11846"/>
                    <a:pt x="819" y="9357"/>
                    <a:pt x="819" y="6332"/>
                  </a:cubicBezTo>
                  <a:cubicBezTo>
                    <a:pt x="819" y="3308"/>
                    <a:pt x="3308" y="819"/>
                    <a:pt x="6333" y="819"/>
                  </a:cubicBezTo>
                  <a:close/>
                  <a:moveTo>
                    <a:pt x="6333" y="0"/>
                  </a:moveTo>
                  <a:cubicBezTo>
                    <a:pt x="2836" y="0"/>
                    <a:pt x="0" y="2835"/>
                    <a:pt x="0" y="6332"/>
                  </a:cubicBezTo>
                  <a:cubicBezTo>
                    <a:pt x="0" y="9830"/>
                    <a:pt x="2836" y="12665"/>
                    <a:pt x="6333" y="12665"/>
                  </a:cubicBezTo>
                  <a:cubicBezTo>
                    <a:pt x="9830" y="12665"/>
                    <a:pt x="12665" y="9830"/>
                    <a:pt x="12665" y="6332"/>
                  </a:cubicBezTo>
                  <a:cubicBezTo>
                    <a:pt x="12665" y="2835"/>
                    <a:pt x="9830" y="0"/>
                    <a:pt x="63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08" name="Google Shape;15608;p83"/>
          <p:cNvGrpSpPr/>
          <p:nvPr/>
        </p:nvGrpSpPr>
        <p:grpSpPr>
          <a:xfrm>
            <a:off x="1139158" y="2696010"/>
            <a:ext cx="488359" cy="488359"/>
            <a:chOff x="-65131525" y="2281350"/>
            <a:chExt cx="316650" cy="316650"/>
          </a:xfrm>
        </p:grpSpPr>
        <p:sp>
          <p:nvSpPr>
            <p:cNvPr id="15609" name="Google Shape;15609;p83"/>
            <p:cNvSpPr/>
            <p:nvPr/>
          </p:nvSpPr>
          <p:spPr>
            <a:xfrm>
              <a:off x="-65131525" y="2322300"/>
              <a:ext cx="275675" cy="275700"/>
            </a:xfrm>
            <a:custGeom>
              <a:avLst/>
              <a:gdLst/>
              <a:ahLst/>
              <a:cxnLst/>
              <a:rect l="l" t="t" r="r" b="b"/>
              <a:pathLst>
                <a:path w="11027" h="11028" extrusionOk="0">
                  <a:moveTo>
                    <a:pt x="5073" y="820"/>
                  </a:moveTo>
                  <a:lnTo>
                    <a:pt x="5073" y="5514"/>
                  </a:lnTo>
                  <a:cubicBezTo>
                    <a:pt x="5073" y="5766"/>
                    <a:pt x="5262" y="5923"/>
                    <a:pt x="5482" y="5923"/>
                  </a:cubicBezTo>
                  <a:lnTo>
                    <a:pt x="10145" y="5923"/>
                  </a:lnTo>
                  <a:cubicBezTo>
                    <a:pt x="9956" y="8318"/>
                    <a:pt x="7940" y="10208"/>
                    <a:pt x="5482" y="10208"/>
                  </a:cubicBezTo>
                  <a:cubicBezTo>
                    <a:pt x="2867" y="10208"/>
                    <a:pt x="788" y="8129"/>
                    <a:pt x="788" y="5514"/>
                  </a:cubicBezTo>
                  <a:cubicBezTo>
                    <a:pt x="788" y="3088"/>
                    <a:pt x="2678" y="1072"/>
                    <a:pt x="5073" y="820"/>
                  </a:cubicBezTo>
                  <a:close/>
                  <a:moveTo>
                    <a:pt x="5514" y="0"/>
                  </a:moveTo>
                  <a:cubicBezTo>
                    <a:pt x="2458" y="0"/>
                    <a:pt x="0" y="2489"/>
                    <a:pt x="0" y="5514"/>
                  </a:cubicBezTo>
                  <a:cubicBezTo>
                    <a:pt x="0" y="8538"/>
                    <a:pt x="2458" y="11027"/>
                    <a:pt x="5514" y="11027"/>
                  </a:cubicBezTo>
                  <a:cubicBezTo>
                    <a:pt x="8538" y="11027"/>
                    <a:pt x="11027" y="8538"/>
                    <a:pt x="11027" y="5514"/>
                  </a:cubicBezTo>
                  <a:cubicBezTo>
                    <a:pt x="11027" y="5293"/>
                    <a:pt x="10807" y="5104"/>
                    <a:pt x="10618" y="5104"/>
                  </a:cubicBezTo>
                  <a:lnTo>
                    <a:pt x="5923" y="5104"/>
                  </a:lnTo>
                  <a:lnTo>
                    <a:pt x="5923" y="410"/>
                  </a:lnTo>
                  <a:cubicBezTo>
                    <a:pt x="5892" y="158"/>
                    <a:pt x="5734" y="0"/>
                    <a:pt x="55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10" name="Google Shape;15610;p83"/>
            <p:cNvSpPr/>
            <p:nvPr/>
          </p:nvSpPr>
          <p:spPr>
            <a:xfrm>
              <a:off x="-64963775" y="2281350"/>
              <a:ext cx="148900" cy="148875"/>
            </a:xfrm>
            <a:custGeom>
              <a:avLst/>
              <a:gdLst/>
              <a:ahLst/>
              <a:cxnLst/>
              <a:rect l="l" t="t" r="r" b="b"/>
              <a:pathLst>
                <a:path w="5956" h="5955" extrusionOk="0">
                  <a:moveTo>
                    <a:pt x="852" y="819"/>
                  </a:moveTo>
                  <a:cubicBezTo>
                    <a:pt x="3088" y="1008"/>
                    <a:pt x="4884" y="2836"/>
                    <a:pt x="5105" y="5073"/>
                  </a:cubicBezTo>
                  <a:lnTo>
                    <a:pt x="852" y="5073"/>
                  </a:lnTo>
                  <a:lnTo>
                    <a:pt x="852" y="819"/>
                  </a:lnTo>
                  <a:close/>
                  <a:moveTo>
                    <a:pt x="442" y="0"/>
                  </a:moveTo>
                  <a:cubicBezTo>
                    <a:pt x="221" y="0"/>
                    <a:pt x="1" y="189"/>
                    <a:pt x="1" y="441"/>
                  </a:cubicBezTo>
                  <a:lnTo>
                    <a:pt x="1" y="5514"/>
                  </a:lnTo>
                  <a:cubicBezTo>
                    <a:pt x="1" y="5734"/>
                    <a:pt x="221" y="5955"/>
                    <a:pt x="442" y="5955"/>
                  </a:cubicBezTo>
                  <a:lnTo>
                    <a:pt x="5514" y="5955"/>
                  </a:lnTo>
                  <a:cubicBezTo>
                    <a:pt x="5766" y="5955"/>
                    <a:pt x="5955" y="5734"/>
                    <a:pt x="5955" y="5514"/>
                  </a:cubicBezTo>
                  <a:cubicBezTo>
                    <a:pt x="5955" y="2426"/>
                    <a:pt x="3466"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11" name="Google Shape;15611;p83"/>
          <p:cNvGrpSpPr/>
          <p:nvPr/>
        </p:nvGrpSpPr>
        <p:grpSpPr>
          <a:xfrm>
            <a:off x="1143419" y="3316009"/>
            <a:ext cx="479837" cy="489553"/>
            <a:chOff x="-65129950" y="2646800"/>
            <a:chExt cx="311125" cy="317425"/>
          </a:xfrm>
        </p:grpSpPr>
        <p:sp>
          <p:nvSpPr>
            <p:cNvPr id="15612" name="Google Shape;15612;p83"/>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13" name="Google Shape;15613;p83"/>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14" name="Google Shape;15614;p83"/>
          <p:cNvGrpSpPr/>
          <p:nvPr/>
        </p:nvGrpSpPr>
        <p:grpSpPr>
          <a:xfrm>
            <a:off x="4081197" y="2053776"/>
            <a:ext cx="491983" cy="492021"/>
            <a:chOff x="-63252250" y="1930850"/>
            <a:chExt cx="319000" cy="319025"/>
          </a:xfrm>
        </p:grpSpPr>
        <p:sp>
          <p:nvSpPr>
            <p:cNvPr id="15615" name="Google Shape;15615;p83"/>
            <p:cNvSpPr/>
            <p:nvPr/>
          </p:nvSpPr>
          <p:spPr>
            <a:xfrm>
              <a:off x="-63252250" y="1930850"/>
              <a:ext cx="319000" cy="319025"/>
            </a:xfrm>
            <a:custGeom>
              <a:avLst/>
              <a:gdLst/>
              <a:ahLst/>
              <a:cxnLst/>
              <a:rect l="l" t="t" r="r" b="b"/>
              <a:pathLst>
                <a:path w="12760" h="12761" extrusionOk="0">
                  <a:moveTo>
                    <a:pt x="7026" y="914"/>
                  </a:moveTo>
                  <a:lnTo>
                    <a:pt x="7026" y="1954"/>
                  </a:lnTo>
                  <a:cubicBezTo>
                    <a:pt x="7026" y="2174"/>
                    <a:pt x="7120" y="2332"/>
                    <a:pt x="7341" y="2363"/>
                  </a:cubicBezTo>
                  <a:cubicBezTo>
                    <a:pt x="7813" y="2489"/>
                    <a:pt x="8286" y="2647"/>
                    <a:pt x="8664" y="2899"/>
                  </a:cubicBezTo>
                  <a:cubicBezTo>
                    <a:pt x="8733" y="2954"/>
                    <a:pt x="8820" y="2979"/>
                    <a:pt x="8905" y="2979"/>
                  </a:cubicBezTo>
                  <a:cubicBezTo>
                    <a:pt x="9012" y="2979"/>
                    <a:pt x="9115" y="2938"/>
                    <a:pt x="9168" y="2868"/>
                  </a:cubicBezTo>
                  <a:lnTo>
                    <a:pt x="9924" y="2111"/>
                  </a:lnTo>
                  <a:lnTo>
                    <a:pt x="10712" y="2899"/>
                  </a:lnTo>
                  <a:lnTo>
                    <a:pt x="9956" y="3655"/>
                  </a:lnTo>
                  <a:cubicBezTo>
                    <a:pt x="9861" y="3781"/>
                    <a:pt x="9798" y="4002"/>
                    <a:pt x="9924" y="4159"/>
                  </a:cubicBezTo>
                  <a:cubicBezTo>
                    <a:pt x="10208" y="4600"/>
                    <a:pt x="10397" y="5041"/>
                    <a:pt x="10460" y="5514"/>
                  </a:cubicBezTo>
                  <a:cubicBezTo>
                    <a:pt x="10523" y="5703"/>
                    <a:pt x="10680" y="5829"/>
                    <a:pt x="10869" y="5829"/>
                  </a:cubicBezTo>
                  <a:lnTo>
                    <a:pt x="11941" y="5829"/>
                  </a:lnTo>
                  <a:lnTo>
                    <a:pt x="11941" y="6932"/>
                  </a:lnTo>
                  <a:lnTo>
                    <a:pt x="10869" y="6932"/>
                  </a:lnTo>
                  <a:cubicBezTo>
                    <a:pt x="10680" y="6932"/>
                    <a:pt x="10523" y="7058"/>
                    <a:pt x="10460" y="7247"/>
                  </a:cubicBezTo>
                  <a:cubicBezTo>
                    <a:pt x="10365" y="7719"/>
                    <a:pt x="10208" y="8192"/>
                    <a:pt x="9924" y="8570"/>
                  </a:cubicBezTo>
                  <a:cubicBezTo>
                    <a:pt x="9798" y="8727"/>
                    <a:pt x="9861" y="8979"/>
                    <a:pt x="9956" y="9105"/>
                  </a:cubicBezTo>
                  <a:lnTo>
                    <a:pt x="10712" y="9830"/>
                  </a:lnTo>
                  <a:lnTo>
                    <a:pt x="9924" y="10618"/>
                  </a:lnTo>
                  <a:lnTo>
                    <a:pt x="9168" y="9893"/>
                  </a:lnTo>
                  <a:cubicBezTo>
                    <a:pt x="9111" y="9817"/>
                    <a:pt x="8996" y="9775"/>
                    <a:pt x="8879" y="9775"/>
                  </a:cubicBezTo>
                  <a:cubicBezTo>
                    <a:pt x="8803" y="9775"/>
                    <a:pt x="8726" y="9793"/>
                    <a:pt x="8664" y="9830"/>
                  </a:cubicBezTo>
                  <a:cubicBezTo>
                    <a:pt x="8223" y="10114"/>
                    <a:pt x="7813" y="10303"/>
                    <a:pt x="7341" y="10397"/>
                  </a:cubicBezTo>
                  <a:cubicBezTo>
                    <a:pt x="7120" y="10429"/>
                    <a:pt x="7026" y="10586"/>
                    <a:pt x="7026" y="10775"/>
                  </a:cubicBezTo>
                  <a:lnTo>
                    <a:pt x="7026" y="11846"/>
                  </a:lnTo>
                  <a:lnTo>
                    <a:pt x="5923" y="11846"/>
                  </a:lnTo>
                  <a:lnTo>
                    <a:pt x="5923" y="10775"/>
                  </a:lnTo>
                  <a:cubicBezTo>
                    <a:pt x="5923" y="10586"/>
                    <a:pt x="5797" y="10429"/>
                    <a:pt x="5577" y="10397"/>
                  </a:cubicBezTo>
                  <a:cubicBezTo>
                    <a:pt x="5135" y="10271"/>
                    <a:pt x="4663" y="10114"/>
                    <a:pt x="4253" y="9830"/>
                  </a:cubicBezTo>
                  <a:cubicBezTo>
                    <a:pt x="4191" y="9793"/>
                    <a:pt x="4119" y="9775"/>
                    <a:pt x="4047" y="9775"/>
                  </a:cubicBezTo>
                  <a:cubicBezTo>
                    <a:pt x="3937" y="9775"/>
                    <a:pt x="3826" y="9817"/>
                    <a:pt x="3749" y="9893"/>
                  </a:cubicBezTo>
                  <a:lnTo>
                    <a:pt x="2993" y="10618"/>
                  </a:lnTo>
                  <a:lnTo>
                    <a:pt x="2206" y="9830"/>
                  </a:lnTo>
                  <a:lnTo>
                    <a:pt x="2962" y="9105"/>
                  </a:lnTo>
                  <a:cubicBezTo>
                    <a:pt x="3088" y="8979"/>
                    <a:pt x="3119" y="8727"/>
                    <a:pt x="2993" y="8570"/>
                  </a:cubicBezTo>
                  <a:cubicBezTo>
                    <a:pt x="2710" y="8160"/>
                    <a:pt x="2521" y="7719"/>
                    <a:pt x="2458" y="7247"/>
                  </a:cubicBezTo>
                  <a:cubicBezTo>
                    <a:pt x="2395" y="7058"/>
                    <a:pt x="2237" y="6932"/>
                    <a:pt x="2048" y="6932"/>
                  </a:cubicBezTo>
                  <a:lnTo>
                    <a:pt x="977" y="6932"/>
                  </a:lnTo>
                  <a:lnTo>
                    <a:pt x="977" y="5829"/>
                  </a:lnTo>
                  <a:lnTo>
                    <a:pt x="2048" y="5829"/>
                  </a:lnTo>
                  <a:cubicBezTo>
                    <a:pt x="2237" y="5829"/>
                    <a:pt x="2395" y="5703"/>
                    <a:pt x="2458" y="5514"/>
                  </a:cubicBezTo>
                  <a:cubicBezTo>
                    <a:pt x="2552" y="5041"/>
                    <a:pt x="2710" y="4569"/>
                    <a:pt x="2993" y="4159"/>
                  </a:cubicBezTo>
                  <a:cubicBezTo>
                    <a:pt x="3119" y="4002"/>
                    <a:pt x="3088" y="3781"/>
                    <a:pt x="2962" y="3655"/>
                  </a:cubicBezTo>
                  <a:lnTo>
                    <a:pt x="2206" y="2899"/>
                  </a:lnTo>
                  <a:lnTo>
                    <a:pt x="2993" y="2111"/>
                  </a:lnTo>
                  <a:lnTo>
                    <a:pt x="3749" y="2868"/>
                  </a:lnTo>
                  <a:cubicBezTo>
                    <a:pt x="3820" y="2938"/>
                    <a:pt x="3921" y="2979"/>
                    <a:pt x="4023" y="2979"/>
                  </a:cubicBezTo>
                  <a:cubicBezTo>
                    <a:pt x="4103" y="2979"/>
                    <a:pt x="4184" y="2954"/>
                    <a:pt x="4253" y="2899"/>
                  </a:cubicBezTo>
                  <a:cubicBezTo>
                    <a:pt x="4694" y="2647"/>
                    <a:pt x="5135" y="2426"/>
                    <a:pt x="5577" y="2363"/>
                  </a:cubicBezTo>
                  <a:cubicBezTo>
                    <a:pt x="5797" y="2332"/>
                    <a:pt x="5923" y="2174"/>
                    <a:pt x="5923" y="1954"/>
                  </a:cubicBezTo>
                  <a:lnTo>
                    <a:pt x="5923" y="914"/>
                  </a:lnTo>
                  <a:close/>
                  <a:moveTo>
                    <a:pt x="5829" y="1"/>
                  </a:moveTo>
                  <a:cubicBezTo>
                    <a:pt x="5356" y="1"/>
                    <a:pt x="5009" y="347"/>
                    <a:pt x="5009" y="820"/>
                  </a:cubicBezTo>
                  <a:lnTo>
                    <a:pt x="5009" y="1576"/>
                  </a:lnTo>
                  <a:cubicBezTo>
                    <a:pt x="4631" y="1702"/>
                    <a:pt x="4285" y="1796"/>
                    <a:pt x="3970" y="2017"/>
                  </a:cubicBezTo>
                  <a:lnTo>
                    <a:pt x="3466" y="1481"/>
                  </a:lnTo>
                  <a:cubicBezTo>
                    <a:pt x="3308" y="1324"/>
                    <a:pt x="3103" y="1245"/>
                    <a:pt x="2891" y="1245"/>
                  </a:cubicBezTo>
                  <a:cubicBezTo>
                    <a:pt x="2678" y="1245"/>
                    <a:pt x="2458" y="1324"/>
                    <a:pt x="2269" y="1481"/>
                  </a:cubicBezTo>
                  <a:lnTo>
                    <a:pt x="1481" y="2269"/>
                  </a:lnTo>
                  <a:cubicBezTo>
                    <a:pt x="1166" y="2584"/>
                    <a:pt x="1166" y="3120"/>
                    <a:pt x="1481" y="3466"/>
                  </a:cubicBezTo>
                  <a:lnTo>
                    <a:pt x="2017" y="3970"/>
                  </a:lnTo>
                  <a:cubicBezTo>
                    <a:pt x="1796" y="4285"/>
                    <a:pt x="1701" y="4632"/>
                    <a:pt x="1575" y="5010"/>
                  </a:cubicBezTo>
                  <a:lnTo>
                    <a:pt x="819" y="5010"/>
                  </a:lnTo>
                  <a:cubicBezTo>
                    <a:pt x="347" y="5010"/>
                    <a:pt x="0" y="5356"/>
                    <a:pt x="0" y="5829"/>
                  </a:cubicBezTo>
                  <a:lnTo>
                    <a:pt x="0" y="6932"/>
                  </a:lnTo>
                  <a:cubicBezTo>
                    <a:pt x="0" y="7404"/>
                    <a:pt x="347" y="7751"/>
                    <a:pt x="819" y="7751"/>
                  </a:cubicBezTo>
                  <a:lnTo>
                    <a:pt x="1575" y="7751"/>
                  </a:lnTo>
                  <a:cubicBezTo>
                    <a:pt x="1701" y="8097"/>
                    <a:pt x="1796" y="8475"/>
                    <a:pt x="2017" y="8759"/>
                  </a:cubicBezTo>
                  <a:lnTo>
                    <a:pt x="1481" y="9295"/>
                  </a:lnTo>
                  <a:cubicBezTo>
                    <a:pt x="1166" y="9610"/>
                    <a:pt x="1166" y="10114"/>
                    <a:pt x="1481" y="10460"/>
                  </a:cubicBezTo>
                  <a:lnTo>
                    <a:pt x="2269" y="11248"/>
                  </a:lnTo>
                  <a:cubicBezTo>
                    <a:pt x="2426" y="11405"/>
                    <a:pt x="2639" y="11484"/>
                    <a:pt x="2855" y="11484"/>
                  </a:cubicBezTo>
                  <a:cubicBezTo>
                    <a:pt x="3072" y="11484"/>
                    <a:pt x="3292" y="11405"/>
                    <a:pt x="3466" y="11248"/>
                  </a:cubicBezTo>
                  <a:lnTo>
                    <a:pt x="3970" y="10744"/>
                  </a:lnTo>
                  <a:cubicBezTo>
                    <a:pt x="4285" y="10933"/>
                    <a:pt x="4631" y="11059"/>
                    <a:pt x="5009" y="11185"/>
                  </a:cubicBezTo>
                  <a:lnTo>
                    <a:pt x="5009" y="11909"/>
                  </a:lnTo>
                  <a:cubicBezTo>
                    <a:pt x="5009" y="12382"/>
                    <a:pt x="5356" y="12760"/>
                    <a:pt x="5829" y="12760"/>
                  </a:cubicBezTo>
                  <a:lnTo>
                    <a:pt x="6931" y="12760"/>
                  </a:lnTo>
                  <a:cubicBezTo>
                    <a:pt x="7404" y="12760"/>
                    <a:pt x="7750" y="12382"/>
                    <a:pt x="7750" y="11909"/>
                  </a:cubicBezTo>
                  <a:lnTo>
                    <a:pt x="7750" y="11185"/>
                  </a:lnTo>
                  <a:cubicBezTo>
                    <a:pt x="8097" y="11059"/>
                    <a:pt x="8475" y="10933"/>
                    <a:pt x="8790" y="10744"/>
                  </a:cubicBezTo>
                  <a:lnTo>
                    <a:pt x="9294" y="11248"/>
                  </a:lnTo>
                  <a:cubicBezTo>
                    <a:pt x="9452" y="11405"/>
                    <a:pt x="9656" y="11484"/>
                    <a:pt x="9865" y="11484"/>
                  </a:cubicBezTo>
                  <a:cubicBezTo>
                    <a:pt x="10074" y="11484"/>
                    <a:pt x="10287" y="11405"/>
                    <a:pt x="10460" y="11248"/>
                  </a:cubicBezTo>
                  <a:lnTo>
                    <a:pt x="11247" y="10460"/>
                  </a:lnTo>
                  <a:cubicBezTo>
                    <a:pt x="11563" y="10145"/>
                    <a:pt x="11563" y="9641"/>
                    <a:pt x="11247" y="9295"/>
                  </a:cubicBezTo>
                  <a:lnTo>
                    <a:pt x="10743" y="8759"/>
                  </a:lnTo>
                  <a:cubicBezTo>
                    <a:pt x="10932" y="8444"/>
                    <a:pt x="11058" y="8097"/>
                    <a:pt x="11184" y="7751"/>
                  </a:cubicBezTo>
                  <a:lnTo>
                    <a:pt x="11941" y="7751"/>
                  </a:lnTo>
                  <a:cubicBezTo>
                    <a:pt x="12413" y="7751"/>
                    <a:pt x="12760" y="7404"/>
                    <a:pt x="12760" y="6932"/>
                  </a:cubicBezTo>
                  <a:lnTo>
                    <a:pt x="12760" y="5829"/>
                  </a:lnTo>
                  <a:cubicBezTo>
                    <a:pt x="12760" y="5356"/>
                    <a:pt x="12350" y="5010"/>
                    <a:pt x="11941" y="5010"/>
                  </a:cubicBezTo>
                  <a:lnTo>
                    <a:pt x="11184" y="5010"/>
                  </a:lnTo>
                  <a:cubicBezTo>
                    <a:pt x="11058" y="4632"/>
                    <a:pt x="10932" y="4285"/>
                    <a:pt x="10743" y="3970"/>
                  </a:cubicBezTo>
                  <a:lnTo>
                    <a:pt x="11247" y="3466"/>
                  </a:lnTo>
                  <a:cubicBezTo>
                    <a:pt x="11563" y="3151"/>
                    <a:pt x="11563" y="2647"/>
                    <a:pt x="11247" y="2269"/>
                  </a:cubicBezTo>
                  <a:lnTo>
                    <a:pt x="10460" y="1481"/>
                  </a:lnTo>
                  <a:cubicBezTo>
                    <a:pt x="10302" y="1324"/>
                    <a:pt x="10098" y="1245"/>
                    <a:pt x="9889" y="1245"/>
                  </a:cubicBezTo>
                  <a:cubicBezTo>
                    <a:pt x="9680" y="1245"/>
                    <a:pt x="9467" y="1324"/>
                    <a:pt x="9294" y="1481"/>
                  </a:cubicBezTo>
                  <a:lnTo>
                    <a:pt x="8790" y="2017"/>
                  </a:lnTo>
                  <a:cubicBezTo>
                    <a:pt x="8475" y="1796"/>
                    <a:pt x="8097" y="1702"/>
                    <a:pt x="7750" y="1576"/>
                  </a:cubicBezTo>
                  <a:lnTo>
                    <a:pt x="7750" y="820"/>
                  </a:lnTo>
                  <a:cubicBezTo>
                    <a:pt x="7750" y="347"/>
                    <a:pt x="7404" y="1"/>
                    <a:pt x="69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16" name="Google Shape;15616;p83"/>
            <p:cNvSpPr/>
            <p:nvPr/>
          </p:nvSpPr>
          <p:spPr>
            <a:xfrm>
              <a:off x="-63160900" y="2021425"/>
              <a:ext cx="137850" cy="137850"/>
            </a:xfrm>
            <a:custGeom>
              <a:avLst/>
              <a:gdLst/>
              <a:ahLst/>
              <a:cxnLst/>
              <a:rect l="l" t="t" r="r" b="b"/>
              <a:pathLst>
                <a:path w="5514" h="5514" extrusionOk="0">
                  <a:moveTo>
                    <a:pt x="2773" y="820"/>
                  </a:moveTo>
                  <a:cubicBezTo>
                    <a:pt x="3813" y="820"/>
                    <a:pt x="4695" y="1702"/>
                    <a:pt x="4695" y="2742"/>
                  </a:cubicBezTo>
                  <a:cubicBezTo>
                    <a:pt x="4695" y="3813"/>
                    <a:pt x="3813" y="4695"/>
                    <a:pt x="2773" y="4695"/>
                  </a:cubicBezTo>
                  <a:cubicBezTo>
                    <a:pt x="1702" y="4695"/>
                    <a:pt x="820" y="3813"/>
                    <a:pt x="820" y="2742"/>
                  </a:cubicBezTo>
                  <a:cubicBezTo>
                    <a:pt x="820" y="1702"/>
                    <a:pt x="1702" y="820"/>
                    <a:pt x="2773" y="820"/>
                  </a:cubicBezTo>
                  <a:close/>
                  <a:moveTo>
                    <a:pt x="2773" y="1"/>
                  </a:moveTo>
                  <a:cubicBezTo>
                    <a:pt x="1229" y="1"/>
                    <a:pt x="1" y="1198"/>
                    <a:pt x="1" y="2742"/>
                  </a:cubicBezTo>
                  <a:cubicBezTo>
                    <a:pt x="1" y="4285"/>
                    <a:pt x="1229" y="5514"/>
                    <a:pt x="2773" y="5514"/>
                  </a:cubicBezTo>
                  <a:cubicBezTo>
                    <a:pt x="4285" y="5514"/>
                    <a:pt x="5514" y="4285"/>
                    <a:pt x="5514" y="2742"/>
                  </a:cubicBezTo>
                  <a:cubicBezTo>
                    <a:pt x="5514" y="1229"/>
                    <a:pt x="4254" y="1"/>
                    <a:pt x="27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17" name="Google Shape;15617;p83"/>
          <p:cNvSpPr/>
          <p:nvPr/>
        </p:nvSpPr>
        <p:spPr>
          <a:xfrm>
            <a:off x="4070525" y="2694892"/>
            <a:ext cx="496495" cy="490595"/>
          </a:xfrm>
          <a:custGeom>
            <a:avLst/>
            <a:gdLst/>
            <a:ahLst/>
            <a:cxnLst/>
            <a:rect l="l" t="t" r="r" b="b"/>
            <a:pathLst>
              <a:path w="12877" h="12724" extrusionOk="0">
                <a:moveTo>
                  <a:pt x="10492" y="1603"/>
                </a:moveTo>
                <a:lnTo>
                  <a:pt x="10429" y="1855"/>
                </a:lnTo>
                <a:cubicBezTo>
                  <a:pt x="10429" y="1981"/>
                  <a:pt x="10492" y="2138"/>
                  <a:pt x="10555" y="2201"/>
                </a:cubicBezTo>
                <a:cubicBezTo>
                  <a:pt x="10649" y="2296"/>
                  <a:pt x="10807" y="2327"/>
                  <a:pt x="10901" y="2327"/>
                </a:cubicBezTo>
                <a:lnTo>
                  <a:pt x="11153" y="2296"/>
                </a:lnTo>
                <a:lnTo>
                  <a:pt x="10492" y="2957"/>
                </a:lnTo>
                <a:lnTo>
                  <a:pt x="9736" y="3083"/>
                </a:lnTo>
                <a:lnTo>
                  <a:pt x="9799" y="2296"/>
                </a:lnTo>
                <a:lnTo>
                  <a:pt x="10492" y="1603"/>
                </a:lnTo>
                <a:close/>
                <a:moveTo>
                  <a:pt x="6270" y="6108"/>
                </a:moveTo>
                <a:cubicBezTo>
                  <a:pt x="6396" y="6108"/>
                  <a:pt x="6459" y="6139"/>
                  <a:pt x="6554" y="6234"/>
                </a:cubicBezTo>
                <a:cubicBezTo>
                  <a:pt x="6617" y="6265"/>
                  <a:pt x="6648" y="6391"/>
                  <a:pt x="6648" y="6486"/>
                </a:cubicBezTo>
                <a:cubicBezTo>
                  <a:pt x="6648" y="6738"/>
                  <a:pt x="6459" y="6927"/>
                  <a:pt x="6270" y="6927"/>
                </a:cubicBezTo>
                <a:cubicBezTo>
                  <a:pt x="6081" y="6927"/>
                  <a:pt x="5861" y="6738"/>
                  <a:pt x="5861" y="6486"/>
                </a:cubicBezTo>
                <a:cubicBezTo>
                  <a:pt x="5861" y="6265"/>
                  <a:pt x="6081" y="6108"/>
                  <a:pt x="6270" y="6108"/>
                </a:cubicBezTo>
                <a:close/>
                <a:moveTo>
                  <a:pt x="6176" y="4375"/>
                </a:moveTo>
                <a:cubicBezTo>
                  <a:pt x="6617" y="4375"/>
                  <a:pt x="7026" y="4501"/>
                  <a:pt x="7341" y="4722"/>
                </a:cubicBezTo>
                <a:lnTo>
                  <a:pt x="6743" y="5320"/>
                </a:lnTo>
                <a:cubicBezTo>
                  <a:pt x="6617" y="5289"/>
                  <a:pt x="6428" y="5226"/>
                  <a:pt x="6239" y="5226"/>
                </a:cubicBezTo>
                <a:cubicBezTo>
                  <a:pt x="5546" y="5226"/>
                  <a:pt x="5010" y="5793"/>
                  <a:pt x="5010" y="6454"/>
                </a:cubicBezTo>
                <a:cubicBezTo>
                  <a:pt x="5010" y="7116"/>
                  <a:pt x="5546" y="7715"/>
                  <a:pt x="6239" y="7715"/>
                </a:cubicBezTo>
                <a:cubicBezTo>
                  <a:pt x="6900" y="7715"/>
                  <a:pt x="7467" y="7147"/>
                  <a:pt x="7467" y="6454"/>
                </a:cubicBezTo>
                <a:cubicBezTo>
                  <a:pt x="7467" y="6265"/>
                  <a:pt x="7404" y="6108"/>
                  <a:pt x="7341" y="5887"/>
                </a:cubicBezTo>
                <a:lnTo>
                  <a:pt x="7908" y="5320"/>
                </a:lnTo>
                <a:cubicBezTo>
                  <a:pt x="8160" y="5635"/>
                  <a:pt x="8286" y="6013"/>
                  <a:pt x="8286" y="6454"/>
                </a:cubicBezTo>
                <a:cubicBezTo>
                  <a:pt x="8286" y="7588"/>
                  <a:pt x="7341" y="8534"/>
                  <a:pt x="6176" y="8534"/>
                </a:cubicBezTo>
                <a:cubicBezTo>
                  <a:pt x="5041" y="8534"/>
                  <a:pt x="4096" y="7588"/>
                  <a:pt x="4096" y="6454"/>
                </a:cubicBezTo>
                <a:cubicBezTo>
                  <a:pt x="4096" y="5320"/>
                  <a:pt x="5041" y="4375"/>
                  <a:pt x="6176" y="4375"/>
                </a:cubicBezTo>
                <a:close/>
                <a:moveTo>
                  <a:pt x="6239" y="2800"/>
                </a:moveTo>
                <a:cubicBezTo>
                  <a:pt x="7089" y="2800"/>
                  <a:pt x="7908" y="3115"/>
                  <a:pt x="8539" y="3619"/>
                </a:cubicBezTo>
                <a:lnTo>
                  <a:pt x="7971" y="4217"/>
                </a:lnTo>
                <a:cubicBezTo>
                  <a:pt x="7499" y="3839"/>
                  <a:pt x="6869" y="3619"/>
                  <a:pt x="6239" y="3619"/>
                </a:cubicBezTo>
                <a:cubicBezTo>
                  <a:pt x="4600" y="3619"/>
                  <a:pt x="3309" y="4911"/>
                  <a:pt x="3309" y="6486"/>
                </a:cubicBezTo>
                <a:cubicBezTo>
                  <a:pt x="3309" y="8124"/>
                  <a:pt x="4632" y="9416"/>
                  <a:pt x="6239" y="9416"/>
                </a:cubicBezTo>
                <a:cubicBezTo>
                  <a:pt x="7845" y="9416"/>
                  <a:pt x="9137" y="8124"/>
                  <a:pt x="9137" y="6486"/>
                </a:cubicBezTo>
                <a:cubicBezTo>
                  <a:pt x="9137" y="5856"/>
                  <a:pt x="8948" y="5226"/>
                  <a:pt x="8539" y="4753"/>
                </a:cubicBezTo>
                <a:lnTo>
                  <a:pt x="9137" y="4154"/>
                </a:lnTo>
                <a:cubicBezTo>
                  <a:pt x="9641" y="4816"/>
                  <a:pt x="9956" y="5604"/>
                  <a:pt x="9956" y="6486"/>
                </a:cubicBezTo>
                <a:cubicBezTo>
                  <a:pt x="9956" y="8534"/>
                  <a:pt x="8318" y="10235"/>
                  <a:pt x="6239" y="10235"/>
                </a:cubicBezTo>
                <a:cubicBezTo>
                  <a:pt x="4191" y="10235"/>
                  <a:pt x="2490" y="8597"/>
                  <a:pt x="2490" y="6486"/>
                </a:cubicBezTo>
                <a:cubicBezTo>
                  <a:pt x="2490" y="4438"/>
                  <a:pt x="4128" y="2800"/>
                  <a:pt x="6239" y="2800"/>
                </a:cubicBezTo>
                <a:close/>
                <a:moveTo>
                  <a:pt x="6270" y="1130"/>
                </a:moveTo>
                <a:cubicBezTo>
                  <a:pt x="7247" y="1130"/>
                  <a:pt x="8223" y="1414"/>
                  <a:pt x="9074" y="1918"/>
                </a:cubicBezTo>
                <a:cubicBezTo>
                  <a:pt x="9074" y="1949"/>
                  <a:pt x="9011" y="2012"/>
                  <a:pt x="9011" y="2044"/>
                </a:cubicBezTo>
                <a:lnTo>
                  <a:pt x="8917" y="2831"/>
                </a:lnTo>
                <a:cubicBezTo>
                  <a:pt x="8160" y="2296"/>
                  <a:pt x="7247" y="1981"/>
                  <a:pt x="6270" y="1981"/>
                </a:cubicBezTo>
                <a:cubicBezTo>
                  <a:pt x="3750" y="1981"/>
                  <a:pt x="1733" y="4028"/>
                  <a:pt x="1733" y="6486"/>
                </a:cubicBezTo>
                <a:cubicBezTo>
                  <a:pt x="1733" y="9006"/>
                  <a:pt x="3781" y="11054"/>
                  <a:pt x="6270" y="11054"/>
                </a:cubicBezTo>
                <a:cubicBezTo>
                  <a:pt x="8759" y="11054"/>
                  <a:pt x="10807" y="9006"/>
                  <a:pt x="10807" y="6486"/>
                </a:cubicBezTo>
                <a:cubicBezTo>
                  <a:pt x="10807" y="5509"/>
                  <a:pt x="10492" y="4596"/>
                  <a:pt x="9925" y="3871"/>
                </a:cubicBezTo>
                <a:lnTo>
                  <a:pt x="10712" y="3745"/>
                </a:lnTo>
                <a:cubicBezTo>
                  <a:pt x="10744" y="3745"/>
                  <a:pt x="10807" y="3745"/>
                  <a:pt x="10838" y="3713"/>
                </a:cubicBezTo>
                <a:cubicBezTo>
                  <a:pt x="11342" y="4533"/>
                  <a:pt x="11626" y="5478"/>
                  <a:pt x="11626" y="6486"/>
                </a:cubicBezTo>
                <a:cubicBezTo>
                  <a:pt x="11626" y="9447"/>
                  <a:pt x="9232" y="11873"/>
                  <a:pt x="6270" y="11873"/>
                </a:cubicBezTo>
                <a:cubicBezTo>
                  <a:pt x="3309" y="11873"/>
                  <a:pt x="914" y="9479"/>
                  <a:pt x="914" y="6486"/>
                </a:cubicBezTo>
                <a:cubicBezTo>
                  <a:pt x="914" y="3524"/>
                  <a:pt x="3309" y="1130"/>
                  <a:pt x="6270" y="1130"/>
                </a:cubicBezTo>
                <a:close/>
                <a:moveTo>
                  <a:pt x="11030" y="0"/>
                </a:moveTo>
                <a:cubicBezTo>
                  <a:pt x="10930" y="0"/>
                  <a:pt x="10829" y="37"/>
                  <a:pt x="10744" y="122"/>
                </a:cubicBezTo>
                <a:lnTo>
                  <a:pt x="9610" y="1256"/>
                </a:lnTo>
                <a:cubicBezTo>
                  <a:pt x="8602" y="594"/>
                  <a:pt x="7467" y="279"/>
                  <a:pt x="6239" y="279"/>
                </a:cubicBezTo>
                <a:cubicBezTo>
                  <a:pt x="2805" y="279"/>
                  <a:pt x="1" y="3020"/>
                  <a:pt x="1" y="6486"/>
                </a:cubicBezTo>
                <a:cubicBezTo>
                  <a:pt x="1" y="9920"/>
                  <a:pt x="2773" y="12724"/>
                  <a:pt x="6239" y="12724"/>
                </a:cubicBezTo>
                <a:cubicBezTo>
                  <a:pt x="9641" y="12724"/>
                  <a:pt x="12445" y="9951"/>
                  <a:pt x="12445" y="6486"/>
                </a:cubicBezTo>
                <a:cubicBezTo>
                  <a:pt x="12445" y="5289"/>
                  <a:pt x="12099" y="4123"/>
                  <a:pt x="11468" y="3115"/>
                </a:cubicBezTo>
                <a:lnTo>
                  <a:pt x="12603" y="1981"/>
                </a:lnTo>
                <a:cubicBezTo>
                  <a:pt x="12877" y="1706"/>
                  <a:pt x="12650" y="1255"/>
                  <a:pt x="12292" y="1255"/>
                </a:cubicBezTo>
                <a:cubicBezTo>
                  <a:pt x="12280" y="1255"/>
                  <a:pt x="12268" y="1255"/>
                  <a:pt x="12256" y="1256"/>
                </a:cubicBezTo>
                <a:lnTo>
                  <a:pt x="11342" y="1382"/>
                </a:lnTo>
                <a:lnTo>
                  <a:pt x="11468" y="468"/>
                </a:lnTo>
                <a:cubicBezTo>
                  <a:pt x="11491" y="203"/>
                  <a:pt x="11265" y="0"/>
                  <a:pt x="110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18" name="Google Shape;15618;p83"/>
          <p:cNvGrpSpPr/>
          <p:nvPr/>
        </p:nvGrpSpPr>
        <p:grpSpPr>
          <a:xfrm>
            <a:off x="4082412" y="3315391"/>
            <a:ext cx="489553" cy="490788"/>
            <a:chOff x="-63250675" y="2664125"/>
            <a:chExt cx="317425" cy="318225"/>
          </a:xfrm>
        </p:grpSpPr>
        <p:sp>
          <p:nvSpPr>
            <p:cNvPr id="15619" name="Google Shape;15619;p83"/>
            <p:cNvSpPr/>
            <p:nvPr/>
          </p:nvSpPr>
          <p:spPr>
            <a:xfrm>
              <a:off x="-63250675" y="2664125"/>
              <a:ext cx="317425" cy="318225"/>
            </a:xfrm>
            <a:custGeom>
              <a:avLst/>
              <a:gdLst/>
              <a:ahLst/>
              <a:cxnLst/>
              <a:rect l="l" t="t" r="r" b="b"/>
              <a:pathLst>
                <a:path w="12697" h="12729" extrusionOk="0">
                  <a:moveTo>
                    <a:pt x="6364" y="2521"/>
                  </a:moveTo>
                  <a:cubicBezTo>
                    <a:pt x="8475" y="2521"/>
                    <a:pt x="10208" y="4254"/>
                    <a:pt x="10208" y="6396"/>
                  </a:cubicBezTo>
                  <a:cubicBezTo>
                    <a:pt x="10208" y="8507"/>
                    <a:pt x="8475" y="10240"/>
                    <a:pt x="6364" y="10240"/>
                  </a:cubicBezTo>
                  <a:cubicBezTo>
                    <a:pt x="4222" y="10240"/>
                    <a:pt x="2489" y="8507"/>
                    <a:pt x="2489" y="6396"/>
                  </a:cubicBezTo>
                  <a:cubicBezTo>
                    <a:pt x="2489" y="4254"/>
                    <a:pt x="4222" y="2521"/>
                    <a:pt x="6364" y="2521"/>
                  </a:cubicBezTo>
                  <a:close/>
                  <a:moveTo>
                    <a:pt x="6364" y="1"/>
                  </a:moveTo>
                  <a:cubicBezTo>
                    <a:pt x="6112" y="1"/>
                    <a:pt x="5923" y="190"/>
                    <a:pt x="5923" y="442"/>
                  </a:cubicBezTo>
                  <a:lnTo>
                    <a:pt x="5923" y="1702"/>
                  </a:lnTo>
                  <a:cubicBezTo>
                    <a:pt x="4946" y="1765"/>
                    <a:pt x="4033" y="2174"/>
                    <a:pt x="3308" y="2773"/>
                  </a:cubicBezTo>
                  <a:lnTo>
                    <a:pt x="2426" y="1859"/>
                  </a:lnTo>
                  <a:cubicBezTo>
                    <a:pt x="2347" y="1781"/>
                    <a:pt x="2237" y="1741"/>
                    <a:pt x="2127" y="1741"/>
                  </a:cubicBezTo>
                  <a:cubicBezTo>
                    <a:pt x="2017" y="1741"/>
                    <a:pt x="1906" y="1781"/>
                    <a:pt x="1827" y="1859"/>
                  </a:cubicBezTo>
                  <a:cubicBezTo>
                    <a:pt x="1670" y="2017"/>
                    <a:pt x="1670" y="2300"/>
                    <a:pt x="1827" y="2458"/>
                  </a:cubicBezTo>
                  <a:lnTo>
                    <a:pt x="2741" y="3340"/>
                  </a:lnTo>
                  <a:cubicBezTo>
                    <a:pt x="2143" y="4065"/>
                    <a:pt x="1733" y="4978"/>
                    <a:pt x="1670" y="5955"/>
                  </a:cubicBezTo>
                  <a:lnTo>
                    <a:pt x="410" y="5955"/>
                  </a:lnTo>
                  <a:cubicBezTo>
                    <a:pt x="158" y="5955"/>
                    <a:pt x="0" y="6144"/>
                    <a:pt x="0" y="6333"/>
                  </a:cubicBezTo>
                  <a:cubicBezTo>
                    <a:pt x="0" y="6585"/>
                    <a:pt x="221" y="6774"/>
                    <a:pt x="410" y="6774"/>
                  </a:cubicBezTo>
                  <a:lnTo>
                    <a:pt x="1670" y="6774"/>
                  </a:lnTo>
                  <a:cubicBezTo>
                    <a:pt x="1733" y="7751"/>
                    <a:pt x="2143" y="8664"/>
                    <a:pt x="2741" y="9389"/>
                  </a:cubicBezTo>
                  <a:lnTo>
                    <a:pt x="1827" y="10271"/>
                  </a:lnTo>
                  <a:cubicBezTo>
                    <a:pt x="1670" y="10429"/>
                    <a:pt x="1670" y="10712"/>
                    <a:pt x="1827" y="10870"/>
                  </a:cubicBezTo>
                  <a:cubicBezTo>
                    <a:pt x="1890" y="10964"/>
                    <a:pt x="2017" y="10996"/>
                    <a:pt x="2111" y="10996"/>
                  </a:cubicBezTo>
                  <a:cubicBezTo>
                    <a:pt x="2174" y="10996"/>
                    <a:pt x="2300" y="10964"/>
                    <a:pt x="2363" y="10870"/>
                  </a:cubicBezTo>
                  <a:lnTo>
                    <a:pt x="3277" y="9956"/>
                  </a:lnTo>
                  <a:cubicBezTo>
                    <a:pt x="4001" y="10555"/>
                    <a:pt x="4883" y="10964"/>
                    <a:pt x="5892" y="11027"/>
                  </a:cubicBezTo>
                  <a:lnTo>
                    <a:pt x="5892" y="12287"/>
                  </a:lnTo>
                  <a:cubicBezTo>
                    <a:pt x="5892" y="12508"/>
                    <a:pt x="6081" y="12729"/>
                    <a:pt x="6301" y="12729"/>
                  </a:cubicBezTo>
                  <a:cubicBezTo>
                    <a:pt x="6553" y="12729"/>
                    <a:pt x="6711" y="12508"/>
                    <a:pt x="6711" y="12287"/>
                  </a:cubicBezTo>
                  <a:lnTo>
                    <a:pt x="6711" y="11027"/>
                  </a:lnTo>
                  <a:cubicBezTo>
                    <a:pt x="7687" y="10964"/>
                    <a:pt x="8601" y="10555"/>
                    <a:pt x="9294" y="9956"/>
                  </a:cubicBezTo>
                  <a:lnTo>
                    <a:pt x="10208" y="10870"/>
                  </a:lnTo>
                  <a:cubicBezTo>
                    <a:pt x="10302" y="10964"/>
                    <a:pt x="10397" y="10996"/>
                    <a:pt x="10491" y="10996"/>
                  </a:cubicBezTo>
                  <a:cubicBezTo>
                    <a:pt x="10617" y="10996"/>
                    <a:pt x="10680" y="10964"/>
                    <a:pt x="10775" y="10870"/>
                  </a:cubicBezTo>
                  <a:cubicBezTo>
                    <a:pt x="10932" y="10712"/>
                    <a:pt x="10932" y="10429"/>
                    <a:pt x="10775" y="10271"/>
                  </a:cubicBezTo>
                  <a:lnTo>
                    <a:pt x="9861" y="9389"/>
                  </a:lnTo>
                  <a:cubicBezTo>
                    <a:pt x="10460" y="8664"/>
                    <a:pt x="10838" y="7751"/>
                    <a:pt x="10932" y="6774"/>
                  </a:cubicBezTo>
                  <a:lnTo>
                    <a:pt x="12193" y="6774"/>
                  </a:lnTo>
                  <a:cubicBezTo>
                    <a:pt x="12413" y="6774"/>
                    <a:pt x="12602" y="6585"/>
                    <a:pt x="12602" y="6333"/>
                  </a:cubicBezTo>
                  <a:cubicBezTo>
                    <a:pt x="12697" y="6144"/>
                    <a:pt x="12508" y="5955"/>
                    <a:pt x="12256" y="5955"/>
                  </a:cubicBezTo>
                  <a:lnTo>
                    <a:pt x="10995" y="5955"/>
                  </a:lnTo>
                  <a:cubicBezTo>
                    <a:pt x="10932" y="4978"/>
                    <a:pt x="10523" y="4065"/>
                    <a:pt x="9924" y="3340"/>
                  </a:cubicBezTo>
                  <a:lnTo>
                    <a:pt x="10838" y="2458"/>
                  </a:lnTo>
                  <a:cubicBezTo>
                    <a:pt x="10995" y="2300"/>
                    <a:pt x="10995" y="2017"/>
                    <a:pt x="10838" y="1859"/>
                  </a:cubicBezTo>
                  <a:cubicBezTo>
                    <a:pt x="10759" y="1781"/>
                    <a:pt x="10649" y="1741"/>
                    <a:pt x="10539" y="1741"/>
                  </a:cubicBezTo>
                  <a:cubicBezTo>
                    <a:pt x="10428" y="1741"/>
                    <a:pt x="10318" y="1781"/>
                    <a:pt x="10239" y="1859"/>
                  </a:cubicBezTo>
                  <a:lnTo>
                    <a:pt x="9357" y="2773"/>
                  </a:lnTo>
                  <a:cubicBezTo>
                    <a:pt x="8633" y="2174"/>
                    <a:pt x="7719" y="1765"/>
                    <a:pt x="6742" y="1702"/>
                  </a:cubicBezTo>
                  <a:lnTo>
                    <a:pt x="6742" y="442"/>
                  </a:lnTo>
                  <a:cubicBezTo>
                    <a:pt x="6742" y="190"/>
                    <a:pt x="6553" y="1"/>
                    <a:pt x="63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0" name="Google Shape;15620;p83"/>
            <p:cNvSpPr/>
            <p:nvPr/>
          </p:nvSpPr>
          <p:spPr>
            <a:xfrm>
              <a:off x="-63167975" y="2747625"/>
              <a:ext cx="152025" cy="152025"/>
            </a:xfrm>
            <a:custGeom>
              <a:avLst/>
              <a:gdLst/>
              <a:ahLst/>
              <a:cxnLst/>
              <a:rect l="l" t="t" r="r" b="b"/>
              <a:pathLst>
                <a:path w="6081" h="6081" extrusionOk="0">
                  <a:moveTo>
                    <a:pt x="2615" y="819"/>
                  </a:moveTo>
                  <a:lnTo>
                    <a:pt x="2615" y="1701"/>
                  </a:lnTo>
                  <a:cubicBezTo>
                    <a:pt x="2521" y="1733"/>
                    <a:pt x="2458" y="1733"/>
                    <a:pt x="2363" y="1764"/>
                  </a:cubicBezTo>
                  <a:lnTo>
                    <a:pt x="1796" y="1197"/>
                  </a:lnTo>
                  <a:cubicBezTo>
                    <a:pt x="2017" y="1040"/>
                    <a:pt x="2300" y="914"/>
                    <a:pt x="2615" y="819"/>
                  </a:cubicBezTo>
                  <a:close/>
                  <a:moveTo>
                    <a:pt x="3434" y="882"/>
                  </a:moveTo>
                  <a:cubicBezTo>
                    <a:pt x="3749" y="914"/>
                    <a:pt x="4033" y="1040"/>
                    <a:pt x="4253" y="1229"/>
                  </a:cubicBezTo>
                  <a:lnTo>
                    <a:pt x="3686" y="1827"/>
                  </a:lnTo>
                  <a:cubicBezTo>
                    <a:pt x="3592" y="1796"/>
                    <a:pt x="3529" y="1733"/>
                    <a:pt x="3434" y="1733"/>
                  </a:cubicBezTo>
                  <a:lnTo>
                    <a:pt x="3434" y="882"/>
                  </a:lnTo>
                  <a:close/>
                  <a:moveTo>
                    <a:pt x="1197" y="1796"/>
                  </a:moveTo>
                  <a:lnTo>
                    <a:pt x="1796" y="2363"/>
                  </a:lnTo>
                  <a:cubicBezTo>
                    <a:pt x="1733" y="2457"/>
                    <a:pt x="1701" y="2520"/>
                    <a:pt x="1701" y="2615"/>
                  </a:cubicBezTo>
                  <a:lnTo>
                    <a:pt x="851" y="2615"/>
                  </a:lnTo>
                  <a:cubicBezTo>
                    <a:pt x="914" y="2300"/>
                    <a:pt x="1040" y="2016"/>
                    <a:pt x="1197" y="1796"/>
                  </a:cubicBezTo>
                  <a:close/>
                  <a:moveTo>
                    <a:pt x="4852" y="1796"/>
                  </a:moveTo>
                  <a:cubicBezTo>
                    <a:pt x="5010" y="2016"/>
                    <a:pt x="5136" y="2300"/>
                    <a:pt x="5199" y="2615"/>
                  </a:cubicBezTo>
                  <a:lnTo>
                    <a:pt x="4348" y="2615"/>
                  </a:lnTo>
                  <a:cubicBezTo>
                    <a:pt x="4316" y="2520"/>
                    <a:pt x="4316" y="2457"/>
                    <a:pt x="4253" y="2363"/>
                  </a:cubicBezTo>
                  <a:lnTo>
                    <a:pt x="4852" y="1796"/>
                  </a:lnTo>
                  <a:close/>
                  <a:moveTo>
                    <a:pt x="3056" y="2457"/>
                  </a:moveTo>
                  <a:cubicBezTo>
                    <a:pt x="3214" y="2457"/>
                    <a:pt x="3308" y="2520"/>
                    <a:pt x="3434" y="2615"/>
                  </a:cubicBezTo>
                  <a:cubicBezTo>
                    <a:pt x="3560" y="2741"/>
                    <a:pt x="3592" y="2836"/>
                    <a:pt x="3592" y="2993"/>
                  </a:cubicBezTo>
                  <a:cubicBezTo>
                    <a:pt x="3592" y="3151"/>
                    <a:pt x="3529" y="3308"/>
                    <a:pt x="3434" y="3403"/>
                  </a:cubicBezTo>
                  <a:cubicBezTo>
                    <a:pt x="3308" y="3529"/>
                    <a:pt x="3214" y="3560"/>
                    <a:pt x="3056" y="3560"/>
                  </a:cubicBezTo>
                  <a:cubicBezTo>
                    <a:pt x="2899" y="3560"/>
                    <a:pt x="2773" y="3466"/>
                    <a:pt x="2647" y="3403"/>
                  </a:cubicBezTo>
                  <a:cubicBezTo>
                    <a:pt x="2521" y="3277"/>
                    <a:pt x="2489" y="3151"/>
                    <a:pt x="2489" y="2993"/>
                  </a:cubicBezTo>
                  <a:cubicBezTo>
                    <a:pt x="2489" y="2836"/>
                    <a:pt x="2584" y="2741"/>
                    <a:pt x="2647" y="2615"/>
                  </a:cubicBezTo>
                  <a:cubicBezTo>
                    <a:pt x="2773" y="2489"/>
                    <a:pt x="2899" y="2457"/>
                    <a:pt x="3056" y="2457"/>
                  </a:cubicBezTo>
                  <a:close/>
                  <a:moveTo>
                    <a:pt x="1733" y="3434"/>
                  </a:moveTo>
                  <a:cubicBezTo>
                    <a:pt x="1796" y="3529"/>
                    <a:pt x="1796" y="3592"/>
                    <a:pt x="1828" y="3686"/>
                  </a:cubicBezTo>
                  <a:lnTo>
                    <a:pt x="1229" y="4253"/>
                  </a:lnTo>
                  <a:cubicBezTo>
                    <a:pt x="1040" y="4033"/>
                    <a:pt x="914" y="3749"/>
                    <a:pt x="882" y="3434"/>
                  </a:cubicBezTo>
                  <a:close/>
                  <a:moveTo>
                    <a:pt x="5199" y="3434"/>
                  </a:moveTo>
                  <a:cubicBezTo>
                    <a:pt x="5136" y="3749"/>
                    <a:pt x="5010" y="4033"/>
                    <a:pt x="4852" y="4253"/>
                  </a:cubicBezTo>
                  <a:lnTo>
                    <a:pt x="4253" y="3686"/>
                  </a:lnTo>
                  <a:cubicBezTo>
                    <a:pt x="4316" y="3592"/>
                    <a:pt x="4348" y="3529"/>
                    <a:pt x="4348" y="3434"/>
                  </a:cubicBezTo>
                  <a:close/>
                  <a:moveTo>
                    <a:pt x="2363" y="4253"/>
                  </a:moveTo>
                  <a:cubicBezTo>
                    <a:pt x="2458" y="4316"/>
                    <a:pt x="2521" y="4348"/>
                    <a:pt x="2615" y="4348"/>
                  </a:cubicBezTo>
                  <a:lnTo>
                    <a:pt x="2615" y="5198"/>
                  </a:lnTo>
                  <a:cubicBezTo>
                    <a:pt x="2300" y="5167"/>
                    <a:pt x="2017" y="5041"/>
                    <a:pt x="1796" y="4852"/>
                  </a:cubicBezTo>
                  <a:lnTo>
                    <a:pt x="2363" y="4253"/>
                  </a:lnTo>
                  <a:close/>
                  <a:moveTo>
                    <a:pt x="3686" y="4253"/>
                  </a:moveTo>
                  <a:lnTo>
                    <a:pt x="4253" y="4852"/>
                  </a:lnTo>
                  <a:cubicBezTo>
                    <a:pt x="4033" y="5009"/>
                    <a:pt x="3749" y="5135"/>
                    <a:pt x="3434" y="5198"/>
                  </a:cubicBezTo>
                  <a:lnTo>
                    <a:pt x="3434" y="4348"/>
                  </a:lnTo>
                  <a:cubicBezTo>
                    <a:pt x="3529" y="4316"/>
                    <a:pt x="3592" y="4316"/>
                    <a:pt x="3686" y="4253"/>
                  </a:cubicBezTo>
                  <a:close/>
                  <a:moveTo>
                    <a:pt x="3056" y="0"/>
                  </a:moveTo>
                  <a:cubicBezTo>
                    <a:pt x="1355" y="0"/>
                    <a:pt x="0" y="1386"/>
                    <a:pt x="0" y="3056"/>
                  </a:cubicBezTo>
                  <a:cubicBezTo>
                    <a:pt x="0" y="3875"/>
                    <a:pt x="315" y="4631"/>
                    <a:pt x="882" y="5167"/>
                  </a:cubicBezTo>
                  <a:cubicBezTo>
                    <a:pt x="1229" y="5608"/>
                    <a:pt x="2111" y="6081"/>
                    <a:pt x="3056" y="6081"/>
                  </a:cubicBezTo>
                  <a:cubicBezTo>
                    <a:pt x="4694" y="6081"/>
                    <a:pt x="6081" y="4726"/>
                    <a:pt x="6081" y="3056"/>
                  </a:cubicBezTo>
                  <a:cubicBezTo>
                    <a:pt x="6081" y="1355"/>
                    <a:pt x="4694" y="0"/>
                    <a:pt x="3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21" name="Google Shape;15621;p83"/>
          <p:cNvGrpSpPr/>
          <p:nvPr/>
        </p:nvGrpSpPr>
        <p:grpSpPr>
          <a:xfrm>
            <a:off x="2317961" y="3950600"/>
            <a:ext cx="484696" cy="481688"/>
            <a:chOff x="-61354075" y="1940500"/>
            <a:chExt cx="314275" cy="312325"/>
          </a:xfrm>
        </p:grpSpPr>
        <p:sp>
          <p:nvSpPr>
            <p:cNvPr id="15622" name="Google Shape;15622;p83"/>
            <p:cNvSpPr/>
            <p:nvPr/>
          </p:nvSpPr>
          <p:spPr>
            <a:xfrm>
              <a:off x="-61354075" y="1940500"/>
              <a:ext cx="314275" cy="312325"/>
            </a:xfrm>
            <a:custGeom>
              <a:avLst/>
              <a:gdLst/>
              <a:ahLst/>
              <a:cxnLst/>
              <a:rect l="l" t="t" r="r" b="b"/>
              <a:pathLst>
                <a:path w="12571" h="12493" extrusionOk="0">
                  <a:moveTo>
                    <a:pt x="6270" y="1001"/>
                  </a:moveTo>
                  <a:lnTo>
                    <a:pt x="7687" y="2419"/>
                  </a:lnTo>
                  <a:cubicBezTo>
                    <a:pt x="7750" y="2482"/>
                    <a:pt x="7876" y="2513"/>
                    <a:pt x="7971" y="2513"/>
                  </a:cubicBezTo>
                  <a:lnTo>
                    <a:pt x="9956" y="2513"/>
                  </a:lnTo>
                  <a:lnTo>
                    <a:pt x="9956" y="4529"/>
                  </a:lnTo>
                  <a:cubicBezTo>
                    <a:pt x="9956" y="4655"/>
                    <a:pt x="10019" y="4718"/>
                    <a:pt x="10082" y="4813"/>
                  </a:cubicBezTo>
                  <a:lnTo>
                    <a:pt x="11499" y="6231"/>
                  </a:lnTo>
                  <a:lnTo>
                    <a:pt x="10082" y="7648"/>
                  </a:lnTo>
                  <a:cubicBezTo>
                    <a:pt x="10019" y="7711"/>
                    <a:pt x="9956" y="7837"/>
                    <a:pt x="9956" y="7900"/>
                  </a:cubicBezTo>
                  <a:lnTo>
                    <a:pt x="9956" y="9917"/>
                  </a:lnTo>
                  <a:lnTo>
                    <a:pt x="7971" y="9917"/>
                  </a:lnTo>
                  <a:cubicBezTo>
                    <a:pt x="7845" y="9917"/>
                    <a:pt x="7750" y="9948"/>
                    <a:pt x="7687" y="10043"/>
                  </a:cubicBezTo>
                  <a:lnTo>
                    <a:pt x="6270" y="11460"/>
                  </a:lnTo>
                  <a:lnTo>
                    <a:pt x="4852" y="10043"/>
                  </a:lnTo>
                  <a:cubicBezTo>
                    <a:pt x="4757" y="9948"/>
                    <a:pt x="4631" y="9917"/>
                    <a:pt x="4568" y="9917"/>
                  </a:cubicBezTo>
                  <a:lnTo>
                    <a:pt x="2552" y="9917"/>
                  </a:lnTo>
                  <a:lnTo>
                    <a:pt x="2552" y="7900"/>
                  </a:lnTo>
                  <a:cubicBezTo>
                    <a:pt x="2552" y="7806"/>
                    <a:pt x="2521" y="7711"/>
                    <a:pt x="2426" y="7648"/>
                  </a:cubicBezTo>
                  <a:lnTo>
                    <a:pt x="1008" y="6231"/>
                  </a:lnTo>
                  <a:lnTo>
                    <a:pt x="2426" y="4813"/>
                  </a:lnTo>
                  <a:cubicBezTo>
                    <a:pt x="2521" y="4718"/>
                    <a:pt x="2552" y="4624"/>
                    <a:pt x="2552" y="4529"/>
                  </a:cubicBezTo>
                  <a:lnTo>
                    <a:pt x="2552" y="2513"/>
                  </a:lnTo>
                  <a:lnTo>
                    <a:pt x="4568" y="2513"/>
                  </a:lnTo>
                  <a:cubicBezTo>
                    <a:pt x="4694" y="2513"/>
                    <a:pt x="4757" y="2482"/>
                    <a:pt x="4852" y="2419"/>
                  </a:cubicBezTo>
                  <a:lnTo>
                    <a:pt x="6270" y="1001"/>
                  </a:lnTo>
                  <a:close/>
                  <a:moveTo>
                    <a:pt x="6285" y="1"/>
                  </a:moveTo>
                  <a:cubicBezTo>
                    <a:pt x="6175" y="1"/>
                    <a:pt x="6065" y="40"/>
                    <a:pt x="5986" y="119"/>
                  </a:cubicBezTo>
                  <a:lnTo>
                    <a:pt x="4411" y="1694"/>
                  </a:lnTo>
                  <a:lnTo>
                    <a:pt x="2174" y="1694"/>
                  </a:lnTo>
                  <a:cubicBezTo>
                    <a:pt x="1922" y="1694"/>
                    <a:pt x="1733" y="1883"/>
                    <a:pt x="1733" y="2135"/>
                  </a:cubicBezTo>
                  <a:lnTo>
                    <a:pt x="1733" y="4372"/>
                  </a:lnTo>
                  <a:lnTo>
                    <a:pt x="158" y="5947"/>
                  </a:lnTo>
                  <a:cubicBezTo>
                    <a:pt x="0" y="6105"/>
                    <a:pt x="0" y="6388"/>
                    <a:pt x="158" y="6546"/>
                  </a:cubicBezTo>
                  <a:lnTo>
                    <a:pt x="1733" y="8121"/>
                  </a:lnTo>
                  <a:lnTo>
                    <a:pt x="1733" y="10358"/>
                  </a:lnTo>
                  <a:cubicBezTo>
                    <a:pt x="1733" y="10578"/>
                    <a:pt x="1922" y="10736"/>
                    <a:pt x="2174" y="10736"/>
                  </a:cubicBezTo>
                  <a:lnTo>
                    <a:pt x="4411" y="10736"/>
                  </a:lnTo>
                  <a:lnTo>
                    <a:pt x="5986" y="12374"/>
                  </a:lnTo>
                  <a:cubicBezTo>
                    <a:pt x="6065" y="12453"/>
                    <a:pt x="6175" y="12492"/>
                    <a:pt x="6285" y="12492"/>
                  </a:cubicBezTo>
                  <a:cubicBezTo>
                    <a:pt x="6396" y="12492"/>
                    <a:pt x="6506" y="12453"/>
                    <a:pt x="6585" y="12374"/>
                  </a:cubicBezTo>
                  <a:lnTo>
                    <a:pt x="8160" y="10736"/>
                  </a:lnTo>
                  <a:lnTo>
                    <a:pt x="10397" y="10736"/>
                  </a:lnTo>
                  <a:cubicBezTo>
                    <a:pt x="10617" y="10736"/>
                    <a:pt x="10775" y="10547"/>
                    <a:pt x="10775" y="10358"/>
                  </a:cubicBezTo>
                  <a:lnTo>
                    <a:pt x="10775" y="8121"/>
                  </a:lnTo>
                  <a:lnTo>
                    <a:pt x="12413" y="6546"/>
                  </a:lnTo>
                  <a:cubicBezTo>
                    <a:pt x="12571" y="6388"/>
                    <a:pt x="12571" y="6105"/>
                    <a:pt x="12413" y="5947"/>
                  </a:cubicBezTo>
                  <a:lnTo>
                    <a:pt x="10775" y="4372"/>
                  </a:lnTo>
                  <a:lnTo>
                    <a:pt x="10775" y="2135"/>
                  </a:lnTo>
                  <a:cubicBezTo>
                    <a:pt x="10775" y="1883"/>
                    <a:pt x="10586" y="1694"/>
                    <a:pt x="10397" y="1694"/>
                  </a:cubicBezTo>
                  <a:lnTo>
                    <a:pt x="8160" y="1694"/>
                  </a:lnTo>
                  <a:lnTo>
                    <a:pt x="6585" y="119"/>
                  </a:lnTo>
                  <a:cubicBezTo>
                    <a:pt x="6506" y="40"/>
                    <a:pt x="6396" y="1"/>
                    <a:pt x="62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3" name="Google Shape;15623;p83"/>
            <p:cNvSpPr/>
            <p:nvPr/>
          </p:nvSpPr>
          <p:spPr>
            <a:xfrm>
              <a:off x="-61268225" y="2024575"/>
              <a:ext cx="60650" cy="61475"/>
            </a:xfrm>
            <a:custGeom>
              <a:avLst/>
              <a:gdLst/>
              <a:ahLst/>
              <a:cxnLst/>
              <a:rect l="l" t="t" r="r" b="b"/>
              <a:pathLst>
                <a:path w="2426" h="2459" extrusionOk="0">
                  <a:moveTo>
                    <a:pt x="1197" y="820"/>
                  </a:moveTo>
                  <a:cubicBezTo>
                    <a:pt x="1449" y="820"/>
                    <a:pt x="1607" y="1009"/>
                    <a:pt x="1607" y="1261"/>
                  </a:cubicBezTo>
                  <a:cubicBezTo>
                    <a:pt x="1607" y="1481"/>
                    <a:pt x="1418" y="1639"/>
                    <a:pt x="1197" y="1639"/>
                  </a:cubicBezTo>
                  <a:cubicBezTo>
                    <a:pt x="1008" y="1639"/>
                    <a:pt x="819" y="1450"/>
                    <a:pt x="819" y="1261"/>
                  </a:cubicBezTo>
                  <a:cubicBezTo>
                    <a:pt x="788" y="977"/>
                    <a:pt x="977" y="820"/>
                    <a:pt x="1197" y="820"/>
                  </a:cubicBezTo>
                  <a:close/>
                  <a:moveTo>
                    <a:pt x="1197" y="1"/>
                  </a:moveTo>
                  <a:cubicBezTo>
                    <a:pt x="536" y="1"/>
                    <a:pt x="0" y="536"/>
                    <a:pt x="0" y="1261"/>
                  </a:cubicBezTo>
                  <a:cubicBezTo>
                    <a:pt x="0" y="1954"/>
                    <a:pt x="504" y="2458"/>
                    <a:pt x="1197" y="2458"/>
                  </a:cubicBezTo>
                  <a:cubicBezTo>
                    <a:pt x="1890" y="2458"/>
                    <a:pt x="2426" y="1922"/>
                    <a:pt x="2426" y="1261"/>
                  </a:cubicBezTo>
                  <a:cubicBezTo>
                    <a:pt x="2426" y="568"/>
                    <a:pt x="1890" y="1"/>
                    <a:pt x="11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4" name="Google Shape;15624;p83"/>
            <p:cNvSpPr/>
            <p:nvPr/>
          </p:nvSpPr>
          <p:spPr>
            <a:xfrm>
              <a:off x="-61187100" y="2107275"/>
              <a:ext cx="61450" cy="61475"/>
            </a:xfrm>
            <a:custGeom>
              <a:avLst/>
              <a:gdLst/>
              <a:ahLst/>
              <a:cxnLst/>
              <a:rect l="l" t="t" r="r" b="b"/>
              <a:pathLst>
                <a:path w="2458" h="2459" extrusionOk="0">
                  <a:moveTo>
                    <a:pt x="1229" y="788"/>
                  </a:moveTo>
                  <a:cubicBezTo>
                    <a:pt x="1512" y="820"/>
                    <a:pt x="1670" y="977"/>
                    <a:pt x="1670" y="1198"/>
                  </a:cubicBezTo>
                  <a:cubicBezTo>
                    <a:pt x="1670" y="1450"/>
                    <a:pt x="1481" y="1639"/>
                    <a:pt x="1229" y="1639"/>
                  </a:cubicBezTo>
                  <a:cubicBezTo>
                    <a:pt x="1008" y="1639"/>
                    <a:pt x="851" y="1450"/>
                    <a:pt x="851" y="1198"/>
                  </a:cubicBezTo>
                  <a:cubicBezTo>
                    <a:pt x="851" y="977"/>
                    <a:pt x="1040" y="788"/>
                    <a:pt x="1229" y="788"/>
                  </a:cubicBezTo>
                  <a:close/>
                  <a:moveTo>
                    <a:pt x="1229" y="1"/>
                  </a:moveTo>
                  <a:cubicBezTo>
                    <a:pt x="567" y="1"/>
                    <a:pt x="0" y="536"/>
                    <a:pt x="0" y="1198"/>
                  </a:cubicBezTo>
                  <a:cubicBezTo>
                    <a:pt x="0" y="1891"/>
                    <a:pt x="567" y="2458"/>
                    <a:pt x="1229" y="2458"/>
                  </a:cubicBezTo>
                  <a:cubicBezTo>
                    <a:pt x="1922" y="2458"/>
                    <a:pt x="2458" y="1922"/>
                    <a:pt x="2458" y="1198"/>
                  </a:cubicBezTo>
                  <a:cubicBezTo>
                    <a:pt x="2458" y="536"/>
                    <a:pt x="1922"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5" name="Google Shape;15625;p83"/>
            <p:cNvSpPr/>
            <p:nvPr/>
          </p:nvSpPr>
          <p:spPr>
            <a:xfrm>
              <a:off x="-61250125" y="2044475"/>
              <a:ext cx="105575" cy="103600"/>
            </a:xfrm>
            <a:custGeom>
              <a:avLst/>
              <a:gdLst/>
              <a:ahLst/>
              <a:cxnLst/>
              <a:rect l="l" t="t" r="r" b="b"/>
              <a:pathLst>
                <a:path w="4223" h="4144" extrusionOk="0">
                  <a:moveTo>
                    <a:pt x="3766" y="0"/>
                  </a:moveTo>
                  <a:cubicBezTo>
                    <a:pt x="3655" y="0"/>
                    <a:pt x="3545" y="40"/>
                    <a:pt x="3466" y="118"/>
                  </a:cubicBezTo>
                  <a:lnTo>
                    <a:pt x="158" y="3426"/>
                  </a:lnTo>
                  <a:cubicBezTo>
                    <a:pt x="1" y="3615"/>
                    <a:pt x="1" y="3836"/>
                    <a:pt x="158" y="4025"/>
                  </a:cubicBezTo>
                  <a:cubicBezTo>
                    <a:pt x="237" y="4104"/>
                    <a:pt x="347" y="4143"/>
                    <a:pt x="458" y="4143"/>
                  </a:cubicBezTo>
                  <a:cubicBezTo>
                    <a:pt x="568" y="4143"/>
                    <a:pt x="678" y="4104"/>
                    <a:pt x="757" y="4025"/>
                  </a:cubicBezTo>
                  <a:lnTo>
                    <a:pt x="4065" y="717"/>
                  </a:lnTo>
                  <a:cubicBezTo>
                    <a:pt x="4222" y="559"/>
                    <a:pt x="4222" y="276"/>
                    <a:pt x="4065" y="118"/>
                  </a:cubicBezTo>
                  <a:cubicBezTo>
                    <a:pt x="3986" y="40"/>
                    <a:pt x="3876" y="0"/>
                    <a:pt x="37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26" name="Google Shape;15626;p83"/>
          <p:cNvGrpSpPr/>
          <p:nvPr/>
        </p:nvGrpSpPr>
        <p:grpSpPr>
          <a:xfrm>
            <a:off x="2316131" y="4548670"/>
            <a:ext cx="488359" cy="448260"/>
            <a:chOff x="-61354875" y="2322300"/>
            <a:chExt cx="316650" cy="290650"/>
          </a:xfrm>
        </p:grpSpPr>
        <p:sp>
          <p:nvSpPr>
            <p:cNvPr id="15627" name="Google Shape;15627;p83"/>
            <p:cNvSpPr/>
            <p:nvPr/>
          </p:nvSpPr>
          <p:spPr>
            <a:xfrm>
              <a:off x="-61354875" y="2322300"/>
              <a:ext cx="316650" cy="290650"/>
            </a:xfrm>
            <a:custGeom>
              <a:avLst/>
              <a:gdLst/>
              <a:ahLst/>
              <a:cxnLst/>
              <a:rect l="l" t="t" r="r" b="b"/>
              <a:pathLst>
                <a:path w="12666" h="11626" extrusionOk="0">
                  <a:moveTo>
                    <a:pt x="11405" y="788"/>
                  </a:moveTo>
                  <a:cubicBezTo>
                    <a:pt x="11657" y="788"/>
                    <a:pt x="11847" y="1009"/>
                    <a:pt x="11847" y="1229"/>
                  </a:cubicBezTo>
                  <a:lnTo>
                    <a:pt x="11847" y="10334"/>
                  </a:lnTo>
                  <a:cubicBezTo>
                    <a:pt x="11847" y="10555"/>
                    <a:pt x="11657" y="10775"/>
                    <a:pt x="11405" y="10775"/>
                  </a:cubicBezTo>
                  <a:lnTo>
                    <a:pt x="1198" y="10775"/>
                  </a:lnTo>
                  <a:cubicBezTo>
                    <a:pt x="977" y="10775"/>
                    <a:pt x="820" y="10555"/>
                    <a:pt x="820" y="10334"/>
                  </a:cubicBezTo>
                  <a:lnTo>
                    <a:pt x="820" y="1229"/>
                  </a:lnTo>
                  <a:cubicBezTo>
                    <a:pt x="820" y="1009"/>
                    <a:pt x="1009" y="788"/>
                    <a:pt x="1198" y="788"/>
                  </a:cubicBezTo>
                  <a:close/>
                  <a:moveTo>
                    <a:pt x="1198" y="0"/>
                  </a:moveTo>
                  <a:cubicBezTo>
                    <a:pt x="536" y="0"/>
                    <a:pt x="1" y="568"/>
                    <a:pt x="1" y="1261"/>
                  </a:cubicBezTo>
                  <a:lnTo>
                    <a:pt x="1" y="10366"/>
                  </a:lnTo>
                  <a:cubicBezTo>
                    <a:pt x="1" y="11027"/>
                    <a:pt x="536" y="11626"/>
                    <a:pt x="1198" y="11626"/>
                  </a:cubicBezTo>
                  <a:lnTo>
                    <a:pt x="11405" y="11626"/>
                  </a:lnTo>
                  <a:cubicBezTo>
                    <a:pt x="12067" y="11626"/>
                    <a:pt x="12666" y="11059"/>
                    <a:pt x="12666" y="10366"/>
                  </a:cubicBezTo>
                  <a:lnTo>
                    <a:pt x="12666" y="1261"/>
                  </a:lnTo>
                  <a:cubicBezTo>
                    <a:pt x="12666" y="568"/>
                    <a:pt x="12130" y="0"/>
                    <a:pt x="1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8" name="Google Shape;15628;p83"/>
            <p:cNvSpPr/>
            <p:nvPr/>
          </p:nvSpPr>
          <p:spPr>
            <a:xfrm>
              <a:off x="-61313925" y="2364050"/>
              <a:ext cx="234750" cy="206375"/>
            </a:xfrm>
            <a:custGeom>
              <a:avLst/>
              <a:gdLst/>
              <a:ahLst/>
              <a:cxnLst/>
              <a:rect l="l" t="t" r="r" b="b"/>
              <a:pathLst>
                <a:path w="9390" h="8255" extrusionOk="0">
                  <a:moveTo>
                    <a:pt x="8539" y="819"/>
                  </a:moveTo>
                  <a:lnTo>
                    <a:pt x="8539" y="7435"/>
                  </a:lnTo>
                  <a:lnTo>
                    <a:pt x="820" y="7435"/>
                  </a:lnTo>
                  <a:lnTo>
                    <a:pt x="820" y="6207"/>
                  </a:lnTo>
                  <a:lnTo>
                    <a:pt x="1671" y="6207"/>
                  </a:lnTo>
                  <a:cubicBezTo>
                    <a:pt x="1891" y="6207"/>
                    <a:pt x="2080" y="6018"/>
                    <a:pt x="2080" y="5797"/>
                  </a:cubicBezTo>
                  <a:cubicBezTo>
                    <a:pt x="2080" y="5545"/>
                    <a:pt x="1891" y="5356"/>
                    <a:pt x="1671" y="5356"/>
                  </a:cubicBezTo>
                  <a:lnTo>
                    <a:pt x="820" y="5356"/>
                  </a:lnTo>
                  <a:lnTo>
                    <a:pt x="820" y="2867"/>
                  </a:lnTo>
                  <a:lnTo>
                    <a:pt x="1671" y="2867"/>
                  </a:lnTo>
                  <a:cubicBezTo>
                    <a:pt x="1891" y="2867"/>
                    <a:pt x="2080" y="2678"/>
                    <a:pt x="2080" y="2426"/>
                  </a:cubicBezTo>
                  <a:cubicBezTo>
                    <a:pt x="2080" y="2206"/>
                    <a:pt x="1891" y="2048"/>
                    <a:pt x="1671" y="2048"/>
                  </a:cubicBezTo>
                  <a:lnTo>
                    <a:pt x="820" y="2048"/>
                  </a:lnTo>
                  <a:lnTo>
                    <a:pt x="820" y="819"/>
                  </a:lnTo>
                  <a:close/>
                  <a:moveTo>
                    <a:pt x="410" y="0"/>
                  </a:moveTo>
                  <a:cubicBezTo>
                    <a:pt x="158" y="0"/>
                    <a:pt x="1" y="189"/>
                    <a:pt x="1" y="378"/>
                  </a:cubicBezTo>
                  <a:lnTo>
                    <a:pt x="1" y="7845"/>
                  </a:lnTo>
                  <a:cubicBezTo>
                    <a:pt x="1" y="8065"/>
                    <a:pt x="190" y="8255"/>
                    <a:pt x="410" y="8255"/>
                  </a:cubicBezTo>
                  <a:lnTo>
                    <a:pt x="8948" y="8255"/>
                  </a:lnTo>
                  <a:cubicBezTo>
                    <a:pt x="9169" y="8255"/>
                    <a:pt x="9326" y="8065"/>
                    <a:pt x="9326" y="7845"/>
                  </a:cubicBezTo>
                  <a:lnTo>
                    <a:pt x="9326" y="378"/>
                  </a:lnTo>
                  <a:cubicBezTo>
                    <a:pt x="9389" y="158"/>
                    <a:pt x="9169" y="0"/>
                    <a:pt x="89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9" name="Google Shape;15629;p83"/>
            <p:cNvSpPr/>
            <p:nvPr/>
          </p:nvSpPr>
          <p:spPr>
            <a:xfrm>
              <a:off x="-61234375" y="2416225"/>
              <a:ext cx="104775" cy="102225"/>
            </a:xfrm>
            <a:custGeom>
              <a:avLst/>
              <a:gdLst/>
              <a:ahLst/>
              <a:cxnLst/>
              <a:rect l="l" t="t" r="r" b="b"/>
              <a:pathLst>
                <a:path w="4191" h="4089" extrusionOk="0">
                  <a:moveTo>
                    <a:pt x="2175" y="1221"/>
                  </a:moveTo>
                  <a:cubicBezTo>
                    <a:pt x="2647" y="1221"/>
                    <a:pt x="2994" y="1568"/>
                    <a:pt x="2994" y="2040"/>
                  </a:cubicBezTo>
                  <a:cubicBezTo>
                    <a:pt x="2994" y="2513"/>
                    <a:pt x="2647" y="2859"/>
                    <a:pt x="2175" y="2859"/>
                  </a:cubicBezTo>
                  <a:cubicBezTo>
                    <a:pt x="1702" y="2859"/>
                    <a:pt x="1356" y="2513"/>
                    <a:pt x="1356" y="2040"/>
                  </a:cubicBezTo>
                  <a:cubicBezTo>
                    <a:pt x="1356" y="1568"/>
                    <a:pt x="1702" y="1221"/>
                    <a:pt x="2175" y="1221"/>
                  </a:cubicBezTo>
                  <a:close/>
                  <a:moveTo>
                    <a:pt x="458" y="0"/>
                  </a:moveTo>
                  <a:cubicBezTo>
                    <a:pt x="347" y="0"/>
                    <a:pt x="237" y="40"/>
                    <a:pt x="158" y="119"/>
                  </a:cubicBezTo>
                  <a:cubicBezTo>
                    <a:pt x="1" y="276"/>
                    <a:pt x="1" y="560"/>
                    <a:pt x="158" y="717"/>
                  </a:cubicBezTo>
                  <a:lnTo>
                    <a:pt x="694" y="1221"/>
                  </a:lnTo>
                  <a:cubicBezTo>
                    <a:pt x="536" y="1442"/>
                    <a:pt x="442" y="1757"/>
                    <a:pt x="442" y="2040"/>
                  </a:cubicBezTo>
                  <a:cubicBezTo>
                    <a:pt x="442" y="2324"/>
                    <a:pt x="536" y="2639"/>
                    <a:pt x="694" y="2859"/>
                  </a:cubicBezTo>
                  <a:lnTo>
                    <a:pt x="158" y="3395"/>
                  </a:lnTo>
                  <a:cubicBezTo>
                    <a:pt x="95" y="3553"/>
                    <a:pt x="95" y="3805"/>
                    <a:pt x="253" y="3962"/>
                  </a:cubicBezTo>
                  <a:cubicBezTo>
                    <a:pt x="316" y="4057"/>
                    <a:pt x="442" y="4088"/>
                    <a:pt x="536" y="4088"/>
                  </a:cubicBezTo>
                  <a:cubicBezTo>
                    <a:pt x="631" y="4088"/>
                    <a:pt x="726" y="4057"/>
                    <a:pt x="789" y="3962"/>
                  </a:cubicBezTo>
                  <a:lnTo>
                    <a:pt x="1324" y="3458"/>
                  </a:lnTo>
                  <a:cubicBezTo>
                    <a:pt x="1545" y="3616"/>
                    <a:pt x="1860" y="3710"/>
                    <a:pt x="2143" y="3710"/>
                  </a:cubicBezTo>
                  <a:cubicBezTo>
                    <a:pt x="2427" y="3710"/>
                    <a:pt x="2742" y="3616"/>
                    <a:pt x="2962" y="3458"/>
                  </a:cubicBezTo>
                  <a:lnTo>
                    <a:pt x="3498" y="3962"/>
                  </a:lnTo>
                  <a:cubicBezTo>
                    <a:pt x="3561" y="4057"/>
                    <a:pt x="3687" y="4088"/>
                    <a:pt x="3750" y="4088"/>
                  </a:cubicBezTo>
                  <a:cubicBezTo>
                    <a:pt x="3876" y="4088"/>
                    <a:pt x="3971" y="4057"/>
                    <a:pt x="4034" y="3962"/>
                  </a:cubicBezTo>
                  <a:cubicBezTo>
                    <a:pt x="4191" y="3805"/>
                    <a:pt x="4191" y="3553"/>
                    <a:pt x="4034" y="3395"/>
                  </a:cubicBezTo>
                  <a:lnTo>
                    <a:pt x="3529" y="2859"/>
                  </a:lnTo>
                  <a:cubicBezTo>
                    <a:pt x="3687" y="2639"/>
                    <a:pt x="3750" y="2324"/>
                    <a:pt x="3750" y="2040"/>
                  </a:cubicBezTo>
                  <a:cubicBezTo>
                    <a:pt x="3750" y="1757"/>
                    <a:pt x="3687" y="1442"/>
                    <a:pt x="3529" y="1221"/>
                  </a:cubicBezTo>
                  <a:lnTo>
                    <a:pt x="4034" y="717"/>
                  </a:lnTo>
                  <a:cubicBezTo>
                    <a:pt x="4191" y="560"/>
                    <a:pt x="4191" y="276"/>
                    <a:pt x="4034" y="119"/>
                  </a:cubicBezTo>
                  <a:cubicBezTo>
                    <a:pt x="3955" y="40"/>
                    <a:pt x="3845" y="0"/>
                    <a:pt x="3734" y="0"/>
                  </a:cubicBezTo>
                  <a:cubicBezTo>
                    <a:pt x="3624" y="0"/>
                    <a:pt x="3514" y="40"/>
                    <a:pt x="3435" y="119"/>
                  </a:cubicBezTo>
                  <a:lnTo>
                    <a:pt x="2931" y="623"/>
                  </a:lnTo>
                  <a:cubicBezTo>
                    <a:pt x="2679" y="465"/>
                    <a:pt x="2395" y="402"/>
                    <a:pt x="2112" y="402"/>
                  </a:cubicBezTo>
                  <a:cubicBezTo>
                    <a:pt x="1828" y="402"/>
                    <a:pt x="1513" y="465"/>
                    <a:pt x="1261" y="623"/>
                  </a:cubicBezTo>
                  <a:lnTo>
                    <a:pt x="757" y="119"/>
                  </a:lnTo>
                  <a:cubicBezTo>
                    <a:pt x="678" y="40"/>
                    <a:pt x="568" y="0"/>
                    <a:pt x="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30" name="Google Shape;15630;p83"/>
          <p:cNvGrpSpPr/>
          <p:nvPr/>
        </p:nvGrpSpPr>
        <p:grpSpPr>
          <a:xfrm>
            <a:off x="2316131" y="5118755"/>
            <a:ext cx="488359" cy="488359"/>
            <a:chOff x="-61354875" y="2671225"/>
            <a:chExt cx="316650" cy="316650"/>
          </a:xfrm>
        </p:grpSpPr>
        <p:sp>
          <p:nvSpPr>
            <p:cNvPr id="15631" name="Google Shape;15631;p83"/>
            <p:cNvSpPr/>
            <p:nvPr/>
          </p:nvSpPr>
          <p:spPr>
            <a:xfrm>
              <a:off x="-61354875" y="2671225"/>
              <a:ext cx="316650" cy="316650"/>
            </a:xfrm>
            <a:custGeom>
              <a:avLst/>
              <a:gdLst/>
              <a:ahLst/>
              <a:cxnLst/>
              <a:rect l="l" t="t" r="r" b="b"/>
              <a:pathLst>
                <a:path w="12666" h="12666" extrusionOk="0">
                  <a:moveTo>
                    <a:pt x="11405" y="1701"/>
                  </a:moveTo>
                  <a:cubicBezTo>
                    <a:pt x="11657" y="1701"/>
                    <a:pt x="11847" y="1890"/>
                    <a:pt x="11847" y="2111"/>
                  </a:cubicBezTo>
                  <a:lnTo>
                    <a:pt x="11847" y="3340"/>
                  </a:lnTo>
                  <a:lnTo>
                    <a:pt x="820" y="3340"/>
                  </a:lnTo>
                  <a:lnTo>
                    <a:pt x="820" y="2111"/>
                  </a:lnTo>
                  <a:cubicBezTo>
                    <a:pt x="820" y="1890"/>
                    <a:pt x="1009" y="1701"/>
                    <a:pt x="1198" y="1701"/>
                  </a:cubicBezTo>
                  <a:lnTo>
                    <a:pt x="1639" y="1701"/>
                  </a:lnTo>
                  <a:lnTo>
                    <a:pt x="1639" y="2111"/>
                  </a:lnTo>
                  <a:cubicBezTo>
                    <a:pt x="1639" y="2363"/>
                    <a:pt x="1828" y="2552"/>
                    <a:pt x="2048" y="2552"/>
                  </a:cubicBezTo>
                  <a:cubicBezTo>
                    <a:pt x="2237" y="2552"/>
                    <a:pt x="2427" y="2363"/>
                    <a:pt x="2427" y="2111"/>
                  </a:cubicBezTo>
                  <a:lnTo>
                    <a:pt x="2427" y="1701"/>
                  </a:lnTo>
                  <a:lnTo>
                    <a:pt x="5892" y="1701"/>
                  </a:lnTo>
                  <a:lnTo>
                    <a:pt x="5892" y="2111"/>
                  </a:lnTo>
                  <a:cubicBezTo>
                    <a:pt x="5892" y="2363"/>
                    <a:pt x="6081" y="2552"/>
                    <a:pt x="6333" y="2552"/>
                  </a:cubicBezTo>
                  <a:cubicBezTo>
                    <a:pt x="6585" y="2552"/>
                    <a:pt x="6743" y="2363"/>
                    <a:pt x="6743" y="2111"/>
                  </a:cubicBezTo>
                  <a:lnTo>
                    <a:pt x="6743" y="1701"/>
                  </a:lnTo>
                  <a:lnTo>
                    <a:pt x="10208" y="1701"/>
                  </a:lnTo>
                  <a:lnTo>
                    <a:pt x="10208" y="2111"/>
                  </a:lnTo>
                  <a:cubicBezTo>
                    <a:pt x="10208" y="2363"/>
                    <a:pt x="10397" y="2552"/>
                    <a:pt x="10618" y="2552"/>
                  </a:cubicBezTo>
                  <a:cubicBezTo>
                    <a:pt x="10870" y="2552"/>
                    <a:pt x="11027" y="2363"/>
                    <a:pt x="11027" y="2111"/>
                  </a:cubicBezTo>
                  <a:lnTo>
                    <a:pt x="11027" y="1701"/>
                  </a:lnTo>
                  <a:close/>
                  <a:moveTo>
                    <a:pt x="11878" y="4159"/>
                  </a:moveTo>
                  <a:lnTo>
                    <a:pt x="11878" y="6112"/>
                  </a:lnTo>
                  <a:lnTo>
                    <a:pt x="11847" y="6112"/>
                  </a:lnTo>
                  <a:cubicBezTo>
                    <a:pt x="11090" y="5072"/>
                    <a:pt x="9862" y="4442"/>
                    <a:pt x="8538" y="4442"/>
                  </a:cubicBezTo>
                  <a:cubicBezTo>
                    <a:pt x="6239" y="4442"/>
                    <a:pt x="4411" y="6301"/>
                    <a:pt x="4411" y="8569"/>
                  </a:cubicBezTo>
                  <a:cubicBezTo>
                    <a:pt x="4411" y="9168"/>
                    <a:pt x="4506" y="9735"/>
                    <a:pt x="4758" y="10239"/>
                  </a:cubicBezTo>
                  <a:lnTo>
                    <a:pt x="1261" y="10239"/>
                  </a:lnTo>
                  <a:cubicBezTo>
                    <a:pt x="1009" y="10239"/>
                    <a:pt x="851" y="10050"/>
                    <a:pt x="851" y="9830"/>
                  </a:cubicBezTo>
                  <a:lnTo>
                    <a:pt x="851" y="4159"/>
                  </a:lnTo>
                  <a:close/>
                  <a:moveTo>
                    <a:pt x="8538" y="5261"/>
                  </a:moveTo>
                  <a:cubicBezTo>
                    <a:pt x="10334" y="5261"/>
                    <a:pt x="11847" y="6774"/>
                    <a:pt x="11847" y="8569"/>
                  </a:cubicBezTo>
                  <a:cubicBezTo>
                    <a:pt x="11847" y="10397"/>
                    <a:pt x="10334" y="11877"/>
                    <a:pt x="8538" y="11877"/>
                  </a:cubicBezTo>
                  <a:cubicBezTo>
                    <a:pt x="6711" y="11877"/>
                    <a:pt x="5230" y="10397"/>
                    <a:pt x="5230" y="8569"/>
                  </a:cubicBezTo>
                  <a:cubicBezTo>
                    <a:pt x="5230" y="6774"/>
                    <a:pt x="6743" y="5261"/>
                    <a:pt x="8538" y="5261"/>
                  </a:cubicBezTo>
                  <a:close/>
                  <a:moveTo>
                    <a:pt x="2048" y="0"/>
                  </a:moveTo>
                  <a:cubicBezTo>
                    <a:pt x="1828" y="0"/>
                    <a:pt x="1639" y="189"/>
                    <a:pt x="1639" y="441"/>
                  </a:cubicBezTo>
                  <a:lnTo>
                    <a:pt x="1639" y="851"/>
                  </a:lnTo>
                  <a:lnTo>
                    <a:pt x="1198" y="851"/>
                  </a:lnTo>
                  <a:cubicBezTo>
                    <a:pt x="536" y="851"/>
                    <a:pt x="1" y="1418"/>
                    <a:pt x="1" y="2079"/>
                  </a:cubicBezTo>
                  <a:lnTo>
                    <a:pt x="1" y="9798"/>
                  </a:lnTo>
                  <a:cubicBezTo>
                    <a:pt x="1" y="10460"/>
                    <a:pt x="536" y="11027"/>
                    <a:pt x="1198" y="11027"/>
                  </a:cubicBezTo>
                  <a:lnTo>
                    <a:pt x="5230" y="11027"/>
                  </a:lnTo>
                  <a:cubicBezTo>
                    <a:pt x="5987" y="12003"/>
                    <a:pt x="7184" y="12665"/>
                    <a:pt x="8538" y="12665"/>
                  </a:cubicBezTo>
                  <a:cubicBezTo>
                    <a:pt x="10807" y="12665"/>
                    <a:pt x="12666" y="10838"/>
                    <a:pt x="12666" y="8538"/>
                  </a:cubicBezTo>
                  <a:lnTo>
                    <a:pt x="12666" y="2079"/>
                  </a:lnTo>
                  <a:cubicBezTo>
                    <a:pt x="12666" y="1418"/>
                    <a:pt x="12130" y="851"/>
                    <a:pt x="11405" y="851"/>
                  </a:cubicBezTo>
                  <a:lnTo>
                    <a:pt x="11027" y="851"/>
                  </a:lnTo>
                  <a:lnTo>
                    <a:pt x="11027" y="441"/>
                  </a:lnTo>
                  <a:cubicBezTo>
                    <a:pt x="11027" y="189"/>
                    <a:pt x="10807" y="0"/>
                    <a:pt x="10618" y="0"/>
                  </a:cubicBezTo>
                  <a:cubicBezTo>
                    <a:pt x="10397" y="0"/>
                    <a:pt x="10177" y="189"/>
                    <a:pt x="10177" y="441"/>
                  </a:cubicBezTo>
                  <a:lnTo>
                    <a:pt x="10177" y="851"/>
                  </a:lnTo>
                  <a:lnTo>
                    <a:pt x="6711" y="851"/>
                  </a:lnTo>
                  <a:lnTo>
                    <a:pt x="6711" y="441"/>
                  </a:lnTo>
                  <a:cubicBezTo>
                    <a:pt x="6711" y="189"/>
                    <a:pt x="6522" y="0"/>
                    <a:pt x="6333" y="0"/>
                  </a:cubicBezTo>
                  <a:cubicBezTo>
                    <a:pt x="6081" y="0"/>
                    <a:pt x="5892" y="189"/>
                    <a:pt x="5892" y="441"/>
                  </a:cubicBezTo>
                  <a:lnTo>
                    <a:pt x="5892" y="851"/>
                  </a:lnTo>
                  <a:lnTo>
                    <a:pt x="2427" y="851"/>
                  </a:lnTo>
                  <a:lnTo>
                    <a:pt x="2427" y="441"/>
                  </a:lnTo>
                  <a:cubicBezTo>
                    <a:pt x="2427" y="189"/>
                    <a:pt x="2237" y="0"/>
                    <a:pt x="20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2" name="Google Shape;15632;p83"/>
            <p:cNvSpPr/>
            <p:nvPr/>
          </p:nvSpPr>
          <p:spPr>
            <a:xfrm>
              <a:off x="-61172925" y="2813775"/>
              <a:ext cx="62225" cy="145725"/>
            </a:xfrm>
            <a:custGeom>
              <a:avLst/>
              <a:gdLst/>
              <a:ahLst/>
              <a:cxnLst/>
              <a:rect l="l" t="t" r="r" b="b"/>
              <a:pathLst>
                <a:path w="2489" h="5829" extrusionOk="0">
                  <a:moveTo>
                    <a:pt x="1260" y="0"/>
                  </a:moveTo>
                  <a:cubicBezTo>
                    <a:pt x="1008" y="0"/>
                    <a:pt x="819" y="190"/>
                    <a:pt x="819" y="410"/>
                  </a:cubicBezTo>
                  <a:lnTo>
                    <a:pt x="819" y="662"/>
                  </a:lnTo>
                  <a:cubicBezTo>
                    <a:pt x="347" y="820"/>
                    <a:pt x="0" y="1292"/>
                    <a:pt x="0" y="1859"/>
                  </a:cubicBezTo>
                  <a:cubicBezTo>
                    <a:pt x="0" y="2521"/>
                    <a:pt x="536" y="2899"/>
                    <a:pt x="977" y="3245"/>
                  </a:cubicBezTo>
                  <a:cubicBezTo>
                    <a:pt x="1292" y="3466"/>
                    <a:pt x="1639" y="3687"/>
                    <a:pt x="1639" y="3939"/>
                  </a:cubicBezTo>
                  <a:cubicBezTo>
                    <a:pt x="1639" y="4191"/>
                    <a:pt x="1450" y="4380"/>
                    <a:pt x="1260" y="4380"/>
                  </a:cubicBezTo>
                  <a:cubicBezTo>
                    <a:pt x="1008" y="4380"/>
                    <a:pt x="819" y="4191"/>
                    <a:pt x="819" y="3939"/>
                  </a:cubicBezTo>
                  <a:cubicBezTo>
                    <a:pt x="819" y="3718"/>
                    <a:pt x="630" y="3498"/>
                    <a:pt x="441" y="3498"/>
                  </a:cubicBezTo>
                  <a:cubicBezTo>
                    <a:pt x="189" y="3498"/>
                    <a:pt x="0" y="3718"/>
                    <a:pt x="0" y="3939"/>
                  </a:cubicBezTo>
                  <a:cubicBezTo>
                    <a:pt x="0" y="4506"/>
                    <a:pt x="347" y="4915"/>
                    <a:pt x="819" y="5136"/>
                  </a:cubicBezTo>
                  <a:lnTo>
                    <a:pt x="819" y="5388"/>
                  </a:lnTo>
                  <a:cubicBezTo>
                    <a:pt x="819" y="5640"/>
                    <a:pt x="1008" y="5829"/>
                    <a:pt x="1260" y="5829"/>
                  </a:cubicBezTo>
                  <a:cubicBezTo>
                    <a:pt x="1481" y="5829"/>
                    <a:pt x="1639" y="5640"/>
                    <a:pt x="1639" y="5388"/>
                  </a:cubicBezTo>
                  <a:lnTo>
                    <a:pt x="1639" y="5136"/>
                  </a:lnTo>
                  <a:cubicBezTo>
                    <a:pt x="2111" y="4978"/>
                    <a:pt x="2489" y="4506"/>
                    <a:pt x="2489" y="3939"/>
                  </a:cubicBezTo>
                  <a:cubicBezTo>
                    <a:pt x="2489" y="3277"/>
                    <a:pt x="1922" y="2867"/>
                    <a:pt x="1481" y="2552"/>
                  </a:cubicBezTo>
                  <a:cubicBezTo>
                    <a:pt x="1166" y="2332"/>
                    <a:pt x="819" y="2080"/>
                    <a:pt x="819" y="1859"/>
                  </a:cubicBezTo>
                  <a:cubicBezTo>
                    <a:pt x="819" y="1607"/>
                    <a:pt x="1008" y="1418"/>
                    <a:pt x="1260" y="1418"/>
                  </a:cubicBezTo>
                  <a:cubicBezTo>
                    <a:pt x="1513" y="1418"/>
                    <a:pt x="1639" y="1607"/>
                    <a:pt x="1639" y="1859"/>
                  </a:cubicBezTo>
                  <a:cubicBezTo>
                    <a:pt x="1639" y="2080"/>
                    <a:pt x="1859" y="2269"/>
                    <a:pt x="2048" y="2269"/>
                  </a:cubicBezTo>
                  <a:cubicBezTo>
                    <a:pt x="2300" y="2269"/>
                    <a:pt x="2489" y="2080"/>
                    <a:pt x="2489" y="1859"/>
                  </a:cubicBezTo>
                  <a:cubicBezTo>
                    <a:pt x="2489" y="1292"/>
                    <a:pt x="2143" y="883"/>
                    <a:pt x="1639" y="662"/>
                  </a:cubicBezTo>
                  <a:lnTo>
                    <a:pt x="1639" y="410"/>
                  </a:lnTo>
                  <a:cubicBezTo>
                    <a:pt x="1639" y="158"/>
                    <a:pt x="1450" y="0"/>
                    <a:pt x="126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3" name="Google Shape;15633;p83"/>
            <p:cNvSpPr/>
            <p:nvPr/>
          </p:nvSpPr>
          <p:spPr>
            <a:xfrm>
              <a:off x="-61313925" y="2796450"/>
              <a:ext cx="40975" cy="20500"/>
            </a:xfrm>
            <a:custGeom>
              <a:avLst/>
              <a:gdLst/>
              <a:ahLst/>
              <a:cxnLst/>
              <a:rect l="l" t="t" r="r" b="b"/>
              <a:pathLst>
                <a:path w="1639" h="820" extrusionOk="0">
                  <a:moveTo>
                    <a:pt x="410" y="0"/>
                  </a:moveTo>
                  <a:cubicBezTo>
                    <a:pt x="158" y="0"/>
                    <a:pt x="1" y="189"/>
                    <a:pt x="1" y="378"/>
                  </a:cubicBezTo>
                  <a:cubicBezTo>
                    <a:pt x="1" y="630"/>
                    <a:pt x="158" y="820"/>
                    <a:pt x="410" y="820"/>
                  </a:cubicBezTo>
                  <a:lnTo>
                    <a:pt x="1230" y="820"/>
                  </a:lnTo>
                  <a:cubicBezTo>
                    <a:pt x="1482" y="820"/>
                    <a:pt x="1639" y="630"/>
                    <a:pt x="1639" y="378"/>
                  </a:cubicBezTo>
                  <a:cubicBezTo>
                    <a:pt x="1639" y="158"/>
                    <a:pt x="1419" y="0"/>
                    <a:pt x="12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4" name="Google Shape;15634;p83"/>
            <p:cNvSpPr/>
            <p:nvPr/>
          </p:nvSpPr>
          <p:spPr>
            <a:xfrm>
              <a:off x="-61313925" y="2837400"/>
              <a:ext cx="40975" cy="20500"/>
            </a:xfrm>
            <a:custGeom>
              <a:avLst/>
              <a:gdLst/>
              <a:ahLst/>
              <a:cxnLst/>
              <a:rect l="l" t="t" r="r" b="b"/>
              <a:pathLst>
                <a:path w="1639" h="820" extrusionOk="0">
                  <a:moveTo>
                    <a:pt x="410" y="1"/>
                  </a:moveTo>
                  <a:cubicBezTo>
                    <a:pt x="158" y="1"/>
                    <a:pt x="1" y="190"/>
                    <a:pt x="1" y="442"/>
                  </a:cubicBezTo>
                  <a:cubicBezTo>
                    <a:pt x="1" y="631"/>
                    <a:pt x="158" y="820"/>
                    <a:pt x="410" y="820"/>
                  </a:cubicBezTo>
                  <a:lnTo>
                    <a:pt x="1230" y="820"/>
                  </a:lnTo>
                  <a:cubicBezTo>
                    <a:pt x="1482" y="820"/>
                    <a:pt x="1639" y="631"/>
                    <a:pt x="1639" y="442"/>
                  </a:cubicBezTo>
                  <a:cubicBezTo>
                    <a:pt x="1639" y="190"/>
                    <a:pt x="1419" y="1"/>
                    <a:pt x="12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5" name="Google Shape;15635;p83"/>
            <p:cNvSpPr/>
            <p:nvPr/>
          </p:nvSpPr>
          <p:spPr>
            <a:xfrm>
              <a:off x="-61313925" y="2877575"/>
              <a:ext cx="40975" cy="22075"/>
            </a:xfrm>
            <a:custGeom>
              <a:avLst/>
              <a:gdLst/>
              <a:ahLst/>
              <a:cxnLst/>
              <a:rect l="l" t="t" r="r" b="b"/>
              <a:pathLst>
                <a:path w="1639" h="883" extrusionOk="0">
                  <a:moveTo>
                    <a:pt x="410" y="0"/>
                  </a:moveTo>
                  <a:cubicBezTo>
                    <a:pt x="158" y="0"/>
                    <a:pt x="1" y="221"/>
                    <a:pt x="1" y="441"/>
                  </a:cubicBezTo>
                  <a:cubicBezTo>
                    <a:pt x="1" y="693"/>
                    <a:pt x="158" y="883"/>
                    <a:pt x="410" y="883"/>
                  </a:cubicBezTo>
                  <a:lnTo>
                    <a:pt x="1230" y="883"/>
                  </a:lnTo>
                  <a:cubicBezTo>
                    <a:pt x="1482" y="883"/>
                    <a:pt x="1639" y="693"/>
                    <a:pt x="1639" y="441"/>
                  </a:cubicBezTo>
                  <a:cubicBezTo>
                    <a:pt x="1639" y="221"/>
                    <a:pt x="1419" y="0"/>
                    <a:pt x="12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36" name="Google Shape;15636;p83"/>
          <p:cNvGrpSpPr/>
          <p:nvPr/>
        </p:nvGrpSpPr>
        <p:grpSpPr>
          <a:xfrm>
            <a:off x="5270003" y="3945068"/>
            <a:ext cx="491983" cy="492755"/>
            <a:chOff x="-59502375" y="1904375"/>
            <a:chExt cx="319000" cy="319500"/>
          </a:xfrm>
        </p:grpSpPr>
        <p:sp>
          <p:nvSpPr>
            <p:cNvPr id="15637" name="Google Shape;15637;p83"/>
            <p:cNvSpPr/>
            <p:nvPr/>
          </p:nvSpPr>
          <p:spPr>
            <a:xfrm>
              <a:off x="-59455125" y="2097050"/>
              <a:ext cx="227650" cy="62225"/>
            </a:xfrm>
            <a:custGeom>
              <a:avLst/>
              <a:gdLst/>
              <a:ahLst/>
              <a:cxnLst/>
              <a:rect l="l" t="t" r="r" b="b"/>
              <a:pathLst>
                <a:path w="9106" h="2489" extrusionOk="0">
                  <a:moveTo>
                    <a:pt x="1670" y="819"/>
                  </a:moveTo>
                  <a:lnTo>
                    <a:pt x="1670" y="1670"/>
                  </a:lnTo>
                  <a:lnTo>
                    <a:pt x="820" y="1670"/>
                  </a:lnTo>
                  <a:lnTo>
                    <a:pt x="820" y="819"/>
                  </a:lnTo>
                  <a:close/>
                  <a:moveTo>
                    <a:pt x="3309" y="819"/>
                  </a:moveTo>
                  <a:lnTo>
                    <a:pt x="3309" y="1670"/>
                  </a:lnTo>
                  <a:lnTo>
                    <a:pt x="2489" y="1670"/>
                  </a:lnTo>
                  <a:lnTo>
                    <a:pt x="2489" y="819"/>
                  </a:lnTo>
                  <a:close/>
                  <a:moveTo>
                    <a:pt x="4978" y="819"/>
                  </a:moveTo>
                  <a:lnTo>
                    <a:pt x="4978" y="1670"/>
                  </a:lnTo>
                  <a:lnTo>
                    <a:pt x="4128" y="1670"/>
                  </a:lnTo>
                  <a:lnTo>
                    <a:pt x="4128" y="819"/>
                  </a:lnTo>
                  <a:close/>
                  <a:moveTo>
                    <a:pt x="6617" y="819"/>
                  </a:moveTo>
                  <a:lnTo>
                    <a:pt x="6617" y="1670"/>
                  </a:lnTo>
                  <a:lnTo>
                    <a:pt x="5798" y="1670"/>
                  </a:lnTo>
                  <a:lnTo>
                    <a:pt x="5798" y="819"/>
                  </a:lnTo>
                  <a:close/>
                  <a:moveTo>
                    <a:pt x="8286" y="819"/>
                  </a:moveTo>
                  <a:lnTo>
                    <a:pt x="8286" y="1670"/>
                  </a:lnTo>
                  <a:lnTo>
                    <a:pt x="7436" y="1670"/>
                  </a:lnTo>
                  <a:lnTo>
                    <a:pt x="7436" y="819"/>
                  </a:lnTo>
                  <a:close/>
                  <a:moveTo>
                    <a:pt x="410" y="0"/>
                  </a:moveTo>
                  <a:cubicBezTo>
                    <a:pt x="158" y="0"/>
                    <a:pt x="1" y="189"/>
                    <a:pt x="1" y="410"/>
                  </a:cubicBezTo>
                  <a:lnTo>
                    <a:pt x="1" y="2048"/>
                  </a:lnTo>
                  <a:cubicBezTo>
                    <a:pt x="1" y="2300"/>
                    <a:pt x="190" y="2489"/>
                    <a:pt x="410" y="2489"/>
                  </a:cubicBezTo>
                  <a:lnTo>
                    <a:pt x="8664" y="2489"/>
                  </a:lnTo>
                  <a:cubicBezTo>
                    <a:pt x="8917" y="2489"/>
                    <a:pt x="9106" y="2300"/>
                    <a:pt x="9106" y="2048"/>
                  </a:cubicBezTo>
                  <a:lnTo>
                    <a:pt x="9106" y="410"/>
                  </a:lnTo>
                  <a:cubicBezTo>
                    <a:pt x="9106" y="158"/>
                    <a:pt x="8917" y="0"/>
                    <a:pt x="86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8" name="Google Shape;15638;p83"/>
            <p:cNvSpPr/>
            <p:nvPr/>
          </p:nvSpPr>
          <p:spPr>
            <a:xfrm>
              <a:off x="-59502375" y="1966300"/>
              <a:ext cx="319000" cy="257575"/>
            </a:xfrm>
            <a:custGeom>
              <a:avLst/>
              <a:gdLst/>
              <a:ahLst/>
              <a:cxnLst/>
              <a:rect l="l" t="t" r="r" b="b"/>
              <a:pathLst>
                <a:path w="12760" h="10303" extrusionOk="0">
                  <a:moveTo>
                    <a:pt x="8633" y="1639"/>
                  </a:moveTo>
                  <a:lnTo>
                    <a:pt x="8633" y="3592"/>
                  </a:lnTo>
                  <a:lnTo>
                    <a:pt x="7814" y="3592"/>
                  </a:lnTo>
                  <a:lnTo>
                    <a:pt x="7814" y="1639"/>
                  </a:lnTo>
                  <a:close/>
                  <a:moveTo>
                    <a:pt x="11941" y="819"/>
                  </a:moveTo>
                  <a:lnTo>
                    <a:pt x="11941" y="3592"/>
                  </a:lnTo>
                  <a:lnTo>
                    <a:pt x="11122" y="3592"/>
                  </a:lnTo>
                  <a:lnTo>
                    <a:pt x="11122" y="819"/>
                  </a:lnTo>
                  <a:close/>
                  <a:moveTo>
                    <a:pt x="5041" y="3119"/>
                  </a:moveTo>
                  <a:lnTo>
                    <a:pt x="5041" y="3970"/>
                  </a:lnTo>
                  <a:cubicBezTo>
                    <a:pt x="5041" y="4222"/>
                    <a:pt x="5230" y="4411"/>
                    <a:pt x="5482" y="4411"/>
                  </a:cubicBezTo>
                  <a:lnTo>
                    <a:pt x="11941" y="4411"/>
                  </a:lnTo>
                  <a:lnTo>
                    <a:pt x="11941" y="9357"/>
                  </a:lnTo>
                  <a:lnTo>
                    <a:pt x="914" y="9357"/>
                  </a:lnTo>
                  <a:lnTo>
                    <a:pt x="914" y="4222"/>
                  </a:lnTo>
                  <a:lnTo>
                    <a:pt x="2552" y="3119"/>
                  </a:lnTo>
                  <a:lnTo>
                    <a:pt x="2552" y="3970"/>
                  </a:lnTo>
                  <a:cubicBezTo>
                    <a:pt x="2552" y="4207"/>
                    <a:pt x="2767" y="4373"/>
                    <a:pt x="2980" y="4373"/>
                  </a:cubicBezTo>
                  <a:cubicBezTo>
                    <a:pt x="3050" y="4373"/>
                    <a:pt x="3120" y="4355"/>
                    <a:pt x="3182" y="4316"/>
                  </a:cubicBezTo>
                  <a:lnTo>
                    <a:pt x="5041" y="3119"/>
                  </a:lnTo>
                  <a:close/>
                  <a:moveTo>
                    <a:pt x="10712" y="0"/>
                  </a:moveTo>
                  <a:cubicBezTo>
                    <a:pt x="10491" y="0"/>
                    <a:pt x="10334" y="189"/>
                    <a:pt x="10334" y="441"/>
                  </a:cubicBezTo>
                  <a:lnTo>
                    <a:pt x="10334" y="3592"/>
                  </a:lnTo>
                  <a:lnTo>
                    <a:pt x="9483" y="3592"/>
                  </a:lnTo>
                  <a:lnTo>
                    <a:pt x="9483" y="1261"/>
                  </a:lnTo>
                  <a:cubicBezTo>
                    <a:pt x="9483" y="1008"/>
                    <a:pt x="9294" y="819"/>
                    <a:pt x="9074" y="819"/>
                  </a:cubicBezTo>
                  <a:lnTo>
                    <a:pt x="7404" y="819"/>
                  </a:lnTo>
                  <a:cubicBezTo>
                    <a:pt x="7183" y="819"/>
                    <a:pt x="6963" y="1008"/>
                    <a:pt x="6963" y="1261"/>
                  </a:cubicBezTo>
                  <a:lnTo>
                    <a:pt x="6963" y="3592"/>
                  </a:lnTo>
                  <a:lnTo>
                    <a:pt x="5860" y="3592"/>
                  </a:lnTo>
                  <a:lnTo>
                    <a:pt x="5860" y="2363"/>
                  </a:lnTo>
                  <a:cubicBezTo>
                    <a:pt x="5860" y="2206"/>
                    <a:pt x="5797" y="2080"/>
                    <a:pt x="5640" y="2017"/>
                  </a:cubicBezTo>
                  <a:cubicBezTo>
                    <a:pt x="5581" y="1973"/>
                    <a:pt x="5509" y="1949"/>
                    <a:pt x="5436" y="1949"/>
                  </a:cubicBezTo>
                  <a:cubicBezTo>
                    <a:pt x="5352" y="1949"/>
                    <a:pt x="5266" y="1981"/>
                    <a:pt x="5199" y="2048"/>
                  </a:cubicBezTo>
                  <a:lnTo>
                    <a:pt x="3340" y="3245"/>
                  </a:lnTo>
                  <a:lnTo>
                    <a:pt x="3340" y="2395"/>
                  </a:lnTo>
                  <a:cubicBezTo>
                    <a:pt x="3340" y="2237"/>
                    <a:pt x="3277" y="2111"/>
                    <a:pt x="3119" y="2048"/>
                  </a:cubicBezTo>
                  <a:cubicBezTo>
                    <a:pt x="3061" y="2004"/>
                    <a:pt x="2989" y="1981"/>
                    <a:pt x="2916" y="1981"/>
                  </a:cubicBezTo>
                  <a:cubicBezTo>
                    <a:pt x="2831" y="1981"/>
                    <a:pt x="2746" y="2012"/>
                    <a:pt x="2678" y="2080"/>
                  </a:cubicBezTo>
                  <a:lnTo>
                    <a:pt x="189" y="3718"/>
                  </a:lnTo>
                  <a:cubicBezTo>
                    <a:pt x="95" y="3812"/>
                    <a:pt x="0" y="3938"/>
                    <a:pt x="0" y="4096"/>
                  </a:cubicBezTo>
                  <a:lnTo>
                    <a:pt x="0" y="9861"/>
                  </a:lnTo>
                  <a:cubicBezTo>
                    <a:pt x="0" y="10113"/>
                    <a:pt x="189" y="10302"/>
                    <a:pt x="441" y="10302"/>
                  </a:cubicBezTo>
                  <a:lnTo>
                    <a:pt x="12287" y="10302"/>
                  </a:lnTo>
                  <a:cubicBezTo>
                    <a:pt x="12539" y="10302"/>
                    <a:pt x="12697" y="10113"/>
                    <a:pt x="12697" y="9861"/>
                  </a:cubicBezTo>
                  <a:lnTo>
                    <a:pt x="12697" y="504"/>
                  </a:lnTo>
                  <a:cubicBezTo>
                    <a:pt x="12760" y="158"/>
                    <a:pt x="12602" y="0"/>
                    <a:pt x="123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9" name="Google Shape;15639;p83"/>
            <p:cNvSpPr/>
            <p:nvPr/>
          </p:nvSpPr>
          <p:spPr>
            <a:xfrm>
              <a:off x="-59322800" y="1904375"/>
              <a:ext cx="106350" cy="41175"/>
            </a:xfrm>
            <a:custGeom>
              <a:avLst/>
              <a:gdLst/>
              <a:ahLst/>
              <a:cxnLst/>
              <a:rect l="l" t="t" r="r" b="b"/>
              <a:pathLst>
                <a:path w="4254" h="1647" extrusionOk="0">
                  <a:moveTo>
                    <a:pt x="1291" y="0"/>
                  </a:moveTo>
                  <a:cubicBezTo>
                    <a:pt x="890" y="0"/>
                    <a:pt x="485" y="181"/>
                    <a:pt x="158" y="556"/>
                  </a:cubicBezTo>
                  <a:cubicBezTo>
                    <a:pt x="0" y="713"/>
                    <a:pt x="32" y="965"/>
                    <a:pt x="189" y="1123"/>
                  </a:cubicBezTo>
                  <a:cubicBezTo>
                    <a:pt x="265" y="1198"/>
                    <a:pt x="369" y="1237"/>
                    <a:pt x="474" y="1237"/>
                  </a:cubicBezTo>
                  <a:cubicBezTo>
                    <a:pt x="589" y="1237"/>
                    <a:pt x="706" y="1190"/>
                    <a:pt x="788" y="1091"/>
                  </a:cubicBezTo>
                  <a:cubicBezTo>
                    <a:pt x="946" y="918"/>
                    <a:pt x="1119" y="831"/>
                    <a:pt x="1292" y="831"/>
                  </a:cubicBezTo>
                  <a:cubicBezTo>
                    <a:pt x="1465" y="831"/>
                    <a:pt x="1639" y="918"/>
                    <a:pt x="1796" y="1091"/>
                  </a:cubicBezTo>
                  <a:cubicBezTo>
                    <a:pt x="2115" y="1457"/>
                    <a:pt x="2530" y="1646"/>
                    <a:pt x="2948" y="1646"/>
                  </a:cubicBezTo>
                  <a:cubicBezTo>
                    <a:pt x="3357" y="1646"/>
                    <a:pt x="3769" y="1465"/>
                    <a:pt x="4096" y="1091"/>
                  </a:cubicBezTo>
                  <a:cubicBezTo>
                    <a:pt x="4254" y="902"/>
                    <a:pt x="4191" y="650"/>
                    <a:pt x="4033" y="493"/>
                  </a:cubicBezTo>
                  <a:cubicBezTo>
                    <a:pt x="3975" y="420"/>
                    <a:pt x="3885" y="381"/>
                    <a:pt x="3788" y="381"/>
                  </a:cubicBezTo>
                  <a:cubicBezTo>
                    <a:pt x="3674" y="381"/>
                    <a:pt x="3551" y="436"/>
                    <a:pt x="3466" y="556"/>
                  </a:cubicBezTo>
                  <a:cubicBezTo>
                    <a:pt x="3308" y="729"/>
                    <a:pt x="3127" y="815"/>
                    <a:pt x="2946" y="815"/>
                  </a:cubicBezTo>
                  <a:cubicBezTo>
                    <a:pt x="2765" y="815"/>
                    <a:pt x="2584" y="729"/>
                    <a:pt x="2426" y="556"/>
                  </a:cubicBezTo>
                  <a:cubicBezTo>
                    <a:pt x="2108" y="189"/>
                    <a:pt x="1701" y="0"/>
                    <a:pt x="12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40" name="Google Shape;15640;p83"/>
          <p:cNvGrpSpPr/>
          <p:nvPr/>
        </p:nvGrpSpPr>
        <p:grpSpPr>
          <a:xfrm>
            <a:off x="1731495" y="2057343"/>
            <a:ext cx="491983" cy="484888"/>
            <a:chOff x="-64774725" y="1916550"/>
            <a:chExt cx="319000" cy="314400"/>
          </a:xfrm>
        </p:grpSpPr>
        <p:sp>
          <p:nvSpPr>
            <p:cNvPr id="15641" name="Google Shape;15641;p83"/>
            <p:cNvSpPr/>
            <p:nvPr/>
          </p:nvSpPr>
          <p:spPr>
            <a:xfrm>
              <a:off x="-64774725" y="1916550"/>
              <a:ext cx="319000" cy="314400"/>
            </a:xfrm>
            <a:custGeom>
              <a:avLst/>
              <a:gdLst/>
              <a:ahLst/>
              <a:cxnLst/>
              <a:rect l="l" t="t" r="r" b="b"/>
              <a:pathLst>
                <a:path w="12760" h="12576" extrusionOk="0">
                  <a:moveTo>
                    <a:pt x="11436" y="856"/>
                  </a:moveTo>
                  <a:cubicBezTo>
                    <a:pt x="11562" y="856"/>
                    <a:pt x="11657" y="888"/>
                    <a:pt x="11783" y="951"/>
                  </a:cubicBezTo>
                  <a:cubicBezTo>
                    <a:pt x="11877" y="1077"/>
                    <a:pt x="11940" y="1203"/>
                    <a:pt x="11909" y="1329"/>
                  </a:cubicBezTo>
                  <a:cubicBezTo>
                    <a:pt x="11814" y="2431"/>
                    <a:pt x="11562" y="3440"/>
                    <a:pt x="11090" y="4416"/>
                  </a:cubicBezTo>
                  <a:lnTo>
                    <a:pt x="8317" y="1675"/>
                  </a:lnTo>
                  <a:cubicBezTo>
                    <a:pt x="9263" y="1234"/>
                    <a:pt x="10334" y="951"/>
                    <a:pt x="11436" y="856"/>
                  </a:cubicBezTo>
                  <a:close/>
                  <a:moveTo>
                    <a:pt x="3781" y="4542"/>
                  </a:moveTo>
                  <a:lnTo>
                    <a:pt x="3781" y="4542"/>
                  </a:lnTo>
                  <a:cubicBezTo>
                    <a:pt x="3529" y="4983"/>
                    <a:pt x="3245" y="5456"/>
                    <a:pt x="3056" y="5960"/>
                  </a:cubicBezTo>
                  <a:cubicBezTo>
                    <a:pt x="2878" y="5949"/>
                    <a:pt x="2699" y="5942"/>
                    <a:pt x="2522" y="5942"/>
                  </a:cubicBezTo>
                  <a:cubicBezTo>
                    <a:pt x="2167" y="5942"/>
                    <a:pt x="1817" y="5970"/>
                    <a:pt x="1481" y="6054"/>
                  </a:cubicBezTo>
                  <a:cubicBezTo>
                    <a:pt x="1544" y="5928"/>
                    <a:pt x="1670" y="5802"/>
                    <a:pt x="1733" y="5739"/>
                  </a:cubicBezTo>
                  <a:cubicBezTo>
                    <a:pt x="2331" y="5141"/>
                    <a:pt x="2993" y="4731"/>
                    <a:pt x="3781" y="4542"/>
                  </a:cubicBezTo>
                  <a:close/>
                  <a:moveTo>
                    <a:pt x="7561" y="2022"/>
                  </a:moveTo>
                  <a:lnTo>
                    <a:pt x="10680" y="5141"/>
                  </a:lnTo>
                  <a:cubicBezTo>
                    <a:pt x="9546" y="7157"/>
                    <a:pt x="7687" y="8669"/>
                    <a:pt x="5419" y="9331"/>
                  </a:cubicBezTo>
                  <a:lnTo>
                    <a:pt x="3403" y="7346"/>
                  </a:lnTo>
                  <a:cubicBezTo>
                    <a:pt x="4064" y="5109"/>
                    <a:pt x="5576" y="3219"/>
                    <a:pt x="7561" y="2022"/>
                  </a:cubicBezTo>
                  <a:close/>
                  <a:moveTo>
                    <a:pt x="2899" y="8008"/>
                  </a:moveTo>
                  <a:lnTo>
                    <a:pt x="4789" y="9898"/>
                  </a:lnTo>
                  <a:lnTo>
                    <a:pt x="4316" y="10623"/>
                  </a:lnTo>
                  <a:lnTo>
                    <a:pt x="2142" y="8449"/>
                  </a:lnTo>
                  <a:lnTo>
                    <a:pt x="2899" y="8008"/>
                  </a:lnTo>
                  <a:close/>
                  <a:moveTo>
                    <a:pt x="2363" y="9867"/>
                  </a:moveTo>
                  <a:lnTo>
                    <a:pt x="2899" y="10371"/>
                  </a:lnTo>
                  <a:cubicBezTo>
                    <a:pt x="2741" y="10497"/>
                    <a:pt x="2520" y="10654"/>
                    <a:pt x="2300" y="10780"/>
                  </a:cubicBezTo>
                  <a:cubicBezTo>
                    <a:pt x="1985" y="10969"/>
                    <a:pt x="1733" y="11095"/>
                    <a:pt x="1638" y="11127"/>
                  </a:cubicBezTo>
                  <a:cubicBezTo>
                    <a:pt x="1701" y="10969"/>
                    <a:pt x="1796" y="10780"/>
                    <a:pt x="1985" y="10465"/>
                  </a:cubicBezTo>
                  <a:cubicBezTo>
                    <a:pt x="2142" y="10213"/>
                    <a:pt x="2268" y="10024"/>
                    <a:pt x="2363" y="9867"/>
                  </a:cubicBezTo>
                  <a:close/>
                  <a:moveTo>
                    <a:pt x="8191" y="8984"/>
                  </a:moveTo>
                  <a:lnTo>
                    <a:pt x="8191" y="8984"/>
                  </a:lnTo>
                  <a:cubicBezTo>
                    <a:pt x="7971" y="9867"/>
                    <a:pt x="7467" y="10686"/>
                    <a:pt x="6711" y="11284"/>
                  </a:cubicBezTo>
                  <a:cubicBezTo>
                    <a:pt x="6837" y="10749"/>
                    <a:pt x="6837" y="10245"/>
                    <a:pt x="6774" y="9741"/>
                  </a:cubicBezTo>
                  <a:cubicBezTo>
                    <a:pt x="7309" y="9551"/>
                    <a:pt x="7782" y="9268"/>
                    <a:pt x="8191" y="8984"/>
                  </a:cubicBezTo>
                  <a:close/>
                  <a:moveTo>
                    <a:pt x="11509" y="1"/>
                  </a:moveTo>
                  <a:cubicBezTo>
                    <a:pt x="11474" y="1"/>
                    <a:pt x="11440" y="2"/>
                    <a:pt x="11405" y="6"/>
                  </a:cubicBezTo>
                  <a:cubicBezTo>
                    <a:pt x="10365" y="100"/>
                    <a:pt x="9389" y="321"/>
                    <a:pt x="8412" y="730"/>
                  </a:cubicBezTo>
                  <a:cubicBezTo>
                    <a:pt x="7498" y="1077"/>
                    <a:pt x="6616" y="1644"/>
                    <a:pt x="5797" y="2274"/>
                  </a:cubicBezTo>
                  <a:cubicBezTo>
                    <a:pt x="5324" y="2652"/>
                    <a:pt x="4852" y="3093"/>
                    <a:pt x="4474" y="3566"/>
                  </a:cubicBezTo>
                  <a:cubicBezTo>
                    <a:pt x="3245" y="3629"/>
                    <a:pt x="2048" y="4196"/>
                    <a:pt x="1166" y="5109"/>
                  </a:cubicBezTo>
                  <a:cubicBezTo>
                    <a:pt x="725" y="5519"/>
                    <a:pt x="378" y="6054"/>
                    <a:pt x="95" y="6590"/>
                  </a:cubicBezTo>
                  <a:cubicBezTo>
                    <a:pt x="0" y="6748"/>
                    <a:pt x="63" y="6937"/>
                    <a:pt x="158" y="7063"/>
                  </a:cubicBezTo>
                  <a:cubicBezTo>
                    <a:pt x="252" y="7157"/>
                    <a:pt x="378" y="7189"/>
                    <a:pt x="441" y="7189"/>
                  </a:cubicBezTo>
                  <a:cubicBezTo>
                    <a:pt x="536" y="7189"/>
                    <a:pt x="567" y="7189"/>
                    <a:pt x="630" y="7157"/>
                  </a:cubicBezTo>
                  <a:cubicBezTo>
                    <a:pt x="1198" y="6873"/>
                    <a:pt x="1842" y="6743"/>
                    <a:pt x="2471" y="6743"/>
                  </a:cubicBezTo>
                  <a:cubicBezTo>
                    <a:pt x="2540" y="6743"/>
                    <a:pt x="2609" y="6744"/>
                    <a:pt x="2678" y="6748"/>
                  </a:cubicBezTo>
                  <a:cubicBezTo>
                    <a:pt x="2647" y="6905"/>
                    <a:pt x="2615" y="7031"/>
                    <a:pt x="2584" y="7189"/>
                  </a:cubicBezTo>
                  <a:lnTo>
                    <a:pt x="1229" y="7976"/>
                  </a:lnTo>
                  <a:cubicBezTo>
                    <a:pt x="1008" y="8134"/>
                    <a:pt x="945" y="8449"/>
                    <a:pt x="1166" y="8606"/>
                  </a:cubicBezTo>
                  <a:lnTo>
                    <a:pt x="1733" y="9173"/>
                  </a:lnTo>
                  <a:cubicBezTo>
                    <a:pt x="1544" y="9425"/>
                    <a:pt x="1323" y="9772"/>
                    <a:pt x="1103" y="10119"/>
                  </a:cubicBezTo>
                  <a:cubicBezTo>
                    <a:pt x="945" y="10465"/>
                    <a:pt x="788" y="10717"/>
                    <a:pt x="725" y="10906"/>
                  </a:cubicBezTo>
                  <a:cubicBezTo>
                    <a:pt x="599" y="11316"/>
                    <a:pt x="630" y="11599"/>
                    <a:pt x="851" y="11788"/>
                  </a:cubicBezTo>
                  <a:cubicBezTo>
                    <a:pt x="981" y="11918"/>
                    <a:pt x="1144" y="11961"/>
                    <a:pt x="1320" y="11961"/>
                  </a:cubicBezTo>
                  <a:cubicBezTo>
                    <a:pt x="1443" y="11961"/>
                    <a:pt x="1572" y="11940"/>
                    <a:pt x="1701" y="11914"/>
                  </a:cubicBezTo>
                  <a:cubicBezTo>
                    <a:pt x="1953" y="11820"/>
                    <a:pt x="2174" y="11694"/>
                    <a:pt x="2489" y="11505"/>
                  </a:cubicBezTo>
                  <a:cubicBezTo>
                    <a:pt x="2836" y="11316"/>
                    <a:pt x="3151" y="11095"/>
                    <a:pt x="3434" y="10875"/>
                  </a:cubicBezTo>
                  <a:lnTo>
                    <a:pt x="4033" y="11473"/>
                  </a:lnTo>
                  <a:cubicBezTo>
                    <a:pt x="4116" y="11557"/>
                    <a:pt x="4225" y="11597"/>
                    <a:pt x="4330" y="11597"/>
                  </a:cubicBezTo>
                  <a:cubicBezTo>
                    <a:pt x="4464" y="11597"/>
                    <a:pt x="4593" y="11533"/>
                    <a:pt x="4663" y="11410"/>
                  </a:cubicBezTo>
                  <a:lnTo>
                    <a:pt x="5450" y="10056"/>
                  </a:lnTo>
                  <a:cubicBezTo>
                    <a:pt x="5608" y="10024"/>
                    <a:pt x="5734" y="9993"/>
                    <a:pt x="5892" y="9930"/>
                  </a:cubicBezTo>
                  <a:lnTo>
                    <a:pt x="5892" y="9930"/>
                  </a:lnTo>
                  <a:cubicBezTo>
                    <a:pt x="5923" y="10591"/>
                    <a:pt x="5797" y="11316"/>
                    <a:pt x="5482" y="11977"/>
                  </a:cubicBezTo>
                  <a:cubicBezTo>
                    <a:pt x="5419" y="12135"/>
                    <a:pt x="5450" y="12324"/>
                    <a:pt x="5576" y="12450"/>
                  </a:cubicBezTo>
                  <a:cubicBezTo>
                    <a:pt x="5639" y="12534"/>
                    <a:pt x="5759" y="12576"/>
                    <a:pt x="5878" y="12576"/>
                  </a:cubicBezTo>
                  <a:cubicBezTo>
                    <a:pt x="5937" y="12576"/>
                    <a:pt x="5997" y="12565"/>
                    <a:pt x="6049" y="12544"/>
                  </a:cubicBezTo>
                  <a:cubicBezTo>
                    <a:pt x="6585" y="12261"/>
                    <a:pt x="7089" y="11914"/>
                    <a:pt x="7530" y="11473"/>
                  </a:cubicBezTo>
                  <a:cubicBezTo>
                    <a:pt x="8443" y="10560"/>
                    <a:pt x="8979" y="9394"/>
                    <a:pt x="9074" y="8165"/>
                  </a:cubicBezTo>
                  <a:cubicBezTo>
                    <a:pt x="9546" y="7756"/>
                    <a:pt x="9987" y="7346"/>
                    <a:pt x="10365" y="6811"/>
                  </a:cubicBezTo>
                  <a:cubicBezTo>
                    <a:pt x="11027" y="5991"/>
                    <a:pt x="11562" y="5141"/>
                    <a:pt x="11940" y="4227"/>
                  </a:cubicBezTo>
                  <a:cubicBezTo>
                    <a:pt x="12350" y="3282"/>
                    <a:pt x="12571" y="2242"/>
                    <a:pt x="12665" y="1234"/>
                  </a:cubicBezTo>
                  <a:cubicBezTo>
                    <a:pt x="12760" y="1014"/>
                    <a:pt x="12665" y="636"/>
                    <a:pt x="12382" y="384"/>
                  </a:cubicBezTo>
                  <a:cubicBezTo>
                    <a:pt x="12126" y="128"/>
                    <a:pt x="11820" y="1"/>
                    <a:pt x="115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42" name="Google Shape;15642;p83"/>
            <p:cNvSpPr/>
            <p:nvPr/>
          </p:nvSpPr>
          <p:spPr>
            <a:xfrm>
              <a:off x="-64636900" y="2010600"/>
              <a:ext cx="89800" cy="82525"/>
            </a:xfrm>
            <a:custGeom>
              <a:avLst/>
              <a:gdLst/>
              <a:ahLst/>
              <a:cxnLst/>
              <a:rect l="l" t="t" r="r" b="b"/>
              <a:pathLst>
                <a:path w="3592" h="3301" extrusionOk="0">
                  <a:moveTo>
                    <a:pt x="1828" y="827"/>
                  </a:moveTo>
                  <a:cubicBezTo>
                    <a:pt x="2048" y="827"/>
                    <a:pt x="2269" y="906"/>
                    <a:pt x="2426" y="1064"/>
                  </a:cubicBezTo>
                  <a:cubicBezTo>
                    <a:pt x="2741" y="1410"/>
                    <a:pt x="2741" y="1914"/>
                    <a:pt x="2426" y="2229"/>
                  </a:cubicBezTo>
                  <a:cubicBezTo>
                    <a:pt x="2269" y="2387"/>
                    <a:pt x="2048" y="2466"/>
                    <a:pt x="1828" y="2466"/>
                  </a:cubicBezTo>
                  <a:cubicBezTo>
                    <a:pt x="1607" y="2466"/>
                    <a:pt x="1387" y="2387"/>
                    <a:pt x="1229" y="2229"/>
                  </a:cubicBezTo>
                  <a:cubicBezTo>
                    <a:pt x="914" y="1914"/>
                    <a:pt x="914" y="1379"/>
                    <a:pt x="1229" y="1064"/>
                  </a:cubicBezTo>
                  <a:cubicBezTo>
                    <a:pt x="1387" y="906"/>
                    <a:pt x="1607" y="827"/>
                    <a:pt x="1828" y="827"/>
                  </a:cubicBezTo>
                  <a:close/>
                  <a:moveTo>
                    <a:pt x="1820" y="0"/>
                  </a:moveTo>
                  <a:cubicBezTo>
                    <a:pt x="1402" y="0"/>
                    <a:pt x="977" y="166"/>
                    <a:pt x="631" y="497"/>
                  </a:cubicBezTo>
                  <a:cubicBezTo>
                    <a:pt x="0" y="1127"/>
                    <a:pt x="0" y="2198"/>
                    <a:pt x="631" y="2828"/>
                  </a:cubicBezTo>
                  <a:cubicBezTo>
                    <a:pt x="946" y="3143"/>
                    <a:pt x="1371" y="3301"/>
                    <a:pt x="1796" y="3301"/>
                  </a:cubicBezTo>
                  <a:cubicBezTo>
                    <a:pt x="2222" y="3301"/>
                    <a:pt x="2647" y="3143"/>
                    <a:pt x="2962" y="2828"/>
                  </a:cubicBezTo>
                  <a:cubicBezTo>
                    <a:pt x="3592" y="2198"/>
                    <a:pt x="3592" y="1127"/>
                    <a:pt x="2962" y="497"/>
                  </a:cubicBezTo>
                  <a:cubicBezTo>
                    <a:pt x="2647" y="166"/>
                    <a:pt x="2237" y="0"/>
                    <a:pt x="1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43" name="Google Shape;15643;p83"/>
          <p:cNvGrpSpPr/>
          <p:nvPr/>
        </p:nvGrpSpPr>
        <p:grpSpPr>
          <a:xfrm>
            <a:off x="1733306" y="2693582"/>
            <a:ext cx="488359" cy="493217"/>
            <a:chOff x="-64764500" y="2280550"/>
            <a:chExt cx="316650" cy="319800"/>
          </a:xfrm>
        </p:grpSpPr>
        <p:sp>
          <p:nvSpPr>
            <p:cNvPr id="15644" name="Google Shape;15644;p83"/>
            <p:cNvSpPr/>
            <p:nvPr/>
          </p:nvSpPr>
          <p:spPr>
            <a:xfrm>
              <a:off x="-64764500" y="2280550"/>
              <a:ext cx="316650" cy="319800"/>
            </a:xfrm>
            <a:custGeom>
              <a:avLst/>
              <a:gdLst/>
              <a:ahLst/>
              <a:cxnLst/>
              <a:rect l="l" t="t" r="r" b="b"/>
              <a:pathLst>
                <a:path w="12666" h="12792" extrusionOk="0">
                  <a:moveTo>
                    <a:pt x="11405" y="820"/>
                  </a:moveTo>
                  <a:cubicBezTo>
                    <a:pt x="11657" y="820"/>
                    <a:pt x="11815" y="1009"/>
                    <a:pt x="11815" y="1261"/>
                  </a:cubicBezTo>
                  <a:cubicBezTo>
                    <a:pt x="11815" y="1481"/>
                    <a:pt x="11657" y="1670"/>
                    <a:pt x="11405" y="1670"/>
                  </a:cubicBezTo>
                  <a:lnTo>
                    <a:pt x="1229" y="1670"/>
                  </a:lnTo>
                  <a:cubicBezTo>
                    <a:pt x="977" y="1670"/>
                    <a:pt x="788" y="1481"/>
                    <a:pt x="788" y="1261"/>
                  </a:cubicBezTo>
                  <a:cubicBezTo>
                    <a:pt x="788" y="1009"/>
                    <a:pt x="977" y="820"/>
                    <a:pt x="1229" y="820"/>
                  </a:cubicBezTo>
                  <a:close/>
                  <a:moveTo>
                    <a:pt x="10996" y="2521"/>
                  </a:moveTo>
                  <a:lnTo>
                    <a:pt x="10996" y="8286"/>
                  </a:lnTo>
                  <a:lnTo>
                    <a:pt x="1607" y="8286"/>
                  </a:lnTo>
                  <a:lnTo>
                    <a:pt x="1607" y="2521"/>
                  </a:lnTo>
                  <a:close/>
                  <a:moveTo>
                    <a:pt x="6302" y="11027"/>
                  </a:moveTo>
                  <a:cubicBezTo>
                    <a:pt x="6554" y="11027"/>
                    <a:pt x="6743" y="11216"/>
                    <a:pt x="6743" y="11437"/>
                  </a:cubicBezTo>
                  <a:cubicBezTo>
                    <a:pt x="6743" y="11689"/>
                    <a:pt x="6522" y="11878"/>
                    <a:pt x="6302" y="11878"/>
                  </a:cubicBezTo>
                  <a:cubicBezTo>
                    <a:pt x="6050" y="11878"/>
                    <a:pt x="5892" y="11689"/>
                    <a:pt x="5892" y="11437"/>
                  </a:cubicBezTo>
                  <a:cubicBezTo>
                    <a:pt x="5892" y="11216"/>
                    <a:pt x="6113" y="11027"/>
                    <a:pt x="6302" y="11027"/>
                  </a:cubicBezTo>
                  <a:close/>
                  <a:moveTo>
                    <a:pt x="1229" y="1"/>
                  </a:moveTo>
                  <a:cubicBezTo>
                    <a:pt x="536" y="1"/>
                    <a:pt x="1" y="536"/>
                    <a:pt x="1" y="1261"/>
                  </a:cubicBezTo>
                  <a:cubicBezTo>
                    <a:pt x="1" y="1797"/>
                    <a:pt x="347" y="2238"/>
                    <a:pt x="820" y="2427"/>
                  </a:cubicBezTo>
                  <a:lnTo>
                    <a:pt x="820" y="8286"/>
                  </a:lnTo>
                  <a:lnTo>
                    <a:pt x="442" y="8286"/>
                  </a:lnTo>
                  <a:cubicBezTo>
                    <a:pt x="190" y="8286"/>
                    <a:pt x="32" y="8507"/>
                    <a:pt x="32" y="8728"/>
                  </a:cubicBezTo>
                  <a:cubicBezTo>
                    <a:pt x="32" y="8980"/>
                    <a:pt x="221" y="9169"/>
                    <a:pt x="442" y="9169"/>
                  </a:cubicBezTo>
                  <a:lnTo>
                    <a:pt x="5955" y="9169"/>
                  </a:lnTo>
                  <a:lnTo>
                    <a:pt x="5955" y="10334"/>
                  </a:lnTo>
                  <a:cubicBezTo>
                    <a:pt x="5483" y="10492"/>
                    <a:pt x="5104" y="10964"/>
                    <a:pt x="5104" y="11531"/>
                  </a:cubicBezTo>
                  <a:cubicBezTo>
                    <a:pt x="5104" y="12193"/>
                    <a:pt x="5672" y="12792"/>
                    <a:pt x="6333" y="12792"/>
                  </a:cubicBezTo>
                  <a:cubicBezTo>
                    <a:pt x="6995" y="12792"/>
                    <a:pt x="7593" y="12225"/>
                    <a:pt x="7593" y="11531"/>
                  </a:cubicBezTo>
                  <a:cubicBezTo>
                    <a:pt x="7593" y="10964"/>
                    <a:pt x="7247" y="10555"/>
                    <a:pt x="6774" y="10334"/>
                  </a:cubicBezTo>
                  <a:lnTo>
                    <a:pt x="6774" y="9169"/>
                  </a:lnTo>
                  <a:lnTo>
                    <a:pt x="12288" y="9169"/>
                  </a:lnTo>
                  <a:cubicBezTo>
                    <a:pt x="12508" y="9169"/>
                    <a:pt x="12666" y="8980"/>
                    <a:pt x="12666" y="8728"/>
                  </a:cubicBezTo>
                  <a:cubicBezTo>
                    <a:pt x="12666" y="8507"/>
                    <a:pt x="12477" y="8286"/>
                    <a:pt x="12288" y="8286"/>
                  </a:cubicBezTo>
                  <a:lnTo>
                    <a:pt x="11847" y="8286"/>
                  </a:lnTo>
                  <a:lnTo>
                    <a:pt x="11847" y="2427"/>
                  </a:lnTo>
                  <a:cubicBezTo>
                    <a:pt x="12319" y="2238"/>
                    <a:pt x="12634" y="1797"/>
                    <a:pt x="12634" y="1261"/>
                  </a:cubicBezTo>
                  <a:cubicBezTo>
                    <a:pt x="12634" y="568"/>
                    <a:pt x="12099" y="1"/>
                    <a:pt x="114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45" name="Google Shape;15645;p83"/>
            <p:cNvSpPr/>
            <p:nvPr/>
          </p:nvSpPr>
          <p:spPr>
            <a:xfrm>
              <a:off x="-64679425" y="2364825"/>
              <a:ext cx="146500" cy="102450"/>
            </a:xfrm>
            <a:custGeom>
              <a:avLst/>
              <a:gdLst/>
              <a:ahLst/>
              <a:cxnLst/>
              <a:rect l="l" t="t" r="r" b="b"/>
              <a:pathLst>
                <a:path w="5860" h="4098" extrusionOk="0">
                  <a:moveTo>
                    <a:pt x="3749" y="1"/>
                  </a:moveTo>
                  <a:cubicBezTo>
                    <a:pt x="3529" y="1"/>
                    <a:pt x="3371" y="190"/>
                    <a:pt x="3371" y="442"/>
                  </a:cubicBezTo>
                  <a:cubicBezTo>
                    <a:pt x="3371" y="662"/>
                    <a:pt x="3560" y="820"/>
                    <a:pt x="3749" y="820"/>
                  </a:cubicBezTo>
                  <a:lnTo>
                    <a:pt x="4442" y="820"/>
                  </a:lnTo>
                  <a:lnTo>
                    <a:pt x="2930" y="2332"/>
                  </a:lnTo>
                  <a:lnTo>
                    <a:pt x="2395" y="1765"/>
                  </a:lnTo>
                  <a:cubicBezTo>
                    <a:pt x="2316" y="1686"/>
                    <a:pt x="2206" y="1647"/>
                    <a:pt x="2095" y="1647"/>
                  </a:cubicBezTo>
                  <a:cubicBezTo>
                    <a:pt x="1985" y="1647"/>
                    <a:pt x="1875" y="1686"/>
                    <a:pt x="1796" y="1765"/>
                  </a:cubicBezTo>
                  <a:lnTo>
                    <a:pt x="126" y="3435"/>
                  </a:lnTo>
                  <a:cubicBezTo>
                    <a:pt x="0" y="3592"/>
                    <a:pt x="0" y="3844"/>
                    <a:pt x="126" y="4033"/>
                  </a:cubicBezTo>
                  <a:cubicBezTo>
                    <a:pt x="195" y="4075"/>
                    <a:pt x="288" y="4098"/>
                    <a:pt x="384" y="4098"/>
                  </a:cubicBezTo>
                  <a:cubicBezTo>
                    <a:pt x="507" y="4098"/>
                    <a:pt x="636" y="4059"/>
                    <a:pt x="725" y="3970"/>
                  </a:cubicBezTo>
                  <a:lnTo>
                    <a:pt x="2111" y="2616"/>
                  </a:lnTo>
                  <a:lnTo>
                    <a:pt x="2647" y="3151"/>
                  </a:lnTo>
                  <a:cubicBezTo>
                    <a:pt x="2725" y="3230"/>
                    <a:pt x="2836" y="3269"/>
                    <a:pt x="2946" y="3269"/>
                  </a:cubicBezTo>
                  <a:cubicBezTo>
                    <a:pt x="3056" y="3269"/>
                    <a:pt x="3166" y="3230"/>
                    <a:pt x="3245" y="3151"/>
                  </a:cubicBezTo>
                  <a:lnTo>
                    <a:pt x="5009" y="1387"/>
                  </a:lnTo>
                  <a:lnTo>
                    <a:pt x="5009" y="2049"/>
                  </a:lnTo>
                  <a:cubicBezTo>
                    <a:pt x="5009" y="2269"/>
                    <a:pt x="5230" y="2490"/>
                    <a:pt x="5451" y="2490"/>
                  </a:cubicBezTo>
                  <a:cubicBezTo>
                    <a:pt x="5703" y="2490"/>
                    <a:pt x="5860" y="2269"/>
                    <a:pt x="5860" y="2049"/>
                  </a:cubicBezTo>
                  <a:lnTo>
                    <a:pt x="5860" y="410"/>
                  </a:lnTo>
                  <a:cubicBezTo>
                    <a:pt x="5860" y="158"/>
                    <a:pt x="5640" y="1"/>
                    <a:pt x="54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46" name="Google Shape;15646;p83"/>
          <p:cNvSpPr/>
          <p:nvPr/>
        </p:nvSpPr>
        <p:spPr>
          <a:xfrm>
            <a:off x="1755671" y="3316606"/>
            <a:ext cx="426399" cy="488359"/>
          </a:xfrm>
          <a:custGeom>
            <a:avLst/>
            <a:gdLst/>
            <a:ahLst/>
            <a:cxnLst/>
            <a:rect l="l" t="t" r="r" b="b"/>
            <a:pathLst>
              <a:path w="11059" h="12666" extrusionOk="0">
                <a:moveTo>
                  <a:pt x="4285" y="789"/>
                </a:moveTo>
                <a:cubicBezTo>
                  <a:pt x="4758" y="789"/>
                  <a:pt x="5136" y="1135"/>
                  <a:pt x="5136" y="1608"/>
                </a:cubicBezTo>
                <a:lnTo>
                  <a:pt x="5136" y="4128"/>
                </a:lnTo>
                <a:cubicBezTo>
                  <a:pt x="4190" y="4317"/>
                  <a:pt x="3466" y="5168"/>
                  <a:pt x="3466" y="6144"/>
                </a:cubicBezTo>
                <a:cubicBezTo>
                  <a:pt x="3466" y="6365"/>
                  <a:pt x="3655" y="6585"/>
                  <a:pt x="3907" y="6585"/>
                </a:cubicBezTo>
                <a:cubicBezTo>
                  <a:pt x="4127" y="6585"/>
                  <a:pt x="4285" y="6365"/>
                  <a:pt x="4285" y="6144"/>
                </a:cubicBezTo>
                <a:cubicBezTo>
                  <a:pt x="4285" y="5577"/>
                  <a:pt x="4663" y="5168"/>
                  <a:pt x="5136" y="4947"/>
                </a:cubicBezTo>
                <a:lnTo>
                  <a:pt x="5136" y="8192"/>
                </a:lnTo>
                <a:cubicBezTo>
                  <a:pt x="5136" y="8665"/>
                  <a:pt x="4758" y="9011"/>
                  <a:pt x="4285" y="9011"/>
                </a:cubicBezTo>
                <a:cubicBezTo>
                  <a:pt x="3938" y="9011"/>
                  <a:pt x="3592" y="8791"/>
                  <a:pt x="3497" y="8381"/>
                </a:cubicBezTo>
                <a:cubicBezTo>
                  <a:pt x="3434" y="8318"/>
                  <a:pt x="3277" y="8192"/>
                  <a:pt x="3119" y="8192"/>
                </a:cubicBezTo>
                <a:cubicBezTo>
                  <a:pt x="2962" y="8192"/>
                  <a:pt x="2899" y="8255"/>
                  <a:pt x="2647" y="8255"/>
                </a:cubicBezTo>
                <a:cubicBezTo>
                  <a:pt x="1544" y="8255"/>
                  <a:pt x="1544" y="6617"/>
                  <a:pt x="2647" y="6617"/>
                </a:cubicBezTo>
                <a:cubicBezTo>
                  <a:pt x="2867" y="6617"/>
                  <a:pt x="3025" y="6428"/>
                  <a:pt x="3025" y="6176"/>
                </a:cubicBezTo>
                <a:cubicBezTo>
                  <a:pt x="3025" y="5955"/>
                  <a:pt x="2836" y="5735"/>
                  <a:pt x="2647" y="5735"/>
                </a:cubicBezTo>
                <a:cubicBezTo>
                  <a:pt x="2080" y="5735"/>
                  <a:pt x="1607" y="6018"/>
                  <a:pt x="1292" y="6428"/>
                </a:cubicBezTo>
                <a:cubicBezTo>
                  <a:pt x="1103" y="6270"/>
                  <a:pt x="977" y="6018"/>
                  <a:pt x="977" y="5735"/>
                </a:cubicBezTo>
                <a:cubicBezTo>
                  <a:pt x="977" y="5483"/>
                  <a:pt x="1103" y="5325"/>
                  <a:pt x="1166" y="5199"/>
                </a:cubicBezTo>
                <a:cubicBezTo>
                  <a:pt x="1323" y="5042"/>
                  <a:pt x="1323" y="4790"/>
                  <a:pt x="1166" y="4632"/>
                </a:cubicBezTo>
                <a:cubicBezTo>
                  <a:pt x="662" y="4097"/>
                  <a:pt x="1103" y="3277"/>
                  <a:pt x="1828" y="3277"/>
                </a:cubicBezTo>
                <a:cubicBezTo>
                  <a:pt x="2048" y="3277"/>
                  <a:pt x="2237" y="3340"/>
                  <a:pt x="2395" y="3498"/>
                </a:cubicBezTo>
                <a:cubicBezTo>
                  <a:pt x="2473" y="3577"/>
                  <a:pt x="2584" y="3616"/>
                  <a:pt x="2694" y="3616"/>
                </a:cubicBezTo>
                <a:cubicBezTo>
                  <a:pt x="2804" y="3616"/>
                  <a:pt x="2914" y="3577"/>
                  <a:pt x="2993" y="3498"/>
                </a:cubicBezTo>
                <a:cubicBezTo>
                  <a:pt x="3151" y="3340"/>
                  <a:pt x="3151" y="3057"/>
                  <a:pt x="2993" y="2899"/>
                </a:cubicBezTo>
                <a:cubicBezTo>
                  <a:pt x="2678" y="2584"/>
                  <a:pt x="2269" y="2427"/>
                  <a:pt x="1828" y="2427"/>
                </a:cubicBezTo>
                <a:cubicBezTo>
                  <a:pt x="1828" y="1954"/>
                  <a:pt x="2174" y="1608"/>
                  <a:pt x="2647" y="1608"/>
                </a:cubicBezTo>
                <a:cubicBezTo>
                  <a:pt x="2773" y="1608"/>
                  <a:pt x="2836" y="1639"/>
                  <a:pt x="2962" y="1702"/>
                </a:cubicBezTo>
                <a:cubicBezTo>
                  <a:pt x="3000" y="1713"/>
                  <a:pt x="3040" y="1718"/>
                  <a:pt x="3079" y="1718"/>
                </a:cubicBezTo>
                <a:cubicBezTo>
                  <a:pt x="3264" y="1718"/>
                  <a:pt x="3445" y="1601"/>
                  <a:pt x="3497" y="1419"/>
                </a:cubicBezTo>
                <a:cubicBezTo>
                  <a:pt x="3592" y="1072"/>
                  <a:pt x="3938" y="789"/>
                  <a:pt x="4285" y="789"/>
                </a:cubicBezTo>
                <a:close/>
                <a:moveTo>
                  <a:pt x="6711" y="915"/>
                </a:moveTo>
                <a:cubicBezTo>
                  <a:pt x="7057" y="915"/>
                  <a:pt x="7404" y="1135"/>
                  <a:pt x="7498" y="1545"/>
                </a:cubicBezTo>
                <a:cubicBezTo>
                  <a:pt x="7547" y="1715"/>
                  <a:pt x="7708" y="1828"/>
                  <a:pt x="7880" y="1828"/>
                </a:cubicBezTo>
                <a:cubicBezTo>
                  <a:pt x="7931" y="1828"/>
                  <a:pt x="7983" y="1818"/>
                  <a:pt x="8034" y="1797"/>
                </a:cubicBezTo>
                <a:cubicBezTo>
                  <a:pt x="8160" y="1765"/>
                  <a:pt x="8223" y="1734"/>
                  <a:pt x="8349" y="1734"/>
                </a:cubicBezTo>
                <a:cubicBezTo>
                  <a:pt x="8822" y="1734"/>
                  <a:pt x="9168" y="2080"/>
                  <a:pt x="9168" y="2553"/>
                </a:cubicBezTo>
                <a:cubicBezTo>
                  <a:pt x="8759" y="2553"/>
                  <a:pt x="8318" y="2710"/>
                  <a:pt x="8003" y="3025"/>
                </a:cubicBezTo>
                <a:cubicBezTo>
                  <a:pt x="7845" y="3183"/>
                  <a:pt x="7845" y="3467"/>
                  <a:pt x="8003" y="3624"/>
                </a:cubicBezTo>
                <a:cubicBezTo>
                  <a:pt x="8081" y="3703"/>
                  <a:pt x="8192" y="3742"/>
                  <a:pt x="8302" y="3742"/>
                </a:cubicBezTo>
                <a:cubicBezTo>
                  <a:pt x="8412" y="3742"/>
                  <a:pt x="8522" y="3703"/>
                  <a:pt x="8601" y="3624"/>
                </a:cubicBezTo>
                <a:cubicBezTo>
                  <a:pt x="8759" y="3467"/>
                  <a:pt x="8948" y="3372"/>
                  <a:pt x="9168" y="3372"/>
                </a:cubicBezTo>
                <a:cubicBezTo>
                  <a:pt x="9893" y="3372"/>
                  <a:pt x="10271" y="4191"/>
                  <a:pt x="9798" y="4758"/>
                </a:cubicBezTo>
                <a:cubicBezTo>
                  <a:pt x="9735" y="4853"/>
                  <a:pt x="9735" y="5073"/>
                  <a:pt x="9830" y="5231"/>
                </a:cubicBezTo>
                <a:cubicBezTo>
                  <a:pt x="9956" y="5357"/>
                  <a:pt x="10050" y="5514"/>
                  <a:pt x="10050" y="5798"/>
                </a:cubicBezTo>
                <a:cubicBezTo>
                  <a:pt x="10050" y="6050"/>
                  <a:pt x="9924" y="6302"/>
                  <a:pt x="9735" y="6459"/>
                </a:cubicBezTo>
                <a:cubicBezTo>
                  <a:pt x="9420" y="6050"/>
                  <a:pt x="8948" y="5798"/>
                  <a:pt x="8381" y="5798"/>
                </a:cubicBezTo>
                <a:cubicBezTo>
                  <a:pt x="8160" y="5798"/>
                  <a:pt x="8003" y="5987"/>
                  <a:pt x="8003" y="6207"/>
                </a:cubicBezTo>
                <a:cubicBezTo>
                  <a:pt x="8003" y="6459"/>
                  <a:pt x="8192" y="6648"/>
                  <a:pt x="8381" y="6648"/>
                </a:cubicBezTo>
                <a:cubicBezTo>
                  <a:pt x="9483" y="6648"/>
                  <a:pt x="9483" y="8318"/>
                  <a:pt x="8381" y="8318"/>
                </a:cubicBezTo>
                <a:cubicBezTo>
                  <a:pt x="8255" y="8318"/>
                  <a:pt x="8192" y="8255"/>
                  <a:pt x="8066" y="8224"/>
                </a:cubicBezTo>
                <a:cubicBezTo>
                  <a:pt x="8021" y="8211"/>
                  <a:pt x="7976" y="8205"/>
                  <a:pt x="7931" y="8205"/>
                </a:cubicBezTo>
                <a:cubicBezTo>
                  <a:pt x="7752" y="8205"/>
                  <a:pt x="7580" y="8306"/>
                  <a:pt x="7530" y="8507"/>
                </a:cubicBezTo>
                <a:cubicBezTo>
                  <a:pt x="7435" y="8854"/>
                  <a:pt x="7089" y="9137"/>
                  <a:pt x="6742" y="9137"/>
                </a:cubicBezTo>
                <a:cubicBezTo>
                  <a:pt x="6270" y="9137"/>
                  <a:pt x="5892" y="8759"/>
                  <a:pt x="5892" y="8318"/>
                </a:cubicBezTo>
                <a:lnTo>
                  <a:pt x="5892" y="5073"/>
                </a:lnTo>
                <a:cubicBezTo>
                  <a:pt x="6364" y="5231"/>
                  <a:pt x="6742" y="5703"/>
                  <a:pt x="6742" y="6270"/>
                </a:cubicBezTo>
                <a:cubicBezTo>
                  <a:pt x="6742" y="6491"/>
                  <a:pt x="6931" y="6680"/>
                  <a:pt x="7120" y="6680"/>
                </a:cubicBezTo>
                <a:cubicBezTo>
                  <a:pt x="7341" y="6680"/>
                  <a:pt x="7530" y="6491"/>
                  <a:pt x="7530" y="6270"/>
                </a:cubicBezTo>
                <a:cubicBezTo>
                  <a:pt x="7530" y="5262"/>
                  <a:pt x="6805" y="4412"/>
                  <a:pt x="5860" y="4254"/>
                </a:cubicBezTo>
                <a:lnTo>
                  <a:pt x="5860" y="1734"/>
                </a:lnTo>
                <a:cubicBezTo>
                  <a:pt x="5860" y="1261"/>
                  <a:pt x="6207" y="915"/>
                  <a:pt x="6711" y="915"/>
                </a:cubicBezTo>
                <a:close/>
                <a:moveTo>
                  <a:pt x="5514" y="9358"/>
                </a:moveTo>
                <a:cubicBezTo>
                  <a:pt x="5829" y="9736"/>
                  <a:pt x="6270" y="9925"/>
                  <a:pt x="6774" y="9925"/>
                </a:cubicBezTo>
                <a:lnTo>
                  <a:pt x="6774" y="10209"/>
                </a:lnTo>
                <a:lnTo>
                  <a:pt x="4285" y="10209"/>
                </a:lnTo>
                <a:lnTo>
                  <a:pt x="4285" y="9925"/>
                </a:lnTo>
                <a:cubicBezTo>
                  <a:pt x="4789" y="9925"/>
                  <a:pt x="5230" y="9673"/>
                  <a:pt x="5514" y="9358"/>
                </a:cubicBezTo>
                <a:close/>
                <a:moveTo>
                  <a:pt x="6648" y="11028"/>
                </a:moveTo>
                <a:cubicBezTo>
                  <a:pt x="6522" y="11500"/>
                  <a:pt x="6049" y="11847"/>
                  <a:pt x="5514" y="11847"/>
                </a:cubicBezTo>
                <a:cubicBezTo>
                  <a:pt x="4978" y="11847"/>
                  <a:pt x="4537" y="11500"/>
                  <a:pt x="4316" y="11028"/>
                </a:cubicBezTo>
                <a:close/>
                <a:moveTo>
                  <a:pt x="4285" y="1"/>
                </a:moveTo>
                <a:cubicBezTo>
                  <a:pt x="3686" y="1"/>
                  <a:pt x="3151" y="316"/>
                  <a:pt x="2867" y="820"/>
                </a:cubicBezTo>
                <a:cubicBezTo>
                  <a:pt x="2796" y="811"/>
                  <a:pt x="2724" y="806"/>
                  <a:pt x="2654" y="806"/>
                </a:cubicBezTo>
                <a:cubicBezTo>
                  <a:pt x="1762" y="806"/>
                  <a:pt x="977" y="1526"/>
                  <a:pt x="977" y="2490"/>
                </a:cubicBezTo>
                <a:lnTo>
                  <a:pt x="977" y="2679"/>
                </a:lnTo>
                <a:cubicBezTo>
                  <a:pt x="851" y="2742"/>
                  <a:pt x="756" y="2836"/>
                  <a:pt x="630" y="2962"/>
                </a:cubicBezTo>
                <a:cubicBezTo>
                  <a:pt x="63" y="3498"/>
                  <a:pt x="0" y="4286"/>
                  <a:pt x="347" y="4947"/>
                </a:cubicBezTo>
                <a:cubicBezTo>
                  <a:pt x="189" y="5199"/>
                  <a:pt x="126" y="5514"/>
                  <a:pt x="126" y="5766"/>
                </a:cubicBezTo>
                <a:cubicBezTo>
                  <a:pt x="126" y="6365"/>
                  <a:pt x="441" y="6932"/>
                  <a:pt x="945" y="7184"/>
                </a:cubicBezTo>
                <a:cubicBezTo>
                  <a:pt x="819" y="8192"/>
                  <a:pt x="1576" y="9043"/>
                  <a:pt x="2584" y="9043"/>
                </a:cubicBezTo>
                <a:lnTo>
                  <a:pt x="2836" y="9043"/>
                </a:lnTo>
                <a:cubicBezTo>
                  <a:pt x="2993" y="9326"/>
                  <a:pt x="3182" y="9515"/>
                  <a:pt x="3434" y="9673"/>
                </a:cubicBezTo>
                <a:lnTo>
                  <a:pt x="3434" y="10587"/>
                </a:lnTo>
                <a:cubicBezTo>
                  <a:pt x="3434" y="11721"/>
                  <a:pt x="4379" y="12666"/>
                  <a:pt x="5514" y="12666"/>
                </a:cubicBezTo>
                <a:cubicBezTo>
                  <a:pt x="6648" y="12666"/>
                  <a:pt x="7593" y="11721"/>
                  <a:pt x="7593" y="10587"/>
                </a:cubicBezTo>
                <a:lnTo>
                  <a:pt x="7593" y="9673"/>
                </a:lnTo>
                <a:cubicBezTo>
                  <a:pt x="7845" y="9515"/>
                  <a:pt x="8066" y="9326"/>
                  <a:pt x="8192" y="9043"/>
                </a:cubicBezTo>
                <a:lnTo>
                  <a:pt x="8444" y="9043"/>
                </a:lnTo>
                <a:cubicBezTo>
                  <a:pt x="9420" y="9043"/>
                  <a:pt x="10208" y="8129"/>
                  <a:pt x="10082" y="7153"/>
                </a:cubicBezTo>
                <a:cubicBezTo>
                  <a:pt x="10586" y="6869"/>
                  <a:pt x="10901" y="6333"/>
                  <a:pt x="10901" y="5735"/>
                </a:cubicBezTo>
                <a:cubicBezTo>
                  <a:pt x="10901" y="5451"/>
                  <a:pt x="10838" y="5136"/>
                  <a:pt x="10680" y="4916"/>
                </a:cubicBezTo>
                <a:cubicBezTo>
                  <a:pt x="11059" y="4317"/>
                  <a:pt x="10933" y="3498"/>
                  <a:pt x="10428" y="2962"/>
                </a:cubicBezTo>
                <a:cubicBezTo>
                  <a:pt x="10302" y="2836"/>
                  <a:pt x="10208" y="2742"/>
                  <a:pt x="10082" y="2679"/>
                </a:cubicBezTo>
                <a:lnTo>
                  <a:pt x="10082" y="2490"/>
                </a:lnTo>
                <a:cubicBezTo>
                  <a:pt x="10082" y="1576"/>
                  <a:pt x="9326" y="820"/>
                  <a:pt x="8444" y="820"/>
                </a:cubicBezTo>
                <a:lnTo>
                  <a:pt x="8192" y="820"/>
                </a:lnTo>
                <a:cubicBezTo>
                  <a:pt x="7908" y="316"/>
                  <a:pt x="7372" y="1"/>
                  <a:pt x="6774" y="1"/>
                </a:cubicBezTo>
                <a:cubicBezTo>
                  <a:pt x="6270" y="1"/>
                  <a:pt x="5829" y="222"/>
                  <a:pt x="5514" y="537"/>
                </a:cubicBezTo>
                <a:cubicBezTo>
                  <a:pt x="5199" y="190"/>
                  <a:pt x="4758" y="1"/>
                  <a:pt x="42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47" name="Google Shape;15647;p83"/>
          <p:cNvGrpSpPr/>
          <p:nvPr/>
        </p:nvGrpSpPr>
        <p:grpSpPr>
          <a:xfrm>
            <a:off x="4682698" y="2106618"/>
            <a:ext cx="487125" cy="386337"/>
            <a:chOff x="-62882850" y="1999375"/>
            <a:chExt cx="315850" cy="250500"/>
          </a:xfrm>
        </p:grpSpPr>
        <p:sp>
          <p:nvSpPr>
            <p:cNvPr id="15648" name="Google Shape;15648;p83"/>
            <p:cNvSpPr/>
            <p:nvPr/>
          </p:nvSpPr>
          <p:spPr>
            <a:xfrm>
              <a:off x="-62882850" y="1999375"/>
              <a:ext cx="315850" cy="250500"/>
            </a:xfrm>
            <a:custGeom>
              <a:avLst/>
              <a:gdLst/>
              <a:ahLst/>
              <a:cxnLst/>
              <a:rect l="l" t="t" r="r" b="b"/>
              <a:pathLst>
                <a:path w="12634" h="10020" extrusionOk="0">
                  <a:moveTo>
                    <a:pt x="10586" y="851"/>
                  </a:moveTo>
                  <a:cubicBezTo>
                    <a:pt x="10838" y="851"/>
                    <a:pt x="11027" y="1040"/>
                    <a:pt x="11027" y="1261"/>
                  </a:cubicBezTo>
                  <a:lnTo>
                    <a:pt x="11027" y="7499"/>
                  </a:lnTo>
                  <a:lnTo>
                    <a:pt x="1638" y="7499"/>
                  </a:lnTo>
                  <a:lnTo>
                    <a:pt x="1638" y="1261"/>
                  </a:lnTo>
                  <a:lnTo>
                    <a:pt x="1607" y="1261"/>
                  </a:lnTo>
                  <a:cubicBezTo>
                    <a:pt x="1607" y="1040"/>
                    <a:pt x="1796" y="851"/>
                    <a:pt x="2048" y="851"/>
                  </a:cubicBezTo>
                  <a:close/>
                  <a:moveTo>
                    <a:pt x="11814" y="8318"/>
                  </a:moveTo>
                  <a:lnTo>
                    <a:pt x="11814" y="8727"/>
                  </a:lnTo>
                  <a:cubicBezTo>
                    <a:pt x="11814" y="8948"/>
                    <a:pt x="11594" y="9137"/>
                    <a:pt x="11405" y="9137"/>
                  </a:cubicBezTo>
                  <a:lnTo>
                    <a:pt x="1197" y="9137"/>
                  </a:lnTo>
                  <a:cubicBezTo>
                    <a:pt x="977" y="9137"/>
                    <a:pt x="788" y="8948"/>
                    <a:pt x="788" y="8727"/>
                  </a:cubicBezTo>
                  <a:lnTo>
                    <a:pt x="788" y="8318"/>
                  </a:lnTo>
                  <a:close/>
                  <a:moveTo>
                    <a:pt x="2048" y="1"/>
                  </a:moveTo>
                  <a:cubicBezTo>
                    <a:pt x="1355" y="1"/>
                    <a:pt x="788" y="568"/>
                    <a:pt x="788" y="1261"/>
                  </a:cubicBezTo>
                  <a:lnTo>
                    <a:pt x="788" y="7499"/>
                  </a:lnTo>
                  <a:lnTo>
                    <a:pt x="378" y="7499"/>
                  </a:lnTo>
                  <a:cubicBezTo>
                    <a:pt x="158" y="7499"/>
                    <a:pt x="0" y="7688"/>
                    <a:pt x="0" y="7940"/>
                  </a:cubicBezTo>
                  <a:lnTo>
                    <a:pt x="0" y="8759"/>
                  </a:lnTo>
                  <a:cubicBezTo>
                    <a:pt x="0" y="9420"/>
                    <a:pt x="536" y="10019"/>
                    <a:pt x="1197" y="10019"/>
                  </a:cubicBezTo>
                  <a:lnTo>
                    <a:pt x="11405" y="10019"/>
                  </a:lnTo>
                  <a:cubicBezTo>
                    <a:pt x="12066" y="10019"/>
                    <a:pt x="12634" y="9452"/>
                    <a:pt x="12634" y="8759"/>
                  </a:cubicBezTo>
                  <a:lnTo>
                    <a:pt x="12634" y="7940"/>
                  </a:lnTo>
                  <a:cubicBezTo>
                    <a:pt x="12634" y="7656"/>
                    <a:pt x="12444" y="7499"/>
                    <a:pt x="12224" y="7499"/>
                  </a:cubicBezTo>
                  <a:lnTo>
                    <a:pt x="11814" y="7499"/>
                  </a:lnTo>
                  <a:lnTo>
                    <a:pt x="11814" y="1261"/>
                  </a:lnTo>
                  <a:cubicBezTo>
                    <a:pt x="11814" y="599"/>
                    <a:pt x="11247" y="1"/>
                    <a:pt x="105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49" name="Google Shape;15649;p83"/>
            <p:cNvSpPr/>
            <p:nvPr/>
          </p:nvSpPr>
          <p:spPr>
            <a:xfrm>
              <a:off x="-62806475" y="2062375"/>
              <a:ext cx="146525" cy="103800"/>
            </a:xfrm>
            <a:custGeom>
              <a:avLst/>
              <a:gdLst/>
              <a:ahLst/>
              <a:cxnLst/>
              <a:rect l="l" t="t" r="r" b="b"/>
              <a:pathLst>
                <a:path w="5861" h="4152" extrusionOk="0">
                  <a:moveTo>
                    <a:pt x="3782" y="1"/>
                  </a:moveTo>
                  <a:cubicBezTo>
                    <a:pt x="3561" y="1"/>
                    <a:pt x="3341" y="221"/>
                    <a:pt x="3341" y="410"/>
                  </a:cubicBezTo>
                  <a:cubicBezTo>
                    <a:pt x="3341" y="631"/>
                    <a:pt x="3561" y="852"/>
                    <a:pt x="3782" y="852"/>
                  </a:cubicBezTo>
                  <a:lnTo>
                    <a:pt x="4443" y="852"/>
                  </a:lnTo>
                  <a:lnTo>
                    <a:pt x="2962" y="2332"/>
                  </a:lnTo>
                  <a:lnTo>
                    <a:pt x="2395" y="1765"/>
                  </a:lnTo>
                  <a:cubicBezTo>
                    <a:pt x="2332" y="1686"/>
                    <a:pt x="2230" y="1647"/>
                    <a:pt x="2124" y="1647"/>
                  </a:cubicBezTo>
                  <a:cubicBezTo>
                    <a:pt x="2017" y="1647"/>
                    <a:pt x="1907" y="1686"/>
                    <a:pt x="1828" y="1765"/>
                  </a:cubicBezTo>
                  <a:lnTo>
                    <a:pt x="159" y="3435"/>
                  </a:lnTo>
                  <a:cubicBezTo>
                    <a:pt x="1" y="3592"/>
                    <a:pt x="1" y="3876"/>
                    <a:pt x="159" y="4034"/>
                  </a:cubicBezTo>
                  <a:cubicBezTo>
                    <a:pt x="237" y="4112"/>
                    <a:pt x="348" y="4152"/>
                    <a:pt x="458" y="4152"/>
                  </a:cubicBezTo>
                  <a:cubicBezTo>
                    <a:pt x="568" y="4152"/>
                    <a:pt x="678" y="4112"/>
                    <a:pt x="757" y="4034"/>
                  </a:cubicBezTo>
                  <a:lnTo>
                    <a:pt x="2143" y="2647"/>
                  </a:lnTo>
                  <a:lnTo>
                    <a:pt x="2679" y="3183"/>
                  </a:lnTo>
                  <a:cubicBezTo>
                    <a:pt x="2758" y="3262"/>
                    <a:pt x="2868" y="3301"/>
                    <a:pt x="2978" y="3301"/>
                  </a:cubicBezTo>
                  <a:cubicBezTo>
                    <a:pt x="3088" y="3301"/>
                    <a:pt x="3199" y="3262"/>
                    <a:pt x="3278" y="3183"/>
                  </a:cubicBezTo>
                  <a:lnTo>
                    <a:pt x="5042" y="1419"/>
                  </a:lnTo>
                  <a:lnTo>
                    <a:pt x="5042" y="2080"/>
                  </a:lnTo>
                  <a:cubicBezTo>
                    <a:pt x="5042" y="2332"/>
                    <a:pt x="5231" y="2521"/>
                    <a:pt x="5451" y="2521"/>
                  </a:cubicBezTo>
                  <a:cubicBezTo>
                    <a:pt x="5640" y="2521"/>
                    <a:pt x="5861" y="2332"/>
                    <a:pt x="5861" y="2080"/>
                  </a:cubicBezTo>
                  <a:lnTo>
                    <a:pt x="5861" y="442"/>
                  </a:lnTo>
                  <a:cubicBezTo>
                    <a:pt x="5861" y="158"/>
                    <a:pt x="5672" y="1"/>
                    <a:pt x="54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50" name="Google Shape;15650;p83"/>
          <p:cNvGrpSpPr/>
          <p:nvPr/>
        </p:nvGrpSpPr>
        <p:grpSpPr>
          <a:xfrm>
            <a:off x="4671150" y="2695393"/>
            <a:ext cx="510220" cy="489592"/>
            <a:chOff x="-62890750" y="2296300"/>
            <a:chExt cx="330825" cy="317450"/>
          </a:xfrm>
        </p:grpSpPr>
        <p:sp>
          <p:nvSpPr>
            <p:cNvPr id="15651" name="Google Shape;15651;p83"/>
            <p:cNvSpPr/>
            <p:nvPr/>
          </p:nvSpPr>
          <p:spPr>
            <a:xfrm>
              <a:off x="-62890750" y="2296300"/>
              <a:ext cx="313500" cy="195375"/>
            </a:xfrm>
            <a:custGeom>
              <a:avLst/>
              <a:gdLst/>
              <a:ahLst/>
              <a:cxnLst/>
              <a:rect l="l" t="t" r="r" b="b"/>
              <a:pathLst>
                <a:path w="12540" h="7815" extrusionOk="0">
                  <a:moveTo>
                    <a:pt x="11437" y="2080"/>
                  </a:moveTo>
                  <a:lnTo>
                    <a:pt x="11658" y="2931"/>
                  </a:lnTo>
                  <a:lnTo>
                    <a:pt x="10776" y="2742"/>
                  </a:lnTo>
                  <a:lnTo>
                    <a:pt x="11437" y="2080"/>
                  </a:lnTo>
                  <a:close/>
                  <a:moveTo>
                    <a:pt x="6617" y="1"/>
                  </a:moveTo>
                  <a:cubicBezTo>
                    <a:pt x="4916" y="1"/>
                    <a:pt x="3340" y="662"/>
                    <a:pt x="2112" y="1828"/>
                  </a:cubicBezTo>
                  <a:cubicBezTo>
                    <a:pt x="663" y="3277"/>
                    <a:pt x="1" y="5420"/>
                    <a:pt x="379" y="7467"/>
                  </a:cubicBezTo>
                  <a:cubicBezTo>
                    <a:pt x="442" y="7656"/>
                    <a:pt x="568" y="7814"/>
                    <a:pt x="789" y="7814"/>
                  </a:cubicBezTo>
                  <a:lnTo>
                    <a:pt x="852" y="7814"/>
                  </a:lnTo>
                  <a:cubicBezTo>
                    <a:pt x="1104" y="7783"/>
                    <a:pt x="1198" y="7562"/>
                    <a:pt x="1167" y="7341"/>
                  </a:cubicBezTo>
                  <a:cubicBezTo>
                    <a:pt x="852" y="5577"/>
                    <a:pt x="1419" y="3718"/>
                    <a:pt x="2710" y="2458"/>
                  </a:cubicBezTo>
                  <a:cubicBezTo>
                    <a:pt x="3719" y="1450"/>
                    <a:pt x="5136" y="851"/>
                    <a:pt x="6617" y="851"/>
                  </a:cubicBezTo>
                  <a:cubicBezTo>
                    <a:pt x="7940" y="851"/>
                    <a:pt x="9200" y="1324"/>
                    <a:pt x="10177" y="2206"/>
                  </a:cubicBezTo>
                  <a:lnTo>
                    <a:pt x="9610" y="2773"/>
                  </a:lnTo>
                  <a:cubicBezTo>
                    <a:pt x="9484" y="2899"/>
                    <a:pt x="9452" y="3057"/>
                    <a:pt x="9484" y="3183"/>
                  </a:cubicBezTo>
                  <a:cubicBezTo>
                    <a:pt x="9515" y="3340"/>
                    <a:pt x="9641" y="3403"/>
                    <a:pt x="9799" y="3466"/>
                  </a:cubicBezTo>
                  <a:lnTo>
                    <a:pt x="12036" y="3939"/>
                  </a:lnTo>
                  <a:lnTo>
                    <a:pt x="12130" y="3939"/>
                  </a:lnTo>
                  <a:cubicBezTo>
                    <a:pt x="12225" y="3939"/>
                    <a:pt x="12319" y="3876"/>
                    <a:pt x="12382" y="3813"/>
                  </a:cubicBezTo>
                  <a:cubicBezTo>
                    <a:pt x="12508" y="3687"/>
                    <a:pt x="12540" y="3561"/>
                    <a:pt x="12508" y="3403"/>
                  </a:cubicBezTo>
                  <a:lnTo>
                    <a:pt x="12036" y="1167"/>
                  </a:lnTo>
                  <a:cubicBezTo>
                    <a:pt x="12004" y="1009"/>
                    <a:pt x="11878" y="883"/>
                    <a:pt x="11752" y="851"/>
                  </a:cubicBezTo>
                  <a:cubicBezTo>
                    <a:pt x="11715" y="844"/>
                    <a:pt x="11678" y="840"/>
                    <a:pt x="11642" y="840"/>
                  </a:cubicBezTo>
                  <a:cubicBezTo>
                    <a:pt x="11526" y="840"/>
                    <a:pt x="11422" y="881"/>
                    <a:pt x="11374" y="977"/>
                  </a:cubicBezTo>
                  <a:lnTo>
                    <a:pt x="10776" y="1576"/>
                  </a:lnTo>
                  <a:cubicBezTo>
                    <a:pt x="9641" y="536"/>
                    <a:pt x="8129" y="1"/>
                    <a:pt x="66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52" name="Google Shape;15652;p83"/>
            <p:cNvSpPr/>
            <p:nvPr/>
          </p:nvSpPr>
          <p:spPr>
            <a:xfrm>
              <a:off x="-62874975" y="2417475"/>
              <a:ext cx="315050" cy="196275"/>
            </a:xfrm>
            <a:custGeom>
              <a:avLst/>
              <a:gdLst/>
              <a:ahLst/>
              <a:cxnLst/>
              <a:rect l="l" t="t" r="r" b="b"/>
              <a:pathLst>
                <a:path w="12602" h="7851" extrusionOk="0">
                  <a:moveTo>
                    <a:pt x="977" y="4857"/>
                  </a:moveTo>
                  <a:lnTo>
                    <a:pt x="1827" y="5078"/>
                  </a:lnTo>
                  <a:lnTo>
                    <a:pt x="1166" y="5739"/>
                  </a:lnTo>
                  <a:lnTo>
                    <a:pt x="977" y="4857"/>
                  </a:lnTo>
                  <a:close/>
                  <a:moveTo>
                    <a:pt x="11779" y="1"/>
                  </a:moveTo>
                  <a:cubicBezTo>
                    <a:pt x="11759" y="1"/>
                    <a:pt x="11739" y="2"/>
                    <a:pt x="11720" y="6"/>
                  </a:cubicBezTo>
                  <a:cubicBezTo>
                    <a:pt x="11499" y="69"/>
                    <a:pt x="11373" y="289"/>
                    <a:pt x="11405" y="478"/>
                  </a:cubicBezTo>
                  <a:cubicBezTo>
                    <a:pt x="11720" y="2274"/>
                    <a:pt x="11184" y="4101"/>
                    <a:pt x="9861" y="5361"/>
                  </a:cubicBezTo>
                  <a:cubicBezTo>
                    <a:pt x="8853" y="6401"/>
                    <a:pt x="7435" y="7000"/>
                    <a:pt x="5986" y="7000"/>
                  </a:cubicBezTo>
                  <a:cubicBezTo>
                    <a:pt x="4631" y="7000"/>
                    <a:pt x="3371" y="6527"/>
                    <a:pt x="2394" y="5645"/>
                  </a:cubicBezTo>
                  <a:lnTo>
                    <a:pt x="2993" y="5046"/>
                  </a:lnTo>
                  <a:cubicBezTo>
                    <a:pt x="3088" y="4952"/>
                    <a:pt x="3151" y="4794"/>
                    <a:pt x="3088" y="4668"/>
                  </a:cubicBezTo>
                  <a:cubicBezTo>
                    <a:pt x="3056" y="4511"/>
                    <a:pt x="2962" y="4416"/>
                    <a:pt x="2772" y="4385"/>
                  </a:cubicBezTo>
                  <a:lnTo>
                    <a:pt x="536" y="3912"/>
                  </a:lnTo>
                  <a:cubicBezTo>
                    <a:pt x="506" y="3905"/>
                    <a:pt x="476" y="3901"/>
                    <a:pt x="446" y="3901"/>
                  </a:cubicBezTo>
                  <a:cubicBezTo>
                    <a:pt x="350" y="3901"/>
                    <a:pt x="254" y="3942"/>
                    <a:pt x="158" y="4038"/>
                  </a:cubicBezTo>
                  <a:cubicBezTo>
                    <a:pt x="32" y="4164"/>
                    <a:pt x="0" y="4290"/>
                    <a:pt x="32" y="4448"/>
                  </a:cubicBezTo>
                  <a:lnTo>
                    <a:pt x="504" y="6685"/>
                  </a:lnTo>
                  <a:cubicBezTo>
                    <a:pt x="536" y="6842"/>
                    <a:pt x="662" y="6937"/>
                    <a:pt x="788" y="7000"/>
                  </a:cubicBezTo>
                  <a:lnTo>
                    <a:pt x="882" y="7000"/>
                  </a:lnTo>
                  <a:cubicBezTo>
                    <a:pt x="1008" y="7000"/>
                    <a:pt x="1103" y="6968"/>
                    <a:pt x="1166" y="6874"/>
                  </a:cubicBezTo>
                  <a:lnTo>
                    <a:pt x="1764" y="6275"/>
                  </a:lnTo>
                  <a:cubicBezTo>
                    <a:pt x="2899" y="7315"/>
                    <a:pt x="4411" y="7850"/>
                    <a:pt x="5923" y="7850"/>
                  </a:cubicBezTo>
                  <a:cubicBezTo>
                    <a:pt x="7624" y="7850"/>
                    <a:pt x="9200" y="7189"/>
                    <a:pt x="10428" y="6023"/>
                  </a:cubicBezTo>
                  <a:cubicBezTo>
                    <a:pt x="11909" y="4511"/>
                    <a:pt x="12602" y="2400"/>
                    <a:pt x="12192" y="321"/>
                  </a:cubicBezTo>
                  <a:cubicBezTo>
                    <a:pt x="12164" y="123"/>
                    <a:pt x="11958" y="1"/>
                    <a:pt x="117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53" name="Google Shape;15653;p83"/>
            <p:cNvSpPr/>
            <p:nvPr/>
          </p:nvSpPr>
          <p:spPr>
            <a:xfrm>
              <a:off x="-62822225" y="2357750"/>
              <a:ext cx="193000" cy="192975"/>
            </a:xfrm>
            <a:custGeom>
              <a:avLst/>
              <a:gdLst/>
              <a:ahLst/>
              <a:cxnLst/>
              <a:rect l="l" t="t" r="r" b="b"/>
              <a:pathLst>
                <a:path w="7720" h="7719" extrusionOk="0">
                  <a:moveTo>
                    <a:pt x="2238" y="1323"/>
                  </a:moveTo>
                  <a:lnTo>
                    <a:pt x="2238" y="1323"/>
                  </a:lnTo>
                  <a:cubicBezTo>
                    <a:pt x="2143" y="1544"/>
                    <a:pt x="2049" y="1827"/>
                    <a:pt x="1986" y="2111"/>
                  </a:cubicBezTo>
                  <a:lnTo>
                    <a:pt x="1419" y="2111"/>
                  </a:lnTo>
                  <a:cubicBezTo>
                    <a:pt x="1671" y="1796"/>
                    <a:pt x="1923" y="1512"/>
                    <a:pt x="2238" y="1323"/>
                  </a:cubicBezTo>
                  <a:close/>
                  <a:moveTo>
                    <a:pt x="3466" y="1040"/>
                  </a:moveTo>
                  <a:lnTo>
                    <a:pt x="3466" y="2111"/>
                  </a:lnTo>
                  <a:lnTo>
                    <a:pt x="2836" y="2111"/>
                  </a:lnTo>
                  <a:cubicBezTo>
                    <a:pt x="2994" y="1575"/>
                    <a:pt x="3246" y="1229"/>
                    <a:pt x="3466" y="1040"/>
                  </a:cubicBezTo>
                  <a:close/>
                  <a:moveTo>
                    <a:pt x="4254" y="1040"/>
                  </a:moveTo>
                  <a:cubicBezTo>
                    <a:pt x="4538" y="1229"/>
                    <a:pt x="4727" y="1575"/>
                    <a:pt x="4884" y="2111"/>
                  </a:cubicBezTo>
                  <a:lnTo>
                    <a:pt x="4254" y="2111"/>
                  </a:lnTo>
                  <a:lnTo>
                    <a:pt x="4254" y="1040"/>
                  </a:lnTo>
                  <a:close/>
                  <a:moveTo>
                    <a:pt x="5483" y="1323"/>
                  </a:moveTo>
                  <a:lnTo>
                    <a:pt x="5483" y="1323"/>
                  </a:lnTo>
                  <a:cubicBezTo>
                    <a:pt x="5798" y="1512"/>
                    <a:pt x="6081" y="1796"/>
                    <a:pt x="6302" y="2111"/>
                  </a:cubicBezTo>
                  <a:lnTo>
                    <a:pt x="5766" y="2111"/>
                  </a:lnTo>
                  <a:cubicBezTo>
                    <a:pt x="5672" y="1827"/>
                    <a:pt x="5609" y="1544"/>
                    <a:pt x="5483" y="1323"/>
                  </a:cubicBezTo>
                  <a:close/>
                  <a:moveTo>
                    <a:pt x="1765" y="2930"/>
                  </a:moveTo>
                  <a:cubicBezTo>
                    <a:pt x="1734" y="3245"/>
                    <a:pt x="1702" y="3560"/>
                    <a:pt x="1702" y="3875"/>
                  </a:cubicBezTo>
                  <a:cubicBezTo>
                    <a:pt x="1702" y="4190"/>
                    <a:pt x="1734" y="4537"/>
                    <a:pt x="1765" y="4820"/>
                  </a:cubicBezTo>
                  <a:lnTo>
                    <a:pt x="978" y="4820"/>
                  </a:lnTo>
                  <a:cubicBezTo>
                    <a:pt x="883" y="4537"/>
                    <a:pt x="820" y="4222"/>
                    <a:pt x="820" y="3875"/>
                  </a:cubicBezTo>
                  <a:cubicBezTo>
                    <a:pt x="820" y="3497"/>
                    <a:pt x="883" y="3214"/>
                    <a:pt x="978" y="2930"/>
                  </a:cubicBezTo>
                  <a:close/>
                  <a:moveTo>
                    <a:pt x="5136" y="2930"/>
                  </a:moveTo>
                  <a:cubicBezTo>
                    <a:pt x="5168" y="3245"/>
                    <a:pt x="5199" y="3560"/>
                    <a:pt x="5199" y="3875"/>
                  </a:cubicBezTo>
                  <a:cubicBezTo>
                    <a:pt x="5199" y="4222"/>
                    <a:pt x="5168" y="4537"/>
                    <a:pt x="5136" y="4820"/>
                  </a:cubicBezTo>
                  <a:lnTo>
                    <a:pt x="4286" y="4820"/>
                  </a:lnTo>
                  <a:lnTo>
                    <a:pt x="4286" y="2930"/>
                  </a:lnTo>
                  <a:close/>
                  <a:moveTo>
                    <a:pt x="6743" y="2930"/>
                  </a:moveTo>
                  <a:cubicBezTo>
                    <a:pt x="6869" y="3245"/>
                    <a:pt x="6900" y="3560"/>
                    <a:pt x="6900" y="3875"/>
                  </a:cubicBezTo>
                  <a:cubicBezTo>
                    <a:pt x="6900" y="4222"/>
                    <a:pt x="6869" y="4537"/>
                    <a:pt x="6743" y="4820"/>
                  </a:cubicBezTo>
                  <a:lnTo>
                    <a:pt x="5955" y="4820"/>
                  </a:lnTo>
                  <a:cubicBezTo>
                    <a:pt x="5987" y="4505"/>
                    <a:pt x="6018" y="4190"/>
                    <a:pt x="6018" y="3875"/>
                  </a:cubicBezTo>
                  <a:cubicBezTo>
                    <a:pt x="6018" y="3560"/>
                    <a:pt x="5987" y="3214"/>
                    <a:pt x="5955" y="2930"/>
                  </a:cubicBezTo>
                  <a:close/>
                  <a:moveTo>
                    <a:pt x="3466" y="2930"/>
                  </a:moveTo>
                  <a:lnTo>
                    <a:pt x="3466" y="4852"/>
                  </a:lnTo>
                  <a:lnTo>
                    <a:pt x="2647" y="4852"/>
                  </a:lnTo>
                  <a:cubicBezTo>
                    <a:pt x="2553" y="4537"/>
                    <a:pt x="2553" y="4222"/>
                    <a:pt x="2553" y="3875"/>
                  </a:cubicBezTo>
                  <a:cubicBezTo>
                    <a:pt x="2553" y="3497"/>
                    <a:pt x="2616" y="3214"/>
                    <a:pt x="2647" y="2930"/>
                  </a:cubicBezTo>
                  <a:close/>
                  <a:moveTo>
                    <a:pt x="6302" y="5640"/>
                  </a:moveTo>
                  <a:cubicBezTo>
                    <a:pt x="6081" y="5955"/>
                    <a:pt x="5798" y="6238"/>
                    <a:pt x="5483" y="6427"/>
                  </a:cubicBezTo>
                  <a:cubicBezTo>
                    <a:pt x="5609" y="6207"/>
                    <a:pt x="5672" y="5923"/>
                    <a:pt x="5766" y="5640"/>
                  </a:cubicBezTo>
                  <a:close/>
                  <a:moveTo>
                    <a:pt x="1986" y="5671"/>
                  </a:moveTo>
                  <a:cubicBezTo>
                    <a:pt x="2049" y="5955"/>
                    <a:pt x="2143" y="6238"/>
                    <a:pt x="2238" y="6459"/>
                  </a:cubicBezTo>
                  <a:cubicBezTo>
                    <a:pt x="1923" y="6238"/>
                    <a:pt x="1671" y="5955"/>
                    <a:pt x="1419" y="5671"/>
                  </a:cubicBezTo>
                  <a:close/>
                  <a:moveTo>
                    <a:pt x="4916" y="5640"/>
                  </a:moveTo>
                  <a:cubicBezTo>
                    <a:pt x="4727" y="6144"/>
                    <a:pt x="4538" y="6522"/>
                    <a:pt x="4286" y="6711"/>
                  </a:cubicBezTo>
                  <a:lnTo>
                    <a:pt x="4286" y="5640"/>
                  </a:lnTo>
                  <a:close/>
                  <a:moveTo>
                    <a:pt x="3466" y="5671"/>
                  </a:moveTo>
                  <a:lnTo>
                    <a:pt x="3466" y="6742"/>
                  </a:lnTo>
                  <a:cubicBezTo>
                    <a:pt x="3246" y="6553"/>
                    <a:pt x="2994" y="6144"/>
                    <a:pt x="2836" y="5671"/>
                  </a:cubicBezTo>
                  <a:close/>
                  <a:moveTo>
                    <a:pt x="3876" y="0"/>
                  </a:moveTo>
                  <a:cubicBezTo>
                    <a:pt x="2301" y="0"/>
                    <a:pt x="915" y="945"/>
                    <a:pt x="316" y="2332"/>
                  </a:cubicBezTo>
                  <a:cubicBezTo>
                    <a:pt x="127" y="2804"/>
                    <a:pt x="1" y="3308"/>
                    <a:pt x="1" y="3875"/>
                  </a:cubicBezTo>
                  <a:cubicBezTo>
                    <a:pt x="1" y="4411"/>
                    <a:pt x="127" y="4946"/>
                    <a:pt x="316" y="5419"/>
                  </a:cubicBezTo>
                  <a:cubicBezTo>
                    <a:pt x="915" y="6774"/>
                    <a:pt x="2301" y="7719"/>
                    <a:pt x="3876" y="7719"/>
                  </a:cubicBezTo>
                  <a:cubicBezTo>
                    <a:pt x="5451" y="7719"/>
                    <a:pt x="6806" y="6774"/>
                    <a:pt x="7405" y="5419"/>
                  </a:cubicBezTo>
                  <a:cubicBezTo>
                    <a:pt x="7594" y="4946"/>
                    <a:pt x="7720" y="4411"/>
                    <a:pt x="7720" y="3875"/>
                  </a:cubicBezTo>
                  <a:cubicBezTo>
                    <a:pt x="7720" y="3308"/>
                    <a:pt x="7594" y="2804"/>
                    <a:pt x="7405" y="2332"/>
                  </a:cubicBezTo>
                  <a:cubicBezTo>
                    <a:pt x="6806" y="945"/>
                    <a:pt x="5451" y="0"/>
                    <a:pt x="387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54" name="Google Shape;15654;p83"/>
          <p:cNvGrpSpPr/>
          <p:nvPr/>
        </p:nvGrpSpPr>
        <p:grpSpPr>
          <a:xfrm>
            <a:off x="4682698" y="3316009"/>
            <a:ext cx="487125" cy="489553"/>
            <a:chOff x="-62882850" y="2664925"/>
            <a:chExt cx="315850" cy="317425"/>
          </a:xfrm>
        </p:grpSpPr>
        <p:sp>
          <p:nvSpPr>
            <p:cNvPr id="15655" name="Google Shape;15655;p83"/>
            <p:cNvSpPr/>
            <p:nvPr/>
          </p:nvSpPr>
          <p:spPr>
            <a:xfrm>
              <a:off x="-62882850" y="2664925"/>
              <a:ext cx="315850" cy="317425"/>
            </a:xfrm>
            <a:custGeom>
              <a:avLst/>
              <a:gdLst/>
              <a:ahLst/>
              <a:cxnLst/>
              <a:rect l="l" t="t" r="r" b="b"/>
              <a:pathLst>
                <a:path w="12634" h="12697" extrusionOk="0">
                  <a:moveTo>
                    <a:pt x="11405" y="851"/>
                  </a:moveTo>
                  <a:cubicBezTo>
                    <a:pt x="11657" y="851"/>
                    <a:pt x="11814" y="1040"/>
                    <a:pt x="11814" y="1260"/>
                  </a:cubicBezTo>
                  <a:lnTo>
                    <a:pt x="11814" y="7719"/>
                  </a:lnTo>
                  <a:lnTo>
                    <a:pt x="788" y="7719"/>
                  </a:lnTo>
                  <a:lnTo>
                    <a:pt x="788" y="1260"/>
                  </a:lnTo>
                  <a:cubicBezTo>
                    <a:pt x="788" y="1040"/>
                    <a:pt x="977" y="851"/>
                    <a:pt x="1197" y="851"/>
                  </a:cubicBezTo>
                  <a:close/>
                  <a:moveTo>
                    <a:pt x="11814" y="8506"/>
                  </a:moveTo>
                  <a:lnTo>
                    <a:pt x="11814" y="8947"/>
                  </a:lnTo>
                  <a:cubicBezTo>
                    <a:pt x="11814" y="9199"/>
                    <a:pt x="11594" y="9389"/>
                    <a:pt x="11405" y="9389"/>
                  </a:cubicBezTo>
                  <a:lnTo>
                    <a:pt x="1197" y="9389"/>
                  </a:lnTo>
                  <a:cubicBezTo>
                    <a:pt x="977" y="9389"/>
                    <a:pt x="788" y="9199"/>
                    <a:pt x="788" y="8947"/>
                  </a:cubicBezTo>
                  <a:lnTo>
                    <a:pt x="788" y="8506"/>
                  </a:lnTo>
                  <a:close/>
                  <a:moveTo>
                    <a:pt x="7782" y="10208"/>
                  </a:moveTo>
                  <a:lnTo>
                    <a:pt x="8349" y="11877"/>
                  </a:lnTo>
                  <a:lnTo>
                    <a:pt x="4253" y="11877"/>
                  </a:lnTo>
                  <a:lnTo>
                    <a:pt x="4789" y="10208"/>
                  </a:lnTo>
                  <a:close/>
                  <a:moveTo>
                    <a:pt x="1197" y="0"/>
                  </a:moveTo>
                  <a:cubicBezTo>
                    <a:pt x="536" y="0"/>
                    <a:pt x="0" y="567"/>
                    <a:pt x="0" y="1229"/>
                  </a:cubicBezTo>
                  <a:lnTo>
                    <a:pt x="0" y="8947"/>
                  </a:lnTo>
                  <a:cubicBezTo>
                    <a:pt x="0" y="9609"/>
                    <a:pt x="536" y="10176"/>
                    <a:pt x="1197" y="10176"/>
                  </a:cubicBezTo>
                  <a:lnTo>
                    <a:pt x="3938" y="10176"/>
                  </a:lnTo>
                  <a:lnTo>
                    <a:pt x="3371" y="11814"/>
                  </a:lnTo>
                  <a:lnTo>
                    <a:pt x="2867" y="11814"/>
                  </a:lnTo>
                  <a:cubicBezTo>
                    <a:pt x="2615" y="11814"/>
                    <a:pt x="2457" y="12003"/>
                    <a:pt x="2457" y="12255"/>
                  </a:cubicBezTo>
                  <a:cubicBezTo>
                    <a:pt x="2457" y="12476"/>
                    <a:pt x="2678" y="12697"/>
                    <a:pt x="2867" y="12697"/>
                  </a:cubicBezTo>
                  <a:lnTo>
                    <a:pt x="9767" y="12697"/>
                  </a:lnTo>
                  <a:cubicBezTo>
                    <a:pt x="9987" y="12697"/>
                    <a:pt x="10176" y="12476"/>
                    <a:pt x="10176" y="12255"/>
                  </a:cubicBezTo>
                  <a:cubicBezTo>
                    <a:pt x="10176" y="12003"/>
                    <a:pt x="9987" y="11814"/>
                    <a:pt x="9767" y="11814"/>
                  </a:cubicBezTo>
                  <a:lnTo>
                    <a:pt x="9231" y="11814"/>
                  </a:lnTo>
                  <a:lnTo>
                    <a:pt x="8695" y="10176"/>
                  </a:lnTo>
                  <a:lnTo>
                    <a:pt x="11405" y="10176"/>
                  </a:lnTo>
                  <a:cubicBezTo>
                    <a:pt x="12066" y="10176"/>
                    <a:pt x="12634" y="9609"/>
                    <a:pt x="12634" y="8947"/>
                  </a:cubicBezTo>
                  <a:lnTo>
                    <a:pt x="12634" y="1229"/>
                  </a:lnTo>
                  <a:cubicBezTo>
                    <a:pt x="12634" y="567"/>
                    <a:pt x="12066" y="0"/>
                    <a:pt x="1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56" name="Google Shape;15656;p83"/>
            <p:cNvSpPr/>
            <p:nvPr/>
          </p:nvSpPr>
          <p:spPr>
            <a:xfrm>
              <a:off x="-62756050" y="2702725"/>
              <a:ext cx="62225" cy="146525"/>
            </a:xfrm>
            <a:custGeom>
              <a:avLst/>
              <a:gdLst/>
              <a:ahLst/>
              <a:cxnLst/>
              <a:rect l="l" t="t" r="r" b="b"/>
              <a:pathLst>
                <a:path w="2489" h="5861" extrusionOk="0">
                  <a:moveTo>
                    <a:pt x="1229" y="0"/>
                  </a:moveTo>
                  <a:cubicBezTo>
                    <a:pt x="977" y="0"/>
                    <a:pt x="819" y="189"/>
                    <a:pt x="819" y="441"/>
                  </a:cubicBezTo>
                  <a:lnTo>
                    <a:pt x="819" y="693"/>
                  </a:lnTo>
                  <a:cubicBezTo>
                    <a:pt x="347" y="851"/>
                    <a:pt x="0" y="1324"/>
                    <a:pt x="0" y="1891"/>
                  </a:cubicBezTo>
                  <a:cubicBezTo>
                    <a:pt x="0" y="2552"/>
                    <a:pt x="536" y="2962"/>
                    <a:pt x="977" y="3277"/>
                  </a:cubicBezTo>
                  <a:cubicBezTo>
                    <a:pt x="1292" y="3497"/>
                    <a:pt x="1639" y="3749"/>
                    <a:pt x="1639" y="3970"/>
                  </a:cubicBezTo>
                  <a:cubicBezTo>
                    <a:pt x="1639" y="4222"/>
                    <a:pt x="1450" y="4411"/>
                    <a:pt x="1229" y="4411"/>
                  </a:cubicBezTo>
                  <a:cubicBezTo>
                    <a:pt x="977" y="4411"/>
                    <a:pt x="819" y="4222"/>
                    <a:pt x="819" y="3970"/>
                  </a:cubicBezTo>
                  <a:cubicBezTo>
                    <a:pt x="819" y="3749"/>
                    <a:pt x="630" y="3529"/>
                    <a:pt x="441" y="3529"/>
                  </a:cubicBezTo>
                  <a:cubicBezTo>
                    <a:pt x="189" y="3529"/>
                    <a:pt x="0" y="3749"/>
                    <a:pt x="0" y="3970"/>
                  </a:cubicBezTo>
                  <a:cubicBezTo>
                    <a:pt x="0" y="4537"/>
                    <a:pt x="347" y="4947"/>
                    <a:pt x="819" y="5167"/>
                  </a:cubicBezTo>
                  <a:lnTo>
                    <a:pt x="819" y="5419"/>
                  </a:lnTo>
                  <a:cubicBezTo>
                    <a:pt x="819" y="5671"/>
                    <a:pt x="1008" y="5860"/>
                    <a:pt x="1229" y="5860"/>
                  </a:cubicBezTo>
                  <a:cubicBezTo>
                    <a:pt x="1450" y="5860"/>
                    <a:pt x="1639" y="5671"/>
                    <a:pt x="1639" y="5419"/>
                  </a:cubicBezTo>
                  <a:lnTo>
                    <a:pt x="1639" y="5167"/>
                  </a:lnTo>
                  <a:cubicBezTo>
                    <a:pt x="2111" y="5010"/>
                    <a:pt x="2489" y="4537"/>
                    <a:pt x="2489" y="3970"/>
                  </a:cubicBezTo>
                  <a:cubicBezTo>
                    <a:pt x="2489" y="3308"/>
                    <a:pt x="1922" y="2899"/>
                    <a:pt x="1481" y="2584"/>
                  </a:cubicBezTo>
                  <a:cubicBezTo>
                    <a:pt x="1166" y="2363"/>
                    <a:pt x="819" y="2111"/>
                    <a:pt x="819" y="1891"/>
                  </a:cubicBezTo>
                  <a:cubicBezTo>
                    <a:pt x="819" y="1639"/>
                    <a:pt x="977" y="1450"/>
                    <a:pt x="1229" y="1450"/>
                  </a:cubicBezTo>
                  <a:cubicBezTo>
                    <a:pt x="1450" y="1450"/>
                    <a:pt x="1639" y="1639"/>
                    <a:pt x="1639" y="1891"/>
                  </a:cubicBezTo>
                  <a:cubicBezTo>
                    <a:pt x="1639" y="2111"/>
                    <a:pt x="1859" y="2332"/>
                    <a:pt x="2048" y="2332"/>
                  </a:cubicBezTo>
                  <a:cubicBezTo>
                    <a:pt x="2237" y="2332"/>
                    <a:pt x="2489" y="2111"/>
                    <a:pt x="2489" y="1891"/>
                  </a:cubicBezTo>
                  <a:cubicBezTo>
                    <a:pt x="2489" y="1324"/>
                    <a:pt x="2143" y="914"/>
                    <a:pt x="1639" y="693"/>
                  </a:cubicBezTo>
                  <a:lnTo>
                    <a:pt x="1639" y="441"/>
                  </a:lnTo>
                  <a:cubicBezTo>
                    <a:pt x="1639" y="189"/>
                    <a:pt x="1450" y="0"/>
                    <a:pt x="12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57" name="Google Shape;15657;p83"/>
          <p:cNvSpPr/>
          <p:nvPr/>
        </p:nvSpPr>
        <p:spPr>
          <a:xfrm>
            <a:off x="2900950" y="3948403"/>
            <a:ext cx="492021" cy="486084"/>
          </a:xfrm>
          <a:custGeom>
            <a:avLst/>
            <a:gdLst/>
            <a:ahLst/>
            <a:cxnLst/>
            <a:rect l="l" t="t" r="r" b="b"/>
            <a:pathLst>
              <a:path w="12761" h="12607" extrusionOk="0">
                <a:moveTo>
                  <a:pt x="1860" y="2084"/>
                </a:moveTo>
                <a:lnTo>
                  <a:pt x="7373" y="2997"/>
                </a:lnTo>
                <a:lnTo>
                  <a:pt x="5861" y="4509"/>
                </a:lnTo>
                <a:lnTo>
                  <a:pt x="1261" y="2682"/>
                </a:lnTo>
                <a:lnTo>
                  <a:pt x="1860" y="2084"/>
                </a:lnTo>
                <a:close/>
                <a:moveTo>
                  <a:pt x="11229" y="836"/>
                </a:moveTo>
                <a:cubicBezTo>
                  <a:pt x="11412" y="836"/>
                  <a:pt x="11578" y="881"/>
                  <a:pt x="11689" y="981"/>
                </a:cubicBezTo>
                <a:cubicBezTo>
                  <a:pt x="11847" y="1107"/>
                  <a:pt x="11878" y="1359"/>
                  <a:pt x="11847" y="1611"/>
                </a:cubicBezTo>
                <a:cubicBezTo>
                  <a:pt x="11815" y="1894"/>
                  <a:pt x="11658" y="2210"/>
                  <a:pt x="11500" y="2367"/>
                </a:cubicBezTo>
                <a:lnTo>
                  <a:pt x="7405" y="6463"/>
                </a:lnTo>
                <a:lnTo>
                  <a:pt x="5168" y="8700"/>
                </a:lnTo>
                <a:cubicBezTo>
                  <a:pt x="5073" y="8794"/>
                  <a:pt x="5010" y="8952"/>
                  <a:pt x="5042" y="9078"/>
                </a:cubicBezTo>
                <a:lnTo>
                  <a:pt x="5262" y="10306"/>
                </a:lnTo>
                <a:lnTo>
                  <a:pt x="4223" y="11377"/>
                </a:lnTo>
                <a:lnTo>
                  <a:pt x="3782" y="9204"/>
                </a:lnTo>
                <a:cubicBezTo>
                  <a:pt x="3750" y="9046"/>
                  <a:pt x="3624" y="8952"/>
                  <a:pt x="3466" y="8889"/>
                </a:cubicBezTo>
                <a:lnTo>
                  <a:pt x="1293" y="8479"/>
                </a:lnTo>
                <a:lnTo>
                  <a:pt x="2364" y="7408"/>
                </a:lnTo>
                <a:lnTo>
                  <a:pt x="3624" y="7628"/>
                </a:lnTo>
                <a:cubicBezTo>
                  <a:pt x="3659" y="7646"/>
                  <a:pt x="3697" y="7654"/>
                  <a:pt x="3734" y="7654"/>
                </a:cubicBezTo>
                <a:cubicBezTo>
                  <a:pt x="3831" y="7654"/>
                  <a:pt x="3925" y="7602"/>
                  <a:pt x="3971" y="7534"/>
                </a:cubicBezTo>
                <a:lnTo>
                  <a:pt x="6207" y="5266"/>
                </a:lnTo>
                <a:lnTo>
                  <a:pt x="10272" y="1233"/>
                </a:lnTo>
                <a:cubicBezTo>
                  <a:pt x="10496" y="988"/>
                  <a:pt x="10892" y="836"/>
                  <a:pt x="11229" y="836"/>
                </a:cubicBezTo>
                <a:close/>
                <a:moveTo>
                  <a:pt x="9641" y="5360"/>
                </a:moveTo>
                <a:lnTo>
                  <a:pt x="10587" y="10873"/>
                </a:lnTo>
                <a:lnTo>
                  <a:pt x="9988" y="11472"/>
                </a:lnTo>
                <a:lnTo>
                  <a:pt x="8161" y="6872"/>
                </a:lnTo>
                <a:lnTo>
                  <a:pt x="9641" y="5360"/>
                </a:lnTo>
                <a:close/>
                <a:moveTo>
                  <a:pt x="11241" y="1"/>
                </a:moveTo>
                <a:cubicBezTo>
                  <a:pt x="10688" y="1"/>
                  <a:pt x="10104" y="248"/>
                  <a:pt x="9736" y="634"/>
                </a:cubicBezTo>
                <a:lnTo>
                  <a:pt x="8066" y="2304"/>
                </a:lnTo>
                <a:lnTo>
                  <a:pt x="1765" y="1233"/>
                </a:lnTo>
                <a:cubicBezTo>
                  <a:pt x="1742" y="1227"/>
                  <a:pt x="1718" y="1225"/>
                  <a:pt x="1693" y="1225"/>
                </a:cubicBezTo>
                <a:cubicBezTo>
                  <a:pt x="1585" y="1225"/>
                  <a:pt x="1470" y="1276"/>
                  <a:pt x="1419" y="1327"/>
                </a:cubicBezTo>
                <a:lnTo>
                  <a:pt x="221" y="2525"/>
                </a:lnTo>
                <a:cubicBezTo>
                  <a:pt x="158" y="2588"/>
                  <a:pt x="64" y="2745"/>
                  <a:pt x="127" y="2903"/>
                </a:cubicBezTo>
                <a:cubicBezTo>
                  <a:pt x="158" y="3029"/>
                  <a:pt x="221" y="3155"/>
                  <a:pt x="348" y="3218"/>
                </a:cubicBezTo>
                <a:lnTo>
                  <a:pt x="5199" y="5171"/>
                </a:lnTo>
                <a:lnTo>
                  <a:pt x="3561" y="6809"/>
                </a:lnTo>
                <a:lnTo>
                  <a:pt x="2301" y="6589"/>
                </a:lnTo>
                <a:cubicBezTo>
                  <a:pt x="2267" y="6572"/>
                  <a:pt x="2231" y="6564"/>
                  <a:pt x="2195" y="6564"/>
                </a:cubicBezTo>
                <a:cubicBezTo>
                  <a:pt x="2095" y="6564"/>
                  <a:pt x="1992" y="6622"/>
                  <a:pt x="1923" y="6715"/>
                </a:cubicBezTo>
                <a:lnTo>
                  <a:pt x="158" y="8479"/>
                </a:lnTo>
                <a:cubicBezTo>
                  <a:pt x="32" y="8605"/>
                  <a:pt x="1" y="8731"/>
                  <a:pt x="32" y="8857"/>
                </a:cubicBezTo>
                <a:cubicBezTo>
                  <a:pt x="95" y="9015"/>
                  <a:pt x="190" y="9109"/>
                  <a:pt x="348" y="9141"/>
                </a:cubicBezTo>
                <a:lnTo>
                  <a:pt x="2994" y="9645"/>
                </a:lnTo>
                <a:lnTo>
                  <a:pt x="3498" y="12291"/>
                </a:lnTo>
                <a:cubicBezTo>
                  <a:pt x="3561" y="12449"/>
                  <a:pt x="3656" y="12575"/>
                  <a:pt x="3782" y="12606"/>
                </a:cubicBezTo>
                <a:lnTo>
                  <a:pt x="3908" y="12606"/>
                </a:lnTo>
                <a:cubicBezTo>
                  <a:pt x="4034" y="12606"/>
                  <a:pt x="4097" y="12575"/>
                  <a:pt x="4191" y="12480"/>
                </a:cubicBezTo>
                <a:lnTo>
                  <a:pt x="5955" y="10716"/>
                </a:lnTo>
                <a:cubicBezTo>
                  <a:pt x="6018" y="10653"/>
                  <a:pt x="6113" y="10464"/>
                  <a:pt x="6081" y="10369"/>
                </a:cubicBezTo>
                <a:lnTo>
                  <a:pt x="5829" y="9109"/>
                </a:lnTo>
                <a:lnTo>
                  <a:pt x="7499" y="7439"/>
                </a:lnTo>
                <a:lnTo>
                  <a:pt x="9421" y="12291"/>
                </a:lnTo>
                <a:cubicBezTo>
                  <a:pt x="9452" y="12417"/>
                  <a:pt x="9578" y="12543"/>
                  <a:pt x="9736" y="12543"/>
                </a:cubicBezTo>
                <a:lnTo>
                  <a:pt x="9799" y="12543"/>
                </a:lnTo>
                <a:cubicBezTo>
                  <a:pt x="9925" y="12543"/>
                  <a:pt x="9988" y="12480"/>
                  <a:pt x="10083" y="12417"/>
                </a:cubicBezTo>
                <a:lnTo>
                  <a:pt x="11248" y="11220"/>
                </a:lnTo>
                <a:cubicBezTo>
                  <a:pt x="11343" y="11157"/>
                  <a:pt x="11374" y="10999"/>
                  <a:pt x="11374" y="10873"/>
                </a:cubicBezTo>
                <a:lnTo>
                  <a:pt x="10303" y="4572"/>
                </a:lnTo>
                <a:lnTo>
                  <a:pt x="11973" y="2903"/>
                </a:lnTo>
                <a:cubicBezTo>
                  <a:pt x="12288" y="2588"/>
                  <a:pt x="12477" y="2178"/>
                  <a:pt x="12571" y="1705"/>
                </a:cubicBezTo>
                <a:cubicBezTo>
                  <a:pt x="12760" y="1201"/>
                  <a:pt x="12603" y="729"/>
                  <a:pt x="12288" y="414"/>
                </a:cubicBezTo>
                <a:cubicBezTo>
                  <a:pt x="12013" y="126"/>
                  <a:pt x="11635" y="1"/>
                  <a:pt x="112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58" name="Google Shape;15658;p83"/>
          <p:cNvGrpSpPr/>
          <p:nvPr/>
        </p:nvGrpSpPr>
        <p:grpSpPr>
          <a:xfrm>
            <a:off x="2910897" y="4532862"/>
            <a:ext cx="488359" cy="479876"/>
            <a:chOff x="-60988625" y="2310475"/>
            <a:chExt cx="316650" cy="311150"/>
          </a:xfrm>
        </p:grpSpPr>
        <p:sp>
          <p:nvSpPr>
            <p:cNvPr id="15659" name="Google Shape;15659;p83"/>
            <p:cNvSpPr/>
            <p:nvPr/>
          </p:nvSpPr>
          <p:spPr>
            <a:xfrm>
              <a:off x="-60988625" y="2310475"/>
              <a:ext cx="311125" cy="311150"/>
            </a:xfrm>
            <a:custGeom>
              <a:avLst/>
              <a:gdLst/>
              <a:ahLst/>
              <a:cxnLst/>
              <a:rect l="l" t="t" r="r" b="b"/>
              <a:pathLst>
                <a:path w="12445" h="12446" extrusionOk="0">
                  <a:moveTo>
                    <a:pt x="7877" y="883"/>
                  </a:moveTo>
                  <a:cubicBezTo>
                    <a:pt x="8097" y="883"/>
                    <a:pt x="8318" y="1072"/>
                    <a:pt x="8318" y="1324"/>
                  </a:cubicBezTo>
                  <a:lnTo>
                    <a:pt x="8318" y="10398"/>
                  </a:lnTo>
                  <a:cubicBezTo>
                    <a:pt x="8318" y="10870"/>
                    <a:pt x="8444" y="11311"/>
                    <a:pt x="8727" y="11626"/>
                  </a:cubicBezTo>
                  <a:lnTo>
                    <a:pt x="2111" y="11626"/>
                  </a:lnTo>
                  <a:cubicBezTo>
                    <a:pt x="1450" y="11626"/>
                    <a:pt x="851" y="11091"/>
                    <a:pt x="851" y="10398"/>
                  </a:cubicBezTo>
                  <a:lnTo>
                    <a:pt x="851" y="1324"/>
                  </a:lnTo>
                  <a:lnTo>
                    <a:pt x="820" y="1324"/>
                  </a:lnTo>
                  <a:cubicBezTo>
                    <a:pt x="820" y="1072"/>
                    <a:pt x="1009" y="883"/>
                    <a:pt x="1261" y="883"/>
                  </a:cubicBezTo>
                  <a:close/>
                  <a:moveTo>
                    <a:pt x="11500" y="10807"/>
                  </a:moveTo>
                  <a:cubicBezTo>
                    <a:pt x="11342" y="11280"/>
                    <a:pt x="10870" y="11626"/>
                    <a:pt x="10303" y="11626"/>
                  </a:cubicBezTo>
                  <a:cubicBezTo>
                    <a:pt x="9767" y="11626"/>
                    <a:pt x="9326" y="11280"/>
                    <a:pt x="9137" y="10807"/>
                  </a:cubicBezTo>
                  <a:close/>
                  <a:moveTo>
                    <a:pt x="1261" y="1"/>
                  </a:moveTo>
                  <a:cubicBezTo>
                    <a:pt x="568" y="1"/>
                    <a:pt x="32" y="568"/>
                    <a:pt x="32" y="1230"/>
                  </a:cubicBezTo>
                  <a:lnTo>
                    <a:pt x="32" y="10334"/>
                  </a:lnTo>
                  <a:cubicBezTo>
                    <a:pt x="0" y="11563"/>
                    <a:pt x="946" y="12445"/>
                    <a:pt x="2080" y="12445"/>
                  </a:cubicBezTo>
                  <a:lnTo>
                    <a:pt x="10334" y="12445"/>
                  </a:lnTo>
                  <a:cubicBezTo>
                    <a:pt x="11500" y="12445"/>
                    <a:pt x="12445" y="11500"/>
                    <a:pt x="12445" y="10366"/>
                  </a:cubicBezTo>
                  <a:cubicBezTo>
                    <a:pt x="12445" y="10145"/>
                    <a:pt x="12224" y="9925"/>
                    <a:pt x="12004" y="9925"/>
                  </a:cubicBezTo>
                  <a:lnTo>
                    <a:pt x="9074" y="9925"/>
                  </a:lnTo>
                  <a:lnTo>
                    <a:pt x="9074" y="1230"/>
                  </a:lnTo>
                  <a:cubicBezTo>
                    <a:pt x="9074" y="568"/>
                    <a:pt x="8538" y="1"/>
                    <a:pt x="78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0" name="Google Shape;15660;p83"/>
            <p:cNvSpPr/>
            <p:nvPr/>
          </p:nvSpPr>
          <p:spPr>
            <a:xfrm>
              <a:off x="-60947675" y="2353025"/>
              <a:ext cx="145725" cy="20500"/>
            </a:xfrm>
            <a:custGeom>
              <a:avLst/>
              <a:gdLst/>
              <a:ahLst/>
              <a:cxnLst/>
              <a:rect l="l" t="t" r="r" b="b"/>
              <a:pathLst>
                <a:path w="5829" h="820" extrusionOk="0">
                  <a:moveTo>
                    <a:pt x="442" y="0"/>
                  </a:moveTo>
                  <a:cubicBezTo>
                    <a:pt x="190" y="0"/>
                    <a:pt x="1" y="189"/>
                    <a:pt x="1" y="441"/>
                  </a:cubicBezTo>
                  <a:cubicBezTo>
                    <a:pt x="1" y="630"/>
                    <a:pt x="190" y="819"/>
                    <a:pt x="442" y="819"/>
                  </a:cubicBezTo>
                  <a:lnTo>
                    <a:pt x="5388" y="819"/>
                  </a:lnTo>
                  <a:cubicBezTo>
                    <a:pt x="5640" y="819"/>
                    <a:pt x="5829" y="630"/>
                    <a:pt x="5829" y="441"/>
                  </a:cubicBezTo>
                  <a:cubicBezTo>
                    <a:pt x="5829" y="189"/>
                    <a:pt x="5640"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1" name="Google Shape;15661;p83"/>
            <p:cNvSpPr/>
            <p:nvPr/>
          </p:nvSpPr>
          <p:spPr>
            <a:xfrm>
              <a:off x="-60947675" y="2415250"/>
              <a:ext cx="145725" cy="20500"/>
            </a:xfrm>
            <a:custGeom>
              <a:avLst/>
              <a:gdLst/>
              <a:ahLst/>
              <a:cxnLst/>
              <a:rect l="l" t="t" r="r" b="b"/>
              <a:pathLst>
                <a:path w="5829" h="820" extrusionOk="0">
                  <a:moveTo>
                    <a:pt x="442" y="0"/>
                  </a:moveTo>
                  <a:cubicBezTo>
                    <a:pt x="190" y="0"/>
                    <a:pt x="1" y="189"/>
                    <a:pt x="1" y="378"/>
                  </a:cubicBezTo>
                  <a:cubicBezTo>
                    <a:pt x="1" y="630"/>
                    <a:pt x="190" y="819"/>
                    <a:pt x="442" y="819"/>
                  </a:cubicBezTo>
                  <a:lnTo>
                    <a:pt x="5388" y="819"/>
                  </a:lnTo>
                  <a:cubicBezTo>
                    <a:pt x="5640" y="819"/>
                    <a:pt x="5829" y="630"/>
                    <a:pt x="5829" y="378"/>
                  </a:cubicBezTo>
                  <a:cubicBezTo>
                    <a:pt x="5829" y="158"/>
                    <a:pt x="5640"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2" name="Google Shape;15662;p83"/>
            <p:cNvSpPr/>
            <p:nvPr/>
          </p:nvSpPr>
          <p:spPr>
            <a:xfrm>
              <a:off x="-60947675" y="2475875"/>
              <a:ext cx="145725" cy="22100"/>
            </a:xfrm>
            <a:custGeom>
              <a:avLst/>
              <a:gdLst/>
              <a:ahLst/>
              <a:cxnLst/>
              <a:rect l="l" t="t" r="r" b="b"/>
              <a:pathLst>
                <a:path w="5829" h="884" extrusionOk="0">
                  <a:moveTo>
                    <a:pt x="442" y="1"/>
                  </a:moveTo>
                  <a:cubicBezTo>
                    <a:pt x="190" y="1"/>
                    <a:pt x="1" y="221"/>
                    <a:pt x="1" y="442"/>
                  </a:cubicBezTo>
                  <a:cubicBezTo>
                    <a:pt x="1" y="694"/>
                    <a:pt x="190" y="883"/>
                    <a:pt x="442" y="883"/>
                  </a:cubicBezTo>
                  <a:lnTo>
                    <a:pt x="5388" y="883"/>
                  </a:lnTo>
                  <a:cubicBezTo>
                    <a:pt x="5640" y="883"/>
                    <a:pt x="5829" y="694"/>
                    <a:pt x="5829" y="442"/>
                  </a:cubicBezTo>
                  <a:cubicBezTo>
                    <a:pt x="5829" y="221"/>
                    <a:pt x="5640"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3" name="Google Shape;15663;p83"/>
            <p:cNvSpPr/>
            <p:nvPr/>
          </p:nvSpPr>
          <p:spPr>
            <a:xfrm>
              <a:off x="-60947675" y="2538100"/>
              <a:ext cx="145725" cy="22075"/>
            </a:xfrm>
            <a:custGeom>
              <a:avLst/>
              <a:gdLst/>
              <a:ahLst/>
              <a:cxnLst/>
              <a:rect l="l" t="t" r="r" b="b"/>
              <a:pathLst>
                <a:path w="5829" h="883" extrusionOk="0">
                  <a:moveTo>
                    <a:pt x="442" y="1"/>
                  </a:moveTo>
                  <a:cubicBezTo>
                    <a:pt x="190" y="1"/>
                    <a:pt x="1" y="190"/>
                    <a:pt x="1" y="442"/>
                  </a:cubicBezTo>
                  <a:cubicBezTo>
                    <a:pt x="1" y="662"/>
                    <a:pt x="190" y="883"/>
                    <a:pt x="442" y="883"/>
                  </a:cubicBezTo>
                  <a:lnTo>
                    <a:pt x="5388" y="883"/>
                  </a:lnTo>
                  <a:cubicBezTo>
                    <a:pt x="5640" y="883"/>
                    <a:pt x="5829" y="662"/>
                    <a:pt x="5829" y="442"/>
                  </a:cubicBezTo>
                  <a:cubicBezTo>
                    <a:pt x="5829" y="190"/>
                    <a:pt x="5640"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4" name="Google Shape;15664;p83"/>
            <p:cNvSpPr/>
            <p:nvPr/>
          </p:nvSpPr>
          <p:spPr>
            <a:xfrm>
              <a:off x="-60740525" y="2312050"/>
              <a:ext cx="68550" cy="233950"/>
            </a:xfrm>
            <a:custGeom>
              <a:avLst/>
              <a:gdLst/>
              <a:ahLst/>
              <a:cxnLst/>
              <a:rect l="l" t="t" r="r" b="b"/>
              <a:pathLst>
                <a:path w="2742" h="9358" extrusionOk="0">
                  <a:moveTo>
                    <a:pt x="1796" y="789"/>
                  </a:moveTo>
                  <a:cubicBezTo>
                    <a:pt x="1891" y="789"/>
                    <a:pt x="1922" y="852"/>
                    <a:pt x="1922" y="946"/>
                  </a:cubicBezTo>
                  <a:lnTo>
                    <a:pt x="1922" y="1639"/>
                  </a:lnTo>
                  <a:lnTo>
                    <a:pt x="820" y="1639"/>
                  </a:lnTo>
                  <a:lnTo>
                    <a:pt x="820" y="946"/>
                  </a:lnTo>
                  <a:cubicBezTo>
                    <a:pt x="820" y="852"/>
                    <a:pt x="883" y="789"/>
                    <a:pt x="977" y="789"/>
                  </a:cubicBezTo>
                  <a:close/>
                  <a:moveTo>
                    <a:pt x="1922" y="2458"/>
                  </a:moveTo>
                  <a:lnTo>
                    <a:pt x="1922" y="6617"/>
                  </a:lnTo>
                  <a:lnTo>
                    <a:pt x="820" y="6617"/>
                  </a:lnTo>
                  <a:lnTo>
                    <a:pt x="820" y="2458"/>
                  </a:lnTo>
                  <a:close/>
                  <a:moveTo>
                    <a:pt x="1639" y="7436"/>
                  </a:moveTo>
                  <a:lnTo>
                    <a:pt x="1355" y="8035"/>
                  </a:lnTo>
                  <a:lnTo>
                    <a:pt x="1040" y="7436"/>
                  </a:lnTo>
                  <a:close/>
                  <a:moveTo>
                    <a:pt x="977" y="1"/>
                  </a:moveTo>
                  <a:cubicBezTo>
                    <a:pt x="410" y="1"/>
                    <a:pt x="1" y="410"/>
                    <a:pt x="1" y="946"/>
                  </a:cubicBezTo>
                  <a:lnTo>
                    <a:pt x="1" y="6995"/>
                  </a:lnTo>
                  <a:cubicBezTo>
                    <a:pt x="1" y="7090"/>
                    <a:pt x="1" y="7121"/>
                    <a:pt x="32" y="7184"/>
                  </a:cubicBezTo>
                  <a:lnTo>
                    <a:pt x="1009" y="9137"/>
                  </a:lnTo>
                  <a:cubicBezTo>
                    <a:pt x="1103" y="9295"/>
                    <a:pt x="1198" y="9358"/>
                    <a:pt x="1355" y="9358"/>
                  </a:cubicBezTo>
                  <a:cubicBezTo>
                    <a:pt x="1513" y="9358"/>
                    <a:pt x="1670" y="9295"/>
                    <a:pt x="1733" y="9137"/>
                  </a:cubicBezTo>
                  <a:lnTo>
                    <a:pt x="2678" y="7184"/>
                  </a:lnTo>
                  <a:cubicBezTo>
                    <a:pt x="2710" y="7153"/>
                    <a:pt x="2710" y="7090"/>
                    <a:pt x="2710" y="6995"/>
                  </a:cubicBezTo>
                  <a:lnTo>
                    <a:pt x="2710" y="946"/>
                  </a:lnTo>
                  <a:cubicBezTo>
                    <a:pt x="2741" y="410"/>
                    <a:pt x="2300" y="1"/>
                    <a:pt x="17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65" name="Google Shape;15665;p83"/>
          <p:cNvGrpSpPr/>
          <p:nvPr/>
        </p:nvGrpSpPr>
        <p:grpSpPr>
          <a:xfrm>
            <a:off x="2911512" y="5117080"/>
            <a:ext cx="487125" cy="491713"/>
            <a:chOff x="-60987050" y="2671400"/>
            <a:chExt cx="315850" cy="318825"/>
          </a:xfrm>
        </p:grpSpPr>
        <p:sp>
          <p:nvSpPr>
            <p:cNvPr id="15666" name="Google Shape;15666;p83"/>
            <p:cNvSpPr/>
            <p:nvPr/>
          </p:nvSpPr>
          <p:spPr>
            <a:xfrm>
              <a:off x="-60987050" y="2671400"/>
              <a:ext cx="315850" cy="318825"/>
            </a:xfrm>
            <a:custGeom>
              <a:avLst/>
              <a:gdLst/>
              <a:ahLst/>
              <a:cxnLst/>
              <a:rect l="l" t="t" r="r" b="b"/>
              <a:pathLst>
                <a:path w="12634" h="12753" extrusionOk="0">
                  <a:moveTo>
                    <a:pt x="6270" y="844"/>
                  </a:moveTo>
                  <a:lnTo>
                    <a:pt x="11783" y="3175"/>
                  </a:lnTo>
                  <a:lnTo>
                    <a:pt x="11783" y="4152"/>
                  </a:lnTo>
                  <a:lnTo>
                    <a:pt x="757" y="4152"/>
                  </a:lnTo>
                  <a:lnTo>
                    <a:pt x="757" y="3175"/>
                  </a:lnTo>
                  <a:lnTo>
                    <a:pt x="6270" y="844"/>
                  </a:lnTo>
                  <a:close/>
                  <a:moveTo>
                    <a:pt x="2552" y="5002"/>
                  </a:moveTo>
                  <a:lnTo>
                    <a:pt x="2552" y="10232"/>
                  </a:lnTo>
                  <a:lnTo>
                    <a:pt x="1733" y="10232"/>
                  </a:lnTo>
                  <a:lnTo>
                    <a:pt x="1733" y="5002"/>
                  </a:lnTo>
                  <a:close/>
                  <a:moveTo>
                    <a:pt x="5041" y="5002"/>
                  </a:moveTo>
                  <a:lnTo>
                    <a:pt x="5041" y="10232"/>
                  </a:lnTo>
                  <a:lnTo>
                    <a:pt x="3403" y="10232"/>
                  </a:lnTo>
                  <a:lnTo>
                    <a:pt x="3403" y="5002"/>
                  </a:lnTo>
                  <a:close/>
                  <a:moveTo>
                    <a:pt x="6711" y="5002"/>
                  </a:moveTo>
                  <a:lnTo>
                    <a:pt x="6711" y="10232"/>
                  </a:lnTo>
                  <a:lnTo>
                    <a:pt x="5860" y="10232"/>
                  </a:lnTo>
                  <a:lnTo>
                    <a:pt x="5860" y="5002"/>
                  </a:lnTo>
                  <a:close/>
                  <a:moveTo>
                    <a:pt x="9168" y="5002"/>
                  </a:moveTo>
                  <a:lnTo>
                    <a:pt x="9168" y="10232"/>
                  </a:lnTo>
                  <a:lnTo>
                    <a:pt x="7530" y="10232"/>
                  </a:lnTo>
                  <a:lnTo>
                    <a:pt x="7530" y="5002"/>
                  </a:lnTo>
                  <a:close/>
                  <a:moveTo>
                    <a:pt x="10838" y="5002"/>
                  </a:moveTo>
                  <a:lnTo>
                    <a:pt x="10838" y="10232"/>
                  </a:lnTo>
                  <a:lnTo>
                    <a:pt x="10019" y="10232"/>
                  </a:lnTo>
                  <a:lnTo>
                    <a:pt x="10019" y="5002"/>
                  </a:lnTo>
                  <a:close/>
                  <a:moveTo>
                    <a:pt x="11374" y="11020"/>
                  </a:moveTo>
                  <a:cubicBezTo>
                    <a:pt x="11594" y="11051"/>
                    <a:pt x="11783" y="11209"/>
                    <a:pt x="11783" y="11461"/>
                  </a:cubicBezTo>
                  <a:lnTo>
                    <a:pt x="11783" y="11870"/>
                  </a:lnTo>
                  <a:lnTo>
                    <a:pt x="757" y="11870"/>
                  </a:lnTo>
                  <a:lnTo>
                    <a:pt x="757" y="11461"/>
                  </a:lnTo>
                  <a:cubicBezTo>
                    <a:pt x="757" y="11209"/>
                    <a:pt x="946" y="11020"/>
                    <a:pt x="1198" y="11020"/>
                  </a:cubicBezTo>
                  <a:close/>
                  <a:moveTo>
                    <a:pt x="6290" y="1"/>
                  </a:moveTo>
                  <a:cubicBezTo>
                    <a:pt x="6238" y="1"/>
                    <a:pt x="6191" y="9"/>
                    <a:pt x="6144" y="25"/>
                  </a:cubicBezTo>
                  <a:lnTo>
                    <a:pt x="252" y="2514"/>
                  </a:lnTo>
                  <a:cubicBezTo>
                    <a:pt x="95" y="2577"/>
                    <a:pt x="0" y="2703"/>
                    <a:pt x="0" y="2892"/>
                  </a:cubicBezTo>
                  <a:lnTo>
                    <a:pt x="0" y="4561"/>
                  </a:lnTo>
                  <a:cubicBezTo>
                    <a:pt x="0" y="4782"/>
                    <a:pt x="189" y="5002"/>
                    <a:pt x="410" y="5002"/>
                  </a:cubicBezTo>
                  <a:lnTo>
                    <a:pt x="946" y="5002"/>
                  </a:lnTo>
                  <a:lnTo>
                    <a:pt x="946" y="10264"/>
                  </a:lnTo>
                  <a:cubicBezTo>
                    <a:pt x="410" y="10390"/>
                    <a:pt x="0" y="10894"/>
                    <a:pt x="0" y="11492"/>
                  </a:cubicBezTo>
                  <a:lnTo>
                    <a:pt x="0" y="12311"/>
                  </a:lnTo>
                  <a:cubicBezTo>
                    <a:pt x="0" y="12532"/>
                    <a:pt x="189" y="12753"/>
                    <a:pt x="410" y="12753"/>
                  </a:cubicBezTo>
                  <a:lnTo>
                    <a:pt x="12256" y="12753"/>
                  </a:lnTo>
                  <a:cubicBezTo>
                    <a:pt x="12476" y="12753"/>
                    <a:pt x="12634" y="12532"/>
                    <a:pt x="12634" y="12311"/>
                  </a:cubicBezTo>
                  <a:lnTo>
                    <a:pt x="12634" y="11492"/>
                  </a:lnTo>
                  <a:cubicBezTo>
                    <a:pt x="12634" y="10894"/>
                    <a:pt x="12256" y="10390"/>
                    <a:pt x="11689" y="10264"/>
                  </a:cubicBezTo>
                  <a:lnTo>
                    <a:pt x="11689" y="5002"/>
                  </a:lnTo>
                  <a:lnTo>
                    <a:pt x="12256" y="5002"/>
                  </a:lnTo>
                  <a:cubicBezTo>
                    <a:pt x="12476" y="5002"/>
                    <a:pt x="12634" y="4782"/>
                    <a:pt x="12634" y="4561"/>
                  </a:cubicBezTo>
                  <a:lnTo>
                    <a:pt x="12634" y="2892"/>
                  </a:lnTo>
                  <a:cubicBezTo>
                    <a:pt x="12602" y="2734"/>
                    <a:pt x="12539" y="2577"/>
                    <a:pt x="12382" y="2514"/>
                  </a:cubicBezTo>
                  <a:lnTo>
                    <a:pt x="6459" y="25"/>
                  </a:lnTo>
                  <a:cubicBezTo>
                    <a:pt x="6396" y="9"/>
                    <a:pt x="6341" y="1"/>
                    <a:pt x="62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7" name="Google Shape;15667;p83"/>
            <p:cNvSpPr/>
            <p:nvPr/>
          </p:nvSpPr>
          <p:spPr>
            <a:xfrm>
              <a:off x="-60839775" y="2731075"/>
              <a:ext cx="19725" cy="19725"/>
            </a:xfrm>
            <a:custGeom>
              <a:avLst/>
              <a:gdLst/>
              <a:ahLst/>
              <a:cxnLst/>
              <a:rect l="l" t="t" r="r" b="b"/>
              <a:pathLst>
                <a:path w="789" h="789" extrusionOk="0">
                  <a:moveTo>
                    <a:pt x="379" y="0"/>
                  </a:moveTo>
                  <a:cubicBezTo>
                    <a:pt x="158" y="0"/>
                    <a:pt x="1" y="190"/>
                    <a:pt x="1" y="379"/>
                  </a:cubicBezTo>
                  <a:cubicBezTo>
                    <a:pt x="1" y="599"/>
                    <a:pt x="158" y="788"/>
                    <a:pt x="379" y="788"/>
                  </a:cubicBezTo>
                  <a:cubicBezTo>
                    <a:pt x="599" y="788"/>
                    <a:pt x="789" y="599"/>
                    <a:pt x="789" y="379"/>
                  </a:cubicBezTo>
                  <a:cubicBezTo>
                    <a:pt x="789" y="190"/>
                    <a:pt x="599"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68" name="Google Shape;15668;p83"/>
          <p:cNvGrpSpPr/>
          <p:nvPr/>
        </p:nvGrpSpPr>
        <p:grpSpPr>
          <a:xfrm>
            <a:off x="5270001" y="4534095"/>
            <a:ext cx="491983" cy="477408"/>
            <a:chOff x="-59481900" y="2290800"/>
            <a:chExt cx="319000" cy="309550"/>
          </a:xfrm>
        </p:grpSpPr>
        <p:sp>
          <p:nvSpPr>
            <p:cNvPr id="15669" name="Google Shape;15669;p83"/>
            <p:cNvSpPr/>
            <p:nvPr/>
          </p:nvSpPr>
          <p:spPr>
            <a:xfrm>
              <a:off x="-59481900" y="2290800"/>
              <a:ext cx="319000" cy="309550"/>
            </a:xfrm>
            <a:custGeom>
              <a:avLst/>
              <a:gdLst/>
              <a:ahLst/>
              <a:cxnLst/>
              <a:rect l="l" t="t" r="r" b="b"/>
              <a:pathLst>
                <a:path w="12760" h="12382" extrusionOk="0">
                  <a:moveTo>
                    <a:pt x="6427" y="851"/>
                  </a:moveTo>
                  <a:cubicBezTo>
                    <a:pt x="6900" y="851"/>
                    <a:pt x="7247" y="1197"/>
                    <a:pt x="7247" y="1670"/>
                  </a:cubicBezTo>
                  <a:lnTo>
                    <a:pt x="7247" y="4159"/>
                  </a:lnTo>
                  <a:lnTo>
                    <a:pt x="5608" y="4159"/>
                  </a:lnTo>
                  <a:lnTo>
                    <a:pt x="5608" y="1670"/>
                  </a:lnTo>
                  <a:cubicBezTo>
                    <a:pt x="5608" y="1197"/>
                    <a:pt x="5955" y="851"/>
                    <a:pt x="6427" y="851"/>
                  </a:cubicBezTo>
                  <a:close/>
                  <a:moveTo>
                    <a:pt x="11594" y="3308"/>
                  </a:moveTo>
                  <a:cubicBezTo>
                    <a:pt x="11846" y="3308"/>
                    <a:pt x="12004" y="3529"/>
                    <a:pt x="12004" y="3749"/>
                  </a:cubicBezTo>
                  <a:lnTo>
                    <a:pt x="12004" y="11185"/>
                  </a:lnTo>
                  <a:lnTo>
                    <a:pt x="11941" y="11185"/>
                  </a:lnTo>
                  <a:cubicBezTo>
                    <a:pt x="11941" y="11437"/>
                    <a:pt x="11752" y="11594"/>
                    <a:pt x="11563" y="11594"/>
                  </a:cubicBezTo>
                  <a:lnTo>
                    <a:pt x="1355" y="11594"/>
                  </a:lnTo>
                  <a:cubicBezTo>
                    <a:pt x="1103" y="11594"/>
                    <a:pt x="914" y="11405"/>
                    <a:pt x="914" y="11185"/>
                  </a:cubicBezTo>
                  <a:lnTo>
                    <a:pt x="914" y="3749"/>
                  </a:lnTo>
                  <a:cubicBezTo>
                    <a:pt x="914" y="3529"/>
                    <a:pt x="1103" y="3308"/>
                    <a:pt x="1355" y="3308"/>
                  </a:cubicBezTo>
                  <a:lnTo>
                    <a:pt x="4821" y="3308"/>
                  </a:lnTo>
                  <a:lnTo>
                    <a:pt x="4821" y="4568"/>
                  </a:lnTo>
                  <a:cubicBezTo>
                    <a:pt x="4821" y="4821"/>
                    <a:pt x="5010" y="5010"/>
                    <a:pt x="5199" y="5010"/>
                  </a:cubicBezTo>
                  <a:lnTo>
                    <a:pt x="7688" y="5010"/>
                  </a:lnTo>
                  <a:cubicBezTo>
                    <a:pt x="7940" y="5010"/>
                    <a:pt x="8129" y="4821"/>
                    <a:pt x="8129" y="4568"/>
                  </a:cubicBezTo>
                  <a:lnTo>
                    <a:pt x="8129" y="3308"/>
                  </a:lnTo>
                  <a:close/>
                  <a:moveTo>
                    <a:pt x="6396" y="0"/>
                  </a:moveTo>
                  <a:cubicBezTo>
                    <a:pt x="5482" y="0"/>
                    <a:pt x="4726" y="756"/>
                    <a:pt x="4726" y="1670"/>
                  </a:cubicBezTo>
                  <a:lnTo>
                    <a:pt x="4726" y="2489"/>
                  </a:lnTo>
                  <a:lnTo>
                    <a:pt x="1261" y="2489"/>
                  </a:lnTo>
                  <a:cubicBezTo>
                    <a:pt x="599" y="2489"/>
                    <a:pt x="0" y="3056"/>
                    <a:pt x="0" y="3718"/>
                  </a:cubicBezTo>
                  <a:lnTo>
                    <a:pt x="0" y="11153"/>
                  </a:lnTo>
                  <a:cubicBezTo>
                    <a:pt x="0" y="11815"/>
                    <a:pt x="568" y="12382"/>
                    <a:pt x="1261" y="12382"/>
                  </a:cubicBezTo>
                  <a:lnTo>
                    <a:pt x="11468" y="12382"/>
                  </a:lnTo>
                  <a:cubicBezTo>
                    <a:pt x="12130" y="12382"/>
                    <a:pt x="12697" y="11815"/>
                    <a:pt x="12697" y="11153"/>
                  </a:cubicBezTo>
                  <a:lnTo>
                    <a:pt x="12697" y="3749"/>
                  </a:lnTo>
                  <a:cubicBezTo>
                    <a:pt x="12760" y="3025"/>
                    <a:pt x="12193" y="2489"/>
                    <a:pt x="11500" y="2489"/>
                  </a:cubicBezTo>
                  <a:lnTo>
                    <a:pt x="8034" y="2489"/>
                  </a:lnTo>
                  <a:lnTo>
                    <a:pt x="8034" y="1670"/>
                  </a:lnTo>
                  <a:cubicBezTo>
                    <a:pt x="8034" y="756"/>
                    <a:pt x="7310" y="0"/>
                    <a:pt x="63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0" name="Google Shape;15670;p83"/>
            <p:cNvSpPr/>
            <p:nvPr/>
          </p:nvSpPr>
          <p:spPr>
            <a:xfrm>
              <a:off x="-59287350" y="2456200"/>
              <a:ext cx="83500" cy="21275"/>
            </a:xfrm>
            <a:custGeom>
              <a:avLst/>
              <a:gdLst/>
              <a:ahLst/>
              <a:cxnLst/>
              <a:rect l="l" t="t" r="r" b="b"/>
              <a:pathLst>
                <a:path w="3340" h="851" extrusionOk="0">
                  <a:moveTo>
                    <a:pt x="410" y="0"/>
                  </a:moveTo>
                  <a:cubicBezTo>
                    <a:pt x="189" y="0"/>
                    <a:pt x="0" y="221"/>
                    <a:pt x="0" y="441"/>
                  </a:cubicBezTo>
                  <a:cubicBezTo>
                    <a:pt x="0" y="693"/>
                    <a:pt x="189" y="851"/>
                    <a:pt x="410" y="851"/>
                  </a:cubicBezTo>
                  <a:lnTo>
                    <a:pt x="2899" y="851"/>
                  </a:lnTo>
                  <a:cubicBezTo>
                    <a:pt x="3151" y="851"/>
                    <a:pt x="3308" y="630"/>
                    <a:pt x="3308" y="441"/>
                  </a:cubicBezTo>
                  <a:cubicBezTo>
                    <a:pt x="3340" y="221"/>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1" name="Google Shape;15671;p83"/>
            <p:cNvSpPr/>
            <p:nvPr/>
          </p:nvSpPr>
          <p:spPr>
            <a:xfrm>
              <a:off x="-59287350" y="2497950"/>
              <a:ext cx="83500" cy="21275"/>
            </a:xfrm>
            <a:custGeom>
              <a:avLst/>
              <a:gdLst/>
              <a:ahLst/>
              <a:cxnLst/>
              <a:rect l="l" t="t" r="r" b="b"/>
              <a:pathLst>
                <a:path w="3340" h="851" extrusionOk="0">
                  <a:moveTo>
                    <a:pt x="410" y="0"/>
                  </a:moveTo>
                  <a:cubicBezTo>
                    <a:pt x="189" y="0"/>
                    <a:pt x="0" y="189"/>
                    <a:pt x="0" y="441"/>
                  </a:cubicBezTo>
                  <a:cubicBezTo>
                    <a:pt x="0" y="662"/>
                    <a:pt x="189" y="851"/>
                    <a:pt x="410" y="851"/>
                  </a:cubicBezTo>
                  <a:lnTo>
                    <a:pt x="2899" y="851"/>
                  </a:lnTo>
                  <a:cubicBezTo>
                    <a:pt x="3151" y="851"/>
                    <a:pt x="3308" y="662"/>
                    <a:pt x="3308" y="441"/>
                  </a:cubicBezTo>
                  <a:cubicBezTo>
                    <a:pt x="3340" y="189"/>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2" name="Google Shape;15672;p83"/>
            <p:cNvSpPr/>
            <p:nvPr/>
          </p:nvSpPr>
          <p:spPr>
            <a:xfrm>
              <a:off x="-59287350" y="2538900"/>
              <a:ext cx="82700" cy="22075"/>
            </a:xfrm>
            <a:custGeom>
              <a:avLst/>
              <a:gdLst/>
              <a:ahLst/>
              <a:cxnLst/>
              <a:rect l="l" t="t" r="r" b="b"/>
              <a:pathLst>
                <a:path w="3308" h="883" extrusionOk="0">
                  <a:moveTo>
                    <a:pt x="410" y="0"/>
                  </a:moveTo>
                  <a:cubicBezTo>
                    <a:pt x="189" y="0"/>
                    <a:pt x="0" y="221"/>
                    <a:pt x="0" y="441"/>
                  </a:cubicBezTo>
                  <a:cubicBezTo>
                    <a:pt x="0" y="662"/>
                    <a:pt x="189" y="882"/>
                    <a:pt x="410" y="882"/>
                  </a:cubicBezTo>
                  <a:lnTo>
                    <a:pt x="2899" y="882"/>
                  </a:lnTo>
                  <a:cubicBezTo>
                    <a:pt x="3151" y="882"/>
                    <a:pt x="3308" y="662"/>
                    <a:pt x="3308" y="441"/>
                  </a:cubicBezTo>
                  <a:cubicBezTo>
                    <a:pt x="3308" y="221"/>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3" name="Google Shape;15673;p83"/>
            <p:cNvSpPr/>
            <p:nvPr/>
          </p:nvSpPr>
          <p:spPr>
            <a:xfrm>
              <a:off x="-59439375" y="2425425"/>
              <a:ext cx="125250" cy="134750"/>
            </a:xfrm>
            <a:custGeom>
              <a:avLst/>
              <a:gdLst/>
              <a:ahLst/>
              <a:cxnLst/>
              <a:rect l="l" t="t" r="r" b="b"/>
              <a:pathLst>
                <a:path w="5010" h="5390" extrusionOk="0">
                  <a:moveTo>
                    <a:pt x="2518" y="855"/>
                  </a:moveTo>
                  <a:cubicBezTo>
                    <a:pt x="2722" y="855"/>
                    <a:pt x="2928" y="925"/>
                    <a:pt x="3088" y="1074"/>
                  </a:cubicBezTo>
                  <a:cubicBezTo>
                    <a:pt x="3277" y="1294"/>
                    <a:pt x="3340" y="1609"/>
                    <a:pt x="3277" y="1924"/>
                  </a:cubicBezTo>
                  <a:cubicBezTo>
                    <a:pt x="3183" y="2176"/>
                    <a:pt x="2994" y="2428"/>
                    <a:pt x="2710" y="2460"/>
                  </a:cubicBezTo>
                  <a:cubicBezTo>
                    <a:pt x="2626" y="2485"/>
                    <a:pt x="2546" y="2497"/>
                    <a:pt x="2469" y="2497"/>
                  </a:cubicBezTo>
                  <a:cubicBezTo>
                    <a:pt x="2260" y="2497"/>
                    <a:pt x="2076" y="2409"/>
                    <a:pt x="1891" y="2271"/>
                  </a:cubicBezTo>
                  <a:cubicBezTo>
                    <a:pt x="1702" y="2019"/>
                    <a:pt x="1607" y="1704"/>
                    <a:pt x="1702" y="1452"/>
                  </a:cubicBezTo>
                  <a:cubicBezTo>
                    <a:pt x="1802" y="1070"/>
                    <a:pt x="2158" y="855"/>
                    <a:pt x="2518" y="855"/>
                  </a:cubicBezTo>
                  <a:close/>
                  <a:moveTo>
                    <a:pt x="2521" y="3342"/>
                  </a:moveTo>
                  <a:cubicBezTo>
                    <a:pt x="3309" y="3342"/>
                    <a:pt x="3939" y="3846"/>
                    <a:pt x="4159" y="4539"/>
                  </a:cubicBezTo>
                  <a:lnTo>
                    <a:pt x="914" y="4539"/>
                  </a:lnTo>
                  <a:cubicBezTo>
                    <a:pt x="1103" y="3846"/>
                    <a:pt x="1733" y="3342"/>
                    <a:pt x="2521" y="3342"/>
                  </a:cubicBezTo>
                  <a:close/>
                  <a:moveTo>
                    <a:pt x="2473" y="0"/>
                  </a:moveTo>
                  <a:cubicBezTo>
                    <a:pt x="1781" y="0"/>
                    <a:pt x="1110" y="436"/>
                    <a:pt x="914" y="1200"/>
                  </a:cubicBezTo>
                  <a:cubicBezTo>
                    <a:pt x="757" y="1798"/>
                    <a:pt x="914" y="2334"/>
                    <a:pt x="1292" y="2775"/>
                  </a:cubicBezTo>
                  <a:cubicBezTo>
                    <a:pt x="568" y="3216"/>
                    <a:pt x="1" y="4004"/>
                    <a:pt x="1" y="4949"/>
                  </a:cubicBezTo>
                  <a:cubicBezTo>
                    <a:pt x="1" y="5169"/>
                    <a:pt x="190" y="5390"/>
                    <a:pt x="410" y="5390"/>
                  </a:cubicBezTo>
                  <a:lnTo>
                    <a:pt x="4537" y="5390"/>
                  </a:lnTo>
                  <a:cubicBezTo>
                    <a:pt x="4758" y="5390"/>
                    <a:pt x="4978" y="5169"/>
                    <a:pt x="4978" y="4949"/>
                  </a:cubicBezTo>
                  <a:cubicBezTo>
                    <a:pt x="5010" y="4035"/>
                    <a:pt x="4506" y="3216"/>
                    <a:pt x="3718" y="2807"/>
                  </a:cubicBezTo>
                  <a:cubicBezTo>
                    <a:pt x="3907" y="2618"/>
                    <a:pt x="4033" y="2397"/>
                    <a:pt x="4096" y="2113"/>
                  </a:cubicBezTo>
                  <a:cubicBezTo>
                    <a:pt x="4254" y="1515"/>
                    <a:pt x="4096" y="916"/>
                    <a:pt x="3655" y="507"/>
                  </a:cubicBezTo>
                  <a:cubicBezTo>
                    <a:pt x="3322" y="161"/>
                    <a:pt x="2894" y="0"/>
                    <a:pt x="247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4" name="Google Shape;15674;p83"/>
            <p:cNvSpPr/>
            <p:nvPr/>
          </p:nvSpPr>
          <p:spPr>
            <a:xfrm>
              <a:off x="-59327525" y="2325450"/>
              <a:ext cx="13400" cy="13425"/>
            </a:xfrm>
            <a:custGeom>
              <a:avLst/>
              <a:gdLst/>
              <a:ahLst/>
              <a:cxnLst/>
              <a:rect l="l" t="t" r="r" b="b"/>
              <a:pathLst>
                <a:path w="536" h="537" extrusionOk="0">
                  <a:moveTo>
                    <a:pt x="252" y="1"/>
                  </a:moveTo>
                  <a:cubicBezTo>
                    <a:pt x="95" y="1"/>
                    <a:pt x="0" y="127"/>
                    <a:pt x="0" y="284"/>
                  </a:cubicBezTo>
                  <a:cubicBezTo>
                    <a:pt x="0" y="442"/>
                    <a:pt x="95" y="536"/>
                    <a:pt x="252" y="536"/>
                  </a:cubicBezTo>
                  <a:cubicBezTo>
                    <a:pt x="410" y="536"/>
                    <a:pt x="536" y="442"/>
                    <a:pt x="536" y="284"/>
                  </a:cubicBezTo>
                  <a:cubicBezTo>
                    <a:pt x="536" y="127"/>
                    <a:pt x="410" y="1"/>
                    <a:pt x="25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75" name="Google Shape;15675;p83"/>
          <p:cNvGrpSpPr/>
          <p:nvPr/>
        </p:nvGrpSpPr>
        <p:grpSpPr>
          <a:xfrm>
            <a:off x="2322407" y="2055125"/>
            <a:ext cx="491983" cy="489323"/>
            <a:chOff x="-64401400" y="1914475"/>
            <a:chExt cx="319000" cy="317275"/>
          </a:xfrm>
        </p:grpSpPr>
        <p:sp>
          <p:nvSpPr>
            <p:cNvPr id="15676" name="Google Shape;15676;p83"/>
            <p:cNvSpPr/>
            <p:nvPr/>
          </p:nvSpPr>
          <p:spPr>
            <a:xfrm>
              <a:off x="-64401400" y="1914475"/>
              <a:ext cx="319000" cy="317275"/>
            </a:xfrm>
            <a:custGeom>
              <a:avLst/>
              <a:gdLst/>
              <a:ahLst/>
              <a:cxnLst/>
              <a:rect l="l" t="t" r="r" b="b"/>
              <a:pathLst>
                <a:path w="12760" h="12691" extrusionOk="0">
                  <a:moveTo>
                    <a:pt x="4726" y="1317"/>
                  </a:moveTo>
                  <a:lnTo>
                    <a:pt x="4726" y="2703"/>
                  </a:lnTo>
                  <a:cubicBezTo>
                    <a:pt x="4663" y="2735"/>
                    <a:pt x="4600" y="2829"/>
                    <a:pt x="4569" y="2861"/>
                  </a:cubicBezTo>
                  <a:lnTo>
                    <a:pt x="4065" y="3554"/>
                  </a:lnTo>
                  <a:cubicBezTo>
                    <a:pt x="3970" y="3176"/>
                    <a:pt x="3907" y="2703"/>
                    <a:pt x="3907" y="2388"/>
                  </a:cubicBezTo>
                  <a:cubicBezTo>
                    <a:pt x="3876" y="1947"/>
                    <a:pt x="3970" y="1632"/>
                    <a:pt x="4222" y="1475"/>
                  </a:cubicBezTo>
                  <a:cubicBezTo>
                    <a:pt x="4348" y="1349"/>
                    <a:pt x="4537" y="1317"/>
                    <a:pt x="4726" y="1317"/>
                  </a:cubicBezTo>
                  <a:close/>
                  <a:moveTo>
                    <a:pt x="7046" y="813"/>
                  </a:moveTo>
                  <a:cubicBezTo>
                    <a:pt x="7507" y="813"/>
                    <a:pt x="7937" y="916"/>
                    <a:pt x="8286" y="1128"/>
                  </a:cubicBezTo>
                  <a:cubicBezTo>
                    <a:pt x="8759" y="1412"/>
                    <a:pt x="8979" y="1821"/>
                    <a:pt x="8948" y="2420"/>
                  </a:cubicBezTo>
                  <a:cubicBezTo>
                    <a:pt x="8948" y="2703"/>
                    <a:pt x="8853" y="3113"/>
                    <a:pt x="8790" y="3554"/>
                  </a:cubicBezTo>
                  <a:lnTo>
                    <a:pt x="8286" y="2861"/>
                  </a:lnTo>
                  <a:cubicBezTo>
                    <a:pt x="8066" y="2609"/>
                    <a:pt x="7814" y="2451"/>
                    <a:pt x="7499" y="2451"/>
                  </a:cubicBezTo>
                  <a:lnTo>
                    <a:pt x="5514" y="2451"/>
                  </a:lnTo>
                  <a:lnTo>
                    <a:pt x="5514" y="1160"/>
                  </a:lnTo>
                  <a:cubicBezTo>
                    <a:pt x="6020" y="931"/>
                    <a:pt x="6551" y="813"/>
                    <a:pt x="7046" y="813"/>
                  </a:cubicBezTo>
                  <a:close/>
                  <a:moveTo>
                    <a:pt x="7530" y="3334"/>
                  </a:moveTo>
                  <a:cubicBezTo>
                    <a:pt x="7562" y="3334"/>
                    <a:pt x="7593" y="3365"/>
                    <a:pt x="7656" y="3365"/>
                  </a:cubicBezTo>
                  <a:lnTo>
                    <a:pt x="8601" y="4657"/>
                  </a:lnTo>
                  <a:cubicBezTo>
                    <a:pt x="8444" y="5917"/>
                    <a:pt x="7688" y="7177"/>
                    <a:pt x="6427" y="7177"/>
                  </a:cubicBezTo>
                  <a:cubicBezTo>
                    <a:pt x="5167" y="7177"/>
                    <a:pt x="4411" y="5980"/>
                    <a:pt x="4254" y="4657"/>
                  </a:cubicBezTo>
                  <a:lnTo>
                    <a:pt x="5199" y="3365"/>
                  </a:lnTo>
                  <a:cubicBezTo>
                    <a:pt x="5230" y="3334"/>
                    <a:pt x="5293" y="3334"/>
                    <a:pt x="5325" y="3334"/>
                  </a:cubicBezTo>
                  <a:close/>
                  <a:moveTo>
                    <a:pt x="5199" y="7681"/>
                  </a:moveTo>
                  <a:cubicBezTo>
                    <a:pt x="5608" y="7902"/>
                    <a:pt x="5986" y="8028"/>
                    <a:pt x="6427" y="8028"/>
                  </a:cubicBezTo>
                  <a:cubicBezTo>
                    <a:pt x="6869" y="8028"/>
                    <a:pt x="7310" y="7902"/>
                    <a:pt x="7688" y="7713"/>
                  </a:cubicBezTo>
                  <a:lnTo>
                    <a:pt x="7688" y="7807"/>
                  </a:lnTo>
                  <a:cubicBezTo>
                    <a:pt x="7688" y="8028"/>
                    <a:pt x="7719" y="8185"/>
                    <a:pt x="7814" y="8343"/>
                  </a:cubicBezTo>
                  <a:lnTo>
                    <a:pt x="6427" y="9634"/>
                  </a:lnTo>
                  <a:lnTo>
                    <a:pt x="5073" y="8280"/>
                  </a:lnTo>
                  <a:cubicBezTo>
                    <a:pt x="5167" y="8122"/>
                    <a:pt x="5199" y="7965"/>
                    <a:pt x="5199" y="7776"/>
                  </a:cubicBezTo>
                  <a:lnTo>
                    <a:pt x="5199" y="7681"/>
                  </a:lnTo>
                  <a:close/>
                  <a:moveTo>
                    <a:pt x="4537" y="8878"/>
                  </a:moveTo>
                  <a:lnTo>
                    <a:pt x="5829" y="10170"/>
                  </a:lnTo>
                  <a:lnTo>
                    <a:pt x="5230" y="10769"/>
                  </a:lnTo>
                  <a:lnTo>
                    <a:pt x="4065" y="9036"/>
                  </a:lnTo>
                  <a:cubicBezTo>
                    <a:pt x="4222" y="9036"/>
                    <a:pt x="4380" y="9004"/>
                    <a:pt x="4537" y="8878"/>
                  </a:cubicBezTo>
                  <a:close/>
                  <a:moveTo>
                    <a:pt x="8318" y="8878"/>
                  </a:moveTo>
                  <a:cubicBezTo>
                    <a:pt x="8475" y="8973"/>
                    <a:pt x="8633" y="9036"/>
                    <a:pt x="8790" y="9036"/>
                  </a:cubicBezTo>
                  <a:lnTo>
                    <a:pt x="7593" y="10769"/>
                  </a:lnTo>
                  <a:lnTo>
                    <a:pt x="7026" y="10170"/>
                  </a:lnTo>
                  <a:lnTo>
                    <a:pt x="8318" y="8878"/>
                  </a:lnTo>
                  <a:close/>
                  <a:moveTo>
                    <a:pt x="10460" y="9067"/>
                  </a:moveTo>
                  <a:cubicBezTo>
                    <a:pt x="11279" y="9067"/>
                    <a:pt x="11941" y="9760"/>
                    <a:pt x="11941" y="10580"/>
                  </a:cubicBezTo>
                  <a:lnTo>
                    <a:pt x="11941" y="11840"/>
                  </a:lnTo>
                  <a:lnTo>
                    <a:pt x="7814" y="11840"/>
                  </a:lnTo>
                  <a:cubicBezTo>
                    <a:pt x="7908" y="11808"/>
                    <a:pt x="8003" y="11745"/>
                    <a:pt x="8034" y="11682"/>
                  </a:cubicBezTo>
                  <a:lnTo>
                    <a:pt x="9798" y="9067"/>
                  </a:lnTo>
                  <a:close/>
                  <a:moveTo>
                    <a:pt x="3088" y="9067"/>
                  </a:moveTo>
                  <a:lnTo>
                    <a:pt x="4852" y="11651"/>
                  </a:lnTo>
                  <a:cubicBezTo>
                    <a:pt x="4915" y="11745"/>
                    <a:pt x="5041" y="11808"/>
                    <a:pt x="5167" y="11840"/>
                  </a:cubicBezTo>
                  <a:lnTo>
                    <a:pt x="5199" y="11840"/>
                  </a:lnTo>
                  <a:cubicBezTo>
                    <a:pt x="5325" y="11840"/>
                    <a:pt x="5419" y="11808"/>
                    <a:pt x="5482" y="11714"/>
                  </a:cubicBezTo>
                  <a:lnTo>
                    <a:pt x="6427" y="10769"/>
                  </a:lnTo>
                  <a:lnTo>
                    <a:pt x="7404" y="11745"/>
                  </a:lnTo>
                  <a:cubicBezTo>
                    <a:pt x="7436" y="11777"/>
                    <a:pt x="7530" y="11840"/>
                    <a:pt x="7593" y="11871"/>
                  </a:cubicBezTo>
                  <a:lnTo>
                    <a:pt x="914" y="11871"/>
                  </a:lnTo>
                  <a:lnTo>
                    <a:pt x="914" y="11840"/>
                  </a:lnTo>
                  <a:lnTo>
                    <a:pt x="914" y="10580"/>
                  </a:lnTo>
                  <a:cubicBezTo>
                    <a:pt x="914" y="9760"/>
                    <a:pt x="1576" y="9067"/>
                    <a:pt x="2395" y="9067"/>
                  </a:cubicBezTo>
                  <a:close/>
                  <a:moveTo>
                    <a:pt x="7043" y="1"/>
                  </a:moveTo>
                  <a:cubicBezTo>
                    <a:pt x="6380" y="1"/>
                    <a:pt x="5673" y="166"/>
                    <a:pt x="5010" y="498"/>
                  </a:cubicBezTo>
                  <a:cubicBezTo>
                    <a:pt x="4898" y="477"/>
                    <a:pt x="4788" y="467"/>
                    <a:pt x="4680" y="467"/>
                  </a:cubicBezTo>
                  <a:cubicBezTo>
                    <a:pt x="4300" y="467"/>
                    <a:pt x="3942" y="592"/>
                    <a:pt x="3624" y="813"/>
                  </a:cubicBezTo>
                  <a:cubicBezTo>
                    <a:pt x="3308" y="1034"/>
                    <a:pt x="2962" y="1506"/>
                    <a:pt x="2962" y="2388"/>
                  </a:cubicBezTo>
                  <a:cubicBezTo>
                    <a:pt x="2962" y="3144"/>
                    <a:pt x="3277" y="4405"/>
                    <a:pt x="3340" y="4625"/>
                  </a:cubicBezTo>
                  <a:cubicBezTo>
                    <a:pt x="3466" y="5570"/>
                    <a:pt x="3781" y="6389"/>
                    <a:pt x="4285" y="6988"/>
                  </a:cubicBezTo>
                  <a:lnTo>
                    <a:pt x="4285" y="7744"/>
                  </a:lnTo>
                  <a:cubicBezTo>
                    <a:pt x="4285" y="8028"/>
                    <a:pt x="4065" y="8248"/>
                    <a:pt x="3781" y="8248"/>
                  </a:cubicBezTo>
                  <a:lnTo>
                    <a:pt x="2332" y="8248"/>
                  </a:lnTo>
                  <a:cubicBezTo>
                    <a:pt x="1072" y="8248"/>
                    <a:pt x="0" y="9288"/>
                    <a:pt x="0" y="10580"/>
                  </a:cubicBezTo>
                  <a:lnTo>
                    <a:pt x="0" y="12281"/>
                  </a:lnTo>
                  <a:cubicBezTo>
                    <a:pt x="0" y="12501"/>
                    <a:pt x="189" y="12690"/>
                    <a:pt x="410" y="12690"/>
                  </a:cubicBezTo>
                  <a:lnTo>
                    <a:pt x="12256" y="12690"/>
                  </a:lnTo>
                  <a:cubicBezTo>
                    <a:pt x="12508" y="12690"/>
                    <a:pt x="12697" y="12501"/>
                    <a:pt x="12697" y="12281"/>
                  </a:cubicBezTo>
                  <a:lnTo>
                    <a:pt x="12697" y="10580"/>
                  </a:lnTo>
                  <a:cubicBezTo>
                    <a:pt x="12760" y="9319"/>
                    <a:pt x="11689" y="8248"/>
                    <a:pt x="10429" y="8248"/>
                  </a:cubicBezTo>
                  <a:lnTo>
                    <a:pt x="8979" y="8248"/>
                  </a:lnTo>
                  <a:cubicBezTo>
                    <a:pt x="8696" y="8248"/>
                    <a:pt x="8475" y="8028"/>
                    <a:pt x="8475" y="7744"/>
                  </a:cubicBezTo>
                  <a:lnTo>
                    <a:pt x="8475" y="6957"/>
                  </a:lnTo>
                  <a:cubicBezTo>
                    <a:pt x="8979" y="6358"/>
                    <a:pt x="9294" y="5539"/>
                    <a:pt x="9389" y="4625"/>
                  </a:cubicBezTo>
                  <a:cubicBezTo>
                    <a:pt x="9546" y="4121"/>
                    <a:pt x="9735" y="3050"/>
                    <a:pt x="9767" y="2420"/>
                  </a:cubicBezTo>
                  <a:cubicBezTo>
                    <a:pt x="9767" y="1538"/>
                    <a:pt x="9420" y="845"/>
                    <a:pt x="8664" y="404"/>
                  </a:cubicBezTo>
                  <a:cubicBezTo>
                    <a:pt x="8202" y="135"/>
                    <a:pt x="7640" y="1"/>
                    <a:pt x="70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7" name="Google Shape;15677;p83"/>
            <p:cNvSpPr/>
            <p:nvPr/>
          </p:nvSpPr>
          <p:spPr>
            <a:xfrm>
              <a:off x="-64172200" y="2175800"/>
              <a:ext cx="48850" cy="22075"/>
            </a:xfrm>
            <a:custGeom>
              <a:avLst/>
              <a:gdLst/>
              <a:ahLst/>
              <a:cxnLst/>
              <a:rect l="l" t="t" r="r" b="b"/>
              <a:pathLst>
                <a:path w="1954" h="883" extrusionOk="0">
                  <a:moveTo>
                    <a:pt x="410" y="1"/>
                  </a:moveTo>
                  <a:cubicBezTo>
                    <a:pt x="158" y="1"/>
                    <a:pt x="0" y="190"/>
                    <a:pt x="0" y="442"/>
                  </a:cubicBezTo>
                  <a:cubicBezTo>
                    <a:pt x="0" y="662"/>
                    <a:pt x="221" y="883"/>
                    <a:pt x="410" y="883"/>
                  </a:cubicBezTo>
                  <a:lnTo>
                    <a:pt x="1513" y="883"/>
                  </a:lnTo>
                  <a:cubicBezTo>
                    <a:pt x="1765" y="883"/>
                    <a:pt x="1891" y="662"/>
                    <a:pt x="1891" y="442"/>
                  </a:cubicBezTo>
                  <a:cubicBezTo>
                    <a:pt x="1954" y="190"/>
                    <a:pt x="1733" y="1"/>
                    <a:pt x="15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8" name="Google Shape;15678;p83"/>
            <p:cNvSpPr/>
            <p:nvPr/>
          </p:nvSpPr>
          <p:spPr>
            <a:xfrm>
              <a:off x="-64212375" y="2210450"/>
              <a:ext cx="5525" cy="25"/>
            </a:xfrm>
            <a:custGeom>
              <a:avLst/>
              <a:gdLst/>
              <a:ahLst/>
              <a:cxnLst/>
              <a:rect l="l" t="t" r="r" b="b"/>
              <a:pathLst>
                <a:path w="221" h="1" extrusionOk="0">
                  <a:moveTo>
                    <a:pt x="1" y="1"/>
                  </a:moveTo>
                  <a:lnTo>
                    <a:pt x="221" y="1"/>
                  </a:lnTo>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79" name="Google Shape;15679;p83"/>
          <p:cNvGrpSpPr/>
          <p:nvPr/>
        </p:nvGrpSpPr>
        <p:grpSpPr>
          <a:xfrm>
            <a:off x="2408657" y="2696511"/>
            <a:ext cx="319480" cy="487356"/>
            <a:chOff x="-64343900" y="2282125"/>
            <a:chExt cx="207150" cy="316000"/>
          </a:xfrm>
        </p:grpSpPr>
        <p:sp>
          <p:nvSpPr>
            <p:cNvPr id="15680" name="Google Shape;15680;p83"/>
            <p:cNvSpPr/>
            <p:nvPr/>
          </p:nvSpPr>
          <p:spPr>
            <a:xfrm>
              <a:off x="-64270650" y="2310475"/>
              <a:ext cx="61450" cy="147325"/>
            </a:xfrm>
            <a:custGeom>
              <a:avLst/>
              <a:gdLst/>
              <a:ahLst/>
              <a:cxnLst/>
              <a:rect l="l" t="t" r="r" b="b"/>
              <a:pathLst>
                <a:path w="2458" h="5893" extrusionOk="0">
                  <a:moveTo>
                    <a:pt x="1229" y="1"/>
                  </a:moveTo>
                  <a:cubicBezTo>
                    <a:pt x="1008" y="1"/>
                    <a:pt x="851" y="221"/>
                    <a:pt x="851" y="442"/>
                  </a:cubicBezTo>
                  <a:lnTo>
                    <a:pt x="851" y="726"/>
                  </a:lnTo>
                  <a:cubicBezTo>
                    <a:pt x="378" y="883"/>
                    <a:pt x="0" y="1356"/>
                    <a:pt x="0" y="1891"/>
                  </a:cubicBezTo>
                  <a:cubicBezTo>
                    <a:pt x="0" y="2584"/>
                    <a:pt x="567" y="2962"/>
                    <a:pt x="1008" y="3277"/>
                  </a:cubicBezTo>
                  <a:cubicBezTo>
                    <a:pt x="1323" y="3529"/>
                    <a:pt x="1670" y="3750"/>
                    <a:pt x="1670" y="4002"/>
                  </a:cubicBezTo>
                  <a:cubicBezTo>
                    <a:pt x="1670" y="4223"/>
                    <a:pt x="1481" y="4412"/>
                    <a:pt x="1229" y="4412"/>
                  </a:cubicBezTo>
                  <a:cubicBezTo>
                    <a:pt x="1008" y="4412"/>
                    <a:pt x="851" y="4223"/>
                    <a:pt x="851" y="4002"/>
                  </a:cubicBezTo>
                  <a:cubicBezTo>
                    <a:pt x="851" y="3750"/>
                    <a:pt x="630" y="3592"/>
                    <a:pt x="441" y="3592"/>
                  </a:cubicBezTo>
                  <a:cubicBezTo>
                    <a:pt x="221" y="3592"/>
                    <a:pt x="0" y="3781"/>
                    <a:pt x="0" y="4002"/>
                  </a:cubicBezTo>
                  <a:cubicBezTo>
                    <a:pt x="0" y="4538"/>
                    <a:pt x="378" y="4979"/>
                    <a:pt x="851" y="5168"/>
                  </a:cubicBezTo>
                  <a:lnTo>
                    <a:pt x="851" y="5451"/>
                  </a:lnTo>
                  <a:cubicBezTo>
                    <a:pt x="851" y="5672"/>
                    <a:pt x="1040" y="5892"/>
                    <a:pt x="1229" y="5892"/>
                  </a:cubicBezTo>
                  <a:cubicBezTo>
                    <a:pt x="1481" y="5829"/>
                    <a:pt x="1639" y="5640"/>
                    <a:pt x="1639" y="5451"/>
                  </a:cubicBezTo>
                  <a:lnTo>
                    <a:pt x="1639" y="5168"/>
                  </a:lnTo>
                  <a:cubicBezTo>
                    <a:pt x="2111" y="5010"/>
                    <a:pt x="2458" y="4538"/>
                    <a:pt x="2458" y="4002"/>
                  </a:cubicBezTo>
                  <a:cubicBezTo>
                    <a:pt x="2458" y="3309"/>
                    <a:pt x="1891" y="2931"/>
                    <a:pt x="1481" y="2616"/>
                  </a:cubicBezTo>
                  <a:cubicBezTo>
                    <a:pt x="1166" y="2364"/>
                    <a:pt x="788" y="2143"/>
                    <a:pt x="788" y="1891"/>
                  </a:cubicBezTo>
                  <a:cubicBezTo>
                    <a:pt x="788" y="1671"/>
                    <a:pt x="1008" y="1513"/>
                    <a:pt x="1197" y="1513"/>
                  </a:cubicBezTo>
                  <a:cubicBezTo>
                    <a:pt x="1418" y="1513"/>
                    <a:pt x="1639" y="1702"/>
                    <a:pt x="1639" y="1891"/>
                  </a:cubicBezTo>
                  <a:cubicBezTo>
                    <a:pt x="1639" y="2143"/>
                    <a:pt x="1828" y="2332"/>
                    <a:pt x="2017" y="2332"/>
                  </a:cubicBezTo>
                  <a:cubicBezTo>
                    <a:pt x="2269" y="2332"/>
                    <a:pt x="2458" y="2143"/>
                    <a:pt x="2458" y="1891"/>
                  </a:cubicBezTo>
                  <a:cubicBezTo>
                    <a:pt x="2458" y="1356"/>
                    <a:pt x="2111" y="915"/>
                    <a:pt x="1639" y="726"/>
                  </a:cubicBezTo>
                  <a:lnTo>
                    <a:pt x="1639" y="442"/>
                  </a:lnTo>
                  <a:cubicBezTo>
                    <a:pt x="1639" y="221"/>
                    <a:pt x="1418"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81" name="Google Shape;15681;p83"/>
            <p:cNvSpPr/>
            <p:nvPr/>
          </p:nvSpPr>
          <p:spPr>
            <a:xfrm>
              <a:off x="-64343900" y="2282125"/>
              <a:ext cx="207150" cy="316000"/>
            </a:xfrm>
            <a:custGeom>
              <a:avLst/>
              <a:gdLst/>
              <a:ahLst/>
              <a:cxnLst/>
              <a:rect l="l" t="t" r="r" b="b"/>
              <a:pathLst>
                <a:path w="8286" h="12640" extrusionOk="0">
                  <a:moveTo>
                    <a:pt x="4159" y="788"/>
                  </a:moveTo>
                  <a:cubicBezTo>
                    <a:pt x="5986" y="788"/>
                    <a:pt x="7467" y="2301"/>
                    <a:pt x="7467" y="4096"/>
                  </a:cubicBezTo>
                  <a:cubicBezTo>
                    <a:pt x="7467" y="5924"/>
                    <a:pt x="5986" y="7404"/>
                    <a:pt x="4159" y="7404"/>
                  </a:cubicBezTo>
                  <a:cubicBezTo>
                    <a:pt x="2300" y="7404"/>
                    <a:pt x="851" y="5924"/>
                    <a:pt x="851" y="4096"/>
                  </a:cubicBezTo>
                  <a:cubicBezTo>
                    <a:pt x="851" y="2301"/>
                    <a:pt x="2363" y="788"/>
                    <a:pt x="4159" y="788"/>
                  </a:cubicBezTo>
                  <a:close/>
                  <a:moveTo>
                    <a:pt x="851" y="8917"/>
                  </a:moveTo>
                  <a:cubicBezTo>
                    <a:pt x="1513" y="8980"/>
                    <a:pt x="2206" y="9295"/>
                    <a:pt x="2773" y="9862"/>
                  </a:cubicBezTo>
                  <a:cubicBezTo>
                    <a:pt x="3340" y="10429"/>
                    <a:pt x="3655" y="11122"/>
                    <a:pt x="3718" y="11784"/>
                  </a:cubicBezTo>
                  <a:cubicBezTo>
                    <a:pt x="3056" y="11689"/>
                    <a:pt x="2395" y="11374"/>
                    <a:pt x="1796" y="10838"/>
                  </a:cubicBezTo>
                  <a:cubicBezTo>
                    <a:pt x="1261" y="10271"/>
                    <a:pt x="945" y="9578"/>
                    <a:pt x="851" y="8917"/>
                  </a:cubicBezTo>
                  <a:close/>
                  <a:moveTo>
                    <a:pt x="7467" y="8917"/>
                  </a:moveTo>
                  <a:lnTo>
                    <a:pt x="7467" y="8917"/>
                  </a:lnTo>
                  <a:cubicBezTo>
                    <a:pt x="7404" y="9578"/>
                    <a:pt x="7089" y="10240"/>
                    <a:pt x="6522" y="10838"/>
                  </a:cubicBezTo>
                  <a:cubicBezTo>
                    <a:pt x="5923" y="11374"/>
                    <a:pt x="5262" y="11689"/>
                    <a:pt x="4600" y="11784"/>
                  </a:cubicBezTo>
                  <a:cubicBezTo>
                    <a:pt x="4663" y="11122"/>
                    <a:pt x="4947" y="10429"/>
                    <a:pt x="5545" y="9862"/>
                  </a:cubicBezTo>
                  <a:cubicBezTo>
                    <a:pt x="6081" y="9295"/>
                    <a:pt x="6805" y="8980"/>
                    <a:pt x="7467" y="8917"/>
                  </a:cubicBezTo>
                  <a:close/>
                  <a:moveTo>
                    <a:pt x="4159" y="1"/>
                  </a:moveTo>
                  <a:cubicBezTo>
                    <a:pt x="1891" y="1"/>
                    <a:pt x="32" y="1860"/>
                    <a:pt x="32" y="4128"/>
                  </a:cubicBezTo>
                  <a:cubicBezTo>
                    <a:pt x="32" y="6270"/>
                    <a:pt x="1670" y="8034"/>
                    <a:pt x="3781" y="8223"/>
                  </a:cubicBezTo>
                  <a:lnTo>
                    <a:pt x="3781" y="9736"/>
                  </a:lnTo>
                  <a:cubicBezTo>
                    <a:pt x="3623" y="9578"/>
                    <a:pt x="3497" y="9421"/>
                    <a:pt x="3371" y="9295"/>
                  </a:cubicBezTo>
                  <a:cubicBezTo>
                    <a:pt x="2584" y="8507"/>
                    <a:pt x="1576" y="8066"/>
                    <a:pt x="410" y="8066"/>
                  </a:cubicBezTo>
                  <a:cubicBezTo>
                    <a:pt x="189" y="8066"/>
                    <a:pt x="32" y="8287"/>
                    <a:pt x="32" y="8476"/>
                  </a:cubicBezTo>
                  <a:cubicBezTo>
                    <a:pt x="0" y="9578"/>
                    <a:pt x="410" y="10649"/>
                    <a:pt x="1261" y="11437"/>
                  </a:cubicBezTo>
                  <a:cubicBezTo>
                    <a:pt x="2048" y="12225"/>
                    <a:pt x="3056" y="12634"/>
                    <a:pt x="4096" y="12634"/>
                  </a:cubicBezTo>
                  <a:lnTo>
                    <a:pt x="4159" y="12634"/>
                  </a:lnTo>
                  <a:cubicBezTo>
                    <a:pt x="4225" y="12638"/>
                    <a:pt x="4290" y="12640"/>
                    <a:pt x="4355" y="12640"/>
                  </a:cubicBezTo>
                  <a:cubicBezTo>
                    <a:pt x="5385" y="12640"/>
                    <a:pt x="6348" y="12178"/>
                    <a:pt x="7089" y="11437"/>
                  </a:cubicBezTo>
                  <a:cubicBezTo>
                    <a:pt x="7877" y="10649"/>
                    <a:pt x="8286" y="9610"/>
                    <a:pt x="8286" y="8476"/>
                  </a:cubicBezTo>
                  <a:cubicBezTo>
                    <a:pt x="8286" y="8223"/>
                    <a:pt x="8097" y="8066"/>
                    <a:pt x="7908" y="8066"/>
                  </a:cubicBezTo>
                  <a:cubicBezTo>
                    <a:pt x="7872" y="8065"/>
                    <a:pt x="7837" y="8064"/>
                    <a:pt x="7801" y="8064"/>
                  </a:cubicBezTo>
                  <a:cubicBezTo>
                    <a:pt x="6709" y="8064"/>
                    <a:pt x="5709" y="8532"/>
                    <a:pt x="4947" y="9295"/>
                  </a:cubicBezTo>
                  <a:cubicBezTo>
                    <a:pt x="4821" y="9452"/>
                    <a:pt x="4663" y="9578"/>
                    <a:pt x="4569" y="9736"/>
                  </a:cubicBezTo>
                  <a:lnTo>
                    <a:pt x="4569" y="8223"/>
                  </a:lnTo>
                  <a:cubicBezTo>
                    <a:pt x="6648" y="8034"/>
                    <a:pt x="8286" y="6270"/>
                    <a:pt x="8286" y="4128"/>
                  </a:cubicBezTo>
                  <a:cubicBezTo>
                    <a:pt x="8286" y="1860"/>
                    <a:pt x="6459" y="1"/>
                    <a:pt x="41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82" name="Google Shape;15682;p83"/>
          <p:cNvSpPr/>
          <p:nvPr/>
        </p:nvSpPr>
        <p:spPr>
          <a:xfrm>
            <a:off x="2315052" y="3314178"/>
            <a:ext cx="489553" cy="493217"/>
          </a:xfrm>
          <a:custGeom>
            <a:avLst/>
            <a:gdLst/>
            <a:ahLst/>
            <a:cxnLst/>
            <a:rect l="l" t="t" r="r" b="b"/>
            <a:pathLst>
              <a:path w="12697" h="12792" extrusionOk="0">
                <a:moveTo>
                  <a:pt x="7310" y="3435"/>
                </a:moveTo>
                <a:cubicBezTo>
                  <a:pt x="7404" y="3435"/>
                  <a:pt x="7467" y="3498"/>
                  <a:pt x="7436" y="3624"/>
                </a:cubicBezTo>
                <a:cubicBezTo>
                  <a:pt x="7310" y="3939"/>
                  <a:pt x="7247" y="4223"/>
                  <a:pt x="7215" y="4538"/>
                </a:cubicBezTo>
                <a:lnTo>
                  <a:pt x="5419" y="4538"/>
                </a:lnTo>
                <a:cubicBezTo>
                  <a:pt x="5388" y="4223"/>
                  <a:pt x="5293" y="3908"/>
                  <a:pt x="5199" y="3624"/>
                </a:cubicBezTo>
                <a:cubicBezTo>
                  <a:pt x="5167" y="3498"/>
                  <a:pt x="5230" y="3435"/>
                  <a:pt x="5325" y="3435"/>
                </a:cubicBezTo>
                <a:close/>
                <a:moveTo>
                  <a:pt x="7121" y="5357"/>
                </a:moveTo>
                <a:cubicBezTo>
                  <a:pt x="7089" y="6428"/>
                  <a:pt x="7310" y="7436"/>
                  <a:pt x="7845" y="8381"/>
                </a:cubicBezTo>
                <a:lnTo>
                  <a:pt x="8003" y="8665"/>
                </a:lnTo>
                <a:lnTo>
                  <a:pt x="4726" y="8665"/>
                </a:lnTo>
                <a:lnTo>
                  <a:pt x="4852" y="8381"/>
                </a:lnTo>
                <a:cubicBezTo>
                  <a:pt x="5356" y="7436"/>
                  <a:pt x="5577" y="6396"/>
                  <a:pt x="5545" y="5357"/>
                </a:cubicBezTo>
                <a:close/>
                <a:moveTo>
                  <a:pt x="8381" y="9484"/>
                </a:moveTo>
                <a:cubicBezTo>
                  <a:pt x="8633" y="9484"/>
                  <a:pt x="8790" y="9704"/>
                  <a:pt x="8790" y="9925"/>
                </a:cubicBezTo>
                <a:lnTo>
                  <a:pt x="8790" y="10335"/>
                </a:lnTo>
                <a:lnTo>
                  <a:pt x="3813" y="10335"/>
                </a:lnTo>
                <a:lnTo>
                  <a:pt x="3813" y="9925"/>
                </a:lnTo>
                <a:lnTo>
                  <a:pt x="3844" y="9925"/>
                </a:lnTo>
                <a:cubicBezTo>
                  <a:pt x="3844" y="9704"/>
                  <a:pt x="4065" y="9484"/>
                  <a:pt x="4254" y="9484"/>
                </a:cubicBezTo>
                <a:close/>
                <a:moveTo>
                  <a:pt x="9200" y="11154"/>
                </a:moveTo>
                <a:cubicBezTo>
                  <a:pt x="9452" y="11154"/>
                  <a:pt x="9609" y="11343"/>
                  <a:pt x="9609" y="11595"/>
                </a:cubicBezTo>
                <a:lnTo>
                  <a:pt x="9609" y="12004"/>
                </a:lnTo>
                <a:lnTo>
                  <a:pt x="2993" y="12004"/>
                </a:lnTo>
                <a:lnTo>
                  <a:pt x="2993" y="11595"/>
                </a:lnTo>
                <a:lnTo>
                  <a:pt x="3025" y="11595"/>
                </a:lnTo>
                <a:cubicBezTo>
                  <a:pt x="3025" y="11343"/>
                  <a:pt x="3214" y="11154"/>
                  <a:pt x="3435" y="11154"/>
                </a:cubicBezTo>
                <a:close/>
                <a:moveTo>
                  <a:pt x="6333" y="1"/>
                </a:moveTo>
                <a:cubicBezTo>
                  <a:pt x="6144" y="1"/>
                  <a:pt x="5955" y="190"/>
                  <a:pt x="5955" y="442"/>
                </a:cubicBezTo>
                <a:lnTo>
                  <a:pt x="5955" y="883"/>
                </a:lnTo>
                <a:lnTo>
                  <a:pt x="5514" y="883"/>
                </a:lnTo>
                <a:cubicBezTo>
                  <a:pt x="5262" y="883"/>
                  <a:pt x="5104" y="1072"/>
                  <a:pt x="5104" y="1261"/>
                </a:cubicBezTo>
                <a:cubicBezTo>
                  <a:pt x="5104" y="1513"/>
                  <a:pt x="5325" y="1702"/>
                  <a:pt x="5514" y="1702"/>
                </a:cubicBezTo>
                <a:lnTo>
                  <a:pt x="5955" y="1702"/>
                </a:lnTo>
                <a:lnTo>
                  <a:pt x="5955" y="2521"/>
                </a:lnTo>
                <a:lnTo>
                  <a:pt x="5356" y="2521"/>
                </a:lnTo>
                <a:cubicBezTo>
                  <a:pt x="4695" y="2521"/>
                  <a:pt x="4222" y="3183"/>
                  <a:pt x="4443" y="3813"/>
                </a:cubicBezTo>
                <a:cubicBezTo>
                  <a:pt x="4537" y="4034"/>
                  <a:pt x="4569" y="4254"/>
                  <a:pt x="4632" y="4443"/>
                </a:cubicBezTo>
                <a:lnTo>
                  <a:pt x="4285" y="4443"/>
                </a:lnTo>
                <a:cubicBezTo>
                  <a:pt x="4065" y="4443"/>
                  <a:pt x="3907" y="4664"/>
                  <a:pt x="3907" y="4884"/>
                </a:cubicBezTo>
                <a:cubicBezTo>
                  <a:pt x="3907" y="5136"/>
                  <a:pt x="4096" y="5325"/>
                  <a:pt x="4285" y="5325"/>
                </a:cubicBezTo>
                <a:lnTo>
                  <a:pt x="4726" y="5325"/>
                </a:lnTo>
                <a:cubicBezTo>
                  <a:pt x="4821" y="6901"/>
                  <a:pt x="4191" y="7846"/>
                  <a:pt x="3718" y="8791"/>
                </a:cubicBezTo>
                <a:cubicBezTo>
                  <a:pt x="3308" y="8980"/>
                  <a:pt x="3025" y="9421"/>
                  <a:pt x="3025" y="9893"/>
                </a:cubicBezTo>
                <a:lnTo>
                  <a:pt x="3025" y="10366"/>
                </a:lnTo>
                <a:cubicBezTo>
                  <a:pt x="2552" y="10524"/>
                  <a:pt x="2206" y="10996"/>
                  <a:pt x="2206" y="11532"/>
                </a:cubicBezTo>
                <a:lnTo>
                  <a:pt x="2206" y="11973"/>
                </a:lnTo>
                <a:lnTo>
                  <a:pt x="442" y="11973"/>
                </a:lnTo>
                <a:cubicBezTo>
                  <a:pt x="189" y="11973"/>
                  <a:pt x="0" y="12162"/>
                  <a:pt x="0" y="12382"/>
                </a:cubicBezTo>
                <a:cubicBezTo>
                  <a:pt x="0" y="12603"/>
                  <a:pt x="158" y="12792"/>
                  <a:pt x="379" y="12792"/>
                </a:cubicBezTo>
                <a:lnTo>
                  <a:pt x="12256" y="12792"/>
                </a:lnTo>
                <a:cubicBezTo>
                  <a:pt x="12476" y="12792"/>
                  <a:pt x="12697" y="12603"/>
                  <a:pt x="12697" y="12382"/>
                </a:cubicBezTo>
                <a:cubicBezTo>
                  <a:pt x="12697" y="12130"/>
                  <a:pt x="12476" y="11973"/>
                  <a:pt x="12256" y="11973"/>
                </a:cubicBezTo>
                <a:lnTo>
                  <a:pt x="10460" y="11973"/>
                </a:lnTo>
                <a:lnTo>
                  <a:pt x="10460" y="11532"/>
                </a:lnTo>
                <a:cubicBezTo>
                  <a:pt x="10460" y="10996"/>
                  <a:pt x="10114" y="10555"/>
                  <a:pt x="9641" y="10366"/>
                </a:cubicBezTo>
                <a:lnTo>
                  <a:pt x="9641" y="9893"/>
                </a:lnTo>
                <a:cubicBezTo>
                  <a:pt x="9641" y="9421"/>
                  <a:pt x="9357" y="8980"/>
                  <a:pt x="8979" y="8791"/>
                </a:cubicBezTo>
                <a:cubicBezTo>
                  <a:pt x="8507" y="7877"/>
                  <a:pt x="7877" y="6932"/>
                  <a:pt x="7940" y="5325"/>
                </a:cubicBezTo>
                <a:lnTo>
                  <a:pt x="8381" y="5325"/>
                </a:lnTo>
                <a:cubicBezTo>
                  <a:pt x="8633" y="5325"/>
                  <a:pt x="8790" y="5136"/>
                  <a:pt x="8790" y="4884"/>
                </a:cubicBezTo>
                <a:cubicBezTo>
                  <a:pt x="8790" y="4664"/>
                  <a:pt x="8570" y="4443"/>
                  <a:pt x="8381" y="4443"/>
                </a:cubicBezTo>
                <a:lnTo>
                  <a:pt x="8034" y="4443"/>
                </a:lnTo>
                <a:cubicBezTo>
                  <a:pt x="8066" y="4254"/>
                  <a:pt x="8160" y="4034"/>
                  <a:pt x="8223" y="3813"/>
                </a:cubicBezTo>
                <a:cubicBezTo>
                  <a:pt x="8475" y="3183"/>
                  <a:pt x="8003" y="2521"/>
                  <a:pt x="7310" y="2521"/>
                </a:cubicBezTo>
                <a:lnTo>
                  <a:pt x="6743" y="2521"/>
                </a:lnTo>
                <a:lnTo>
                  <a:pt x="6743" y="1702"/>
                </a:lnTo>
                <a:lnTo>
                  <a:pt x="7184" y="1702"/>
                </a:lnTo>
                <a:cubicBezTo>
                  <a:pt x="7404" y="1702"/>
                  <a:pt x="7562" y="1513"/>
                  <a:pt x="7562" y="1261"/>
                </a:cubicBezTo>
                <a:cubicBezTo>
                  <a:pt x="7562" y="1041"/>
                  <a:pt x="7373" y="883"/>
                  <a:pt x="7184" y="883"/>
                </a:cubicBezTo>
                <a:lnTo>
                  <a:pt x="6743" y="883"/>
                </a:lnTo>
                <a:lnTo>
                  <a:pt x="6743" y="442"/>
                </a:lnTo>
                <a:cubicBezTo>
                  <a:pt x="6743" y="190"/>
                  <a:pt x="6522"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83" name="Google Shape;15683;p83"/>
          <p:cNvGrpSpPr/>
          <p:nvPr/>
        </p:nvGrpSpPr>
        <p:grpSpPr>
          <a:xfrm>
            <a:off x="5315922" y="2055473"/>
            <a:ext cx="425164" cy="488628"/>
            <a:chOff x="-62496925" y="1931475"/>
            <a:chExt cx="275675" cy="316825"/>
          </a:xfrm>
        </p:grpSpPr>
        <p:sp>
          <p:nvSpPr>
            <p:cNvPr id="15684" name="Google Shape;15684;p83"/>
            <p:cNvSpPr/>
            <p:nvPr/>
          </p:nvSpPr>
          <p:spPr>
            <a:xfrm>
              <a:off x="-62496925" y="1931475"/>
              <a:ext cx="275675" cy="316825"/>
            </a:xfrm>
            <a:custGeom>
              <a:avLst/>
              <a:gdLst/>
              <a:ahLst/>
              <a:cxnLst/>
              <a:rect l="l" t="t" r="r" b="b"/>
              <a:pathLst>
                <a:path w="11027" h="12673" extrusionOk="0">
                  <a:moveTo>
                    <a:pt x="5514" y="1047"/>
                  </a:moveTo>
                  <a:cubicBezTo>
                    <a:pt x="6238" y="1519"/>
                    <a:pt x="7215" y="1834"/>
                    <a:pt x="8003" y="1834"/>
                  </a:cubicBezTo>
                  <a:cubicBezTo>
                    <a:pt x="8538" y="1834"/>
                    <a:pt x="9294" y="1708"/>
                    <a:pt x="10208" y="1204"/>
                  </a:cubicBezTo>
                  <a:lnTo>
                    <a:pt x="10208" y="5237"/>
                  </a:lnTo>
                  <a:cubicBezTo>
                    <a:pt x="10177" y="8198"/>
                    <a:pt x="8349" y="10845"/>
                    <a:pt x="5514" y="11821"/>
                  </a:cubicBezTo>
                  <a:cubicBezTo>
                    <a:pt x="2710" y="10845"/>
                    <a:pt x="820" y="8198"/>
                    <a:pt x="820" y="5237"/>
                  </a:cubicBezTo>
                  <a:lnTo>
                    <a:pt x="820" y="1204"/>
                  </a:lnTo>
                  <a:cubicBezTo>
                    <a:pt x="1513" y="1582"/>
                    <a:pt x="2269" y="1834"/>
                    <a:pt x="3025" y="1834"/>
                  </a:cubicBezTo>
                  <a:cubicBezTo>
                    <a:pt x="3844" y="1834"/>
                    <a:pt x="4758" y="1551"/>
                    <a:pt x="5514" y="1047"/>
                  </a:cubicBezTo>
                  <a:close/>
                  <a:moveTo>
                    <a:pt x="10654" y="1"/>
                  </a:moveTo>
                  <a:cubicBezTo>
                    <a:pt x="10567" y="1"/>
                    <a:pt x="10476" y="33"/>
                    <a:pt x="10397" y="102"/>
                  </a:cubicBezTo>
                  <a:cubicBezTo>
                    <a:pt x="9389" y="826"/>
                    <a:pt x="8538" y="952"/>
                    <a:pt x="8034" y="952"/>
                  </a:cubicBezTo>
                  <a:cubicBezTo>
                    <a:pt x="7310" y="952"/>
                    <a:pt x="6396" y="637"/>
                    <a:pt x="5766" y="165"/>
                  </a:cubicBezTo>
                  <a:cubicBezTo>
                    <a:pt x="5703" y="102"/>
                    <a:pt x="5616" y="70"/>
                    <a:pt x="5526" y="70"/>
                  </a:cubicBezTo>
                  <a:cubicBezTo>
                    <a:pt x="5435" y="70"/>
                    <a:pt x="5341" y="102"/>
                    <a:pt x="5262" y="165"/>
                  </a:cubicBezTo>
                  <a:cubicBezTo>
                    <a:pt x="4632" y="637"/>
                    <a:pt x="3781" y="952"/>
                    <a:pt x="3025" y="952"/>
                  </a:cubicBezTo>
                  <a:cubicBezTo>
                    <a:pt x="2237" y="952"/>
                    <a:pt x="1450" y="637"/>
                    <a:pt x="662" y="102"/>
                  </a:cubicBezTo>
                  <a:cubicBezTo>
                    <a:pt x="582" y="40"/>
                    <a:pt x="495" y="13"/>
                    <a:pt x="411" y="13"/>
                  </a:cubicBezTo>
                  <a:cubicBezTo>
                    <a:pt x="196" y="13"/>
                    <a:pt x="0" y="190"/>
                    <a:pt x="0" y="417"/>
                  </a:cubicBezTo>
                  <a:lnTo>
                    <a:pt x="0" y="5237"/>
                  </a:lnTo>
                  <a:cubicBezTo>
                    <a:pt x="0" y="8608"/>
                    <a:pt x="2080" y="11601"/>
                    <a:pt x="5388" y="12641"/>
                  </a:cubicBezTo>
                  <a:cubicBezTo>
                    <a:pt x="5419" y="12641"/>
                    <a:pt x="5451" y="12672"/>
                    <a:pt x="5514" y="12672"/>
                  </a:cubicBezTo>
                  <a:cubicBezTo>
                    <a:pt x="5545" y="12672"/>
                    <a:pt x="5577" y="12672"/>
                    <a:pt x="5640" y="12641"/>
                  </a:cubicBezTo>
                  <a:cubicBezTo>
                    <a:pt x="8979" y="11538"/>
                    <a:pt x="11027" y="8513"/>
                    <a:pt x="11027" y="5237"/>
                  </a:cubicBezTo>
                  <a:lnTo>
                    <a:pt x="11027" y="417"/>
                  </a:lnTo>
                  <a:cubicBezTo>
                    <a:pt x="11027" y="157"/>
                    <a:pt x="10848" y="1"/>
                    <a:pt x="106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85" name="Google Shape;15685;p83"/>
            <p:cNvSpPr/>
            <p:nvPr/>
          </p:nvSpPr>
          <p:spPr>
            <a:xfrm>
              <a:off x="-62390600" y="2016700"/>
              <a:ext cx="63025" cy="146525"/>
            </a:xfrm>
            <a:custGeom>
              <a:avLst/>
              <a:gdLst/>
              <a:ahLst/>
              <a:cxnLst/>
              <a:rect l="l" t="t" r="r" b="b"/>
              <a:pathLst>
                <a:path w="2521" h="5861" extrusionOk="0">
                  <a:moveTo>
                    <a:pt x="1261" y="1"/>
                  </a:moveTo>
                  <a:cubicBezTo>
                    <a:pt x="1009" y="1"/>
                    <a:pt x="820" y="190"/>
                    <a:pt x="820" y="410"/>
                  </a:cubicBezTo>
                  <a:lnTo>
                    <a:pt x="820" y="694"/>
                  </a:lnTo>
                  <a:cubicBezTo>
                    <a:pt x="347" y="851"/>
                    <a:pt x="1" y="1324"/>
                    <a:pt x="1" y="1891"/>
                  </a:cubicBezTo>
                  <a:cubicBezTo>
                    <a:pt x="1" y="2553"/>
                    <a:pt x="536" y="2931"/>
                    <a:pt x="977" y="3246"/>
                  </a:cubicBezTo>
                  <a:cubicBezTo>
                    <a:pt x="1292" y="3498"/>
                    <a:pt x="1639" y="3718"/>
                    <a:pt x="1639" y="3970"/>
                  </a:cubicBezTo>
                  <a:cubicBezTo>
                    <a:pt x="1639" y="4191"/>
                    <a:pt x="1450" y="4411"/>
                    <a:pt x="1261" y="4411"/>
                  </a:cubicBezTo>
                  <a:cubicBezTo>
                    <a:pt x="1040" y="4411"/>
                    <a:pt x="820" y="4191"/>
                    <a:pt x="820" y="3970"/>
                  </a:cubicBezTo>
                  <a:cubicBezTo>
                    <a:pt x="820" y="3718"/>
                    <a:pt x="631" y="3561"/>
                    <a:pt x="410" y="3561"/>
                  </a:cubicBezTo>
                  <a:cubicBezTo>
                    <a:pt x="221" y="3561"/>
                    <a:pt x="32" y="3781"/>
                    <a:pt x="32" y="3970"/>
                  </a:cubicBezTo>
                  <a:cubicBezTo>
                    <a:pt x="32" y="4506"/>
                    <a:pt x="379" y="4947"/>
                    <a:pt x="851" y="5136"/>
                  </a:cubicBezTo>
                  <a:lnTo>
                    <a:pt x="851" y="5419"/>
                  </a:lnTo>
                  <a:cubicBezTo>
                    <a:pt x="851" y="5671"/>
                    <a:pt x="1040" y="5861"/>
                    <a:pt x="1292" y="5861"/>
                  </a:cubicBezTo>
                  <a:cubicBezTo>
                    <a:pt x="1513" y="5861"/>
                    <a:pt x="1670" y="5671"/>
                    <a:pt x="1670" y="5419"/>
                  </a:cubicBezTo>
                  <a:lnTo>
                    <a:pt x="1670" y="5136"/>
                  </a:lnTo>
                  <a:cubicBezTo>
                    <a:pt x="2143" y="4978"/>
                    <a:pt x="2521" y="4506"/>
                    <a:pt x="2521" y="3970"/>
                  </a:cubicBezTo>
                  <a:cubicBezTo>
                    <a:pt x="2521" y="3309"/>
                    <a:pt x="1954" y="2899"/>
                    <a:pt x="1513" y="2584"/>
                  </a:cubicBezTo>
                  <a:cubicBezTo>
                    <a:pt x="1198" y="2363"/>
                    <a:pt x="851" y="2111"/>
                    <a:pt x="851" y="1891"/>
                  </a:cubicBezTo>
                  <a:cubicBezTo>
                    <a:pt x="851" y="1670"/>
                    <a:pt x="1040" y="1481"/>
                    <a:pt x="1261" y="1481"/>
                  </a:cubicBezTo>
                  <a:cubicBezTo>
                    <a:pt x="1481" y="1481"/>
                    <a:pt x="1639" y="1670"/>
                    <a:pt x="1639" y="1891"/>
                  </a:cubicBezTo>
                  <a:cubicBezTo>
                    <a:pt x="1639" y="2111"/>
                    <a:pt x="1828" y="2300"/>
                    <a:pt x="2080" y="2300"/>
                  </a:cubicBezTo>
                  <a:cubicBezTo>
                    <a:pt x="2300" y="2300"/>
                    <a:pt x="2458" y="2111"/>
                    <a:pt x="2458" y="1891"/>
                  </a:cubicBezTo>
                  <a:cubicBezTo>
                    <a:pt x="2458" y="1324"/>
                    <a:pt x="2111" y="883"/>
                    <a:pt x="1639" y="694"/>
                  </a:cubicBezTo>
                  <a:lnTo>
                    <a:pt x="1639" y="410"/>
                  </a:lnTo>
                  <a:cubicBezTo>
                    <a:pt x="1639" y="190"/>
                    <a:pt x="1450"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86" name="Google Shape;15686;p83"/>
          <p:cNvGrpSpPr/>
          <p:nvPr/>
        </p:nvGrpSpPr>
        <p:grpSpPr>
          <a:xfrm>
            <a:off x="5284922" y="2695239"/>
            <a:ext cx="487164" cy="489901"/>
            <a:chOff x="-62516625" y="2297875"/>
            <a:chExt cx="315875" cy="317650"/>
          </a:xfrm>
        </p:grpSpPr>
        <p:sp>
          <p:nvSpPr>
            <p:cNvPr id="15687" name="Google Shape;15687;p83"/>
            <p:cNvSpPr/>
            <p:nvPr/>
          </p:nvSpPr>
          <p:spPr>
            <a:xfrm>
              <a:off x="-62516625" y="2297875"/>
              <a:ext cx="315875" cy="317650"/>
            </a:xfrm>
            <a:custGeom>
              <a:avLst/>
              <a:gdLst/>
              <a:ahLst/>
              <a:cxnLst/>
              <a:rect l="l" t="t" r="r" b="b"/>
              <a:pathLst>
                <a:path w="12635" h="12706" extrusionOk="0">
                  <a:moveTo>
                    <a:pt x="4632" y="3309"/>
                  </a:moveTo>
                  <a:cubicBezTo>
                    <a:pt x="5388" y="3309"/>
                    <a:pt x="6018" y="3939"/>
                    <a:pt x="6018" y="4695"/>
                  </a:cubicBezTo>
                  <a:cubicBezTo>
                    <a:pt x="6018" y="4916"/>
                    <a:pt x="5924" y="5168"/>
                    <a:pt x="5829" y="5388"/>
                  </a:cubicBezTo>
                  <a:lnTo>
                    <a:pt x="5357" y="5861"/>
                  </a:lnTo>
                  <a:cubicBezTo>
                    <a:pt x="5136" y="5987"/>
                    <a:pt x="4916" y="6081"/>
                    <a:pt x="4632" y="6081"/>
                  </a:cubicBezTo>
                  <a:cubicBezTo>
                    <a:pt x="3876" y="6081"/>
                    <a:pt x="3246" y="5451"/>
                    <a:pt x="3246" y="4695"/>
                  </a:cubicBezTo>
                  <a:cubicBezTo>
                    <a:pt x="3246" y="3939"/>
                    <a:pt x="3876" y="3309"/>
                    <a:pt x="4632" y="3309"/>
                  </a:cubicBezTo>
                  <a:close/>
                  <a:moveTo>
                    <a:pt x="4632" y="820"/>
                  </a:moveTo>
                  <a:cubicBezTo>
                    <a:pt x="6617" y="820"/>
                    <a:pt x="8287" y="2364"/>
                    <a:pt x="8444" y="4285"/>
                  </a:cubicBezTo>
                  <a:lnTo>
                    <a:pt x="8444" y="4412"/>
                  </a:lnTo>
                  <a:cubicBezTo>
                    <a:pt x="7877" y="4412"/>
                    <a:pt x="7310" y="4538"/>
                    <a:pt x="6806" y="4758"/>
                  </a:cubicBezTo>
                  <a:lnTo>
                    <a:pt x="6806" y="4695"/>
                  </a:lnTo>
                  <a:cubicBezTo>
                    <a:pt x="6806" y="3466"/>
                    <a:pt x="5829" y="2490"/>
                    <a:pt x="4601" y="2490"/>
                  </a:cubicBezTo>
                  <a:cubicBezTo>
                    <a:pt x="3372" y="2490"/>
                    <a:pt x="2395" y="3466"/>
                    <a:pt x="2395" y="4695"/>
                  </a:cubicBezTo>
                  <a:cubicBezTo>
                    <a:pt x="2395" y="5924"/>
                    <a:pt x="3372" y="6900"/>
                    <a:pt x="4601" y="6900"/>
                  </a:cubicBezTo>
                  <a:lnTo>
                    <a:pt x="4664" y="6900"/>
                  </a:lnTo>
                  <a:cubicBezTo>
                    <a:pt x="4443" y="7404"/>
                    <a:pt x="4317" y="7972"/>
                    <a:pt x="4317" y="8539"/>
                  </a:cubicBezTo>
                  <a:cubicBezTo>
                    <a:pt x="4317" y="9421"/>
                    <a:pt x="4601" y="10240"/>
                    <a:pt x="5073" y="10902"/>
                  </a:cubicBezTo>
                  <a:lnTo>
                    <a:pt x="4601" y="11532"/>
                  </a:lnTo>
                  <a:lnTo>
                    <a:pt x="1513" y="7026"/>
                  </a:lnTo>
                  <a:cubicBezTo>
                    <a:pt x="1009" y="6333"/>
                    <a:pt x="725" y="5546"/>
                    <a:pt x="725" y="4695"/>
                  </a:cubicBezTo>
                  <a:cubicBezTo>
                    <a:pt x="788" y="2553"/>
                    <a:pt x="2521" y="820"/>
                    <a:pt x="4632" y="820"/>
                  </a:cubicBezTo>
                  <a:close/>
                  <a:moveTo>
                    <a:pt x="8507" y="5231"/>
                  </a:moveTo>
                  <a:cubicBezTo>
                    <a:pt x="10334" y="5231"/>
                    <a:pt x="11815" y="6743"/>
                    <a:pt x="11815" y="8539"/>
                  </a:cubicBezTo>
                  <a:cubicBezTo>
                    <a:pt x="11815" y="10366"/>
                    <a:pt x="10303" y="11847"/>
                    <a:pt x="8507" y="11847"/>
                  </a:cubicBezTo>
                  <a:cubicBezTo>
                    <a:pt x="6680" y="11847"/>
                    <a:pt x="5199" y="10366"/>
                    <a:pt x="5199" y="8539"/>
                  </a:cubicBezTo>
                  <a:cubicBezTo>
                    <a:pt x="5199" y="6743"/>
                    <a:pt x="6680" y="5231"/>
                    <a:pt x="8507" y="5231"/>
                  </a:cubicBezTo>
                  <a:close/>
                  <a:moveTo>
                    <a:pt x="4664" y="1"/>
                  </a:moveTo>
                  <a:cubicBezTo>
                    <a:pt x="2080" y="1"/>
                    <a:pt x="1" y="2080"/>
                    <a:pt x="1" y="4695"/>
                  </a:cubicBezTo>
                  <a:cubicBezTo>
                    <a:pt x="1" y="5703"/>
                    <a:pt x="316" y="6711"/>
                    <a:pt x="946" y="7499"/>
                  </a:cubicBezTo>
                  <a:lnTo>
                    <a:pt x="4317" y="12540"/>
                  </a:lnTo>
                  <a:cubicBezTo>
                    <a:pt x="4396" y="12650"/>
                    <a:pt x="4522" y="12705"/>
                    <a:pt x="4648" y="12705"/>
                  </a:cubicBezTo>
                  <a:cubicBezTo>
                    <a:pt x="4774" y="12705"/>
                    <a:pt x="4900" y="12650"/>
                    <a:pt x="4979" y="12540"/>
                  </a:cubicBezTo>
                  <a:lnTo>
                    <a:pt x="5672" y="11532"/>
                  </a:lnTo>
                  <a:cubicBezTo>
                    <a:pt x="6396" y="12256"/>
                    <a:pt x="7404" y="12697"/>
                    <a:pt x="8507" y="12697"/>
                  </a:cubicBezTo>
                  <a:cubicBezTo>
                    <a:pt x="10776" y="12697"/>
                    <a:pt x="12634" y="10838"/>
                    <a:pt x="12634" y="8539"/>
                  </a:cubicBezTo>
                  <a:cubicBezTo>
                    <a:pt x="12634" y="6554"/>
                    <a:pt x="11217" y="4884"/>
                    <a:pt x="9326" y="4506"/>
                  </a:cubicBezTo>
                  <a:lnTo>
                    <a:pt x="9326" y="4222"/>
                  </a:lnTo>
                  <a:cubicBezTo>
                    <a:pt x="9074" y="1891"/>
                    <a:pt x="7121" y="1"/>
                    <a:pt x="46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88" name="Google Shape;15688;p83"/>
            <p:cNvSpPr/>
            <p:nvPr/>
          </p:nvSpPr>
          <p:spPr>
            <a:xfrm>
              <a:off x="-62335475" y="2438075"/>
              <a:ext cx="62250" cy="145750"/>
            </a:xfrm>
            <a:custGeom>
              <a:avLst/>
              <a:gdLst/>
              <a:ahLst/>
              <a:cxnLst/>
              <a:rect l="l" t="t" r="r" b="b"/>
              <a:pathLst>
                <a:path w="2490" h="5830" extrusionOk="0">
                  <a:moveTo>
                    <a:pt x="1261" y="1"/>
                  </a:moveTo>
                  <a:cubicBezTo>
                    <a:pt x="1009" y="1"/>
                    <a:pt x="820" y="190"/>
                    <a:pt x="820" y="410"/>
                  </a:cubicBezTo>
                  <a:lnTo>
                    <a:pt x="820" y="694"/>
                  </a:lnTo>
                  <a:cubicBezTo>
                    <a:pt x="348" y="851"/>
                    <a:pt x="1" y="1324"/>
                    <a:pt x="1" y="1891"/>
                  </a:cubicBezTo>
                  <a:cubicBezTo>
                    <a:pt x="1" y="2553"/>
                    <a:pt x="537" y="2931"/>
                    <a:pt x="978" y="3246"/>
                  </a:cubicBezTo>
                  <a:cubicBezTo>
                    <a:pt x="1293" y="3498"/>
                    <a:pt x="1639" y="3718"/>
                    <a:pt x="1639" y="3970"/>
                  </a:cubicBezTo>
                  <a:cubicBezTo>
                    <a:pt x="1671" y="4191"/>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20"/>
                  </a:lnTo>
                  <a:cubicBezTo>
                    <a:pt x="820" y="5672"/>
                    <a:pt x="1009" y="5829"/>
                    <a:pt x="1261" y="5829"/>
                  </a:cubicBezTo>
                  <a:cubicBezTo>
                    <a:pt x="1482" y="5829"/>
                    <a:pt x="1639" y="5609"/>
                    <a:pt x="1639" y="5420"/>
                  </a:cubicBezTo>
                  <a:lnTo>
                    <a:pt x="1639" y="5136"/>
                  </a:lnTo>
                  <a:cubicBezTo>
                    <a:pt x="2112" y="4978"/>
                    <a:pt x="2458" y="4506"/>
                    <a:pt x="2458" y="3970"/>
                  </a:cubicBezTo>
                  <a:cubicBezTo>
                    <a:pt x="2458" y="3309"/>
                    <a:pt x="1923" y="2899"/>
                    <a:pt x="1482" y="2584"/>
                  </a:cubicBezTo>
                  <a:cubicBezTo>
                    <a:pt x="1167" y="2364"/>
                    <a:pt x="820" y="2112"/>
                    <a:pt x="820" y="1891"/>
                  </a:cubicBezTo>
                  <a:cubicBezTo>
                    <a:pt x="820" y="1639"/>
                    <a:pt x="1009" y="1450"/>
                    <a:pt x="1261" y="1450"/>
                  </a:cubicBezTo>
                  <a:cubicBezTo>
                    <a:pt x="1482" y="1450"/>
                    <a:pt x="1639" y="1639"/>
                    <a:pt x="1639" y="1891"/>
                  </a:cubicBezTo>
                  <a:cubicBezTo>
                    <a:pt x="1639" y="2112"/>
                    <a:pt x="1860" y="2301"/>
                    <a:pt x="2049" y="2301"/>
                  </a:cubicBezTo>
                  <a:cubicBezTo>
                    <a:pt x="2269" y="2301"/>
                    <a:pt x="2490" y="2112"/>
                    <a:pt x="2490" y="1891"/>
                  </a:cubicBezTo>
                  <a:cubicBezTo>
                    <a:pt x="2490" y="1324"/>
                    <a:pt x="2112" y="883"/>
                    <a:pt x="1639" y="694"/>
                  </a:cubicBezTo>
                  <a:lnTo>
                    <a:pt x="1639" y="410"/>
                  </a:lnTo>
                  <a:cubicBezTo>
                    <a:pt x="1639" y="190"/>
                    <a:pt x="1450"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89" name="Google Shape;15689;p83"/>
          <p:cNvGrpSpPr/>
          <p:nvPr/>
        </p:nvGrpSpPr>
        <p:grpSpPr>
          <a:xfrm>
            <a:off x="5283110" y="3337851"/>
            <a:ext cx="490788" cy="445869"/>
            <a:chOff x="-62518200" y="2692475"/>
            <a:chExt cx="318225" cy="289100"/>
          </a:xfrm>
        </p:grpSpPr>
        <p:sp>
          <p:nvSpPr>
            <p:cNvPr id="15690" name="Google Shape;15690;p83"/>
            <p:cNvSpPr/>
            <p:nvPr/>
          </p:nvSpPr>
          <p:spPr>
            <a:xfrm>
              <a:off x="-62518200" y="2692475"/>
              <a:ext cx="318225" cy="289100"/>
            </a:xfrm>
            <a:custGeom>
              <a:avLst/>
              <a:gdLst/>
              <a:ahLst/>
              <a:cxnLst/>
              <a:rect l="l" t="t" r="r" b="b"/>
              <a:pathLst>
                <a:path w="12729" h="11564" extrusionOk="0">
                  <a:moveTo>
                    <a:pt x="3750" y="851"/>
                  </a:moveTo>
                  <a:cubicBezTo>
                    <a:pt x="5420" y="851"/>
                    <a:pt x="6617" y="1513"/>
                    <a:pt x="6617" y="2112"/>
                  </a:cubicBezTo>
                  <a:cubicBezTo>
                    <a:pt x="6617" y="2679"/>
                    <a:pt x="5420" y="3309"/>
                    <a:pt x="3750" y="3309"/>
                  </a:cubicBezTo>
                  <a:cubicBezTo>
                    <a:pt x="2206" y="3309"/>
                    <a:pt x="851" y="2679"/>
                    <a:pt x="851" y="2112"/>
                  </a:cubicBezTo>
                  <a:cubicBezTo>
                    <a:pt x="851" y="1481"/>
                    <a:pt x="2112" y="851"/>
                    <a:pt x="3750" y="851"/>
                  </a:cubicBezTo>
                  <a:close/>
                  <a:moveTo>
                    <a:pt x="6617" y="3403"/>
                  </a:moveTo>
                  <a:lnTo>
                    <a:pt x="6617" y="3781"/>
                  </a:lnTo>
                  <a:cubicBezTo>
                    <a:pt x="5829" y="4222"/>
                    <a:pt x="5199" y="4884"/>
                    <a:pt x="4821" y="5672"/>
                  </a:cubicBezTo>
                  <a:cubicBezTo>
                    <a:pt x="4475" y="5766"/>
                    <a:pt x="4096" y="5766"/>
                    <a:pt x="3750" y="5766"/>
                  </a:cubicBezTo>
                  <a:cubicBezTo>
                    <a:pt x="2206" y="5766"/>
                    <a:pt x="851" y="5136"/>
                    <a:pt x="851" y="4506"/>
                  </a:cubicBezTo>
                  <a:lnTo>
                    <a:pt x="851" y="3403"/>
                  </a:lnTo>
                  <a:cubicBezTo>
                    <a:pt x="1639" y="3939"/>
                    <a:pt x="2742" y="4159"/>
                    <a:pt x="3750" y="4159"/>
                  </a:cubicBezTo>
                  <a:cubicBezTo>
                    <a:pt x="4727" y="4159"/>
                    <a:pt x="5829" y="3939"/>
                    <a:pt x="6617" y="3403"/>
                  </a:cubicBezTo>
                  <a:close/>
                  <a:moveTo>
                    <a:pt x="883" y="5913"/>
                  </a:moveTo>
                  <a:cubicBezTo>
                    <a:pt x="1396" y="6254"/>
                    <a:pt x="2361" y="6617"/>
                    <a:pt x="3750" y="6617"/>
                  </a:cubicBezTo>
                  <a:cubicBezTo>
                    <a:pt x="4033" y="6617"/>
                    <a:pt x="4254" y="6617"/>
                    <a:pt x="4538" y="6585"/>
                  </a:cubicBezTo>
                  <a:lnTo>
                    <a:pt x="4538" y="6585"/>
                  </a:lnTo>
                  <a:cubicBezTo>
                    <a:pt x="4475" y="6869"/>
                    <a:pt x="4475" y="7184"/>
                    <a:pt x="4475" y="7467"/>
                  </a:cubicBezTo>
                  <a:cubicBezTo>
                    <a:pt x="4475" y="7719"/>
                    <a:pt x="4506" y="7971"/>
                    <a:pt x="4538" y="8255"/>
                  </a:cubicBezTo>
                  <a:cubicBezTo>
                    <a:pt x="4317" y="8287"/>
                    <a:pt x="4033" y="8287"/>
                    <a:pt x="3781" y="8287"/>
                  </a:cubicBezTo>
                  <a:cubicBezTo>
                    <a:pt x="2269" y="8287"/>
                    <a:pt x="883" y="7656"/>
                    <a:pt x="883" y="7026"/>
                  </a:cubicBezTo>
                  <a:lnTo>
                    <a:pt x="883" y="5913"/>
                  </a:lnTo>
                  <a:close/>
                  <a:moveTo>
                    <a:pt x="851" y="8350"/>
                  </a:moveTo>
                  <a:cubicBezTo>
                    <a:pt x="1639" y="8917"/>
                    <a:pt x="2773" y="9106"/>
                    <a:pt x="3750" y="9106"/>
                  </a:cubicBezTo>
                  <a:cubicBezTo>
                    <a:pt x="4096" y="9106"/>
                    <a:pt x="4412" y="9074"/>
                    <a:pt x="4727" y="9043"/>
                  </a:cubicBezTo>
                  <a:cubicBezTo>
                    <a:pt x="4979" y="9547"/>
                    <a:pt x="5294" y="10019"/>
                    <a:pt x="5672" y="10397"/>
                  </a:cubicBezTo>
                  <a:cubicBezTo>
                    <a:pt x="5136" y="10649"/>
                    <a:pt x="4475" y="10775"/>
                    <a:pt x="3750" y="10775"/>
                  </a:cubicBezTo>
                  <a:cubicBezTo>
                    <a:pt x="2112" y="10775"/>
                    <a:pt x="851" y="10082"/>
                    <a:pt x="851" y="9547"/>
                  </a:cubicBezTo>
                  <a:lnTo>
                    <a:pt x="851" y="8350"/>
                  </a:lnTo>
                  <a:close/>
                  <a:moveTo>
                    <a:pt x="8570" y="4159"/>
                  </a:moveTo>
                  <a:cubicBezTo>
                    <a:pt x="10366" y="4159"/>
                    <a:pt x="11878" y="5640"/>
                    <a:pt x="11878" y="7467"/>
                  </a:cubicBezTo>
                  <a:cubicBezTo>
                    <a:pt x="11878" y="9263"/>
                    <a:pt x="10366" y="10775"/>
                    <a:pt x="8570" y="10775"/>
                  </a:cubicBezTo>
                  <a:cubicBezTo>
                    <a:pt x="6743" y="10775"/>
                    <a:pt x="5262" y="9263"/>
                    <a:pt x="5262" y="7467"/>
                  </a:cubicBezTo>
                  <a:cubicBezTo>
                    <a:pt x="5262" y="5609"/>
                    <a:pt x="6743" y="4159"/>
                    <a:pt x="8570" y="4159"/>
                  </a:cubicBezTo>
                  <a:close/>
                  <a:moveTo>
                    <a:pt x="3781" y="1"/>
                  </a:moveTo>
                  <a:cubicBezTo>
                    <a:pt x="1797" y="1"/>
                    <a:pt x="64" y="851"/>
                    <a:pt x="64" y="2112"/>
                  </a:cubicBezTo>
                  <a:lnTo>
                    <a:pt x="64" y="9547"/>
                  </a:lnTo>
                  <a:cubicBezTo>
                    <a:pt x="1" y="10082"/>
                    <a:pt x="442" y="10649"/>
                    <a:pt x="1230" y="11027"/>
                  </a:cubicBezTo>
                  <a:cubicBezTo>
                    <a:pt x="1891" y="11405"/>
                    <a:pt x="2805" y="11563"/>
                    <a:pt x="3750" y="11563"/>
                  </a:cubicBezTo>
                  <a:cubicBezTo>
                    <a:pt x="4790" y="11563"/>
                    <a:pt x="5735" y="11311"/>
                    <a:pt x="6428" y="10964"/>
                  </a:cubicBezTo>
                  <a:cubicBezTo>
                    <a:pt x="7058" y="11342"/>
                    <a:pt x="7814" y="11563"/>
                    <a:pt x="8602" y="11563"/>
                  </a:cubicBezTo>
                  <a:cubicBezTo>
                    <a:pt x="10870" y="11563"/>
                    <a:pt x="12729" y="9704"/>
                    <a:pt x="12729" y="7404"/>
                  </a:cubicBezTo>
                  <a:cubicBezTo>
                    <a:pt x="12729" y="5136"/>
                    <a:pt x="10870" y="3277"/>
                    <a:pt x="8602" y="3277"/>
                  </a:cubicBezTo>
                  <a:cubicBezTo>
                    <a:pt x="8192" y="3277"/>
                    <a:pt x="7846" y="3309"/>
                    <a:pt x="7499" y="3435"/>
                  </a:cubicBezTo>
                  <a:lnTo>
                    <a:pt x="7499" y="2049"/>
                  </a:lnTo>
                  <a:cubicBezTo>
                    <a:pt x="7499" y="1481"/>
                    <a:pt x="7058" y="914"/>
                    <a:pt x="6302" y="536"/>
                  </a:cubicBezTo>
                  <a:cubicBezTo>
                    <a:pt x="5640" y="158"/>
                    <a:pt x="4727"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1" name="Google Shape;15691;p83"/>
            <p:cNvSpPr/>
            <p:nvPr/>
          </p:nvSpPr>
          <p:spPr>
            <a:xfrm>
              <a:off x="-62335475" y="2804325"/>
              <a:ext cx="62250" cy="146525"/>
            </a:xfrm>
            <a:custGeom>
              <a:avLst/>
              <a:gdLst/>
              <a:ahLst/>
              <a:cxnLst/>
              <a:rect l="l" t="t" r="r" b="b"/>
              <a:pathLst>
                <a:path w="2490" h="5861" extrusionOk="0">
                  <a:moveTo>
                    <a:pt x="1261" y="0"/>
                  </a:moveTo>
                  <a:cubicBezTo>
                    <a:pt x="1009" y="0"/>
                    <a:pt x="820" y="189"/>
                    <a:pt x="820" y="410"/>
                  </a:cubicBezTo>
                  <a:lnTo>
                    <a:pt x="820" y="694"/>
                  </a:lnTo>
                  <a:cubicBezTo>
                    <a:pt x="348" y="851"/>
                    <a:pt x="1" y="1324"/>
                    <a:pt x="1" y="1891"/>
                  </a:cubicBezTo>
                  <a:cubicBezTo>
                    <a:pt x="1" y="2552"/>
                    <a:pt x="537" y="2930"/>
                    <a:pt x="978" y="3245"/>
                  </a:cubicBezTo>
                  <a:cubicBezTo>
                    <a:pt x="1293" y="3497"/>
                    <a:pt x="1639" y="3718"/>
                    <a:pt x="1639" y="3970"/>
                  </a:cubicBezTo>
                  <a:cubicBezTo>
                    <a:pt x="1671" y="4254"/>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19"/>
                  </a:lnTo>
                  <a:cubicBezTo>
                    <a:pt x="820" y="5671"/>
                    <a:pt x="1009" y="5860"/>
                    <a:pt x="1261" y="5860"/>
                  </a:cubicBezTo>
                  <a:cubicBezTo>
                    <a:pt x="1482" y="5860"/>
                    <a:pt x="1639" y="5671"/>
                    <a:pt x="1639" y="5419"/>
                  </a:cubicBezTo>
                  <a:lnTo>
                    <a:pt x="1639" y="5136"/>
                  </a:lnTo>
                  <a:cubicBezTo>
                    <a:pt x="2112" y="4978"/>
                    <a:pt x="2458" y="4506"/>
                    <a:pt x="2458" y="3970"/>
                  </a:cubicBezTo>
                  <a:cubicBezTo>
                    <a:pt x="2458" y="3308"/>
                    <a:pt x="1923" y="2899"/>
                    <a:pt x="1482" y="2584"/>
                  </a:cubicBezTo>
                  <a:cubicBezTo>
                    <a:pt x="1167" y="2363"/>
                    <a:pt x="820" y="2111"/>
                    <a:pt x="820" y="1891"/>
                  </a:cubicBezTo>
                  <a:cubicBezTo>
                    <a:pt x="820" y="1639"/>
                    <a:pt x="1009" y="1450"/>
                    <a:pt x="1261" y="1450"/>
                  </a:cubicBezTo>
                  <a:cubicBezTo>
                    <a:pt x="1482" y="1450"/>
                    <a:pt x="1639" y="1639"/>
                    <a:pt x="1639" y="1891"/>
                  </a:cubicBezTo>
                  <a:cubicBezTo>
                    <a:pt x="1639" y="2111"/>
                    <a:pt x="1860" y="2300"/>
                    <a:pt x="2049" y="2300"/>
                  </a:cubicBezTo>
                  <a:cubicBezTo>
                    <a:pt x="2269" y="2300"/>
                    <a:pt x="2490" y="2111"/>
                    <a:pt x="2490" y="1891"/>
                  </a:cubicBezTo>
                  <a:cubicBezTo>
                    <a:pt x="2490" y="1324"/>
                    <a:pt x="2112" y="883"/>
                    <a:pt x="1639" y="694"/>
                  </a:cubicBezTo>
                  <a:lnTo>
                    <a:pt x="1639" y="410"/>
                  </a:lnTo>
                  <a:cubicBezTo>
                    <a:pt x="1639" y="189"/>
                    <a:pt x="1450"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92" name="Google Shape;15692;p83"/>
          <p:cNvGrpSpPr/>
          <p:nvPr/>
        </p:nvGrpSpPr>
        <p:grpSpPr>
          <a:xfrm>
            <a:off x="3531982" y="3947883"/>
            <a:ext cx="413057" cy="487125"/>
            <a:chOff x="-60597975" y="1939525"/>
            <a:chExt cx="267825" cy="315850"/>
          </a:xfrm>
        </p:grpSpPr>
        <p:sp>
          <p:nvSpPr>
            <p:cNvPr id="15693" name="Google Shape;15693;p83"/>
            <p:cNvSpPr/>
            <p:nvPr/>
          </p:nvSpPr>
          <p:spPr>
            <a:xfrm>
              <a:off x="-60597975" y="1939525"/>
              <a:ext cx="267825" cy="315850"/>
            </a:xfrm>
            <a:custGeom>
              <a:avLst/>
              <a:gdLst/>
              <a:ahLst/>
              <a:cxnLst/>
              <a:rect l="l" t="t" r="r" b="b"/>
              <a:pathLst>
                <a:path w="10713" h="12634" extrusionOk="0">
                  <a:moveTo>
                    <a:pt x="7436" y="788"/>
                  </a:moveTo>
                  <a:lnTo>
                    <a:pt x="7436" y="1859"/>
                  </a:lnTo>
                  <a:cubicBezTo>
                    <a:pt x="7310" y="1733"/>
                    <a:pt x="7247" y="1607"/>
                    <a:pt x="6995" y="1607"/>
                  </a:cubicBezTo>
                  <a:cubicBezTo>
                    <a:pt x="6806" y="1607"/>
                    <a:pt x="6743" y="1733"/>
                    <a:pt x="6617" y="1859"/>
                  </a:cubicBezTo>
                  <a:lnTo>
                    <a:pt x="6617" y="788"/>
                  </a:lnTo>
                  <a:close/>
                  <a:moveTo>
                    <a:pt x="9515" y="788"/>
                  </a:moveTo>
                  <a:cubicBezTo>
                    <a:pt x="9767" y="788"/>
                    <a:pt x="9925" y="977"/>
                    <a:pt x="9925" y="1197"/>
                  </a:cubicBezTo>
                  <a:lnTo>
                    <a:pt x="9925" y="4222"/>
                  </a:lnTo>
                  <a:lnTo>
                    <a:pt x="2490" y="4222"/>
                  </a:lnTo>
                  <a:lnTo>
                    <a:pt x="2490" y="788"/>
                  </a:lnTo>
                  <a:lnTo>
                    <a:pt x="5798" y="788"/>
                  </a:lnTo>
                  <a:lnTo>
                    <a:pt x="5798" y="2867"/>
                  </a:lnTo>
                  <a:cubicBezTo>
                    <a:pt x="5798" y="3119"/>
                    <a:pt x="5980" y="3287"/>
                    <a:pt x="6185" y="3287"/>
                  </a:cubicBezTo>
                  <a:cubicBezTo>
                    <a:pt x="6288" y="3287"/>
                    <a:pt x="6396" y="3245"/>
                    <a:pt x="6491" y="3151"/>
                  </a:cubicBezTo>
                  <a:lnTo>
                    <a:pt x="7058" y="2615"/>
                  </a:lnTo>
                  <a:lnTo>
                    <a:pt x="7594" y="3151"/>
                  </a:lnTo>
                  <a:cubicBezTo>
                    <a:pt x="7688" y="3245"/>
                    <a:pt x="7800" y="3287"/>
                    <a:pt x="7907" y="3287"/>
                  </a:cubicBezTo>
                  <a:cubicBezTo>
                    <a:pt x="8122" y="3287"/>
                    <a:pt x="8318" y="3119"/>
                    <a:pt x="8318" y="2867"/>
                  </a:cubicBezTo>
                  <a:lnTo>
                    <a:pt x="8318" y="788"/>
                  </a:lnTo>
                  <a:close/>
                  <a:moveTo>
                    <a:pt x="9925" y="5041"/>
                  </a:moveTo>
                  <a:lnTo>
                    <a:pt x="9925" y="8349"/>
                  </a:lnTo>
                  <a:lnTo>
                    <a:pt x="2490" y="8349"/>
                  </a:lnTo>
                  <a:lnTo>
                    <a:pt x="2490" y="5041"/>
                  </a:lnTo>
                  <a:close/>
                  <a:moveTo>
                    <a:pt x="9925" y="9168"/>
                  </a:moveTo>
                  <a:lnTo>
                    <a:pt x="9925" y="11373"/>
                  </a:lnTo>
                  <a:cubicBezTo>
                    <a:pt x="9925" y="11625"/>
                    <a:pt x="9736" y="11783"/>
                    <a:pt x="9515" y="11783"/>
                  </a:cubicBezTo>
                  <a:lnTo>
                    <a:pt x="2490" y="11783"/>
                  </a:lnTo>
                  <a:lnTo>
                    <a:pt x="2490" y="9168"/>
                  </a:lnTo>
                  <a:close/>
                  <a:moveTo>
                    <a:pt x="1639" y="788"/>
                  </a:moveTo>
                  <a:lnTo>
                    <a:pt x="1639" y="11814"/>
                  </a:lnTo>
                  <a:lnTo>
                    <a:pt x="820" y="11814"/>
                  </a:lnTo>
                  <a:lnTo>
                    <a:pt x="820" y="788"/>
                  </a:lnTo>
                  <a:close/>
                  <a:moveTo>
                    <a:pt x="379" y="0"/>
                  </a:moveTo>
                  <a:cubicBezTo>
                    <a:pt x="158" y="0"/>
                    <a:pt x="1" y="189"/>
                    <a:pt x="1" y="410"/>
                  </a:cubicBezTo>
                  <a:lnTo>
                    <a:pt x="1" y="12256"/>
                  </a:lnTo>
                  <a:cubicBezTo>
                    <a:pt x="1" y="12445"/>
                    <a:pt x="190" y="12634"/>
                    <a:pt x="379" y="12634"/>
                  </a:cubicBezTo>
                  <a:lnTo>
                    <a:pt x="9484" y="12634"/>
                  </a:lnTo>
                  <a:cubicBezTo>
                    <a:pt x="10146" y="12634"/>
                    <a:pt x="10713" y="12098"/>
                    <a:pt x="10713" y="11436"/>
                  </a:cubicBezTo>
                  <a:lnTo>
                    <a:pt x="10713" y="1229"/>
                  </a:lnTo>
                  <a:cubicBezTo>
                    <a:pt x="10713" y="567"/>
                    <a:pt x="10177" y="0"/>
                    <a:pt x="948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4" name="Google Shape;15694;p83"/>
            <p:cNvSpPr/>
            <p:nvPr/>
          </p:nvSpPr>
          <p:spPr>
            <a:xfrm>
              <a:off x="-60494775" y="2097050"/>
              <a:ext cx="103175" cy="20500"/>
            </a:xfrm>
            <a:custGeom>
              <a:avLst/>
              <a:gdLst/>
              <a:ahLst/>
              <a:cxnLst/>
              <a:rect l="l" t="t" r="r" b="b"/>
              <a:pathLst>
                <a:path w="4127" h="820" extrusionOk="0">
                  <a:moveTo>
                    <a:pt x="410" y="0"/>
                  </a:moveTo>
                  <a:cubicBezTo>
                    <a:pt x="158" y="0"/>
                    <a:pt x="0" y="189"/>
                    <a:pt x="0" y="410"/>
                  </a:cubicBezTo>
                  <a:cubicBezTo>
                    <a:pt x="0" y="630"/>
                    <a:pt x="189" y="819"/>
                    <a:pt x="410" y="819"/>
                  </a:cubicBezTo>
                  <a:lnTo>
                    <a:pt x="3718" y="819"/>
                  </a:lnTo>
                  <a:cubicBezTo>
                    <a:pt x="3938" y="819"/>
                    <a:pt x="4127" y="630"/>
                    <a:pt x="4127" y="410"/>
                  </a:cubicBezTo>
                  <a:cubicBezTo>
                    <a:pt x="4127" y="158"/>
                    <a:pt x="3938" y="0"/>
                    <a:pt x="37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95" name="Google Shape;15695;p83"/>
          <p:cNvGrpSpPr/>
          <p:nvPr/>
        </p:nvGrpSpPr>
        <p:grpSpPr>
          <a:xfrm>
            <a:off x="3492519" y="4527117"/>
            <a:ext cx="491983" cy="491367"/>
            <a:chOff x="-60620800" y="2304600"/>
            <a:chExt cx="319000" cy="318600"/>
          </a:xfrm>
        </p:grpSpPr>
        <p:sp>
          <p:nvSpPr>
            <p:cNvPr id="15696" name="Google Shape;15696;p83"/>
            <p:cNvSpPr/>
            <p:nvPr/>
          </p:nvSpPr>
          <p:spPr>
            <a:xfrm>
              <a:off x="-60620800" y="2304600"/>
              <a:ext cx="319000" cy="318600"/>
            </a:xfrm>
            <a:custGeom>
              <a:avLst/>
              <a:gdLst/>
              <a:ahLst/>
              <a:cxnLst/>
              <a:rect l="l" t="t" r="r" b="b"/>
              <a:pathLst>
                <a:path w="12760" h="12744" extrusionOk="0">
                  <a:moveTo>
                    <a:pt x="10939" y="845"/>
                  </a:moveTo>
                  <a:cubicBezTo>
                    <a:pt x="10969" y="845"/>
                    <a:pt x="11001" y="853"/>
                    <a:pt x="11027" y="866"/>
                  </a:cubicBezTo>
                  <a:lnTo>
                    <a:pt x="11752" y="1276"/>
                  </a:lnTo>
                  <a:cubicBezTo>
                    <a:pt x="11783" y="1339"/>
                    <a:pt x="11815" y="1433"/>
                    <a:pt x="11783" y="1465"/>
                  </a:cubicBezTo>
                  <a:lnTo>
                    <a:pt x="11437" y="2063"/>
                  </a:lnTo>
                  <a:lnTo>
                    <a:pt x="10491" y="1496"/>
                  </a:lnTo>
                  <a:lnTo>
                    <a:pt x="10838" y="898"/>
                  </a:lnTo>
                  <a:cubicBezTo>
                    <a:pt x="10856" y="861"/>
                    <a:pt x="10897" y="845"/>
                    <a:pt x="10939" y="845"/>
                  </a:cubicBezTo>
                  <a:close/>
                  <a:moveTo>
                    <a:pt x="10050" y="2252"/>
                  </a:moveTo>
                  <a:lnTo>
                    <a:pt x="10995" y="2819"/>
                  </a:lnTo>
                  <a:lnTo>
                    <a:pt x="8916" y="6379"/>
                  </a:lnTo>
                  <a:lnTo>
                    <a:pt x="7971" y="5844"/>
                  </a:lnTo>
                  <a:lnTo>
                    <a:pt x="10050" y="2252"/>
                  </a:lnTo>
                  <a:close/>
                  <a:moveTo>
                    <a:pt x="7813" y="6663"/>
                  </a:moveTo>
                  <a:lnTo>
                    <a:pt x="8318" y="6978"/>
                  </a:lnTo>
                  <a:lnTo>
                    <a:pt x="7782" y="7324"/>
                  </a:lnTo>
                  <a:lnTo>
                    <a:pt x="7813" y="6663"/>
                  </a:lnTo>
                  <a:close/>
                  <a:moveTo>
                    <a:pt x="11342" y="5245"/>
                  </a:moveTo>
                  <a:cubicBezTo>
                    <a:pt x="11594" y="5245"/>
                    <a:pt x="11752" y="5434"/>
                    <a:pt x="11752" y="5686"/>
                  </a:cubicBezTo>
                  <a:lnTo>
                    <a:pt x="11752" y="11483"/>
                  </a:lnTo>
                  <a:cubicBezTo>
                    <a:pt x="11752" y="11704"/>
                    <a:pt x="11531" y="11893"/>
                    <a:pt x="11342" y="11893"/>
                  </a:cubicBezTo>
                  <a:lnTo>
                    <a:pt x="1197" y="11893"/>
                  </a:lnTo>
                  <a:cubicBezTo>
                    <a:pt x="945" y="11893"/>
                    <a:pt x="788" y="11704"/>
                    <a:pt x="788" y="11483"/>
                  </a:cubicBezTo>
                  <a:lnTo>
                    <a:pt x="788" y="5686"/>
                  </a:lnTo>
                  <a:cubicBezTo>
                    <a:pt x="788" y="5434"/>
                    <a:pt x="977" y="5245"/>
                    <a:pt x="1197" y="5245"/>
                  </a:cubicBezTo>
                  <a:lnTo>
                    <a:pt x="7372" y="5245"/>
                  </a:lnTo>
                  <a:lnTo>
                    <a:pt x="7057" y="5749"/>
                  </a:lnTo>
                  <a:cubicBezTo>
                    <a:pt x="7026" y="5812"/>
                    <a:pt x="7026" y="5875"/>
                    <a:pt x="7026" y="5970"/>
                  </a:cubicBezTo>
                  <a:lnTo>
                    <a:pt x="6900" y="7734"/>
                  </a:lnTo>
                  <a:lnTo>
                    <a:pt x="5545" y="7734"/>
                  </a:lnTo>
                  <a:cubicBezTo>
                    <a:pt x="5325" y="7734"/>
                    <a:pt x="5167" y="7923"/>
                    <a:pt x="5167" y="8175"/>
                  </a:cubicBezTo>
                  <a:cubicBezTo>
                    <a:pt x="5167" y="8396"/>
                    <a:pt x="5356" y="8585"/>
                    <a:pt x="5545" y="8585"/>
                  </a:cubicBezTo>
                  <a:lnTo>
                    <a:pt x="10523" y="8585"/>
                  </a:lnTo>
                  <a:cubicBezTo>
                    <a:pt x="10743" y="8585"/>
                    <a:pt x="10964" y="8396"/>
                    <a:pt x="10964" y="8175"/>
                  </a:cubicBezTo>
                  <a:cubicBezTo>
                    <a:pt x="10964" y="7923"/>
                    <a:pt x="10743" y="7734"/>
                    <a:pt x="10523" y="7734"/>
                  </a:cubicBezTo>
                  <a:lnTo>
                    <a:pt x="8633" y="7734"/>
                  </a:lnTo>
                  <a:lnTo>
                    <a:pt x="9294" y="7293"/>
                  </a:lnTo>
                  <a:cubicBezTo>
                    <a:pt x="9326" y="7261"/>
                    <a:pt x="9420" y="7230"/>
                    <a:pt x="9420" y="7135"/>
                  </a:cubicBezTo>
                  <a:lnTo>
                    <a:pt x="10523" y="5245"/>
                  </a:lnTo>
                  <a:close/>
                  <a:moveTo>
                    <a:pt x="10933" y="0"/>
                  </a:moveTo>
                  <a:cubicBezTo>
                    <a:pt x="10599" y="0"/>
                    <a:pt x="10280" y="175"/>
                    <a:pt x="10113" y="488"/>
                  </a:cubicBezTo>
                  <a:lnTo>
                    <a:pt x="9578" y="1433"/>
                  </a:lnTo>
                  <a:lnTo>
                    <a:pt x="7877" y="4395"/>
                  </a:lnTo>
                  <a:lnTo>
                    <a:pt x="1229" y="4395"/>
                  </a:lnTo>
                  <a:cubicBezTo>
                    <a:pt x="567" y="4395"/>
                    <a:pt x="0" y="4930"/>
                    <a:pt x="0" y="5592"/>
                  </a:cubicBezTo>
                  <a:lnTo>
                    <a:pt x="0" y="11483"/>
                  </a:lnTo>
                  <a:cubicBezTo>
                    <a:pt x="0" y="12145"/>
                    <a:pt x="567" y="12743"/>
                    <a:pt x="1229" y="12743"/>
                  </a:cubicBezTo>
                  <a:lnTo>
                    <a:pt x="11374" y="12743"/>
                  </a:lnTo>
                  <a:cubicBezTo>
                    <a:pt x="12067" y="12743"/>
                    <a:pt x="12602" y="12176"/>
                    <a:pt x="12602" y="11483"/>
                  </a:cubicBezTo>
                  <a:lnTo>
                    <a:pt x="12602" y="5686"/>
                  </a:lnTo>
                  <a:cubicBezTo>
                    <a:pt x="12602" y="5025"/>
                    <a:pt x="12067" y="4458"/>
                    <a:pt x="11374" y="4458"/>
                  </a:cubicBezTo>
                  <a:lnTo>
                    <a:pt x="11027" y="4458"/>
                  </a:lnTo>
                  <a:lnTo>
                    <a:pt x="12508" y="1937"/>
                  </a:lnTo>
                  <a:cubicBezTo>
                    <a:pt x="12760" y="1433"/>
                    <a:pt x="12602" y="835"/>
                    <a:pt x="12130" y="551"/>
                  </a:cubicBezTo>
                  <a:lnTo>
                    <a:pt x="11437" y="141"/>
                  </a:lnTo>
                  <a:cubicBezTo>
                    <a:pt x="11277" y="46"/>
                    <a:pt x="11103" y="0"/>
                    <a:pt x="109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7" name="Google Shape;15697;p83"/>
            <p:cNvSpPr/>
            <p:nvPr/>
          </p:nvSpPr>
          <p:spPr>
            <a:xfrm>
              <a:off x="-60491625" y="2560150"/>
              <a:ext cx="144925" cy="20525"/>
            </a:xfrm>
            <a:custGeom>
              <a:avLst/>
              <a:gdLst/>
              <a:ahLst/>
              <a:cxnLst/>
              <a:rect l="l" t="t" r="r" b="b"/>
              <a:pathLst>
                <a:path w="5797" h="821" extrusionOk="0">
                  <a:moveTo>
                    <a:pt x="378" y="1"/>
                  </a:moveTo>
                  <a:cubicBezTo>
                    <a:pt x="158" y="1"/>
                    <a:pt x="0" y="190"/>
                    <a:pt x="0" y="411"/>
                  </a:cubicBezTo>
                  <a:cubicBezTo>
                    <a:pt x="0" y="663"/>
                    <a:pt x="189" y="820"/>
                    <a:pt x="378" y="820"/>
                  </a:cubicBezTo>
                  <a:lnTo>
                    <a:pt x="5356" y="820"/>
                  </a:lnTo>
                  <a:cubicBezTo>
                    <a:pt x="5576" y="820"/>
                    <a:pt x="5797" y="631"/>
                    <a:pt x="5797" y="411"/>
                  </a:cubicBezTo>
                  <a:cubicBezTo>
                    <a:pt x="5797" y="190"/>
                    <a:pt x="5576" y="1"/>
                    <a:pt x="53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8" name="Google Shape;15698;p83"/>
            <p:cNvSpPr/>
            <p:nvPr/>
          </p:nvSpPr>
          <p:spPr>
            <a:xfrm>
              <a:off x="-60573550" y="2445950"/>
              <a:ext cx="62250" cy="146525"/>
            </a:xfrm>
            <a:custGeom>
              <a:avLst/>
              <a:gdLst/>
              <a:ahLst/>
              <a:cxnLst/>
              <a:rect l="l" t="t" r="r" b="b"/>
              <a:pathLst>
                <a:path w="2490" h="5861" extrusionOk="0">
                  <a:moveTo>
                    <a:pt x="1229" y="1"/>
                  </a:moveTo>
                  <a:cubicBezTo>
                    <a:pt x="977" y="1"/>
                    <a:pt x="820" y="190"/>
                    <a:pt x="820" y="410"/>
                  </a:cubicBezTo>
                  <a:lnTo>
                    <a:pt x="820" y="694"/>
                  </a:lnTo>
                  <a:cubicBezTo>
                    <a:pt x="347" y="851"/>
                    <a:pt x="1" y="1324"/>
                    <a:pt x="1" y="1891"/>
                  </a:cubicBezTo>
                  <a:cubicBezTo>
                    <a:pt x="1" y="2553"/>
                    <a:pt x="568" y="2931"/>
                    <a:pt x="977" y="3246"/>
                  </a:cubicBezTo>
                  <a:cubicBezTo>
                    <a:pt x="1292" y="3498"/>
                    <a:pt x="1670" y="3718"/>
                    <a:pt x="1670" y="3970"/>
                  </a:cubicBezTo>
                  <a:cubicBezTo>
                    <a:pt x="1670" y="4191"/>
                    <a:pt x="1450" y="4348"/>
                    <a:pt x="1229" y="4348"/>
                  </a:cubicBezTo>
                  <a:cubicBezTo>
                    <a:pt x="977" y="4348"/>
                    <a:pt x="820" y="4159"/>
                    <a:pt x="820" y="3970"/>
                  </a:cubicBezTo>
                  <a:cubicBezTo>
                    <a:pt x="820" y="3718"/>
                    <a:pt x="631" y="3529"/>
                    <a:pt x="442" y="3529"/>
                  </a:cubicBezTo>
                  <a:cubicBezTo>
                    <a:pt x="190" y="3529"/>
                    <a:pt x="1" y="3718"/>
                    <a:pt x="1" y="3970"/>
                  </a:cubicBezTo>
                  <a:cubicBezTo>
                    <a:pt x="1" y="4506"/>
                    <a:pt x="347" y="4947"/>
                    <a:pt x="820" y="5136"/>
                  </a:cubicBezTo>
                  <a:lnTo>
                    <a:pt x="820" y="5420"/>
                  </a:lnTo>
                  <a:cubicBezTo>
                    <a:pt x="820" y="5672"/>
                    <a:pt x="1040" y="5861"/>
                    <a:pt x="1229" y="5861"/>
                  </a:cubicBezTo>
                  <a:cubicBezTo>
                    <a:pt x="1450" y="5861"/>
                    <a:pt x="1670" y="5672"/>
                    <a:pt x="1670" y="5420"/>
                  </a:cubicBezTo>
                  <a:lnTo>
                    <a:pt x="1670" y="5136"/>
                  </a:lnTo>
                  <a:cubicBezTo>
                    <a:pt x="2143" y="4979"/>
                    <a:pt x="2489" y="4506"/>
                    <a:pt x="2489" y="3970"/>
                  </a:cubicBezTo>
                  <a:cubicBezTo>
                    <a:pt x="2489" y="3309"/>
                    <a:pt x="1922" y="2899"/>
                    <a:pt x="1513" y="2584"/>
                  </a:cubicBezTo>
                  <a:cubicBezTo>
                    <a:pt x="1198" y="2364"/>
                    <a:pt x="820" y="2112"/>
                    <a:pt x="820" y="1891"/>
                  </a:cubicBezTo>
                  <a:cubicBezTo>
                    <a:pt x="788" y="1639"/>
                    <a:pt x="977" y="1450"/>
                    <a:pt x="1229" y="1450"/>
                  </a:cubicBezTo>
                  <a:cubicBezTo>
                    <a:pt x="1450" y="1450"/>
                    <a:pt x="1670" y="1639"/>
                    <a:pt x="1670" y="1891"/>
                  </a:cubicBezTo>
                  <a:cubicBezTo>
                    <a:pt x="1670" y="2112"/>
                    <a:pt x="1859" y="2269"/>
                    <a:pt x="2048" y="2269"/>
                  </a:cubicBezTo>
                  <a:cubicBezTo>
                    <a:pt x="2300" y="2269"/>
                    <a:pt x="2489" y="2080"/>
                    <a:pt x="2489" y="1891"/>
                  </a:cubicBezTo>
                  <a:cubicBezTo>
                    <a:pt x="2489" y="1324"/>
                    <a:pt x="2143" y="883"/>
                    <a:pt x="1670" y="694"/>
                  </a:cubicBezTo>
                  <a:lnTo>
                    <a:pt x="1670" y="410"/>
                  </a:lnTo>
                  <a:cubicBezTo>
                    <a:pt x="1670" y="190"/>
                    <a:pt x="1450"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99" name="Google Shape;15699;p83"/>
          <p:cNvGrpSpPr/>
          <p:nvPr/>
        </p:nvGrpSpPr>
        <p:grpSpPr>
          <a:xfrm>
            <a:off x="3494331" y="5187984"/>
            <a:ext cx="488359" cy="349901"/>
            <a:chOff x="-60621600" y="2716100"/>
            <a:chExt cx="316650" cy="226875"/>
          </a:xfrm>
        </p:grpSpPr>
        <p:sp>
          <p:nvSpPr>
            <p:cNvPr id="15700" name="Google Shape;15700;p83"/>
            <p:cNvSpPr/>
            <p:nvPr/>
          </p:nvSpPr>
          <p:spPr>
            <a:xfrm>
              <a:off x="-60621600" y="2716100"/>
              <a:ext cx="316650" cy="226875"/>
            </a:xfrm>
            <a:custGeom>
              <a:avLst/>
              <a:gdLst/>
              <a:ahLst/>
              <a:cxnLst/>
              <a:rect l="l" t="t" r="r" b="b"/>
              <a:pathLst>
                <a:path w="12666" h="9075" extrusionOk="0">
                  <a:moveTo>
                    <a:pt x="11374" y="789"/>
                  </a:moveTo>
                  <a:cubicBezTo>
                    <a:pt x="11626" y="789"/>
                    <a:pt x="11815" y="1009"/>
                    <a:pt x="11815" y="1230"/>
                  </a:cubicBezTo>
                  <a:lnTo>
                    <a:pt x="11815" y="1671"/>
                  </a:lnTo>
                  <a:lnTo>
                    <a:pt x="788" y="1671"/>
                  </a:lnTo>
                  <a:lnTo>
                    <a:pt x="788" y="1230"/>
                  </a:lnTo>
                  <a:cubicBezTo>
                    <a:pt x="788" y="1009"/>
                    <a:pt x="977" y="789"/>
                    <a:pt x="1166" y="789"/>
                  </a:cubicBezTo>
                  <a:close/>
                  <a:moveTo>
                    <a:pt x="11815" y="2490"/>
                  </a:moveTo>
                  <a:lnTo>
                    <a:pt x="11815" y="7877"/>
                  </a:lnTo>
                  <a:cubicBezTo>
                    <a:pt x="11815" y="8129"/>
                    <a:pt x="11626" y="8318"/>
                    <a:pt x="11374" y="8318"/>
                  </a:cubicBezTo>
                  <a:lnTo>
                    <a:pt x="1166" y="8318"/>
                  </a:lnTo>
                  <a:cubicBezTo>
                    <a:pt x="946" y="8318"/>
                    <a:pt x="788" y="8129"/>
                    <a:pt x="788" y="7877"/>
                  </a:cubicBezTo>
                  <a:lnTo>
                    <a:pt x="788" y="2490"/>
                  </a:lnTo>
                  <a:close/>
                  <a:moveTo>
                    <a:pt x="1229" y="1"/>
                  </a:moveTo>
                  <a:cubicBezTo>
                    <a:pt x="536" y="1"/>
                    <a:pt x="1" y="568"/>
                    <a:pt x="1" y="1230"/>
                  </a:cubicBezTo>
                  <a:lnTo>
                    <a:pt x="1" y="7846"/>
                  </a:lnTo>
                  <a:cubicBezTo>
                    <a:pt x="1" y="8507"/>
                    <a:pt x="536" y="9074"/>
                    <a:pt x="1229" y="9074"/>
                  </a:cubicBezTo>
                  <a:lnTo>
                    <a:pt x="11406" y="9074"/>
                  </a:lnTo>
                  <a:cubicBezTo>
                    <a:pt x="12099" y="9074"/>
                    <a:pt x="12666" y="8507"/>
                    <a:pt x="12666" y="7846"/>
                  </a:cubicBezTo>
                  <a:lnTo>
                    <a:pt x="12666" y="1230"/>
                  </a:lnTo>
                  <a:cubicBezTo>
                    <a:pt x="12634" y="568"/>
                    <a:pt x="12099" y="1"/>
                    <a:pt x="114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1" name="Google Shape;15701;p83"/>
            <p:cNvSpPr/>
            <p:nvPr/>
          </p:nvSpPr>
          <p:spPr>
            <a:xfrm>
              <a:off x="-60546775" y="2798025"/>
              <a:ext cx="166225" cy="104775"/>
            </a:xfrm>
            <a:custGeom>
              <a:avLst/>
              <a:gdLst/>
              <a:ahLst/>
              <a:cxnLst/>
              <a:rect l="l" t="t" r="r" b="b"/>
              <a:pathLst>
                <a:path w="6649" h="4191" extrusionOk="0">
                  <a:moveTo>
                    <a:pt x="2080" y="883"/>
                  </a:moveTo>
                  <a:cubicBezTo>
                    <a:pt x="2332" y="883"/>
                    <a:pt x="2553" y="946"/>
                    <a:pt x="2805" y="1072"/>
                  </a:cubicBezTo>
                  <a:cubicBezTo>
                    <a:pt x="2647" y="1387"/>
                    <a:pt x="2521" y="1733"/>
                    <a:pt x="2521" y="2080"/>
                  </a:cubicBezTo>
                  <a:cubicBezTo>
                    <a:pt x="2521" y="2489"/>
                    <a:pt x="2647" y="2804"/>
                    <a:pt x="2805" y="3119"/>
                  </a:cubicBezTo>
                  <a:cubicBezTo>
                    <a:pt x="2584" y="3245"/>
                    <a:pt x="2364" y="3308"/>
                    <a:pt x="2080" y="3308"/>
                  </a:cubicBezTo>
                  <a:cubicBezTo>
                    <a:pt x="1418" y="3308"/>
                    <a:pt x="820" y="2741"/>
                    <a:pt x="820" y="2048"/>
                  </a:cubicBezTo>
                  <a:cubicBezTo>
                    <a:pt x="820" y="1418"/>
                    <a:pt x="1418" y="883"/>
                    <a:pt x="2080" y="883"/>
                  </a:cubicBezTo>
                  <a:close/>
                  <a:moveTo>
                    <a:pt x="4569" y="883"/>
                  </a:moveTo>
                  <a:cubicBezTo>
                    <a:pt x="5231" y="883"/>
                    <a:pt x="5798" y="1418"/>
                    <a:pt x="5798" y="2080"/>
                  </a:cubicBezTo>
                  <a:cubicBezTo>
                    <a:pt x="5798" y="2741"/>
                    <a:pt x="5231" y="3340"/>
                    <a:pt x="4569" y="3340"/>
                  </a:cubicBezTo>
                  <a:cubicBezTo>
                    <a:pt x="3907" y="3340"/>
                    <a:pt x="3340" y="2804"/>
                    <a:pt x="3340" y="2080"/>
                  </a:cubicBezTo>
                  <a:cubicBezTo>
                    <a:pt x="3309" y="1418"/>
                    <a:pt x="3907" y="883"/>
                    <a:pt x="4569" y="883"/>
                  </a:cubicBezTo>
                  <a:close/>
                  <a:moveTo>
                    <a:pt x="2080" y="0"/>
                  </a:moveTo>
                  <a:cubicBezTo>
                    <a:pt x="946" y="0"/>
                    <a:pt x="1" y="946"/>
                    <a:pt x="1" y="2080"/>
                  </a:cubicBezTo>
                  <a:cubicBezTo>
                    <a:pt x="1" y="3245"/>
                    <a:pt x="946" y="4191"/>
                    <a:pt x="2080" y="4191"/>
                  </a:cubicBezTo>
                  <a:cubicBezTo>
                    <a:pt x="2521" y="4191"/>
                    <a:pt x="2962" y="4033"/>
                    <a:pt x="3340" y="3749"/>
                  </a:cubicBezTo>
                  <a:cubicBezTo>
                    <a:pt x="3687" y="4033"/>
                    <a:pt x="4128" y="4191"/>
                    <a:pt x="4569" y="4191"/>
                  </a:cubicBezTo>
                  <a:cubicBezTo>
                    <a:pt x="5703" y="4191"/>
                    <a:pt x="6648" y="3245"/>
                    <a:pt x="6648" y="2080"/>
                  </a:cubicBezTo>
                  <a:cubicBezTo>
                    <a:pt x="6648" y="946"/>
                    <a:pt x="5703" y="0"/>
                    <a:pt x="4569" y="0"/>
                  </a:cubicBezTo>
                  <a:cubicBezTo>
                    <a:pt x="4096" y="0"/>
                    <a:pt x="3655" y="158"/>
                    <a:pt x="3340" y="441"/>
                  </a:cubicBezTo>
                  <a:cubicBezTo>
                    <a:pt x="2994" y="158"/>
                    <a:pt x="2553"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02" name="Google Shape;15702;p83"/>
          <p:cNvGrpSpPr/>
          <p:nvPr/>
        </p:nvGrpSpPr>
        <p:grpSpPr>
          <a:xfrm>
            <a:off x="5277287" y="5118775"/>
            <a:ext cx="477408" cy="488320"/>
            <a:chOff x="-59475600" y="2658625"/>
            <a:chExt cx="309550" cy="316625"/>
          </a:xfrm>
        </p:grpSpPr>
        <p:sp>
          <p:nvSpPr>
            <p:cNvPr id="15703" name="Google Shape;15703;p83"/>
            <p:cNvSpPr/>
            <p:nvPr/>
          </p:nvSpPr>
          <p:spPr>
            <a:xfrm>
              <a:off x="-59427550" y="291302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630" y="788"/>
                    <a:pt x="788" y="630"/>
                    <a:pt x="788" y="410"/>
                  </a:cubicBezTo>
                  <a:cubicBezTo>
                    <a:pt x="788" y="189"/>
                    <a:pt x="630"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4" name="Google Shape;15704;p83"/>
            <p:cNvSpPr/>
            <p:nvPr/>
          </p:nvSpPr>
          <p:spPr>
            <a:xfrm>
              <a:off x="-59428350" y="2699575"/>
              <a:ext cx="20500" cy="152825"/>
            </a:xfrm>
            <a:custGeom>
              <a:avLst/>
              <a:gdLst/>
              <a:ahLst/>
              <a:cxnLst/>
              <a:rect l="l" t="t" r="r" b="b"/>
              <a:pathLst>
                <a:path w="820" h="6113" extrusionOk="0">
                  <a:moveTo>
                    <a:pt x="442" y="0"/>
                  </a:moveTo>
                  <a:cubicBezTo>
                    <a:pt x="190" y="0"/>
                    <a:pt x="1" y="189"/>
                    <a:pt x="1" y="441"/>
                  </a:cubicBezTo>
                  <a:lnTo>
                    <a:pt x="1" y="5671"/>
                  </a:lnTo>
                  <a:cubicBezTo>
                    <a:pt x="1"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5" name="Google Shape;15705;p83"/>
            <p:cNvSpPr/>
            <p:nvPr/>
          </p:nvSpPr>
          <p:spPr>
            <a:xfrm>
              <a:off x="-59330675" y="2913025"/>
              <a:ext cx="19700" cy="19700"/>
            </a:xfrm>
            <a:custGeom>
              <a:avLst/>
              <a:gdLst/>
              <a:ahLst/>
              <a:cxnLst/>
              <a:rect l="l" t="t" r="r" b="b"/>
              <a:pathLst>
                <a:path w="788" h="788" extrusionOk="0">
                  <a:moveTo>
                    <a:pt x="378" y="0"/>
                  </a:moveTo>
                  <a:cubicBezTo>
                    <a:pt x="158" y="0"/>
                    <a:pt x="0" y="189"/>
                    <a:pt x="0" y="410"/>
                  </a:cubicBezTo>
                  <a:cubicBezTo>
                    <a:pt x="0" y="630"/>
                    <a:pt x="158"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6" name="Google Shape;15706;p83"/>
            <p:cNvSpPr/>
            <p:nvPr/>
          </p:nvSpPr>
          <p:spPr>
            <a:xfrm>
              <a:off x="-59330675" y="2699575"/>
              <a:ext cx="20500" cy="152825"/>
            </a:xfrm>
            <a:custGeom>
              <a:avLst/>
              <a:gdLst/>
              <a:ahLst/>
              <a:cxnLst/>
              <a:rect l="l" t="t" r="r" b="b"/>
              <a:pathLst>
                <a:path w="820" h="6113" extrusionOk="0">
                  <a:moveTo>
                    <a:pt x="378" y="0"/>
                  </a:moveTo>
                  <a:cubicBezTo>
                    <a:pt x="158" y="0"/>
                    <a:pt x="0" y="189"/>
                    <a:pt x="0" y="441"/>
                  </a:cubicBezTo>
                  <a:lnTo>
                    <a:pt x="0" y="5671"/>
                  </a:lnTo>
                  <a:cubicBezTo>
                    <a:pt x="0" y="5923"/>
                    <a:pt x="189" y="6112"/>
                    <a:pt x="378" y="6112"/>
                  </a:cubicBezTo>
                  <a:cubicBezTo>
                    <a:pt x="630" y="6112"/>
                    <a:pt x="820" y="5923"/>
                    <a:pt x="820" y="5671"/>
                  </a:cubicBezTo>
                  <a:lnTo>
                    <a:pt x="820" y="410"/>
                  </a:lnTo>
                  <a:cubicBezTo>
                    <a:pt x="788"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7" name="Google Shape;15707;p83"/>
            <p:cNvSpPr/>
            <p:nvPr/>
          </p:nvSpPr>
          <p:spPr>
            <a:xfrm>
              <a:off x="-59475600" y="2658625"/>
              <a:ext cx="309550" cy="316625"/>
            </a:xfrm>
            <a:custGeom>
              <a:avLst/>
              <a:gdLst/>
              <a:ahLst/>
              <a:cxnLst/>
              <a:rect l="l" t="t" r="r" b="b"/>
              <a:pathLst>
                <a:path w="12382" h="12665" extrusionOk="0">
                  <a:moveTo>
                    <a:pt x="3372" y="788"/>
                  </a:moveTo>
                  <a:cubicBezTo>
                    <a:pt x="3624" y="788"/>
                    <a:pt x="3813" y="977"/>
                    <a:pt x="3813" y="1197"/>
                  </a:cubicBezTo>
                  <a:lnTo>
                    <a:pt x="3813" y="8538"/>
                  </a:lnTo>
                  <a:lnTo>
                    <a:pt x="788" y="8538"/>
                  </a:lnTo>
                  <a:lnTo>
                    <a:pt x="788" y="1197"/>
                  </a:lnTo>
                  <a:cubicBezTo>
                    <a:pt x="788" y="977"/>
                    <a:pt x="977" y="788"/>
                    <a:pt x="1166" y="788"/>
                  </a:cubicBezTo>
                  <a:close/>
                  <a:moveTo>
                    <a:pt x="7278" y="788"/>
                  </a:moveTo>
                  <a:cubicBezTo>
                    <a:pt x="7530" y="788"/>
                    <a:pt x="7688" y="977"/>
                    <a:pt x="7688" y="1197"/>
                  </a:cubicBezTo>
                  <a:lnTo>
                    <a:pt x="7688" y="8538"/>
                  </a:lnTo>
                  <a:lnTo>
                    <a:pt x="4632" y="8538"/>
                  </a:lnTo>
                  <a:lnTo>
                    <a:pt x="4632" y="1197"/>
                  </a:lnTo>
                  <a:cubicBezTo>
                    <a:pt x="4632" y="977"/>
                    <a:pt x="4852" y="788"/>
                    <a:pt x="5073" y="788"/>
                  </a:cubicBezTo>
                  <a:close/>
                  <a:moveTo>
                    <a:pt x="11122" y="788"/>
                  </a:moveTo>
                  <a:cubicBezTo>
                    <a:pt x="11342" y="788"/>
                    <a:pt x="11500" y="977"/>
                    <a:pt x="11500" y="1197"/>
                  </a:cubicBezTo>
                  <a:lnTo>
                    <a:pt x="11500" y="8538"/>
                  </a:lnTo>
                  <a:lnTo>
                    <a:pt x="8507" y="8538"/>
                  </a:lnTo>
                  <a:lnTo>
                    <a:pt x="8507" y="1197"/>
                  </a:lnTo>
                  <a:cubicBezTo>
                    <a:pt x="8507" y="977"/>
                    <a:pt x="8696" y="788"/>
                    <a:pt x="8885" y="788"/>
                  </a:cubicBezTo>
                  <a:close/>
                  <a:moveTo>
                    <a:pt x="3813" y="9325"/>
                  </a:moveTo>
                  <a:lnTo>
                    <a:pt x="3813" y="11405"/>
                  </a:lnTo>
                  <a:cubicBezTo>
                    <a:pt x="3813" y="11657"/>
                    <a:pt x="3624" y="11846"/>
                    <a:pt x="3372" y="11846"/>
                  </a:cubicBezTo>
                  <a:lnTo>
                    <a:pt x="1166" y="11846"/>
                  </a:lnTo>
                  <a:cubicBezTo>
                    <a:pt x="946" y="11846"/>
                    <a:pt x="788" y="11657"/>
                    <a:pt x="788" y="11405"/>
                  </a:cubicBezTo>
                  <a:lnTo>
                    <a:pt x="788" y="9325"/>
                  </a:lnTo>
                  <a:close/>
                  <a:moveTo>
                    <a:pt x="7688" y="9325"/>
                  </a:moveTo>
                  <a:lnTo>
                    <a:pt x="7688" y="11405"/>
                  </a:lnTo>
                  <a:cubicBezTo>
                    <a:pt x="7688" y="11657"/>
                    <a:pt x="7467" y="11846"/>
                    <a:pt x="7278" y="11846"/>
                  </a:cubicBezTo>
                  <a:lnTo>
                    <a:pt x="5073" y="11846"/>
                  </a:lnTo>
                  <a:cubicBezTo>
                    <a:pt x="4852" y="11846"/>
                    <a:pt x="4632" y="11657"/>
                    <a:pt x="4632" y="11405"/>
                  </a:cubicBezTo>
                  <a:lnTo>
                    <a:pt x="4632" y="9325"/>
                  </a:lnTo>
                  <a:close/>
                  <a:moveTo>
                    <a:pt x="11563" y="9325"/>
                  </a:moveTo>
                  <a:lnTo>
                    <a:pt x="11563" y="11405"/>
                  </a:lnTo>
                  <a:lnTo>
                    <a:pt x="11531" y="11405"/>
                  </a:lnTo>
                  <a:cubicBezTo>
                    <a:pt x="11531" y="11657"/>
                    <a:pt x="11342" y="11846"/>
                    <a:pt x="11153" y="11846"/>
                  </a:cubicBezTo>
                  <a:lnTo>
                    <a:pt x="8948" y="11846"/>
                  </a:lnTo>
                  <a:cubicBezTo>
                    <a:pt x="8696" y="11846"/>
                    <a:pt x="8538" y="11657"/>
                    <a:pt x="8538" y="11405"/>
                  </a:cubicBezTo>
                  <a:lnTo>
                    <a:pt x="8538" y="9325"/>
                  </a:lnTo>
                  <a:close/>
                  <a:moveTo>
                    <a:pt x="1229" y="0"/>
                  </a:moveTo>
                  <a:cubicBezTo>
                    <a:pt x="536" y="0"/>
                    <a:pt x="0" y="536"/>
                    <a:pt x="0" y="1197"/>
                  </a:cubicBezTo>
                  <a:lnTo>
                    <a:pt x="0" y="11405"/>
                  </a:lnTo>
                  <a:cubicBezTo>
                    <a:pt x="0" y="12066"/>
                    <a:pt x="536" y="12665"/>
                    <a:pt x="1229" y="12665"/>
                  </a:cubicBezTo>
                  <a:lnTo>
                    <a:pt x="3435" y="12665"/>
                  </a:lnTo>
                  <a:cubicBezTo>
                    <a:pt x="3750" y="12665"/>
                    <a:pt x="4002" y="12539"/>
                    <a:pt x="4254" y="12350"/>
                  </a:cubicBezTo>
                  <a:cubicBezTo>
                    <a:pt x="4474" y="12539"/>
                    <a:pt x="4758" y="12665"/>
                    <a:pt x="5073" y="12665"/>
                  </a:cubicBezTo>
                  <a:lnTo>
                    <a:pt x="7278" y="12665"/>
                  </a:lnTo>
                  <a:cubicBezTo>
                    <a:pt x="7593" y="12665"/>
                    <a:pt x="7877" y="12539"/>
                    <a:pt x="8097" y="12350"/>
                  </a:cubicBezTo>
                  <a:cubicBezTo>
                    <a:pt x="8349" y="12539"/>
                    <a:pt x="8633" y="12665"/>
                    <a:pt x="8948" y="12665"/>
                  </a:cubicBezTo>
                  <a:lnTo>
                    <a:pt x="11153" y="12665"/>
                  </a:lnTo>
                  <a:cubicBezTo>
                    <a:pt x="11815" y="12665"/>
                    <a:pt x="12382" y="12129"/>
                    <a:pt x="12382" y="11405"/>
                  </a:cubicBezTo>
                  <a:lnTo>
                    <a:pt x="12382" y="1197"/>
                  </a:lnTo>
                  <a:cubicBezTo>
                    <a:pt x="12350" y="536"/>
                    <a:pt x="11815" y="0"/>
                    <a:pt x="11153" y="0"/>
                  </a:cubicBezTo>
                  <a:lnTo>
                    <a:pt x="8948" y="0"/>
                  </a:lnTo>
                  <a:cubicBezTo>
                    <a:pt x="8633" y="0"/>
                    <a:pt x="8349" y="95"/>
                    <a:pt x="8097" y="315"/>
                  </a:cubicBezTo>
                  <a:cubicBezTo>
                    <a:pt x="7877" y="95"/>
                    <a:pt x="7593" y="0"/>
                    <a:pt x="7278" y="0"/>
                  </a:cubicBezTo>
                  <a:lnTo>
                    <a:pt x="5073" y="0"/>
                  </a:lnTo>
                  <a:cubicBezTo>
                    <a:pt x="4758" y="0"/>
                    <a:pt x="4474" y="95"/>
                    <a:pt x="4254" y="315"/>
                  </a:cubicBezTo>
                  <a:cubicBezTo>
                    <a:pt x="4002" y="95"/>
                    <a:pt x="3750" y="0"/>
                    <a:pt x="34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8" name="Google Shape;15708;p83"/>
            <p:cNvSpPr/>
            <p:nvPr/>
          </p:nvSpPr>
          <p:spPr>
            <a:xfrm>
              <a:off x="-59234600" y="2913025"/>
              <a:ext cx="19725" cy="19700"/>
            </a:xfrm>
            <a:custGeom>
              <a:avLst/>
              <a:gdLst/>
              <a:ahLst/>
              <a:cxnLst/>
              <a:rect l="l" t="t" r="r" b="b"/>
              <a:pathLst>
                <a:path w="789" h="788" extrusionOk="0">
                  <a:moveTo>
                    <a:pt x="411" y="0"/>
                  </a:moveTo>
                  <a:cubicBezTo>
                    <a:pt x="190" y="0"/>
                    <a:pt x="1" y="189"/>
                    <a:pt x="1" y="410"/>
                  </a:cubicBezTo>
                  <a:cubicBezTo>
                    <a:pt x="1" y="630"/>
                    <a:pt x="190" y="788"/>
                    <a:pt x="411" y="788"/>
                  </a:cubicBezTo>
                  <a:cubicBezTo>
                    <a:pt x="631" y="788"/>
                    <a:pt x="789" y="630"/>
                    <a:pt x="789" y="410"/>
                  </a:cubicBezTo>
                  <a:cubicBezTo>
                    <a:pt x="789" y="189"/>
                    <a:pt x="631" y="0"/>
                    <a:pt x="4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9" name="Google Shape;15709;p83"/>
            <p:cNvSpPr/>
            <p:nvPr/>
          </p:nvSpPr>
          <p:spPr>
            <a:xfrm>
              <a:off x="-59235375" y="2699575"/>
              <a:ext cx="20500" cy="152825"/>
            </a:xfrm>
            <a:custGeom>
              <a:avLst/>
              <a:gdLst/>
              <a:ahLst/>
              <a:cxnLst/>
              <a:rect l="l" t="t" r="r" b="b"/>
              <a:pathLst>
                <a:path w="820" h="6113" extrusionOk="0">
                  <a:moveTo>
                    <a:pt x="442" y="0"/>
                  </a:moveTo>
                  <a:cubicBezTo>
                    <a:pt x="190" y="0"/>
                    <a:pt x="0" y="189"/>
                    <a:pt x="0" y="441"/>
                  </a:cubicBezTo>
                  <a:lnTo>
                    <a:pt x="0" y="5671"/>
                  </a:lnTo>
                  <a:cubicBezTo>
                    <a:pt x="0"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710" name="Google Shape;15710;p83"/>
          <p:cNvSpPr/>
          <p:nvPr/>
        </p:nvSpPr>
        <p:spPr>
          <a:xfrm>
            <a:off x="2900877" y="2056224"/>
            <a:ext cx="487164" cy="487125"/>
          </a:xfrm>
          <a:custGeom>
            <a:avLst/>
            <a:gdLst/>
            <a:ahLst/>
            <a:cxnLst/>
            <a:rect l="l" t="t" r="r" b="b"/>
            <a:pathLst>
              <a:path w="12635" h="12634" extrusionOk="0">
                <a:moveTo>
                  <a:pt x="6302" y="2741"/>
                </a:moveTo>
                <a:cubicBezTo>
                  <a:pt x="6774" y="2741"/>
                  <a:pt x="7152" y="3087"/>
                  <a:pt x="7152" y="3560"/>
                </a:cubicBezTo>
                <a:cubicBezTo>
                  <a:pt x="7152" y="4033"/>
                  <a:pt x="6774" y="4411"/>
                  <a:pt x="6302" y="4411"/>
                </a:cubicBezTo>
                <a:cubicBezTo>
                  <a:pt x="5861" y="4411"/>
                  <a:pt x="5483" y="4033"/>
                  <a:pt x="5483" y="3560"/>
                </a:cubicBezTo>
                <a:cubicBezTo>
                  <a:pt x="5483" y="3087"/>
                  <a:pt x="5829" y="2741"/>
                  <a:pt x="6302" y="2741"/>
                </a:cubicBezTo>
                <a:close/>
                <a:moveTo>
                  <a:pt x="11910" y="819"/>
                </a:moveTo>
                <a:lnTo>
                  <a:pt x="11910" y="5230"/>
                </a:lnTo>
                <a:lnTo>
                  <a:pt x="8161" y="5230"/>
                </a:lnTo>
                <a:cubicBezTo>
                  <a:pt x="7972" y="5041"/>
                  <a:pt x="7751" y="4820"/>
                  <a:pt x="7530" y="4726"/>
                </a:cubicBezTo>
                <a:cubicBezTo>
                  <a:pt x="7814" y="4411"/>
                  <a:pt x="8003" y="4001"/>
                  <a:pt x="8003" y="3560"/>
                </a:cubicBezTo>
                <a:cubicBezTo>
                  <a:pt x="8003" y="2678"/>
                  <a:pt x="7247" y="1922"/>
                  <a:pt x="6333" y="1922"/>
                </a:cubicBezTo>
                <a:cubicBezTo>
                  <a:pt x="5451" y="1922"/>
                  <a:pt x="4695" y="2678"/>
                  <a:pt x="4695" y="3560"/>
                </a:cubicBezTo>
                <a:cubicBezTo>
                  <a:pt x="4695" y="4001"/>
                  <a:pt x="4853" y="4411"/>
                  <a:pt x="5168" y="4726"/>
                </a:cubicBezTo>
                <a:cubicBezTo>
                  <a:pt x="4916" y="4820"/>
                  <a:pt x="4695" y="5041"/>
                  <a:pt x="4537" y="5230"/>
                </a:cubicBezTo>
                <a:lnTo>
                  <a:pt x="883" y="5230"/>
                </a:lnTo>
                <a:lnTo>
                  <a:pt x="883" y="819"/>
                </a:lnTo>
                <a:close/>
                <a:moveTo>
                  <a:pt x="6302" y="5230"/>
                </a:moveTo>
                <a:cubicBezTo>
                  <a:pt x="7215" y="5230"/>
                  <a:pt x="7972" y="5986"/>
                  <a:pt x="7972" y="6868"/>
                </a:cubicBezTo>
                <a:lnTo>
                  <a:pt x="4664" y="6868"/>
                </a:lnTo>
                <a:cubicBezTo>
                  <a:pt x="4664" y="5986"/>
                  <a:pt x="5388" y="5230"/>
                  <a:pt x="6302" y="5230"/>
                </a:cubicBezTo>
                <a:close/>
                <a:moveTo>
                  <a:pt x="8287" y="7719"/>
                </a:moveTo>
                <a:lnTo>
                  <a:pt x="7593" y="11846"/>
                </a:lnTo>
                <a:lnTo>
                  <a:pt x="5010" y="11846"/>
                </a:lnTo>
                <a:lnTo>
                  <a:pt x="4285" y="7719"/>
                </a:lnTo>
                <a:close/>
                <a:moveTo>
                  <a:pt x="410" y="0"/>
                </a:moveTo>
                <a:cubicBezTo>
                  <a:pt x="158" y="0"/>
                  <a:pt x="1" y="189"/>
                  <a:pt x="1" y="378"/>
                </a:cubicBezTo>
                <a:lnTo>
                  <a:pt x="1" y="5608"/>
                </a:lnTo>
                <a:cubicBezTo>
                  <a:pt x="1" y="5860"/>
                  <a:pt x="190" y="6017"/>
                  <a:pt x="410" y="6017"/>
                </a:cubicBezTo>
                <a:lnTo>
                  <a:pt x="3970" y="6017"/>
                </a:lnTo>
                <a:cubicBezTo>
                  <a:pt x="3907" y="6301"/>
                  <a:pt x="3813" y="6553"/>
                  <a:pt x="3813" y="6837"/>
                </a:cubicBezTo>
                <a:lnTo>
                  <a:pt x="2994" y="6837"/>
                </a:lnTo>
                <a:cubicBezTo>
                  <a:pt x="2773" y="6837"/>
                  <a:pt x="2616" y="7026"/>
                  <a:pt x="2616" y="7246"/>
                </a:cubicBezTo>
                <a:cubicBezTo>
                  <a:pt x="2616" y="7467"/>
                  <a:pt x="2805" y="7656"/>
                  <a:pt x="2994" y="7656"/>
                </a:cubicBezTo>
                <a:lnTo>
                  <a:pt x="3466" y="7656"/>
                </a:lnTo>
                <a:lnTo>
                  <a:pt x="4254" y="12255"/>
                </a:lnTo>
                <a:cubicBezTo>
                  <a:pt x="4285" y="12476"/>
                  <a:pt x="4443" y="12633"/>
                  <a:pt x="4664" y="12633"/>
                </a:cubicBezTo>
                <a:lnTo>
                  <a:pt x="7972" y="12633"/>
                </a:lnTo>
                <a:cubicBezTo>
                  <a:pt x="8161" y="12633"/>
                  <a:pt x="8350" y="12476"/>
                  <a:pt x="8350" y="12255"/>
                </a:cubicBezTo>
                <a:lnTo>
                  <a:pt x="9137" y="7656"/>
                </a:lnTo>
                <a:lnTo>
                  <a:pt x="9610" y="7656"/>
                </a:lnTo>
                <a:cubicBezTo>
                  <a:pt x="9862" y="7656"/>
                  <a:pt x="10019" y="7467"/>
                  <a:pt x="10019" y="7215"/>
                </a:cubicBezTo>
                <a:cubicBezTo>
                  <a:pt x="10019" y="6994"/>
                  <a:pt x="9799" y="6837"/>
                  <a:pt x="9610" y="6837"/>
                </a:cubicBezTo>
                <a:lnTo>
                  <a:pt x="8791" y="6837"/>
                </a:lnTo>
                <a:cubicBezTo>
                  <a:pt x="8791" y="6553"/>
                  <a:pt x="8759" y="6269"/>
                  <a:pt x="8633" y="6017"/>
                </a:cubicBezTo>
                <a:lnTo>
                  <a:pt x="12225" y="6017"/>
                </a:lnTo>
                <a:cubicBezTo>
                  <a:pt x="12445" y="6017"/>
                  <a:pt x="12603" y="5797"/>
                  <a:pt x="12603" y="5608"/>
                </a:cubicBezTo>
                <a:lnTo>
                  <a:pt x="12603" y="378"/>
                </a:lnTo>
                <a:cubicBezTo>
                  <a:pt x="12634" y="189"/>
                  <a:pt x="12445" y="0"/>
                  <a:pt x="122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11" name="Google Shape;15711;p83"/>
          <p:cNvSpPr/>
          <p:nvPr/>
        </p:nvSpPr>
        <p:spPr>
          <a:xfrm>
            <a:off x="2937335" y="2694179"/>
            <a:ext cx="414253" cy="492021"/>
          </a:xfrm>
          <a:custGeom>
            <a:avLst/>
            <a:gdLst/>
            <a:ahLst/>
            <a:cxnLst/>
            <a:rect l="l" t="t" r="r" b="b"/>
            <a:pathLst>
              <a:path w="10744" h="12761" extrusionOk="0">
                <a:moveTo>
                  <a:pt x="5419" y="820"/>
                </a:moveTo>
                <a:cubicBezTo>
                  <a:pt x="6585" y="820"/>
                  <a:pt x="7530" y="1765"/>
                  <a:pt x="7530" y="2899"/>
                </a:cubicBezTo>
                <a:cubicBezTo>
                  <a:pt x="7530" y="3655"/>
                  <a:pt x="7121" y="4317"/>
                  <a:pt x="6490" y="4663"/>
                </a:cubicBezTo>
                <a:cubicBezTo>
                  <a:pt x="6364" y="4758"/>
                  <a:pt x="6301" y="4884"/>
                  <a:pt x="6301" y="5042"/>
                </a:cubicBezTo>
                <a:lnTo>
                  <a:pt x="6301" y="7436"/>
                </a:lnTo>
                <a:lnTo>
                  <a:pt x="4632" y="7436"/>
                </a:lnTo>
                <a:lnTo>
                  <a:pt x="4632" y="5042"/>
                </a:lnTo>
                <a:cubicBezTo>
                  <a:pt x="4632" y="4884"/>
                  <a:pt x="4569" y="4758"/>
                  <a:pt x="4443" y="4663"/>
                </a:cubicBezTo>
                <a:cubicBezTo>
                  <a:pt x="3687" y="4317"/>
                  <a:pt x="3340" y="3655"/>
                  <a:pt x="3340" y="2899"/>
                </a:cubicBezTo>
                <a:cubicBezTo>
                  <a:pt x="3340" y="1765"/>
                  <a:pt x="4285" y="820"/>
                  <a:pt x="5419" y="820"/>
                </a:cubicBezTo>
                <a:close/>
                <a:moveTo>
                  <a:pt x="8696" y="8286"/>
                </a:moveTo>
                <a:cubicBezTo>
                  <a:pt x="9357" y="8286"/>
                  <a:pt x="9924" y="8854"/>
                  <a:pt x="9924" y="9547"/>
                </a:cubicBezTo>
                <a:lnTo>
                  <a:pt x="9924" y="10271"/>
                </a:lnTo>
                <a:lnTo>
                  <a:pt x="820" y="10271"/>
                </a:lnTo>
                <a:lnTo>
                  <a:pt x="820" y="9547"/>
                </a:lnTo>
                <a:cubicBezTo>
                  <a:pt x="820" y="8885"/>
                  <a:pt x="1387" y="8286"/>
                  <a:pt x="2048" y="8286"/>
                </a:cubicBezTo>
                <a:close/>
                <a:moveTo>
                  <a:pt x="9137" y="11059"/>
                </a:moveTo>
                <a:lnTo>
                  <a:pt x="9137" y="11878"/>
                </a:lnTo>
                <a:lnTo>
                  <a:pt x="1702" y="11878"/>
                </a:lnTo>
                <a:lnTo>
                  <a:pt x="1702" y="11059"/>
                </a:lnTo>
                <a:close/>
                <a:moveTo>
                  <a:pt x="5325" y="1"/>
                </a:moveTo>
                <a:cubicBezTo>
                  <a:pt x="3718" y="1"/>
                  <a:pt x="2458" y="1292"/>
                  <a:pt x="2458" y="2899"/>
                </a:cubicBezTo>
                <a:cubicBezTo>
                  <a:pt x="2458" y="3403"/>
                  <a:pt x="2615" y="3939"/>
                  <a:pt x="2836" y="4348"/>
                </a:cubicBezTo>
                <a:cubicBezTo>
                  <a:pt x="3025" y="4726"/>
                  <a:pt x="3340" y="5010"/>
                  <a:pt x="3655" y="5262"/>
                </a:cubicBezTo>
                <a:lnTo>
                  <a:pt x="3655" y="7467"/>
                </a:lnTo>
                <a:lnTo>
                  <a:pt x="2080" y="7467"/>
                </a:lnTo>
                <a:cubicBezTo>
                  <a:pt x="946" y="7467"/>
                  <a:pt x="0" y="8413"/>
                  <a:pt x="0" y="9547"/>
                </a:cubicBezTo>
                <a:lnTo>
                  <a:pt x="0" y="10649"/>
                </a:lnTo>
                <a:cubicBezTo>
                  <a:pt x="0" y="10901"/>
                  <a:pt x="189" y="11059"/>
                  <a:pt x="441" y="11059"/>
                </a:cubicBezTo>
                <a:lnTo>
                  <a:pt x="820" y="11059"/>
                </a:lnTo>
                <a:lnTo>
                  <a:pt x="820" y="12319"/>
                </a:lnTo>
                <a:cubicBezTo>
                  <a:pt x="820" y="12540"/>
                  <a:pt x="1009" y="12760"/>
                  <a:pt x="1229" y="12760"/>
                </a:cubicBezTo>
                <a:lnTo>
                  <a:pt x="9483" y="12760"/>
                </a:lnTo>
                <a:cubicBezTo>
                  <a:pt x="9735" y="12760"/>
                  <a:pt x="9924" y="12540"/>
                  <a:pt x="9924" y="12319"/>
                </a:cubicBezTo>
                <a:lnTo>
                  <a:pt x="9924" y="11059"/>
                </a:lnTo>
                <a:lnTo>
                  <a:pt x="10303" y="11059"/>
                </a:lnTo>
                <a:cubicBezTo>
                  <a:pt x="10555" y="11059"/>
                  <a:pt x="10744" y="10870"/>
                  <a:pt x="10744" y="10649"/>
                </a:cubicBezTo>
                <a:lnTo>
                  <a:pt x="10744" y="9547"/>
                </a:lnTo>
                <a:cubicBezTo>
                  <a:pt x="10744" y="8413"/>
                  <a:pt x="9798" y="7467"/>
                  <a:pt x="8664" y="7467"/>
                </a:cubicBezTo>
                <a:lnTo>
                  <a:pt x="7026" y="7467"/>
                </a:lnTo>
                <a:lnTo>
                  <a:pt x="7026" y="5262"/>
                </a:lnTo>
                <a:cubicBezTo>
                  <a:pt x="7373" y="5042"/>
                  <a:pt x="7656" y="4726"/>
                  <a:pt x="7845" y="4348"/>
                </a:cubicBezTo>
                <a:cubicBezTo>
                  <a:pt x="8129" y="3939"/>
                  <a:pt x="8223" y="3403"/>
                  <a:pt x="8223" y="2899"/>
                </a:cubicBezTo>
                <a:cubicBezTo>
                  <a:pt x="8223" y="1292"/>
                  <a:pt x="6932" y="1"/>
                  <a:pt x="53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712" name="Google Shape;15712;p83"/>
          <p:cNvGrpSpPr/>
          <p:nvPr/>
        </p:nvGrpSpPr>
        <p:grpSpPr>
          <a:xfrm>
            <a:off x="2977448" y="3316009"/>
            <a:ext cx="351059" cy="489553"/>
            <a:chOff x="-63987100" y="2646800"/>
            <a:chExt cx="227625" cy="317425"/>
          </a:xfrm>
        </p:grpSpPr>
        <p:sp>
          <p:nvSpPr>
            <p:cNvPr id="15713" name="Google Shape;15713;p83"/>
            <p:cNvSpPr/>
            <p:nvPr/>
          </p:nvSpPr>
          <p:spPr>
            <a:xfrm>
              <a:off x="-63987100" y="2646800"/>
              <a:ext cx="227625" cy="317425"/>
            </a:xfrm>
            <a:custGeom>
              <a:avLst/>
              <a:gdLst/>
              <a:ahLst/>
              <a:cxnLst/>
              <a:rect l="l" t="t" r="r" b="b"/>
              <a:pathLst>
                <a:path w="9105" h="12697" extrusionOk="0">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14" name="Google Shape;15714;p83"/>
            <p:cNvSpPr/>
            <p:nvPr/>
          </p:nvSpPr>
          <p:spPr>
            <a:xfrm>
              <a:off x="-63883150" y="2826375"/>
              <a:ext cx="20500" cy="41775"/>
            </a:xfrm>
            <a:custGeom>
              <a:avLst/>
              <a:gdLst/>
              <a:ahLst/>
              <a:cxnLst/>
              <a:rect l="l" t="t" r="r" b="b"/>
              <a:pathLst>
                <a:path w="820" h="1671" extrusionOk="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15" name="Google Shape;15715;p83"/>
          <p:cNvGrpSpPr/>
          <p:nvPr/>
        </p:nvGrpSpPr>
        <p:grpSpPr>
          <a:xfrm>
            <a:off x="1136571" y="3944837"/>
            <a:ext cx="477408" cy="493217"/>
            <a:chOff x="-62148000" y="1930075"/>
            <a:chExt cx="309550" cy="319800"/>
          </a:xfrm>
        </p:grpSpPr>
        <p:sp>
          <p:nvSpPr>
            <p:cNvPr id="15716" name="Google Shape;15716;p83"/>
            <p:cNvSpPr/>
            <p:nvPr/>
          </p:nvSpPr>
          <p:spPr>
            <a:xfrm>
              <a:off x="-62148000" y="1930075"/>
              <a:ext cx="309550" cy="319800"/>
            </a:xfrm>
            <a:custGeom>
              <a:avLst/>
              <a:gdLst/>
              <a:ahLst/>
              <a:cxnLst/>
              <a:rect l="l" t="t" r="r" b="b"/>
              <a:pathLst>
                <a:path w="12382" h="12792" extrusionOk="0">
                  <a:moveTo>
                    <a:pt x="11594" y="1670"/>
                  </a:moveTo>
                  <a:lnTo>
                    <a:pt x="11594" y="2899"/>
                  </a:lnTo>
                  <a:cubicBezTo>
                    <a:pt x="11594" y="3970"/>
                    <a:pt x="10775" y="4883"/>
                    <a:pt x="9735" y="4946"/>
                  </a:cubicBezTo>
                  <a:cubicBezTo>
                    <a:pt x="9861" y="4631"/>
                    <a:pt x="9924" y="4190"/>
                    <a:pt x="9924" y="3781"/>
                  </a:cubicBezTo>
                  <a:lnTo>
                    <a:pt x="9924" y="1670"/>
                  </a:lnTo>
                  <a:close/>
                  <a:moveTo>
                    <a:pt x="2489" y="1733"/>
                  </a:moveTo>
                  <a:lnTo>
                    <a:pt x="2489" y="3812"/>
                  </a:lnTo>
                  <a:cubicBezTo>
                    <a:pt x="2489" y="4253"/>
                    <a:pt x="2584" y="4631"/>
                    <a:pt x="2678" y="5041"/>
                  </a:cubicBezTo>
                  <a:cubicBezTo>
                    <a:pt x="1638" y="4915"/>
                    <a:pt x="851" y="4033"/>
                    <a:pt x="851" y="2993"/>
                  </a:cubicBezTo>
                  <a:lnTo>
                    <a:pt x="851" y="1733"/>
                  </a:lnTo>
                  <a:close/>
                  <a:moveTo>
                    <a:pt x="9105" y="882"/>
                  </a:moveTo>
                  <a:lnTo>
                    <a:pt x="9105" y="3812"/>
                  </a:lnTo>
                  <a:cubicBezTo>
                    <a:pt x="9105" y="5419"/>
                    <a:pt x="7813" y="6679"/>
                    <a:pt x="6207" y="6679"/>
                  </a:cubicBezTo>
                  <a:cubicBezTo>
                    <a:pt x="4600" y="6679"/>
                    <a:pt x="3308" y="5387"/>
                    <a:pt x="3308" y="3812"/>
                  </a:cubicBezTo>
                  <a:lnTo>
                    <a:pt x="3308" y="882"/>
                  </a:lnTo>
                  <a:close/>
                  <a:moveTo>
                    <a:pt x="6648" y="7467"/>
                  </a:moveTo>
                  <a:lnTo>
                    <a:pt x="6648" y="8601"/>
                  </a:lnTo>
                  <a:lnTo>
                    <a:pt x="5797" y="8601"/>
                  </a:lnTo>
                  <a:lnTo>
                    <a:pt x="5797" y="7467"/>
                  </a:lnTo>
                  <a:cubicBezTo>
                    <a:pt x="5923" y="7467"/>
                    <a:pt x="6081" y="7498"/>
                    <a:pt x="6207" y="7498"/>
                  </a:cubicBezTo>
                  <a:cubicBezTo>
                    <a:pt x="6301" y="7498"/>
                    <a:pt x="6459" y="7498"/>
                    <a:pt x="6648" y="7467"/>
                  </a:cubicBezTo>
                  <a:close/>
                  <a:moveTo>
                    <a:pt x="7057" y="9389"/>
                  </a:moveTo>
                  <a:cubicBezTo>
                    <a:pt x="7309" y="9389"/>
                    <a:pt x="7498" y="9609"/>
                    <a:pt x="7498" y="9830"/>
                  </a:cubicBezTo>
                  <a:lnTo>
                    <a:pt x="7498" y="10271"/>
                  </a:lnTo>
                  <a:lnTo>
                    <a:pt x="5009" y="10271"/>
                  </a:lnTo>
                  <a:lnTo>
                    <a:pt x="5009" y="9830"/>
                  </a:lnTo>
                  <a:lnTo>
                    <a:pt x="4978" y="9830"/>
                  </a:lnTo>
                  <a:cubicBezTo>
                    <a:pt x="4978" y="9609"/>
                    <a:pt x="5167" y="9389"/>
                    <a:pt x="5419" y="9389"/>
                  </a:cubicBezTo>
                  <a:close/>
                  <a:moveTo>
                    <a:pt x="8727" y="11090"/>
                  </a:moveTo>
                  <a:cubicBezTo>
                    <a:pt x="8948" y="11090"/>
                    <a:pt x="9105" y="11279"/>
                    <a:pt x="9105" y="11499"/>
                  </a:cubicBezTo>
                  <a:lnTo>
                    <a:pt x="9105" y="11909"/>
                  </a:lnTo>
                  <a:lnTo>
                    <a:pt x="3308" y="11909"/>
                  </a:lnTo>
                  <a:lnTo>
                    <a:pt x="3308" y="11499"/>
                  </a:lnTo>
                  <a:cubicBezTo>
                    <a:pt x="3308" y="11247"/>
                    <a:pt x="3529" y="11090"/>
                    <a:pt x="3718" y="11090"/>
                  </a:cubicBezTo>
                  <a:close/>
                  <a:moveTo>
                    <a:pt x="2899" y="0"/>
                  </a:moveTo>
                  <a:cubicBezTo>
                    <a:pt x="2647" y="0"/>
                    <a:pt x="2489" y="189"/>
                    <a:pt x="2489" y="410"/>
                  </a:cubicBezTo>
                  <a:lnTo>
                    <a:pt x="2489" y="819"/>
                  </a:lnTo>
                  <a:lnTo>
                    <a:pt x="410" y="819"/>
                  </a:lnTo>
                  <a:cubicBezTo>
                    <a:pt x="221" y="882"/>
                    <a:pt x="0" y="1040"/>
                    <a:pt x="0" y="1292"/>
                  </a:cubicBezTo>
                  <a:lnTo>
                    <a:pt x="0" y="2930"/>
                  </a:lnTo>
                  <a:cubicBezTo>
                    <a:pt x="0" y="4568"/>
                    <a:pt x="1323" y="5860"/>
                    <a:pt x="2930" y="5860"/>
                  </a:cubicBezTo>
                  <a:lnTo>
                    <a:pt x="3119" y="5860"/>
                  </a:lnTo>
                  <a:cubicBezTo>
                    <a:pt x="3560" y="6522"/>
                    <a:pt x="4222" y="7026"/>
                    <a:pt x="4978" y="7309"/>
                  </a:cubicBezTo>
                  <a:lnTo>
                    <a:pt x="4978" y="8695"/>
                  </a:lnTo>
                  <a:cubicBezTo>
                    <a:pt x="4505" y="8853"/>
                    <a:pt x="4159" y="9326"/>
                    <a:pt x="4159" y="9861"/>
                  </a:cubicBezTo>
                  <a:lnTo>
                    <a:pt x="4159" y="10302"/>
                  </a:lnTo>
                  <a:lnTo>
                    <a:pt x="3749" y="10302"/>
                  </a:lnTo>
                  <a:cubicBezTo>
                    <a:pt x="3088" y="10302"/>
                    <a:pt x="2521" y="10869"/>
                    <a:pt x="2521" y="11531"/>
                  </a:cubicBezTo>
                  <a:lnTo>
                    <a:pt x="2521" y="12350"/>
                  </a:lnTo>
                  <a:cubicBezTo>
                    <a:pt x="2521" y="12571"/>
                    <a:pt x="2741" y="12791"/>
                    <a:pt x="2930" y="12791"/>
                  </a:cubicBezTo>
                  <a:lnTo>
                    <a:pt x="9546" y="12791"/>
                  </a:lnTo>
                  <a:cubicBezTo>
                    <a:pt x="9767" y="12791"/>
                    <a:pt x="9924" y="12571"/>
                    <a:pt x="9924" y="12350"/>
                  </a:cubicBezTo>
                  <a:lnTo>
                    <a:pt x="9924" y="11499"/>
                  </a:lnTo>
                  <a:cubicBezTo>
                    <a:pt x="9924" y="10806"/>
                    <a:pt x="9389" y="10271"/>
                    <a:pt x="8727" y="10271"/>
                  </a:cubicBezTo>
                  <a:lnTo>
                    <a:pt x="8286" y="10271"/>
                  </a:lnTo>
                  <a:lnTo>
                    <a:pt x="8286" y="9830"/>
                  </a:lnTo>
                  <a:cubicBezTo>
                    <a:pt x="8286" y="9294"/>
                    <a:pt x="7939" y="8853"/>
                    <a:pt x="7467" y="8664"/>
                  </a:cubicBezTo>
                  <a:lnTo>
                    <a:pt x="7467" y="7278"/>
                  </a:lnTo>
                  <a:cubicBezTo>
                    <a:pt x="8191" y="6994"/>
                    <a:pt x="8885" y="6490"/>
                    <a:pt x="9294" y="5828"/>
                  </a:cubicBezTo>
                  <a:lnTo>
                    <a:pt x="9515" y="5828"/>
                  </a:lnTo>
                  <a:cubicBezTo>
                    <a:pt x="11121" y="5828"/>
                    <a:pt x="12382" y="4505"/>
                    <a:pt x="12382" y="2899"/>
                  </a:cubicBezTo>
                  <a:lnTo>
                    <a:pt x="12382" y="1260"/>
                  </a:lnTo>
                  <a:cubicBezTo>
                    <a:pt x="12382" y="1008"/>
                    <a:pt x="12193" y="819"/>
                    <a:pt x="11972" y="819"/>
                  </a:cubicBezTo>
                  <a:lnTo>
                    <a:pt x="9893" y="819"/>
                  </a:lnTo>
                  <a:lnTo>
                    <a:pt x="9893" y="410"/>
                  </a:lnTo>
                  <a:cubicBezTo>
                    <a:pt x="9893" y="189"/>
                    <a:pt x="9704" y="0"/>
                    <a:pt x="95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17" name="Google Shape;15717;p83"/>
            <p:cNvSpPr/>
            <p:nvPr/>
          </p:nvSpPr>
          <p:spPr>
            <a:xfrm>
              <a:off x="-62044825" y="1972200"/>
              <a:ext cx="107125" cy="97700"/>
            </a:xfrm>
            <a:custGeom>
              <a:avLst/>
              <a:gdLst/>
              <a:ahLst/>
              <a:cxnLst/>
              <a:rect l="l" t="t" r="r" b="b"/>
              <a:pathLst>
                <a:path w="4285" h="3908" extrusionOk="0">
                  <a:moveTo>
                    <a:pt x="2111" y="1308"/>
                  </a:moveTo>
                  <a:lnTo>
                    <a:pt x="2237" y="1560"/>
                  </a:lnTo>
                  <a:cubicBezTo>
                    <a:pt x="2300" y="1686"/>
                    <a:pt x="2395" y="1781"/>
                    <a:pt x="2552" y="1812"/>
                  </a:cubicBezTo>
                  <a:lnTo>
                    <a:pt x="2867" y="1844"/>
                  </a:lnTo>
                  <a:lnTo>
                    <a:pt x="2615" y="2033"/>
                  </a:lnTo>
                  <a:cubicBezTo>
                    <a:pt x="2552" y="2127"/>
                    <a:pt x="2458" y="2285"/>
                    <a:pt x="2521" y="2411"/>
                  </a:cubicBezTo>
                  <a:lnTo>
                    <a:pt x="2552" y="2726"/>
                  </a:lnTo>
                  <a:lnTo>
                    <a:pt x="2269" y="2568"/>
                  </a:lnTo>
                  <a:cubicBezTo>
                    <a:pt x="2206" y="2505"/>
                    <a:pt x="2143" y="2505"/>
                    <a:pt x="2080" y="2505"/>
                  </a:cubicBezTo>
                  <a:cubicBezTo>
                    <a:pt x="1985" y="2505"/>
                    <a:pt x="1954" y="2505"/>
                    <a:pt x="1891" y="2568"/>
                  </a:cubicBezTo>
                  <a:lnTo>
                    <a:pt x="1607" y="2726"/>
                  </a:lnTo>
                  <a:lnTo>
                    <a:pt x="1639" y="2411"/>
                  </a:lnTo>
                  <a:cubicBezTo>
                    <a:pt x="1670" y="2285"/>
                    <a:pt x="1607" y="2127"/>
                    <a:pt x="1513" y="2033"/>
                  </a:cubicBezTo>
                  <a:lnTo>
                    <a:pt x="1292" y="1844"/>
                  </a:lnTo>
                  <a:lnTo>
                    <a:pt x="1670" y="1812"/>
                  </a:lnTo>
                  <a:cubicBezTo>
                    <a:pt x="1796" y="1812"/>
                    <a:pt x="1922" y="1686"/>
                    <a:pt x="1985" y="1560"/>
                  </a:cubicBezTo>
                  <a:lnTo>
                    <a:pt x="2111" y="1308"/>
                  </a:lnTo>
                  <a:close/>
                  <a:moveTo>
                    <a:pt x="2143" y="1"/>
                  </a:moveTo>
                  <a:cubicBezTo>
                    <a:pt x="1993" y="1"/>
                    <a:pt x="1843" y="79"/>
                    <a:pt x="1765" y="237"/>
                  </a:cubicBezTo>
                  <a:lnTo>
                    <a:pt x="1355" y="1056"/>
                  </a:lnTo>
                  <a:lnTo>
                    <a:pt x="473" y="1182"/>
                  </a:lnTo>
                  <a:cubicBezTo>
                    <a:pt x="95" y="1214"/>
                    <a:pt x="0" y="1655"/>
                    <a:pt x="221" y="1875"/>
                  </a:cubicBezTo>
                  <a:lnTo>
                    <a:pt x="851" y="2505"/>
                  </a:lnTo>
                  <a:lnTo>
                    <a:pt x="693" y="3419"/>
                  </a:lnTo>
                  <a:cubicBezTo>
                    <a:pt x="668" y="3693"/>
                    <a:pt x="880" y="3908"/>
                    <a:pt x="1110" y="3908"/>
                  </a:cubicBezTo>
                  <a:cubicBezTo>
                    <a:pt x="1171" y="3908"/>
                    <a:pt x="1233" y="3893"/>
                    <a:pt x="1292" y="3860"/>
                  </a:cubicBezTo>
                  <a:lnTo>
                    <a:pt x="2111" y="3419"/>
                  </a:lnTo>
                  <a:lnTo>
                    <a:pt x="2930" y="3860"/>
                  </a:lnTo>
                  <a:cubicBezTo>
                    <a:pt x="2992" y="3891"/>
                    <a:pt x="3056" y="3905"/>
                    <a:pt x="3119" y="3905"/>
                  </a:cubicBezTo>
                  <a:cubicBezTo>
                    <a:pt x="3376" y="3905"/>
                    <a:pt x="3605" y="3672"/>
                    <a:pt x="3529" y="3419"/>
                  </a:cubicBezTo>
                  <a:lnTo>
                    <a:pt x="3371" y="2505"/>
                  </a:lnTo>
                  <a:lnTo>
                    <a:pt x="4033" y="1875"/>
                  </a:lnTo>
                  <a:cubicBezTo>
                    <a:pt x="4285" y="1655"/>
                    <a:pt x="4159" y="1214"/>
                    <a:pt x="3812" y="1182"/>
                  </a:cubicBezTo>
                  <a:lnTo>
                    <a:pt x="2899" y="1056"/>
                  </a:lnTo>
                  <a:lnTo>
                    <a:pt x="2521" y="237"/>
                  </a:lnTo>
                  <a:cubicBezTo>
                    <a:pt x="2442" y="79"/>
                    <a:pt x="2292" y="1"/>
                    <a:pt x="21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18" name="Google Shape;15718;p83"/>
          <p:cNvGrpSpPr/>
          <p:nvPr/>
        </p:nvGrpSpPr>
        <p:grpSpPr>
          <a:xfrm>
            <a:off x="1132927" y="4529218"/>
            <a:ext cx="484696" cy="487164"/>
            <a:chOff x="-62150375" y="2297875"/>
            <a:chExt cx="314275" cy="315875"/>
          </a:xfrm>
        </p:grpSpPr>
        <p:sp>
          <p:nvSpPr>
            <p:cNvPr id="15719" name="Google Shape;15719;p83"/>
            <p:cNvSpPr/>
            <p:nvPr/>
          </p:nvSpPr>
          <p:spPr>
            <a:xfrm>
              <a:off x="-61994425" y="2297875"/>
              <a:ext cx="64600" cy="69925"/>
            </a:xfrm>
            <a:custGeom>
              <a:avLst/>
              <a:gdLst/>
              <a:ahLst/>
              <a:cxnLst/>
              <a:rect l="l" t="t" r="r" b="b"/>
              <a:pathLst>
                <a:path w="2584" h="2797" extrusionOk="0">
                  <a:moveTo>
                    <a:pt x="1324" y="1"/>
                  </a:moveTo>
                  <a:cubicBezTo>
                    <a:pt x="1072" y="1"/>
                    <a:pt x="883" y="190"/>
                    <a:pt x="883" y="442"/>
                  </a:cubicBezTo>
                  <a:lnTo>
                    <a:pt x="883" y="1387"/>
                  </a:lnTo>
                  <a:lnTo>
                    <a:pt x="757" y="1261"/>
                  </a:lnTo>
                  <a:cubicBezTo>
                    <a:pt x="678" y="1182"/>
                    <a:pt x="568" y="1143"/>
                    <a:pt x="457" y="1143"/>
                  </a:cubicBezTo>
                  <a:cubicBezTo>
                    <a:pt x="347" y="1143"/>
                    <a:pt x="237" y="1182"/>
                    <a:pt x="158" y="1261"/>
                  </a:cubicBezTo>
                  <a:cubicBezTo>
                    <a:pt x="1" y="1419"/>
                    <a:pt x="1" y="1702"/>
                    <a:pt x="158" y="1860"/>
                  </a:cubicBezTo>
                  <a:lnTo>
                    <a:pt x="1009" y="2679"/>
                  </a:lnTo>
                  <a:cubicBezTo>
                    <a:pt x="1088" y="2758"/>
                    <a:pt x="1190" y="2797"/>
                    <a:pt x="1292" y="2797"/>
                  </a:cubicBezTo>
                  <a:cubicBezTo>
                    <a:pt x="1395" y="2797"/>
                    <a:pt x="1497" y="2758"/>
                    <a:pt x="1576" y="2679"/>
                  </a:cubicBezTo>
                  <a:lnTo>
                    <a:pt x="2426" y="1860"/>
                  </a:lnTo>
                  <a:cubicBezTo>
                    <a:pt x="2584" y="1702"/>
                    <a:pt x="2584" y="1419"/>
                    <a:pt x="2426" y="1261"/>
                  </a:cubicBezTo>
                  <a:cubicBezTo>
                    <a:pt x="2348" y="1182"/>
                    <a:pt x="2237" y="1143"/>
                    <a:pt x="2127" y="1143"/>
                  </a:cubicBezTo>
                  <a:cubicBezTo>
                    <a:pt x="2017" y="1143"/>
                    <a:pt x="1907" y="1182"/>
                    <a:pt x="1828" y="1261"/>
                  </a:cubicBezTo>
                  <a:lnTo>
                    <a:pt x="1702" y="1387"/>
                  </a:lnTo>
                  <a:lnTo>
                    <a:pt x="1702" y="442"/>
                  </a:lnTo>
                  <a:cubicBezTo>
                    <a:pt x="1733" y="190"/>
                    <a:pt x="1544" y="1"/>
                    <a:pt x="13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0" name="Google Shape;15720;p83"/>
            <p:cNvSpPr/>
            <p:nvPr/>
          </p:nvSpPr>
          <p:spPr>
            <a:xfrm>
              <a:off x="-62150375" y="2338050"/>
              <a:ext cx="314275" cy="275700"/>
            </a:xfrm>
            <a:custGeom>
              <a:avLst/>
              <a:gdLst/>
              <a:ahLst/>
              <a:cxnLst/>
              <a:rect l="l" t="t" r="r" b="b"/>
              <a:pathLst>
                <a:path w="12571" h="11028" extrusionOk="0">
                  <a:moveTo>
                    <a:pt x="11752" y="2805"/>
                  </a:moveTo>
                  <a:lnTo>
                    <a:pt x="11059" y="6932"/>
                  </a:lnTo>
                  <a:lnTo>
                    <a:pt x="3970" y="6932"/>
                  </a:lnTo>
                  <a:lnTo>
                    <a:pt x="3183" y="2805"/>
                  </a:lnTo>
                  <a:close/>
                  <a:moveTo>
                    <a:pt x="5199" y="9421"/>
                  </a:moveTo>
                  <a:cubicBezTo>
                    <a:pt x="5388" y="9452"/>
                    <a:pt x="5514" y="9610"/>
                    <a:pt x="5514" y="9830"/>
                  </a:cubicBezTo>
                  <a:cubicBezTo>
                    <a:pt x="5514" y="10051"/>
                    <a:pt x="5293" y="10240"/>
                    <a:pt x="5073" y="10240"/>
                  </a:cubicBezTo>
                  <a:cubicBezTo>
                    <a:pt x="4821" y="10240"/>
                    <a:pt x="4663" y="10051"/>
                    <a:pt x="4663" y="9830"/>
                  </a:cubicBezTo>
                  <a:cubicBezTo>
                    <a:pt x="4663" y="9610"/>
                    <a:pt x="4789" y="9452"/>
                    <a:pt x="4978" y="9421"/>
                  </a:cubicBezTo>
                  <a:close/>
                  <a:moveTo>
                    <a:pt x="9830" y="9421"/>
                  </a:moveTo>
                  <a:cubicBezTo>
                    <a:pt x="10019" y="9452"/>
                    <a:pt x="10145" y="9610"/>
                    <a:pt x="10145" y="9830"/>
                  </a:cubicBezTo>
                  <a:cubicBezTo>
                    <a:pt x="10145" y="10051"/>
                    <a:pt x="9956" y="10240"/>
                    <a:pt x="9704" y="10240"/>
                  </a:cubicBezTo>
                  <a:cubicBezTo>
                    <a:pt x="9484" y="10240"/>
                    <a:pt x="9326" y="10051"/>
                    <a:pt x="9326" y="9830"/>
                  </a:cubicBezTo>
                  <a:cubicBezTo>
                    <a:pt x="9358" y="9610"/>
                    <a:pt x="9484" y="9452"/>
                    <a:pt x="9673" y="9421"/>
                  </a:cubicBezTo>
                  <a:close/>
                  <a:moveTo>
                    <a:pt x="284" y="1"/>
                  </a:moveTo>
                  <a:cubicBezTo>
                    <a:pt x="190" y="64"/>
                    <a:pt x="1" y="253"/>
                    <a:pt x="1" y="473"/>
                  </a:cubicBezTo>
                  <a:cubicBezTo>
                    <a:pt x="1" y="725"/>
                    <a:pt x="190" y="883"/>
                    <a:pt x="379" y="883"/>
                  </a:cubicBezTo>
                  <a:lnTo>
                    <a:pt x="1954" y="883"/>
                  </a:lnTo>
                  <a:lnTo>
                    <a:pt x="3151" y="7058"/>
                  </a:lnTo>
                  <a:cubicBezTo>
                    <a:pt x="2710" y="7247"/>
                    <a:pt x="2427" y="7688"/>
                    <a:pt x="2427" y="8192"/>
                  </a:cubicBezTo>
                  <a:cubicBezTo>
                    <a:pt x="2427" y="8885"/>
                    <a:pt x="2994" y="9421"/>
                    <a:pt x="3655" y="9421"/>
                  </a:cubicBezTo>
                  <a:lnTo>
                    <a:pt x="3844" y="9421"/>
                  </a:lnTo>
                  <a:cubicBezTo>
                    <a:pt x="3813" y="9547"/>
                    <a:pt x="3781" y="9704"/>
                    <a:pt x="3781" y="9830"/>
                  </a:cubicBezTo>
                  <a:cubicBezTo>
                    <a:pt x="3781" y="10492"/>
                    <a:pt x="4317" y="11027"/>
                    <a:pt x="5010" y="11027"/>
                  </a:cubicBezTo>
                  <a:cubicBezTo>
                    <a:pt x="5672" y="11027"/>
                    <a:pt x="6207" y="10492"/>
                    <a:pt x="6207" y="9830"/>
                  </a:cubicBezTo>
                  <a:cubicBezTo>
                    <a:pt x="6207" y="9673"/>
                    <a:pt x="6176" y="9547"/>
                    <a:pt x="6144" y="9421"/>
                  </a:cubicBezTo>
                  <a:lnTo>
                    <a:pt x="8475" y="9421"/>
                  </a:lnTo>
                  <a:cubicBezTo>
                    <a:pt x="8412" y="9547"/>
                    <a:pt x="8381" y="9704"/>
                    <a:pt x="8381" y="9830"/>
                  </a:cubicBezTo>
                  <a:cubicBezTo>
                    <a:pt x="8381" y="10492"/>
                    <a:pt x="8948" y="11027"/>
                    <a:pt x="9610" y="11027"/>
                  </a:cubicBezTo>
                  <a:cubicBezTo>
                    <a:pt x="10271" y="11027"/>
                    <a:pt x="10870" y="10492"/>
                    <a:pt x="10870" y="9830"/>
                  </a:cubicBezTo>
                  <a:cubicBezTo>
                    <a:pt x="10870" y="9673"/>
                    <a:pt x="10838" y="9547"/>
                    <a:pt x="10775" y="9421"/>
                  </a:cubicBezTo>
                  <a:lnTo>
                    <a:pt x="11405" y="9421"/>
                  </a:lnTo>
                  <a:cubicBezTo>
                    <a:pt x="11657" y="9421"/>
                    <a:pt x="11815" y="9231"/>
                    <a:pt x="11815" y="9042"/>
                  </a:cubicBezTo>
                  <a:cubicBezTo>
                    <a:pt x="11815" y="8822"/>
                    <a:pt x="11626" y="8601"/>
                    <a:pt x="11405" y="8601"/>
                  </a:cubicBezTo>
                  <a:lnTo>
                    <a:pt x="3529" y="8601"/>
                  </a:lnTo>
                  <a:cubicBezTo>
                    <a:pt x="3309" y="8601"/>
                    <a:pt x="3151" y="8412"/>
                    <a:pt x="3151" y="8160"/>
                  </a:cubicBezTo>
                  <a:cubicBezTo>
                    <a:pt x="3151" y="7940"/>
                    <a:pt x="3340" y="7719"/>
                    <a:pt x="3529" y="7719"/>
                  </a:cubicBezTo>
                  <a:lnTo>
                    <a:pt x="11311" y="7719"/>
                  </a:lnTo>
                  <a:cubicBezTo>
                    <a:pt x="11500" y="7719"/>
                    <a:pt x="11689" y="7562"/>
                    <a:pt x="11689" y="7373"/>
                  </a:cubicBezTo>
                  <a:lnTo>
                    <a:pt x="12508" y="2426"/>
                  </a:lnTo>
                  <a:cubicBezTo>
                    <a:pt x="12571" y="2174"/>
                    <a:pt x="12351" y="1954"/>
                    <a:pt x="12130" y="1954"/>
                  </a:cubicBezTo>
                  <a:lnTo>
                    <a:pt x="2899" y="1954"/>
                  </a:lnTo>
                  <a:lnTo>
                    <a:pt x="2584" y="379"/>
                  </a:lnTo>
                  <a:cubicBezTo>
                    <a:pt x="2553" y="158"/>
                    <a:pt x="2395" y="1"/>
                    <a:pt x="22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1" name="Google Shape;15721;p83"/>
            <p:cNvSpPr/>
            <p:nvPr/>
          </p:nvSpPr>
          <p:spPr>
            <a:xfrm>
              <a:off x="-61972375" y="2430200"/>
              <a:ext cx="20500" cy="60675"/>
            </a:xfrm>
            <a:custGeom>
              <a:avLst/>
              <a:gdLst/>
              <a:ahLst/>
              <a:cxnLst/>
              <a:rect l="l" t="t" r="r" b="b"/>
              <a:pathLst>
                <a:path w="820" h="2427" extrusionOk="0">
                  <a:moveTo>
                    <a:pt x="442" y="1"/>
                  </a:moveTo>
                  <a:cubicBezTo>
                    <a:pt x="190" y="1"/>
                    <a:pt x="1" y="190"/>
                    <a:pt x="1" y="379"/>
                  </a:cubicBezTo>
                  <a:lnTo>
                    <a:pt x="1" y="2048"/>
                  </a:lnTo>
                  <a:cubicBezTo>
                    <a:pt x="32" y="2269"/>
                    <a:pt x="221" y="2427"/>
                    <a:pt x="442" y="2427"/>
                  </a:cubicBezTo>
                  <a:cubicBezTo>
                    <a:pt x="662" y="2427"/>
                    <a:pt x="820" y="2237"/>
                    <a:pt x="820" y="2048"/>
                  </a:cubicBezTo>
                  <a:lnTo>
                    <a:pt x="820" y="379"/>
                  </a:lnTo>
                  <a:cubicBezTo>
                    <a:pt x="820" y="158"/>
                    <a:pt x="631" y="1"/>
                    <a:pt x="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2" name="Google Shape;15722;p83"/>
            <p:cNvSpPr/>
            <p:nvPr/>
          </p:nvSpPr>
          <p:spPr>
            <a:xfrm>
              <a:off x="-61909350" y="2430200"/>
              <a:ext cx="19700" cy="60675"/>
            </a:xfrm>
            <a:custGeom>
              <a:avLst/>
              <a:gdLst/>
              <a:ahLst/>
              <a:cxnLst/>
              <a:rect l="l" t="t" r="r" b="b"/>
              <a:pathLst>
                <a:path w="788" h="2427" extrusionOk="0">
                  <a:moveTo>
                    <a:pt x="378" y="1"/>
                  </a:moveTo>
                  <a:cubicBezTo>
                    <a:pt x="189" y="1"/>
                    <a:pt x="0" y="190"/>
                    <a:pt x="0" y="379"/>
                  </a:cubicBezTo>
                  <a:lnTo>
                    <a:pt x="0" y="2048"/>
                  </a:lnTo>
                  <a:cubicBezTo>
                    <a:pt x="0" y="2269"/>
                    <a:pt x="189" y="2427"/>
                    <a:pt x="378" y="2427"/>
                  </a:cubicBezTo>
                  <a:cubicBezTo>
                    <a:pt x="630" y="2427"/>
                    <a:pt x="788" y="2237"/>
                    <a:pt x="788" y="2048"/>
                  </a:cubicBezTo>
                  <a:lnTo>
                    <a:pt x="788" y="379"/>
                  </a:lnTo>
                  <a:cubicBezTo>
                    <a:pt x="788" y="158"/>
                    <a:pt x="599"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3" name="Google Shape;15723;p83"/>
            <p:cNvSpPr/>
            <p:nvPr/>
          </p:nvSpPr>
          <p:spPr>
            <a:xfrm>
              <a:off x="-62033800" y="2430200"/>
              <a:ext cx="21275" cy="60675"/>
            </a:xfrm>
            <a:custGeom>
              <a:avLst/>
              <a:gdLst/>
              <a:ahLst/>
              <a:cxnLst/>
              <a:rect l="l" t="t" r="r" b="b"/>
              <a:pathLst>
                <a:path w="851" h="2427" extrusionOk="0">
                  <a:moveTo>
                    <a:pt x="410" y="1"/>
                  </a:moveTo>
                  <a:cubicBezTo>
                    <a:pt x="158" y="1"/>
                    <a:pt x="0" y="190"/>
                    <a:pt x="0" y="379"/>
                  </a:cubicBezTo>
                  <a:lnTo>
                    <a:pt x="0" y="2048"/>
                  </a:lnTo>
                  <a:cubicBezTo>
                    <a:pt x="0" y="2269"/>
                    <a:pt x="221" y="2427"/>
                    <a:pt x="410" y="2427"/>
                  </a:cubicBezTo>
                  <a:cubicBezTo>
                    <a:pt x="630" y="2427"/>
                    <a:pt x="851" y="2237"/>
                    <a:pt x="851" y="2048"/>
                  </a:cubicBezTo>
                  <a:lnTo>
                    <a:pt x="851" y="379"/>
                  </a:lnTo>
                  <a:cubicBezTo>
                    <a:pt x="851" y="158"/>
                    <a:pt x="630"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24" name="Google Shape;15724;p83"/>
          <p:cNvGrpSpPr/>
          <p:nvPr/>
        </p:nvGrpSpPr>
        <p:grpSpPr>
          <a:xfrm>
            <a:off x="1131097" y="5117542"/>
            <a:ext cx="488359" cy="490788"/>
            <a:chOff x="-62150375" y="2664925"/>
            <a:chExt cx="316650" cy="318225"/>
          </a:xfrm>
        </p:grpSpPr>
        <p:sp>
          <p:nvSpPr>
            <p:cNvPr id="15725" name="Google Shape;15725;p83"/>
            <p:cNvSpPr/>
            <p:nvPr/>
          </p:nvSpPr>
          <p:spPr>
            <a:xfrm>
              <a:off x="-62150375" y="2961850"/>
              <a:ext cx="316650" cy="21300"/>
            </a:xfrm>
            <a:custGeom>
              <a:avLst/>
              <a:gdLst/>
              <a:ahLst/>
              <a:cxnLst/>
              <a:rect l="l" t="t" r="r" b="b"/>
              <a:pathLst>
                <a:path w="12666" h="852" extrusionOk="0">
                  <a:moveTo>
                    <a:pt x="379" y="0"/>
                  </a:moveTo>
                  <a:cubicBezTo>
                    <a:pt x="158" y="0"/>
                    <a:pt x="1" y="189"/>
                    <a:pt x="1" y="410"/>
                  </a:cubicBezTo>
                  <a:cubicBezTo>
                    <a:pt x="1" y="662"/>
                    <a:pt x="190" y="851"/>
                    <a:pt x="379" y="851"/>
                  </a:cubicBezTo>
                  <a:lnTo>
                    <a:pt x="12225" y="851"/>
                  </a:lnTo>
                  <a:cubicBezTo>
                    <a:pt x="12477" y="851"/>
                    <a:pt x="12634" y="662"/>
                    <a:pt x="12634" y="410"/>
                  </a:cubicBezTo>
                  <a:cubicBezTo>
                    <a:pt x="12666" y="158"/>
                    <a:pt x="12477" y="0"/>
                    <a:pt x="122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6" name="Google Shape;15726;p83"/>
            <p:cNvSpPr/>
            <p:nvPr/>
          </p:nvSpPr>
          <p:spPr>
            <a:xfrm>
              <a:off x="-62150375" y="2838200"/>
              <a:ext cx="82725" cy="102400"/>
            </a:xfrm>
            <a:custGeom>
              <a:avLst/>
              <a:gdLst/>
              <a:ahLst/>
              <a:cxnLst/>
              <a:rect l="l" t="t" r="r" b="b"/>
              <a:pathLst>
                <a:path w="3309" h="4096" extrusionOk="0">
                  <a:moveTo>
                    <a:pt x="2363" y="756"/>
                  </a:moveTo>
                  <a:cubicBezTo>
                    <a:pt x="2427" y="756"/>
                    <a:pt x="2521" y="851"/>
                    <a:pt x="2521" y="914"/>
                  </a:cubicBezTo>
                  <a:lnTo>
                    <a:pt x="2521" y="3119"/>
                  </a:lnTo>
                  <a:cubicBezTo>
                    <a:pt x="2521" y="3214"/>
                    <a:pt x="2427" y="3245"/>
                    <a:pt x="2363" y="3245"/>
                  </a:cubicBezTo>
                  <a:lnTo>
                    <a:pt x="977" y="3245"/>
                  </a:lnTo>
                  <a:cubicBezTo>
                    <a:pt x="883" y="3245"/>
                    <a:pt x="820" y="3151"/>
                    <a:pt x="820" y="3119"/>
                  </a:cubicBezTo>
                  <a:lnTo>
                    <a:pt x="820" y="914"/>
                  </a:lnTo>
                  <a:cubicBezTo>
                    <a:pt x="820" y="851"/>
                    <a:pt x="883" y="756"/>
                    <a:pt x="977" y="756"/>
                  </a:cubicBezTo>
                  <a:close/>
                  <a:moveTo>
                    <a:pt x="946" y="0"/>
                  </a:moveTo>
                  <a:cubicBezTo>
                    <a:pt x="379" y="0"/>
                    <a:pt x="1" y="441"/>
                    <a:pt x="1" y="945"/>
                  </a:cubicBezTo>
                  <a:lnTo>
                    <a:pt x="1" y="3151"/>
                  </a:lnTo>
                  <a:cubicBezTo>
                    <a:pt x="1" y="3686"/>
                    <a:pt x="410" y="4096"/>
                    <a:pt x="946" y="4096"/>
                  </a:cubicBezTo>
                  <a:lnTo>
                    <a:pt x="2300" y="4096"/>
                  </a:lnTo>
                  <a:cubicBezTo>
                    <a:pt x="2868" y="4096"/>
                    <a:pt x="3309" y="3686"/>
                    <a:pt x="3309" y="3151"/>
                  </a:cubicBezTo>
                  <a:lnTo>
                    <a:pt x="3309" y="945"/>
                  </a:lnTo>
                  <a:cubicBezTo>
                    <a:pt x="3309" y="410"/>
                    <a:pt x="2868" y="0"/>
                    <a:pt x="230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7" name="Google Shape;15727;p83"/>
            <p:cNvSpPr/>
            <p:nvPr/>
          </p:nvSpPr>
          <p:spPr>
            <a:xfrm>
              <a:off x="-62033800" y="2664925"/>
              <a:ext cx="82725" cy="274900"/>
            </a:xfrm>
            <a:custGeom>
              <a:avLst/>
              <a:gdLst/>
              <a:ahLst/>
              <a:cxnLst/>
              <a:rect l="l" t="t" r="r" b="b"/>
              <a:pathLst>
                <a:path w="3309" h="10996" extrusionOk="0">
                  <a:moveTo>
                    <a:pt x="2332" y="788"/>
                  </a:moveTo>
                  <a:cubicBezTo>
                    <a:pt x="2426" y="851"/>
                    <a:pt x="2489" y="882"/>
                    <a:pt x="2489" y="945"/>
                  </a:cubicBezTo>
                  <a:lnTo>
                    <a:pt x="2489" y="10050"/>
                  </a:lnTo>
                  <a:cubicBezTo>
                    <a:pt x="2489" y="10145"/>
                    <a:pt x="2426" y="10176"/>
                    <a:pt x="2332" y="10176"/>
                  </a:cubicBezTo>
                  <a:lnTo>
                    <a:pt x="946" y="10176"/>
                  </a:lnTo>
                  <a:cubicBezTo>
                    <a:pt x="882" y="10176"/>
                    <a:pt x="851" y="10082"/>
                    <a:pt x="851" y="10050"/>
                  </a:cubicBezTo>
                  <a:lnTo>
                    <a:pt x="851" y="945"/>
                  </a:lnTo>
                  <a:cubicBezTo>
                    <a:pt x="851" y="882"/>
                    <a:pt x="914" y="788"/>
                    <a:pt x="946" y="788"/>
                  </a:cubicBezTo>
                  <a:close/>
                  <a:moveTo>
                    <a:pt x="946" y="0"/>
                  </a:moveTo>
                  <a:cubicBezTo>
                    <a:pt x="410" y="0"/>
                    <a:pt x="0" y="441"/>
                    <a:pt x="0" y="945"/>
                  </a:cubicBezTo>
                  <a:lnTo>
                    <a:pt x="0" y="10050"/>
                  </a:lnTo>
                  <a:cubicBezTo>
                    <a:pt x="0" y="10617"/>
                    <a:pt x="441" y="10995"/>
                    <a:pt x="946" y="10995"/>
                  </a:cubicBezTo>
                  <a:lnTo>
                    <a:pt x="2332" y="10995"/>
                  </a:lnTo>
                  <a:cubicBezTo>
                    <a:pt x="2899" y="10995"/>
                    <a:pt x="3308" y="10554"/>
                    <a:pt x="3308" y="10050"/>
                  </a:cubicBezTo>
                  <a:lnTo>
                    <a:pt x="3308" y="945"/>
                  </a:lnTo>
                  <a:cubicBezTo>
                    <a:pt x="3308" y="410"/>
                    <a:pt x="2899" y="0"/>
                    <a:pt x="23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8" name="Google Shape;15728;p83"/>
            <p:cNvSpPr/>
            <p:nvPr/>
          </p:nvSpPr>
          <p:spPr>
            <a:xfrm>
              <a:off x="-61917225" y="2754700"/>
              <a:ext cx="83500" cy="185900"/>
            </a:xfrm>
            <a:custGeom>
              <a:avLst/>
              <a:gdLst/>
              <a:ahLst/>
              <a:cxnLst/>
              <a:rect l="l" t="t" r="r" b="b"/>
              <a:pathLst>
                <a:path w="3340" h="7436" extrusionOk="0">
                  <a:moveTo>
                    <a:pt x="2394" y="788"/>
                  </a:moveTo>
                  <a:cubicBezTo>
                    <a:pt x="2489" y="788"/>
                    <a:pt x="2520" y="883"/>
                    <a:pt x="2520" y="946"/>
                  </a:cubicBezTo>
                  <a:lnTo>
                    <a:pt x="2520" y="6459"/>
                  </a:lnTo>
                  <a:cubicBezTo>
                    <a:pt x="2520" y="6554"/>
                    <a:pt x="2426" y="6585"/>
                    <a:pt x="2394" y="6585"/>
                  </a:cubicBezTo>
                  <a:lnTo>
                    <a:pt x="1008" y="6585"/>
                  </a:lnTo>
                  <a:cubicBezTo>
                    <a:pt x="945" y="6585"/>
                    <a:pt x="851" y="6491"/>
                    <a:pt x="851" y="6459"/>
                  </a:cubicBezTo>
                  <a:lnTo>
                    <a:pt x="851" y="946"/>
                  </a:lnTo>
                  <a:cubicBezTo>
                    <a:pt x="851" y="883"/>
                    <a:pt x="945" y="788"/>
                    <a:pt x="1008" y="788"/>
                  </a:cubicBezTo>
                  <a:close/>
                  <a:moveTo>
                    <a:pt x="977" y="1"/>
                  </a:moveTo>
                  <a:cubicBezTo>
                    <a:pt x="441" y="1"/>
                    <a:pt x="0" y="442"/>
                    <a:pt x="0" y="977"/>
                  </a:cubicBezTo>
                  <a:lnTo>
                    <a:pt x="0" y="6491"/>
                  </a:lnTo>
                  <a:cubicBezTo>
                    <a:pt x="0" y="7058"/>
                    <a:pt x="441" y="7436"/>
                    <a:pt x="977" y="7436"/>
                  </a:cubicBezTo>
                  <a:lnTo>
                    <a:pt x="2363" y="7436"/>
                  </a:lnTo>
                  <a:cubicBezTo>
                    <a:pt x="2899" y="7436"/>
                    <a:pt x="3308" y="7026"/>
                    <a:pt x="3308" y="6491"/>
                  </a:cubicBezTo>
                  <a:lnTo>
                    <a:pt x="3308" y="977"/>
                  </a:lnTo>
                  <a:cubicBezTo>
                    <a:pt x="3340" y="442"/>
                    <a:pt x="2899" y="1"/>
                    <a:pt x="236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29" name="Google Shape;15729;p83"/>
          <p:cNvGrpSpPr/>
          <p:nvPr/>
        </p:nvGrpSpPr>
        <p:grpSpPr>
          <a:xfrm>
            <a:off x="4087882" y="3945511"/>
            <a:ext cx="489553" cy="491868"/>
            <a:chOff x="-60254550" y="1938025"/>
            <a:chExt cx="317425" cy="318925"/>
          </a:xfrm>
        </p:grpSpPr>
        <p:sp>
          <p:nvSpPr>
            <p:cNvPr id="15730" name="Google Shape;15730;p83"/>
            <p:cNvSpPr/>
            <p:nvPr/>
          </p:nvSpPr>
          <p:spPr>
            <a:xfrm>
              <a:off x="-60254550" y="2049000"/>
              <a:ext cx="317425" cy="207950"/>
            </a:xfrm>
            <a:custGeom>
              <a:avLst/>
              <a:gdLst/>
              <a:ahLst/>
              <a:cxnLst/>
              <a:rect l="l" t="t" r="r" b="b"/>
              <a:pathLst>
                <a:path w="12697" h="8318" extrusionOk="0">
                  <a:moveTo>
                    <a:pt x="10428" y="1639"/>
                  </a:moveTo>
                  <a:cubicBezTo>
                    <a:pt x="11184" y="1639"/>
                    <a:pt x="11814" y="2269"/>
                    <a:pt x="11814" y="3025"/>
                  </a:cubicBezTo>
                  <a:cubicBezTo>
                    <a:pt x="11814" y="3781"/>
                    <a:pt x="11184" y="4411"/>
                    <a:pt x="10428" y="4411"/>
                  </a:cubicBezTo>
                  <a:lnTo>
                    <a:pt x="9767" y="4411"/>
                  </a:lnTo>
                  <a:cubicBezTo>
                    <a:pt x="9861" y="4033"/>
                    <a:pt x="9893" y="3686"/>
                    <a:pt x="9893" y="3308"/>
                  </a:cubicBezTo>
                  <a:lnTo>
                    <a:pt x="9893" y="1639"/>
                  </a:lnTo>
                  <a:close/>
                  <a:moveTo>
                    <a:pt x="9073" y="819"/>
                  </a:moveTo>
                  <a:lnTo>
                    <a:pt x="9073" y="3308"/>
                  </a:lnTo>
                  <a:cubicBezTo>
                    <a:pt x="9073" y="5577"/>
                    <a:pt x="7215" y="7435"/>
                    <a:pt x="4915" y="7435"/>
                  </a:cubicBezTo>
                  <a:cubicBezTo>
                    <a:pt x="2646" y="7435"/>
                    <a:pt x="788" y="5577"/>
                    <a:pt x="788" y="3308"/>
                  </a:cubicBezTo>
                  <a:lnTo>
                    <a:pt x="788" y="819"/>
                  </a:lnTo>
                  <a:close/>
                  <a:moveTo>
                    <a:pt x="410" y="0"/>
                  </a:moveTo>
                  <a:cubicBezTo>
                    <a:pt x="158" y="0"/>
                    <a:pt x="0" y="189"/>
                    <a:pt x="0" y="441"/>
                  </a:cubicBezTo>
                  <a:lnTo>
                    <a:pt x="0" y="3308"/>
                  </a:lnTo>
                  <a:cubicBezTo>
                    <a:pt x="0" y="5041"/>
                    <a:pt x="882" y="6522"/>
                    <a:pt x="2205" y="7435"/>
                  </a:cubicBezTo>
                  <a:lnTo>
                    <a:pt x="410" y="7435"/>
                  </a:lnTo>
                  <a:cubicBezTo>
                    <a:pt x="158" y="7435"/>
                    <a:pt x="0" y="7624"/>
                    <a:pt x="0" y="7877"/>
                  </a:cubicBezTo>
                  <a:cubicBezTo>
                    <a:pt x="0" y="8097"/>
                    <a:pt x="189" y="8318"/>
                    <a:pt x="410" y="8318"/>
                  </a:cubicBezTo>
                  <a:lnTo>
                    <a:pt x="9483" y="8318"/>
                  </a:lnTo>
                  <a:cubicBezTo>
                    <a:pt x="9735" y="8318"/>
                    <a:pt x="9893" y="8097"/>
                    <a:pt x="9893" y="7877"/>
                  </a:cubicBezTo>
                  <a:cubicBezTo>
                    <a:pt x="9893" y="7624"/>
                    <a:pt x="9704" y="7435"/>
                    <a:pt x="9483" y="7435"/>
                  </a:cubicBezTo>
                  <a:lnTo>
                    <a:pt x="7687" y="7435"/>
                  </a:lnTo>
                  <a:cubicBezTo>
                    <a:pt x="8506" y="6900"/>
                    <a:pt x="9137" y="6144"/>
                    <a:pt x="9546" y="5230"/>
                  </a:cubicBezTo>
                  <a:lnTo>
                    <a:pt x="10491" y="5230"/>
                  </a:lnTo>
                  <a:cubicBezTo>
                    <a:pt x="11688" y="5230"/>
                    <a:pt x="12697" y="4253"/>
                    <a:pt x="12697" y="3025"/>
                  </a:cubicBezTo>
                  <a:cubicBezTo>
                    <a:pt x="12697" y="1796"/>
                    <a:pt x="11657" y="819"/>
                    <a:pt x="10428" y="819"/>
                  </a:cubicBezTo>
                  <a:lnTo>
                    <a:pt x="9893" y="819"/>
                  </a:lnTo>
                  <a:lnTo>
                    <a:pt x="9893" y="441"/>
                  </a:lnTo>
                  <a:cubicBezTo>
                    <a:pt x="9893" y="189"/>
                    <a:pt x="9704" y="0"/>
                    <a:pt x="94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1" name="Google Shape;15731;p83"/>
            <p:cNvSpPr/>
            <p:nvPr/>
          </p:nvSpPr>
          <p:spPr>
            <a:xfrm>
              <a:off x="-60219125" y="1938025"/>
              <a:ext cx="51225" cy="103625"/>
            </a:xfrm>
            <a:custGeom>
              <a:avLst/>
              <a:gdLst/>
              <a:ahLst/>
              <a:cxnLst/>
              <a:rect l="l" t="t" r="r" b="b"/>
              <a:pathLst>
                <a:path w="2049" h="4145" extrusionOk="0">
                  <a:moveTo>
                    <a:pt x="1068" y="0"/>
                  </a:moveTo>
                  <a:cubicBezTo>
                    <a:pt x="947" y="0"/>
                    <a:pt x="819" y="61"/>
                    <a:pt x="725" y="155"/>
                  </a:cubicBezTo>
                  <a:cubicBezTo>
                    <a:pt x="568" y="312"/>
                    <a:pt x="568" y="564"/>
                    <a:pt x="757" y="722"/>
                  </a:cubicBezTo>
                  <a:cubicBezTo>
                    <a:pt x="1103" y="1100"/>
                    <a:pt x="1103" y="1446"/>
                    <a:pt x="757" y="1761"/>
                  </a:cubicBezTo>
                  <a:cubicBezTo>
                    <a:pt x="32" y="2392"/>
                    <a:pt x="1" y="3368"/>
                    <a:pt x="757" y="4030"/>
                  </a:cubicBezTo>
                  <a:cubicBezTo>
                    <a:pt x="832" y="4105"/>
                    <a:pt x="936" y="4144"/>
                    <a:pt x="1041" y="4144"/>
                  </a:cubicBezTo>
                  <a:cubicBezTo>
                    <a:pt x="1156" y="4144"/>
                    <a:pt x="1273" y="4097"/>
                    <a:pt x="1356" y="3998"/>
                  </a:cubicBezTo>
                  <a:cubicBezTo>
                    <a:pt x="1513" y="3841"/>
                    <a:pt x="1513" y="3557"/>
                    <a:pt x="1292" y="3400"/>
                  </a:cubicBezTo>
                  <a:cubicBezTo>
                    <a:pt x="946" y="3085"/>
                    <a:pt x="946" y="2707"/>
                    <a:pt x="1292" y="2392"/>
                  </a:cubicBezTo>
                  <a:cubicBezTo>
                    <a:pt x="2017" y="1761"/>
                    <a:pt x="2049" y="785"/>
                    <a:pt x="1292" y="92"/>
                  </a:cubicBezTo>
                  <a:cubicBezTo>
                    <a:pt x="1229" y="28"/>
                    <a:pt x="1150" y="0"/>
                    <a:pt x="10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2" name="Google Shape;15732;p83"/>
            <p:cNvSpPr/>
            <p:nvPr/>
          </p:nvSpPr>
          <p:spPr>
            <a:xfrm>
              <a:off x="-60156900" y="1938025"/>
              <a:ext cx="51225" cy="103625"/>
            </a:xfrm>
            <a:custGeom>
              <a:avLst/>
              <a:gdLst/>
              <a:ahLst/>
              <a:cxnLst/>
              <a:rect l="l" t="t" r="r" b="b"/>
              <a:pathLst>
                <a:path w="2049" h="4145" extrusionOk="0">
                  <a:moveTo>
                    <a:pt x="1057" y="0"/>
                  </a:moveTo>
                  <a:cubicBezTo>
                    <a:pt x="926" y="0"/>
                    <a:pt x="788" y="61"/>
                    <a:pt x="694" y="155"/>
                  </a:cubicBezTo>
                  <a:cubicBezTo>
                    <a:pt x="536" y="312"/>
                    <a:pt x="536" y="564"/>
                    <a:pt x="757" y="722"/>
                  </a:cubicBezTo>
                  <a:cubicBezTo>
                    <a:pt x="1103" y="1100"/>
                    <a:pt x="1103" y="1446"/>
                    <a:pt x="757" y="1761"/>
                  </a:cubicBezTo>
                  <a:cubicBezTo>
                    <a:pt x="32" y="2392"/>
                    <a:pt x="1" y="3368"/>
                    <a:pt x="757" y="4030"/>
                  </a:cubicBezTo>
                  <a:cubicBezTo>
                    <a:pt x="832" y="4105"/>
                    <a:pt x="929" y="4144"/>
                    <a:pt x="1026" y="4144"/>
                  </a:cubicBezTo>
                  <a:cubicBezTo>
                    <a:pt x="1133" y="4144"/>
                    <a:pt x="1242" y="4097"/>
                    <a:pt x="1324" y="3998"/>
                  </a:cubicBezTo>
                  <a:cubicBezTo>
                    <a:pt x="1859" y="3463"/>
                    <a:pt x="473" y="3179"/>
                    <a:pt x="1292" y="2392"/>
                  </a:cubicBezTo>
                  <a:cubicBezTo>
                    <a:pt x="2017" y="1761"/>
                    <a:pt x="2049" y="785"/>
                    <a:pt x="1292" y="92"/>
                  </a:cubicBezTo>
                  <a:cubicBezTo>
                    <a:pt x="1229" y="28"/>
                    <a:pt x="1145" y="0"/>
                    <a:pt x="10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3" name="Google Shape;15733;p83"/>
            <p:cNvSpPr/>
            <p:nvPr/>
          </p:nvSpPr>
          <p:spPr>
            <a:xfrm>
              <a:off x="-60094675" y="1938025"/>
              <a:ext cx="51225" cy="103625"/>
            </a:xfrm>
            <a:custGeom>
              <a:avLst/>
              <a:gdLst/>
              <a:ahLst/>
              <a:cxnLst/>
              <a:rect l="l" t="t" r="r" b="b"/>
              <a:pathLst>
                <a:path w="2049" h="4145" extrusionOk="0">
                  <a:moveTo>
                    <a:pt x="1056" y="0"/>
                  </a:moveTo>
                  <a:cubicBezTo>
                    <a:pt x="926" y="0"/>
                    <a:pt x="788" y="61"/>
                    <a:pt x="694" y="155"/>
                  </a:cubicBezTo>
                  <a:cubicBezTo>
                    <a:pt x="536" y="312"/>
                    <a:pt x="536" y="564"/>
                    <a:pt x="725" y="722"/>
                  </a:cubicBezTo>
                  <a:cubicBezTo>
                    <a:pt x="1103" y="1100"/>
                    <a:pt x="1103" y="1446"/>
                    <a:pt x="725" y="1761"/>
                  </a:cubicBezTo>
                  <a:cubicBezTo>
                    <a:pt x="32" y="2392"/>
                    <a:pt x="1" y="3368"/>
                    <a:pt x="725" y="4030"/>
                  </a:cubicBezTo>
                  <a:cubicBezTo>
                    <a:pt x="800" y="4105"/>
                    <a:pt x="904" y="4144"/>
                    <a:pt x="1009" y="4144"/>
                  </a:cubicBezTo>
                  <a:cubicBezTo>
                    <a:pt x="1125" y="4144"/>
                    <a:pt x="1241" y="4097"/>
                    <a:pt x="1324" y="3998"/>
                  </a:cubicBezTo>
                  <a:cubicBezTo>
                    <a:pt x="1481" y="3841"/>
                    <a:pt x="1481" y="3557"/>
                    <a:pt x="1292" y="3400"/>
                  </a:cubicBezTo>
                  <a:cubicBezTo>
                    <a:pt x="946" y="3085"/>
                    <a:pt x="946" y="2707"/>
                    <a:pt x="1292" y="2392"/>
                  </a:cubicBezTo>
                  <a:cubicBezTo>
                    <a:pt x="1985" y="1761"/>
                    <a:pt x="2048" y="785"/>
                    <a:pt x="1292" y="92"/>
                  </a:cubicBezTo>
                  <a:cubicBezTo>
                    <a:pt x="1229" y="28"/>
                    <a:pt x="1145" y="0"/>
                    <a:pt x="1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34" name="Google Shape;15734;p83"/>
          <p:cNvGrpSpPr/>
          <p:nvPr/>
        </p:nvGrpSpPr>
        <p:grpSpPr>
          <a:xfrm>
            <a:off x="4053665" y="4528519"/>
            <a:ext cx="488864" cy="488560"/>
            <a:chOff x="6479471" y="2079003"/>
            <a:chExt cx="348923" cy="348706"/>
          </a:xfrm>
        </p:grpSpPr>
        <p:sp>
          <p:nvSpPr>
            <p:cNvPr id="15735" name="Google Shape;15735;p83"/>
            <p:cNvSpPr/>
            <p:nvPr/>
          </p:nvSpPr>
          <p:spPr>
            <a:xfrm>
              <a:off x="6479471" y="2200291"/>
              <a:ext cx="38170" cy="22566"/>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89"/>
                    <a:pt x="1166" y="0"/>
                    <a:pt x="94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736" name="Google Shape;15736;p83"/>
            <p:cNvGrpSpPr/>
            <p:nvPr/>
          </p:nvGrpSpPr>
          <p:grpSpPr>
            <a:xfrm>
              <a:off x="6520582" y="2079003"/>
              <a:ext cx="307811" cy="348706"/>
              <a:chOff x="-60218325" y="2304850"/>
              <a:chExt cx="279625" cy="316775"/>
            </a:xfrm>
          </p:grpSpPr>
          <p:sp>
            <p:nvSpPr>
              <p:cNvPr id="15737" name="Google Shape;15737;p83"/>
              <p:cNvSpPr/>
              <p:nvPr/>
            </p:nvSpPr>
            <p:spPr>
              <a:xfrm>
                <a:off x="-60218325" y="2304850"/>
                <a:ext cx="235525" cy="316775"/>
              </a:xfrm>
              <a:custGeom>
                <a:avLst/>
                <a:gdLst/>
                <a:ahLst/>
                <a:cxnLst/>
                <a:rect l="l" t="t" r="r" b="b"/>
                <a:pathLst>
                  <a:path w="9421" h="12671" extrusionOk="0">
                    <a:moveTo>
                      <a:pt x="4884" y="825"/>
                    </a:moveTo>
                    <a:cubicBezTo>
                      <a:pt x="6994" y="825"/>
                      <a:pt x="8633" y="2463"/>
                      <a:pt x="8633" y="4542"/>
                    </a:cubicBezTo>
                    <a:cubicBezTo>
                      <a:pt x="8570" y="6023"/>
                      <a:pt x="7688" y="7378"/>
                      <a:pt x="6364" y="7945"/>
                    </a:cubicBezTo>
                    <a:cubicBezTo>
                      <a:pt x="6207" y="8039"/>
                      <a:pt x="6112" y="8165"/>
                      <a:pt x="6112" y="8354"/>
                    </a:cubicBezTo>
                    <a:lnTo>
                      <a:pt x="6112" y="8543"/>
                    </a:lnTo>
                    <a:lnTo>
                      <a:pt x="3623" y="8543"/>
                    </a:lnTo>
                    <a:lnTo>
                      <a:pt x="3623" y="8354"/>
                    </a:lnTo>
                    <a:cubicBezTo>
                      <a:pt x="3623" y="8197"/>
                      <a:pt x="3560" y="8039"/>
                      <a:pt x="3403" y="7945"/>
                    </a:cubicBezTo>
                    <a:cubicBezTo>
                      <a:pt x="1828" y="7251"/>
                      <a:pt x="914" y="5582"/>
                      <a:pt x="1229" y="3880"/>
                    </a:cubicBezTo>
                    <a:cubicBezTo>
                      <a:pt x="1481" y="2431"/>
                      <a:pt x="2647" y="1203"/>
                      <a:pt x="4096" y="888"/>
                    </a:cubicBezTo>
                    <a:cubicBezTo>
                      <a:pt x="4379" y="856"/>
                      <a:pt x="4663" y="825"/>
                      <a:pt x="4884" y="825"/>
                    </a:cubicBezTo>
                    <a:close/>
                    <a:moveTo>
                      <a:pt x="6081" y="9362"/>
                    </a:moveTo>
                    <a:lnTo>
                      <a:pt x="6081" y="10213"/>
                    </a:lnTo>
                    <a:lnTo>
                      <a:pt x="3592" y="10213"/>
                    </a:lnTo>
                    <a:lnTo>
                      <a:pt x="3592" y="9362"/>
                    </a:lnTo>
                    <a:close/>
                    <a:moveTo>
                      <a:pt x="5986" y="11032"/>
                    </a:moveTo>
                    <a:cubicBezTo>
                      <a:pt x="5829" y="11505"/>
                      <a:pt x="5419" y="11851"/>
                      <a:pt x="4852" y="11851"/>
                    </a:cubicBezTo>
                    <a:cubicBezTo>
                      <a:pt x="4316" y="11851"/>
                      <a:pt x="3875" y="11505"/>
                      <a:pt x="3686" y="11032"/>
                    </a:cubicBezTo>
                    <a:close/>
                    <a:moveTo>
                      <a:pt x="4842" y="0"/>
                    </a:moveTo>
                    <a:cubicBezTo>
                      <a:pt x="4526" y="0"/>
                      <a:pt x="4202" y="32"/>
                      <a:pt x="3875" y="100"/>
                    </a:cubicBezTo>
                    <a:cubicBezTo>
                      <a:pt x="2111" y="509"/>
                      <a:pt x="693" y="1959"/>
                      <a:pt x="378" y="3723"/>
                    </a:cubicBezTo>
                    <a:cubicBezTo>
                      <a:pt x="0" y="5834"/>
                      <a:pt x="1071" y="7724"/>
                      <a:pt x="2773" y="8575"/>
                    </a:cubicBezTo>
                    <a:lnTo>
                      <a:pt x="2773" y="10591"/>
                    </a:lnTo>
                    <a:cubicBezTo>
                      <a:pt x="2773" y="11725"/>
                      <a:pt x="3718" y="12670"/>
                      <a:pt x="4852" y="12670"/>
                    </a:cubicBezTo>
                    <a:cubicBezTo>
                      <a:pt x="5986" y="12670"/>
                      <a:pt x="6963" y="11725"/>
                      <a:pt x="6963" y="10591"/>
                    </a:cubicBezTo>
                    <a:lnTo>
                      <a:pt x="6963" y="8575"/>
                    </a:lnTo>
                    <a:cubicBezTo>
                      <a:pt x="8444" y="7787"/>
                      <a:pt x="9420" y="6243"/>
                      <a:pt x="9420" y="4511"/>
                    </a:cubicBezTo>
                    <a:cubicBezTo>
                      <a:pt x="9392" y="1995"/>
                      <a:pt x="7331" y="0"/>
                      <a:pt x="48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8" name="Google Shape;15738;p83"/>
              <p:cNvSpPr/>
              <p:nvPr/>
            </p:nvSpPr>
            <p:spPr>
              <a:xfrm>
                <a:off x="-60127750" y="2347500"/>
                <a:ext cx="62250" cy="145750"/>
              </a:xfrm>
              <a:custGeom>
                <a:avLst/>
                <a:gdLst/>
                <a:ahLst/>
                <a:cxnLst/>
                <a:rect l="l" t="t" r="r" b="b"/>
                <a:pathLst>
                  <a:path w="2490" h="5830" extrusionOk="0">
                    <a:moveTo>
                      <a:pt x="1229" y="1"/>
                    </a:moveTo>
                    <a:cubicBezTo>
                      <a:pt x="1009" y="1"/>
                      <a:pt x="851" y="190"/>
                      <a:pt x="851" y="379"/>
                    </a:cubicBezTo>
                    <a:lnTo>
                      <a:pt x="851" y="662"/>
                    </a:lnTo>
                    <a:cubicBezTo>
                      <a:pt x="378" y="820"/>
                      <a:pt x="0" y="1292"/>
                      <a:pt x="0" y="1828"/>
                    </a:cubicBezTo>
                    <a:cubicBezTo>
                      <a:pt x="0" y="2521"/>
                      <a:pt x="567" y="2899"/>
                      <a:pt x="1009" y="3214"/>
                    </a:cubicBezTo>
                    <a:cubicBezTo>
                      <a:pt x="1324" y="3466"/>
                      <a:pt x="1670" y="3687"/>
                      <a:pt x="1670" y="3939"/>
                    </a:cubicBezTo>
                    <a:cubicBezTo>
                      <a:pt x="1670" y="4159"/>
                      <a:pt x="1481" y="4348"/>
                      <a:pt x="1229" y="4348"/>
                    </a:cubicBezTo>
                    <a:cubicBezTo>
                      <a:pt x="1009" y="4348"/>
                      <a:pt x="851" y="4159"/>
                      <a:pt x="851" y="3939"/>
                    </a:cubicBezTo>
                    <a:cubicBezTo>
                      <a:pt x="851" y="3687"/>
                      <a:pt x="630" y="3498"/>
                      <a:pt x="441" y="3498"/>
                    </a:cubicBezTo>
                    <a:cubicBezTo>
                      <a:pt x="221" y="3498"/>
                      <a:pt x="0" y="3687"/>
                      <a:pt x="0" y="3939"/>
                    </a:cubicBezTo>
                    <a:cubicBezTo>
                      <a:pt x="0" y="4474"/>
                      <a:pt x="378" y="4915"/>
                      <a:pt x="851" y="5104"/>
                    </a:cubicBezTo>
                    <a:lnTo>
                      <a:pt x="851" y="5388"/>
                    </a:lnTo>
                    <a:cubicBezTo>
                      <a:pt x="851" y="5608"/>
                      <a:pt x="1040" y="5829"/>
                      <a:pt x="1229" y="5829"/>
                    </a:cubicBezTo>
                    <a:cubicBezTo>
                      <a:pt x="1481" y="5829"/>
                      <a:pt x="1670" y="5608"/>
                      <a:pt x="1670" y="5388"/>
                    </a:cubicBezTo>
                    <a:lnTo>
                      <a:pt x="1670" y="5104"/>
                    </a:lnTo>
                    <a:cubicBezTo>
                      <a:pt x="2143" y="4947"/>
                      <a:pt x="2489" y="4474"/>
                      <a:pt x="2489" y="3939"/>
                    </a:cubicBezTo>
                    <a:cubicBezTo>
                      <a:pt x="2489" y="3246"/>
                      <a:pt x="1954" y="2868"/>
                      <a:pt x="1513" y="2553"/>
                    </a:cubicBezTo>
                    <a:cubicBezTo>
                      <a:pt x="1198" y="2300"/>
                      <a:pt x="851" y="2080"/>
                      <a:pt x="851" y="1828"/>
                    </a:cubicBezTo>
                    <a:cubicBezTo>
                      <a:pt x="788" y="1607"/>
                      <a:pt x="1009" y="1418"/>
                      <a:pt x="1229" y="1418"/>
                    </a:cubicBezTo>
                    <a:cubicBezTo>
                      <a:pt x="1481" y="1418"/>
                      <a:pt x="1670" y="1607"/>
                      <a:pt x="1670" y="1828"/>
                    </a:cubicBezTo>
                    <a:cubicBezTo>
                      <a:pt x="1670" y="2080"/>
                      <a:pt x="1859" y="2269"/>
                      <a:pt x="2048" y="2269"/>
                    </a:cubicBezTo>
                    <a:cubicBezTo>
                      <a:pt x="2300" y="2269"/>
                      <a:pt x="2489" y="2080"/>
                      <a:pt x="2489" y="1828"/>
                    </a:cubicBezTo>
                    <a:cubicBezTo>
                      <a:pt x="2489" y="1292"/>
                      <a:pt x="2143" y="851"/>
                      <a:pt x="1670" y="662"/>
                    </a:cubicBezTo>
                    <a:lnTo>
                      <a:pt x="1670" y="379"/>
                    </a:lnTo>
                    <a:cubicBezTo>
                      <a:pt x="1670" y="158"/>
                      <a:pt x="1481"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9" name="Google Shape;15739;p83"/>
              <p:cNvSpPr/>
              <p:nvPr/>
            </p:nvSpPr>
            <p:spPr>
              <a:xfrm>
                <a:off x="-60212825" y="2510750"/>
                <a:ext cx="32325" cy="30325"/>
              </a:xfrm>
              <a:custGeom>
                <a:avLst/>
                <a:gdLst/>
                <a:ahLst/>
                <a:cxnLst/>
                <a:rect l="l" t="t" r="r" b="b"/>
                <a:pathLst>
                  <a:path w="1293" h="1213" extrusionOk="0">
                    <a:moveTo>
                      <a:pt x="836" y="0"/>
                    </a:moveTo>
                    <a:cubicBezTo>
                      <a:pt x="725" y="0"/>
                      <a:pt x="615" y="39"/>
                      <a:pt x="536" y="118"/>
                    </a:cubicBezTo>
                    <a:lnTo>
                      <a:pt x="158" y="496"/>
                    </a:lnTo>
                    <a:cubicBezTo>
                      <a:pt x="1" y="654"/>
                      <a:pt x="1" y="906"/>
                      <a:pt x="158" y="1095"/>
                    </a:cubicBezTo>
                    <a:cubicBezTo>
                      <a:pt x="237" y="1174"/>
                      <a:pt x="340" y="1213"/>
                      <a:pt x="442" y="1213"/>
                    </a:cubicBezTo>
                    <a:cubicBezTo>
                      <a:pt x="544" y="1213"/>
                      <a:pt x="647" y="1174"/>
                      <a:pt x="725" y="1095"/>
                    </a:cubicBezTo>
                    <a:lnTo>
                      <a:pt x="1135" y="717"/>
                    </a:lnTo>
                    <a:cubicBezTo>
                      <a:pt x="1293" y="559"/>
                      <a:pt x="1293" y="276"/>
                      <a:pt x="1135" y="118"/>
                    </a:cubicBezTo>
                    <a:cubicBezTo>
                      <a:pt x="1056" y="39"/>
                      <a:pt x="946" y="0"/>
                      <a:pt x="8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0" name="Google Shape;15740;p83"/>
              <p:cNvSpPr/>
              <p:nvPr/>
            </p:nvSpPr>
            <p:spPr>
              <a:xfrm>
                <a:off x="-60012750" y="2310675"/>
                <a:ext cx="32300" cy="30350"/>
              </a:xfrm>
              <a:custGeom>
                <a:avLst/>
                <a:gdLst/>
                <a:ahLst/>
                <a:cxnLst/>
                <a:rect l="l" t="t" r="r" b="b"/>
                <a:pathLst>
                  <a:path w="1292" h="1214" extrusionOk="0">
                    <a:moveTo>
                      <a:pt x="835" y="1"/>
                    </a:moveTo>
                    <a:cubicBezTo>
                      <a:pt x="725" y="1"/>
                      <a:pt x="614" y="40"/>
                      <a:pt x="536" y="119"/>
                    </a:cubicBezTo>
                    <a:lnTo>
                      <a:pt x="126" y="528"/>
                    </a:lnTo>
                    <a:cubicBezTo>
                      <a:pt x="0" y="686"/>
                      <a:pt x="0" y="938"/>
                      <a:pt x="126" y="1096"/>
                    </a:cubicBezTo>
                    <a:cubicBezTo>
                      <a:pt x="205" y="1174"/>
                      <a:pt x="315" y="1214"/>
                      <a:pt x="425" y="1214"/>
                    </a:cubicBezTo>
                    <a:cubicBezTo>
                      <a:pt x="536" y="1214"/>
                      <a:pt x="646" y="1174"/>
                      <a:pt x="725" y="1096"/>
                    </a:cubicBezTo>
                    <a:lnTo>
                      <a:pt x="1134" y="718"/>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1" name="Google Shape;15741;p83"/>
              <p:cNvSpPr/>
              <p:nvPr/>
            </p:nvSpPr>
            <p:spPr>
              <a:xfrm>
                <a:off x="-60012750" y="2510750"/>
                <a:ext cx="32300" cy="30325"/>
              </a:xfrm>
              <a:custGeom>
                <a:avLst/>
                <a:gdLst/>
                <a:ahLst/>
                <a:cxnLst/>
                <a:rect l="l" t="t" r="r" b="b"/>
                <a:pathLst>
                  <a:path w="1292" h="1213" extrusionOk="0">
                    <a:moveTo>
                      <a:pt x="425" y="0"/>
                    </a:moveTo>
                    <a:cubicBezTo>
                      <a:pt x="315" y="0"/>
                      <a:pt x="205" y="39"/>
                      <a:pt x="126" y="118"/>
                    </a:cubicBezTo>
                    <a:cubicBezTo>
                      <a:pt x="0" y="276"/>
                      <a:pt x="0" y="559"/>
                      <a:pt x="126" y="717"/>
                    </a:cubicBezTo>
                    <a:lnTo>
                      <a:pt x="536" y="1095"/>
                    </a:lnTo>
                    <a:cubicBezTo>
                      <a:pt x="614" y="1174"/>
                      <a:pt x="725" y="1213"/>
                      <a:pt x="835" y="1213"/>
                    </a:cubicBezTo>
                    <a:cubicBezTo>
                      <a:pt x="945" y="1213"/>
                      <a:pt x="1056" y="1174"/>
                      <a:pt x="1134" y="1095"/>
                    </a:cubicBezTo>
                    <a:cubicBezTo>
                      <a:pt x="1292" y="937"/>
                      <a:pt x="1292" y="654"/>
                      <a:pt x="1134" y="496"/>
                    </a:cubicBezTo>
                    <a:lnTo>
                      <a:pt x="725" y="118"/>
                    </a:lnTo>
                    <a:cubicBezTo>
                      <a:pt x="646" y="39"/>
                      <a:pt x="536" y="0"/>
                      <a:pt x="4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2" name="Google Shape;15742;p83"/>
              <p:cNvSpPr/>
              <p:nvPr/>
            </p:nvSpPr>
            <p:spPr>
              <a:xfrm>
                <a:off x="-60212825" y="2310675"/>
                <a:ext cx="32325" cy="30350"/>
              </a:xfrm>
              <a:custGeom>
                <a:avLst/>
                <a:gdLst/>
                <a:ahLst/>
                <a:cxnLst/>
                <a:rect l="l" t="t" r="r" b="b"/>
                <a:pathLst>
                  <a:path w="1293" h="1214" extrusionOk="0">
                    <a:moveTo>
                      <a:pt x="442" y="1"/>
                    </a:moveTo>
                    <a:cubicBezTo>
                      <a:pt x="340" y="1"/>
                      <a:pt x="237" y="40"/>
                      <a:pt x="158" y="119"/>
                    </a:cubicBezTo>
                    <a:cubicBezTo>
                      <a:pt x="1" y="276"/>
                      <a:pt x="1" y="560"/>
                      <a:pt x="158" y="718"/>
                    </a:cubicBezTo>
                    <a:lnTo>
                      <a:pt x="536" y="1096"/>
                    </a:lnTo>
                    <a:cubicBezTo>
                      <a:pt x="615" y="1174"/>
                      <a:pt x="725" y="1214"/>
                      <a:pt x="836" y="1214"/>
                    </a:cubicBezTo>
                    <a:cubicBezTo>
                      <a:pt x="946" y="1214"/>
                      <a:pt x="1056" y="1174"/>
                      <a:pt x="1135" y="1096"/>
                    </a:cubicBezTo>
                    <a:cubicBezTo>
                      <a:pt x="1293" y="938"/>
                      <a:pt x="1293" y="686"/>
                      <a:pt x="1135" y="528"/>
                    </a:cubicBezTo>
                    <a:lnTo>
                      <a:pt x="725" y="119"/>
                    </a:lnTo>
                    <a:cubicBezTo>
                      <a:pt x="647" y="40"/>
                      <a:pt x="544" y="1"/>
                      <a:pt x="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3" name="Google Shape;15743;p83"/>
              <p:cNvSpPr/>
              <p:nvPr/>
            </p:nvSpPr>
            <p:spPr>
              <a:xfrm>
                <a:off x="-59974175" y="2415250"/>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89"/>
                      <a:pt x="1230"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5744" name="Google Shape;15744;p83"/>
          <p:cNvGrpSpPr/>
          <p:nvPr/>
        </p:nvGrpSpPr>
        <p:grpSpPr>
          <a:xfrm>
            <a:off x="4125532" y="5116943"/>
            <a:ext cx="414253" cy="491983"/>
            <a:chOff x="-60232500" y="2671225"/>
            <a:chExt cx="268600" cy="319000"/>
          </a:xfrm>
        </p:grpSpPr>
        <p:sp>
          <p:nvSpPr>
            <p:cNvPr id="15745" name="Google Shape;15745;p83"/>
            <p:cNvSpPr/>
            <p:nvPr/>
          </p:nvSpPr>
          <p:spPr>
            <a:xfrm>
              <a:off x="-60222275" y="2843700"/>
              <a:ext cx="63025" cy="146525"/>
            </a:xfrm>
            <a:custGeom>
              <a:avLst/>
              <a:gdLst/>
              <a:ahLst/>
              <a:cxnLst/>
              <a:rect l="l" t="t" r="r" b="b"/>
              <a:pathLst>
                <a:path w="2521" h="5861" extrusionOk="0">
                  <a:moveTo>
                    <a:pt x="1261" y="1"/>
                  </a:moveTo>
                  <a:cubicBezTo>
                    <a:pt x="1040" y="1"/>
                    <a:pt x="851" y="190"/>
                    <a:pt x="851" y="410"/>
                  </a:cubicBezTo>
                  <a:lnTo>
                    <a:pt x="851" y="694"/>
                  </a:lnTo>
                  <a:cubicBezTo>
                    <a:pt x="379" y="851"/>
                    <a:pt x="1" y="1324"/>
                    <a:pt x="1" y="1891"/>
                  </a:cubicBezTo>
                  <a:cubicBezTo>
                    <a:pt x="1" y="2553"/>
                    <a:pt x="568" y="2931"/>
                    <a:pt x="1009" y="3246"/>
                  </a:cubicBezTo>
                  <a:cubicBezTo>
                    <a:pt x="1324" y="3498"/>
                    <a:pt x="1671" y="3718"/>
                    <a:pt x="1671" y="3970"/>
                  </a:cubicBezTo>
                  <a:cubicBezTo>
                    <a:pt x="1671" y="4191"/>
                    <a:pt x="1482" y="4348"/>
                    <a:pt x="1261" y="4348"/>
                  </a:cubicBezTo>
                  <a:cubicBezTo>
                    <a:pt x="1072" y="4348"/>
                    <a:pt x="851" y="4159"/>
                    <a:pt x="851" y="3970"/>
                  </a:cubicBezTo>
                  <a:cubicBezTo>
                    <a:pt x="851" y="3718"/>
                    <a:pt x="631" y="3529"/>
                    <a:pt x="442" y="3529"/>
                  </a:cubicBezTo>
                  <a:cubicBezTo>
                    <a:pt x="253" y="3529"/>
                    <a:pt x="64" y="3718"/>
                    <a:pt x="64" y="3970"/>
                  </a:cubicBezTo>
                  <a:cubicBezTo>
                    <a:pt x="64" y="4506"/>
                    <a:pt x="410" y="4947"/>
                    <a:pt x="883" y="5136"/>
                  </a:cubicBezTo>
                  <a:lnTo>
                    <a:pt x="883" y="5419"/>
                  </a:lnTo>
                  <a:cubicBezTo>
                    <a:pt x="883" y="5672"/>
                    <a:pt x="1072" y="5861"/>
                    <a:pt x="1324" y="5861"/>
                  </a:cubicBezTo>
                  <a:cubicBezTo>
                    <a:pt x="1545" y="5861"/>
                    <a:pt x="1702" y="5672"/>
                    <a:pt x="1702" y="5419"/>
                  </a:cubicBezTo>
                  <a:lnTo>
                    <a:pt x="1702" y="5136"/>
                  </a:lnTo>
                  <a:cubicBezTo>
                    <a:pt x="2175" y="4978"/>
                    <a:pt x="2521" y="4506"/>
                    <a:pt x="2521" y="3970"/>
                  </a:cubicBezTo>
                  <a:cubicBezTo>
                    <a:pt x="2521" y="3309"/>
                    <a:pt x="1986" y="2899"/>
                    <a:pt x="1545" y="2584"/>
                  </a:cubicBezTo>
                  <a:cubicBezTo>
                    <a:pt x="1229" y="2364"/>
                    <a:pt x="883" y="2111"/>
                    <a:pt x="883" y="1891"/>
                  </a:cubicBezTo>
                  <a:cubicBezTo>
                    <a:pt x="883" y="1639"/>
                    <a:pt x="1072" y="1450"/>
                    <a:pt x="1261" y="1450"/>
                  </a:cubicBezTo>
                  <a:cubicBezTo>
                    <a:pt x="1513" y="1450"/>
                    <a:pt x="1671" y="1639"/>
                    <a:pt x="1671" y="1891"/>
                  </a:cubicBezTo>
                  <a:cubicBezTo>
                    <a:pt x="1671" y="2111"/>
                    <a:pt x="1860" y="2269"/>
                    <a:pt x="2112" y="2269"/>
                  </a:cubicBezTo>
                  <a:cubicBezTo>
                    <a:pt x="2332" y="2269"/>
                    <a:pt x="2490" y="2080"/>
                    <a:pt x="2490" y="1891"/>
                  </a:cubicBezTo>
                  <a:cubicBezTo>
                    <a:pt x="2490" y="1324"/>
                    <a:pt x="2143" y="883"/>
                    <a:pt x="1671" y="694"/>
                  </a:cubicBezTo>
                  <a:lnTo>
                    <a:pt x="1671" y="410"/>
                  </a:lnTo>
                  <a:cubicBezTo>
                    <a:pt x="1671" y="190"/>
                    <a:pt x="1482"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6" name="Google Shape;15746;p83"/>
            <p:cNvSpPr/>
            <p:nvPr/>
          </p:nvSpPr>
          <p:spPr>
            <a:xfrm>
              <a:off x="-60232500" y="2671225"/>
              <a:ext cx="268600" cy="318225"/>
            </a:xfrm>
            <a:custGeom>
              <a:avLst/>
              <a:gdLst/>
              <a:ahLst/>
              <a:cxnLst/>
              <a:rect l="l" t="t" r="r" b="b"/>
              <a:pathLst>
                <a:path w="10744" h="12729" extrusionOk="0">
                  <a:moveTo>
                    <a:pt x="5419" y="1701"/>
                  </a:moveTo>
                  <a:cubicBezTo>
                    <a:pt x="7561" y="1701"/>
                    <a:pt x="9357" y="3151"/>
                    <a:pt x="9830" y="5167"/>
                  </a:cubicBezTo>
                  <a:cubicBezTo>
                    <a:pt x="9641" y="5041"/>
                    <a:pt x="9389" y="5009"/>
                    <a:pt x="9137" y="5009"/>
                  </a:cubicBezTo>
                  <a:cubicBezTo>
                    <a:pt x="8601" y="5009"/>
                    <a:pt x="8191" y="5230"/>
                    <a:pt x="7908" y="5545"/>
                  </a:cubicBezTo>
                  <a:cubicBezTo>
                    <a:pt x="7593" y="5198"/>
                    <a:pt x="7152" y="5009"/>
                    <a:pt x="6679" y="5009"/>
                  </a:cubicBezTo>
                  <a:cubicBezTo>
                    <a:pt x="6175" y="5009"/>
                    <a:pt x="5734" y="5230"/>
                    <a:pt x="5419" y="5545"/>
                  </a:cubicBezTo>
                  <a:cubicBezTo>
                    <a:pt x="5104" y="5198"/>
                    <a:pt x="4663" y="5009"/>
                    <a:pt x="4190" y="5009"/>
                  </a:cubicBezTo>
                  <a:cubicBezTo>
                    <a:pt x="3686" y="5009"/>
                    <a:pt x="3245" y="5230"/>
                    <a:pt x="2993" y="5545"/>
                  </a:cubicBezTo>
                  <a:cubicBezTo>
                    <a:pt x="2678" y="5198"/>
                    <a:pt x="2237" y="5009"/>
                    <a:pt x="1764" y="5009"/>
                  </a:cubicBezTo>
                  <a:cubicBezTo>
                    <a:pt x="1512" y="5009"/>
                    <a:pt x="1292" y="5041"/>
                    <a:pt x="1040" y="5167"/>
                  </a:cubicBezTo>
                  <a:cubicBezTo>
                    <a:pt x="1481" y="3151"/>
                    <a:pt x="3308" y="1701"/>
                    <a:pt x="5419" y="1701"/>
                  </a:cubicBezTo>
                  <a:close/>
                  <a:moveTo>
                    <a:pt x="5356" y="0"/>
                  </a:moveTo>
                  <a:cubicBezTo>
                    <a:pt x="5104" y="0"/>
                    <a:pt x="4946" y="189"/>
                    <a:pt x="4946" y="441"/>
                  </a:cubicBezTo>
                  <a:lnTo>
                    <a:pt x="4946" y="851"/>
                  </a:lnTo>
                  <a:cubicBezTo>
                    <a:pt x="2206" y="1071"/>
                    <a:pt x="0" y="3371"/>
                    <a:pt x="0" y="6207"/>
                  </a:cubicBezTo>
                  <a:lnTo>
                    <a:pt x="0" y="6648"/>
                  </a:lnTo>
                  <a:lnTo>
                    <a:pt x="32" y="6648"/>
                  </a:lnTo>
                  <a:cubicBezTo>
                    <a:pt x="32" y="6900"/>
                    <a:pt x="221" y="7089"/>
                    <a:pt x="473" y="7089"/>
                  </a:cubicBezTo>
                  <a:cubicBezTo>
                    <a:pt x="693" y="7089"/>
                    <a:pt x="851" y="6900"/>
                    <a:pt x="851" y="6648"/>
                  </a:cubicBezTo>
                  <a:cubicBezTo>
                    <a:pt x="851" y="6175"/>
                    <a:pt x="1197" y="5829"/>
                    <a:pt x="1701" y="5829"/>
                  </a:cubicBezTo>
                  <a:cubicBezTo>
                    <a:pt x="2143" y="5829"/>
                    <a:pt x="2521" y="6175"/>
                    <a:pt x="2521" y="6648"/>
                  </a:cubicBezTo>
                  <a:cubicBezTo>
                    <a:pt x="2521" y="6900"/>
                    <a:pt x="2710" y="7089"/>
                    <a:pt x="2899" y="7089"/>
                  </a:cubicBezTo>
                  <a:cubicBezTo>
                    <a:pt x="3119" y="7089"/>
                    <a:pt x="3308" y="6900"/>
                    <a:pt x="3308" y="6648"/>
                  </a:cubicBezTo>
                  <a:cubicBezTo>
                    <a:pt x="3308" y="6175"/>
                    <a:pt x="3655" y="5829"/>
                    <a:pt x="4127" y="5829"/>
                  </a:cubicBezTo>
                  <a:cubicBezTo>
                    <a:pt x="4600" y="5829"/>
                    <a:pt x="4946" y="6175"/>
                    <a:pt x="4946" y="6648"/>
                  </a:cubicBezTo>
                  <a:lnTo>
                    <a:pt x="4946" y="11499"/>
                  </a:lnTo>
                  <a:cubicBezTo>
                    <a:pt x="4946" y="12161"/>
                    <a:pt x="5514" y="12728"/>
                    <a:pt x="6175" y="12728"/>
                  </a:cubicBezTo>
                  <a:cubicBezTo>
                    <a:pt x="6837" y="12728"/>
                    <a:pt x="7404" y="12161"/>
                    <a:pt x="7404" y="11499"/>
                  </a:cubicBezTo>
                  <a:lnTo>
                    <a:pt x="7404" y="10680"/>
                  </a:lnTo>
                  <a:cubicBezTo>
                    <a:pt x="7404" y="10428"/>
                    <a:pt x="7215" y="10239"/>
                    <a:pt x="6994" y="10239"/>
                  </a:cubicBezTo>
                  <a:cubicBezTo>
                    <a:pt x="6805" y="10239"/>
                    <a:pt x="6616" y="10428"/>
                    <a:pt x="6616" y="10680"/>
                  </a:cubicBezTo>
                  <a:lnTo>
                    <a:pt x="6616" y="11499"/>
                  </a:lnTo>
                  <a:cubicBezTo>
                    <a:pt x="6616" y="11720"/>
                    <a:pt x="6427" y="11940"/>
                    <a:pt x="6175" y="11940"/>
                  </a:cubicBezTo>
                  <a:cubicBezTo>
                    <a:pt x="5955" y="11940"/>
                    <a:pt x="5797" y="11720"/>
                    <a:pt x="5797" y="11499"/>
                  </a:cubicBezTo>
                  <a:lnTo>
                    <a:pt x="5797" y="6648"/>
                  </a:lnTo>
                  <a:cubicBezTo>
                    <a:pt x="5797" y="6175"/>
                    <a:pt x="6144" y="5829"/>
                    <a:pt x="6616" y="5829"/>
                  </a:cubicBezTo>
                  <a:cubicBezTo>
                    <a:pt x="7089" y="5829"/>
                    <a:pt x="7435" y="6175"/>
                    <a:pt x="7435" y="6648"/>
                  </a:cubicBezTo>
                  <a:cubicBezTo>
                    <a:pt x="7435" y="6900"/>
                    <a:pt x="7624" y="7089"/>
                    <a:pt x="7876" y="7089"/>
                  </a:cubicBezTo>
                  <a:cubicBezTo>
                    <a:pt x="8097" y="7089"/>
                    <a:pt x="8255" y="6900"/>
                    <a:pt x="8255" y="6648"/>
                  </a:cubicBezTo>
                  <a:cubicBezTo>
                    <a:pt x="8255" y="6175"/>
                    <a:pt x="8633" y="5829"/>
                    <a:pt x="9105" y="5829"/>
                  </a:cubicBezTo>
                  <a:cubicBezTo>
                    <a:pt x="9578" y="5829"/>
                    <a:pt x="9924" y="6175"/>
                    <a:pt x="9924" y="6648"/>
                  </a:cubicBezTo>
                  <a:cubicBezTo>
                    <a:pt x="9924" y="6900"/>
                    <a:pt x="10113" y="7089"/>
                    <a:pt x="10302" y="7089"/>
                  </a:cubicBezTo>
                  <a:cubicBezTo>
                    <a:pt x="10554" y="7089"/>
                    <a:pt x="10743" y="6900"/>
                    <a:pt x="10743" y="6648"/>
                  </a:cubicBezTo>
                  <a:lnTo>
                    <a:pt x="10743" y="6207"/>
                  </a:lnTo>
                  <a:cubicBezTo>
                    <a:pt x="10743" y="3371"/>
                    <a:pt x="8538" y="1071"/>
                    <a:pt x="5797" y="851"/>
                  </a:cubicBezTo>
                  <a:lnTo>
                    <a:pt x="5797" y="441"/>
                  </a:lnTo>
                  <a:cubicBezTo>
                    <a:pt x="5797" y="189"/>
                    <a:pt x="5577" y="0"/>
                    <a:pt x="53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47" name="Google Shape;15747;p83"/>
          <p:cNvGrpSpPr/>
          <p:nvPr/>
        </p:nvGrpSpPr>
        <p:grpSpPr>
          <a:xfrm>
            <a:off x="2906191" y="5715122"/>
            <a:ext cx="487164" cy="491983"/>
            <a:chOff x="-59100700" y="1911950"/>
            <a:chExt cx="315875" cy="319000"/>
          </a:xfrm>
        </p:grpSpPr>
        <p:sp>
          <p:nvSpPr>
            <p:cNvPr id="15748" name="Google Shape;15748;p83"/>
            <p:cNvSpPr/>
            <p:nvPr/>
          </p:nvSpPr>
          <p:spPr>
            <a:xfrm>
              <a:off x="-59015625" y="19938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9" name="Google Shape;15749;p83"/>
            <p:cNvSpPr/>
            <p:nvPr/>
          </p:nvSpPr>
          <p:spPr>
            <a:xfrm>
              <a:off x="-58954200" y="19938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0" name="Google Shape;15750;p83"/>
            <p:cNvSpPr/>
            <p:nvPr/>
          </p:nvSpPr>
          <p:spPr>
            <a:xfrm>
              <a:off x="-58891975" y="19938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1" name="Google Shape;15751;p83"/>
            <p:cNvSpPr/>
            <p:nvPr/>
          </p:nvSpPr>
          <p:spPr>
            <a:xfrm>
              <a:off x="-59015625" y="2034825"/>
              <a:ext cx="20500" cy="21275"/>
            </a:xfrm>
            <a:custGeom>
              <a:avLst/>
              <a:gdLst/>
              <a:ahLst/>
              <a:cxnLst/>
              <a:rect l="l" t="t" r="r" b="b"/>
              <a:pathLst>
                <a:path w="820" h="851" extrusionOk="0">
                  <a:moveTo>
                    <a:pt x="189" y="0"/>
                  </a:moveTo>
                  <a:cubicBezTo>
                    <a:pt x="63" y="0"/>
                    <a:pt x="0" y="95"/>
                    <a:pt x="0" y="221"/>
                  </a:cubicBezTo>
                  <a:lnTo>
                    <a:pt x="0" y="630"/>
                  </a:lnTo>
                  <a:cubicBezTo>
                    <a:pt x="0" y="756"/>
                    <a:pt x="95" y="851"/>
                    <a:pt x="189" y="851"/>
                  </a:cubicBezTo>
                  <a:lnTo>
                    <a:pt x="630" y="851"/>
                  </a:lnTo>
                  <a:cubicBezTo>
                    <a:pt x="725" y="851"/>
                    <a:pt x="820" y="756"/>
                    <a:pt x="820" y="630"/>
                  </a:cubicBezTo>
                  <a:lnTo>
                    <a:pt x="820" y="221"/>
                  </a:lnTo>
                  <a:cubicBezTo>
                    <a:pt x="820" y="95"/>
                    <a:pt x="725" y="0"/>
                    <a:pt x="6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2" name="Google Shape;15752;p83"/>
            <p:cNvSpPr/>
            <p:nvPr/>
          </p:nvSpPr>
          <p:spPr>
            <a:xfrm>
              <a:off x="-58954200" y="2034825"/>
              <a:ext cx="21300" cy="21275"/>
            </a:xfrm>
            <a:custGeom>
              <a:avLst/>
              <a:gdLst/>
              <a:ahLst/>
              <a:cxnLst/>
              <a:rect l="l" t="t" r="r" b="b"/>
              <a:pathLst>
                <a:path w="852" h="851" extrusionOk="0">
                  <a:moveTo>
                    <a:pt x="221" y="0"/>
                  </a:moveTo>
                  <a:cubicBezTo>
                    <a:pt x="95" y="0"/>
                    <a:pt x="1" y="95"/>
                    <a:pt x="1" y="221"/>
                  </a:cubicBezTo>
                  <a:lnTo>
                    <a:pt x="1" y="630"/>
                  </a:lnTo>
                  <a:cubicBezTo>
                    <a:pt x="1" y="756"/>
                    <a:pt x="127" y="851"/>
                    <a:pt x="221"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3" name="Google Shape;15753;p83"/>
            <p:cNvSpPr/>
            <p:nvPr/>
          </p:nvSpPr>
          <p:spPr>
            <a:xfrm>
              <a:off x="-58891975" y="2034825"/>
              <a:ext cx="21300" cy="21275"/>
            </a:xfrm>
            <a:custGeom>
              <a:avLst/>
              <a:gdLst/>
              <a:ahLst/>
              <a:cxnLst/>
              <a:rect l="l" t="t" r="r" b="b"/>
              <a:pathLst>
                <a:path w="852" h="851" extrusionOk="0">
                  <a:moveTo>
                    <a:pt x="190" y="0"/>
                  </a:moveTo>
                  <a:cubicBezTo>
                    <a:pt x="95" y="0"/>
                    <a:pt x="1" y="95"/>
                    <a:pt x="1" y="221"/>
                  </a:cubicBezTo>
                  <a:lnTo>
                    <a:pt x="1" y="630"/>
                  </a:lnTo>
                  <a:cubicBezTo>
                    <a:pt x="1" y="756"/>
                    <a:pt x="127" y="851"/>
                    <a:pt x="190"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4" name="Google Shape;15754;p83"/>
            <p:cNvSpPr/>
            <p:nvPr/>
          </p:nvSpPr>
          <p:spPr>
            <a:xfrm>
              <a:off x="-59015625" y="20765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5" name="Google Shape;15755;p83"/>
            <p:cNvSpPr/>
            <p:nvPr/>
          </p:nvSpPr>
          <p:spPr>
            <a:xfrm>
              <a:off x="-58954200" y="20765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6" name="Google Shape;15756;p83"/>
            <p:cNvSpPr/>
            <p:nvPr/>
          </p:nvSpPr>
          <p:spPr>
            <a:xfrm>
              <a:off x="-58891975" y="20765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7" name="Google Shape;15757;p83"/>
            <p:cNvSpPr/>
            <p:nvPr/>
          </p:nvSpPr>
          <p:spPr>
            <a:xfrm>
              <a:off x="-59100700" y="1911950"/>
              <a:ext cx="315875" cy="319000"/>
            </a:xfrm>
            <a:custGeom>
              <a:avLst/>
              <a:gdLst/>
              <a:ahLst/>
              <a:cxnLst/>
              <a:rect l="l" t="t" r="r" b="b"/>
              <a:pathLst>
                <a:path w="12635" h="12760" extrusionOk="0">
                  <a:moveTo>
                    <a:pt x="9169" y="788"/>
                  </a:moveTo>
                  <a:lnTo>
                    <a:pt x="9169" y="1607"/>
                  </a:lnTo>
                  <a:lnTo>
                    <a:pt x="3403" y="1607"/>
                  </a:lnTo>
                  <a:lnTo>
                    <a:pt x="3403" y="788"/>
                  </a:lnTo>
                  <a:close/>
                  <a:moveTo>
                    <a:pt x="1734" y="9074"/>
                  </a:moveTo>
                  <a:lnTo>
                    <a:pt x="1734" y="11815"/>
                  </a:lnTo>
                  <a:lnTo>
                    <a:pt x="788" y="11815"/>
                  </a:lnTo>
                  <a:lnTo>
                    <a:pt x="788" y="9074"/>
                  </a:lnTo>
                  <a:close/>
                  <a:moveTo>
                    <a:pt x="5861" y="9074"/>
                  </a:moveTo>
                  <a:lnTo>
                    <a:pt x="5861" y="11815"/>
                  </a:lnTo>
                  <a:lnTo>
                    <a:pt x="4223" y="11815"/>
                  </a:lnTo>
                  <a:lnTo>
                    <a:pt x="4223" y="9074"/>
                  </a:lnTo>
                  <a:close/>
                  <a:moveTo>
                    <a:pt x="8350" y="9074"/>
                  </a:moveTo>
                  <a:lnTo>
                    <a:pt x="8350" y="11815"/>
                  </a:lnTo>
                  <a:lnTo>
                    <a:pt x="6711" y="11815"/>
                  </a:lnTo>
                  <a:lnTo>
                    <a:pt x="6711" y="9074"/>
                  </a:lnTo>
                  <a:close/>
                  <a:moveTo>
                    <a:pt x="10051" y="2458"/>
                  </a:moveTo>
                  <a:lnTo>
                    <a:pt x="10051" y="11815"/>
                  </a:lnTo>
                  <a:lnTo>
                    <a:pt x="9169" y="11815"/>
                  </a:lnTo>
                  <a:lnTo>
                    <a:pt x="9169" y="8664"/>
                  </a:lnTo>
                  <a:cubicBezTo>
                    <a:pt x="9169" y="8444"/>
                    <a:pt x="8980" y="8223"/>
                    <a:pt x="8791" y="8223"/>
                  </a:cubicBezTo>
                  <a:lnTo>
                    <a:pt x="3813" y="8223"/>
                  </a:lnTo>
                  <a:cubicBezTo>
                    <a:pt x="3592" y="8223"/>
                    <a:pt x="3435" y="8444"/>
                    <a:pt x="3435" y="8664"/>
                  </a:cubicBezTo>
                  <a:lnTo>
                    <a:pt x="3435" y="11815"/>
                  </a:lnTo>
                  <a:lnTo>
                    <a:pt x="2616" y="11815"/>
                  </a:lnTo>
                  <a:lnTo>
                    <a:pt x="2616" y="2458"/>
                  </a:lnTo>
                  <a:close/>
                  <a:moveTo>
                    <a:pt x="11815" y="9074"/>
                  </a:moveTo>
                  <a:lnTo>
                    <a:pt x="11815" y="11815"/>
                  </a:lnTo>
                  <a:lnTo>
                    <a:pt x="10839" y="11815"/>
                  </a:lnTo>
                  <a:lnTo>
                    <a:pt x="10839" y="9074"/>
                  </a:lnTo>
                  <a:close/>
                  <a:moveTo>
                    <a:pt x="2994" y="0"/>
                  </a:moveTo>
                  <a:cubicBezTo>
                    <a:pt x="2773" y="0"/>
                    <a:pt x="2616" y="190"/>
                    <a:pt x="2616" y="410"/>
                  </a:cubicBezTo>
                  <a:lnTo>
                    <a:pt x="2616" y="1670"/>
                  </a:lnTo>
                  <a:lnTo>
                    <a:pt x="2206" y="1670"/>
                  </a:lnTo>
                  <a:cubicBezTo>
                    <a:pt x="1986" y="1670"/>
                    <a:pt x="1765" y="1859"/>
                    <a:pt x="1765" y="2080"/>
                  </a:cubicBezTo>
                  <a:lnTo>
                    <a:pt x="1765" y="8318"/>
                  </a:lnTo>
                  <a:lnTo>
                    <a:pt x="410" y="8318"/>
                  </a:lnTo>
                  <a:cubicBezTo>
                    <a:pt x="158" y="8318"/>
                    <a:pt x="1" y="8507"/>
                    <a:pt x="1" y="8727"/>
                  </a:cubicBezTo>
                  <a:lnTo>
                    <a:pt x="1" y="12319"/>
                  </a:lnTo>
                  <a:cubicBezTo>
                    <a:pt x="1" y="12571"/>
                    <a:pt x="190" y="12760"/>
                    <a:pt x="410" y="12760"/>
                  </a:cubicBezTo>
                  <a:lnTo>
                    <a:pt x="12256" y="12760"/>
                  </a:lnTo>
                  <a:cubicBezTo>
                    <a:pt x="12477" y="12760"/>
                    <a:pt x="12634" y="12571"/>
                    <a:pt x="12634" y="12319"/>
                  </a:cubicBezTo>
                  <a:lnTo>
                    <a:pt x="12634" y="8664"/>
                  </a:lnTo>
                  <a:cubicBezTo>
                    <a:pt x="12634" y="8444"/>
                    <a:pt x="12445" y="8223"/>
                    <a:pt x="12225" y="8223"/>
                  </a:cubicBezTo>
                  <a:lnTo>
                    <a:pt x="10839" y="8223"/>
                  </a:lnTo>
                  <a:lnTo>
                    <a:pt x="10839" y="2017"/>
                  </a:lnTo>
                  <a:cubicBezTo>
                    <a:pt x="10839" y="1765"/>
                    <a:pt x="10650" y="1576"/>
                    <a:pt x="10429" y="1576"/>
                  </a:cubicBezTo>
                  <a:lnTo>
                    <a:pt x="10019" y="1576"/>
                  </a:lnTo>
                  <a:lnTo>
                    <a:pt x="10019" y="410"/>
                  </a:lnTo>
                  <a:cubicBezTo>
                    <a:pt x="10019" y="158"/>
                    <a:pt x="9799" y="0"/>
                    <a:pt x="96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58" name="Google Shape;15758;p83"/>
          <p:cNvGrpSpPr/>
          <p:nvPr/>
        </p:nvGrpSpPr>
        <p:grpSpPr>
          <a:xfrm>
            <a:off x="3495747" y="2055761"/>
            <a:ext cx="506557" cy="488051"/>
            <a:chOff x="-63665750" y="1914325"/>
            <a:chExt cx="328450" cy="316450"/>
          </a:xfrm>
        </p:grpSpPr>
        <p:sp>
          <p:nvSpPr>
            <p:cNvPr id="15759" name="Google Shape;15759;p83"/>
            <p:cNvSpPr/>
            <p:nvPr/>
          </p:nvSpPr>
          <p:spPr>
            <a:xfrm>
              <a:off x="-63665750" y="1914325"/>
              <a:ext cx="328450" cy="316450"/>
            </a:xfrm>
            <a:custGeom>
              <a:avLst/>
              <a:gdLst/>
              <a:ahLst/>
              <a:cxnLst/>
              <a:rect l="l" t="t" r="r" b="b"/>
              <a:pathLst>
                <a:path w="13138" h="12658" extrusionOk="0">
                  <a:moveTo>
                    <a:pt x="8144" y="835"/>
                  </a:moveTo>
                  <a:cubicBezTo>
                    <a:pt x="9097" y="835"/>
                    <a:pt x="10050" y="1197"/>
                    <a:pt x="10775" y="1922"/>
                  </a:cubicBezTo>
                  <a:cubicBezTo>
                    <a:pt x="12256" y="3371"/>
                    <a:pt x="12256" y="5734"/>
                    <a:pt x="10775" y="7183"/>
                  </a:cubicBezTo>
                  <a:cubicBezTo>
                    <a:pt x="10050" y="7908"/>
                    <a:pt x="9097" y="8270"/>
                    <a:pt x="8144" y="8270"/>
                  </a:cubicBezTo>
                  <a:cubicBezTo>
                    <a:pt x="7191" y="8270"/>
                    <a:pt x="6238" y="7908"/>
                    <a:pt x="5513" y="7183"/>
                  </a:cubicBezTo>
                  <a:cubicBezTo>
                    <a:pt x="4064" y="5734"/>
                    <a:pt x="4064" y="3371"/>
                    <a:pt x="5513" y="1922"/>
                  </a:cubicBezTo>
                  <a:cubicBezTo>
                    <a:pt x="6238" y="1197"/>
                    <a:pt x="7191" y="835"/>
                    <a:pt x="8144" y="835"/>
                  </a:cubicBezTo>
                  <a:close/>
                  <a:moveTo>
                    <a:pt x="3466" y="8632"/>
                  </a:moveTo>
                  <a:lnTo>
                    <a:pt x="4064" y="9231"/>
                  </a:lnTo>
                  <a:lnTo>
                    <a:pt x="1607" y="11688"/>
                  </a:lnTo>
                  <a:lnTo>
                    <a:pt x="1008" y="11090"/>
                  </a:lnTo>
                  <a:lnTo>
                    <a:pt x="3466" y="8632"/>
                  </a:lnTo>
                  <a:close/>
                  <a:moveTo>
                    <a:pt x="8172" y="0"/>
                  </a:moveTo>
                  <a:cubicBezTo>
                    <a:pt x="7010" y="0"/>
                    <a:pt x="5844" y="441"/>
                    <a:pt x="4946" y="1323"/>
                  </a:cubicBezTo>
                  <a:cubicBezTo>
                    <a:pt x="3277" y="3024"/>
                    <a:pt x="3182" y="5671"/>
                    <a:pt x="4694" y="7467"/>
                  </a:cubicBezTo>
                  <a:lnTo>
                    <a:pt x="4096" y="8065"/>
                  </a:lnTo>
                  <a:lnTo>
                    <a:pt x="3214" y="7183"/>
                  </a:lnTo>
                  <a:cubicBezTo>
                    <a:pt x="3151" y="7104"/>
                    <a:pt x="3048" y="7065"/>
                    <a:pt x="2942" y="7065"/>
                  </a:cubicBezTo>
                  <a:cubicBezTo>
                    <a:pt x="2836" y="7065"/>
                    <a:pt x="2725" y="7104"/>
                    <a:pt x="2646" y="7183"/>
                  </a:cubicBezTo>
                  <a:cubicBezTo>
                    <a:pt x="2489" y="7341"/>
                    <a:pt x="2489" y="7624"/>
                    <a:pt x="2646" y="7782"/>
                  </a:cubicBezTo>
                  <a:lnTo>
                    <a:pt x="2899" y="8065"/>
                  </a:lnTo>
                  <a:lnTo>
                    <a:pt x="158" y="10806"/>
                  </a:lnTo>
                  <a:cubicBezTo>
                    <a:pt x="0" y="10964"/>
                    <a:pt x="0" y="11247"/>
                    <a:pt x="158" y="11405"/>
                  </a:cubicBezTo>
                  <a:lnTo>
                    <a:pt x="1292" y="12539"/>
                  </a:lnTo>
                  <a:cubicBezTo>
                    <a:pt x="1371" y="12618"/>
                    <a:pt x="1481" y="12657"/>
                    <a:pt x="1591" y="12657"/>
                  </a:cubicBezTo>
                  <a:cubicBezTo>
                    <a:pt x="1701" y="12657"/>
                    <a:pt x="1812" y="12618"/>
                    <a:pt x="1890" y="12539"/>
                  </a:cubicBezTo>
                  <a:lnTo>
                    <a:pt x="4631" y="9798"/>
                  </a:lnTo>
                  <a:lnTo>
                    <a:pt x="4915" y="10050"/>
                  </a:lnTo>
                  <a:cubicBezTo>
                    <a:pt x="4994" y="10129"/>
                    <a:pt x="5104" y="10168"/>
                    <a:pt x="5214" y="10168"/>
                  </a:cubicBezTo>
                  <a:cubicBezTo>
                    <a:pt x="5324" y="10168"/>
                    <a:pt x="5435" y="10129"/>
                    <a:pt x="5513" y="10050"/>
                  </a:cubicBezTo>
                  <a:cubicBezTo>
                    <a:pt x="5671" y="9893"/>
                    <a:pt x="5671" y="9640"/>
                    <a:pt x="5513" y="9483"/>
                  </a:cubicBezTo>
                  <a:lnTo>
                    <a:pt x="4631" y="8601"/>
                  </a:lnTo>
                  <a:lnTo>
                    <a:pt x="5230" y="8034"/>
                  </a:lnTo>
                  <a:cubicBezTo>
                    <a:pt x="6059" y="8730"/>
                    <a:pt x="7090" y="9078"/>
                    <a:pt x="8127" y="9078"/>
                  </a:cubicBezTo>
                  <a:cubicBezTo>
                    <a:pt x="9296" y="9078"/>
                    <a:pt x="10472" y="8635"/>
                    <a:pt x="11373" y="7750"/>
                  </a:cubicBezTo>
                  <a:cubicBezTo>
                    <a:pt x="13138" y="5986"/>
                    <a:pt x="13138" y="3087"/>
                    <a:pt x="11373" y="1323"/>
                  </a:cubicBezTo>
                  <a:cubicBezTo>
                    <a:pt x="10491" y="441"/>
                    <a:pt x="9333" y="0"/>
                    <a:pt x="81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0" name="Google Shape;15760;p83"/>
            <p:cNvSpPr/>
            <p:nvPr/>
          </p:nvSpPr>
          <p:spPr>
            <a:xfrm>
              <a:off x="-63524775" y="1955275"/>
              <a:ext cx="123675" cy="134700"/>
            </a:xfrm>
            <a:custGeom>
              <a:avLst/>
              <a:gdLst/>
              <a:ahLst/>
              <a:cxnLst/>
              <a:rect l="l" t="t" r="r" b="b"/>
              <a:pathLst>
                <a:path w="4947" h="5388" extrusionOk="0">
                  <a:moveTo>
                    <a:pt x="2458" y="882"/>
                  </a:moveTo>
                  <a:cubicBezTo>
                    <a:pt x="2930" y="882"/>
                    <a:pt x="3308" y="1229"/>
                    <a:pt x="3308" y="1702"/>
                  </a:cubicBezTo>
                  <a:cubicBezTo>
                    <a:pt x="3308" y="2174"/>
                    <a:pt x="2962" y="2521"/>
                    <a:pt x="2458" y="2521"/>
                  </a:cubicBezTo>
                  <a:cubicBezTo>
                    <a:pt x="1985" y="2521"/>
                    <a:pt x="1639" y="2174"/>
                    <a:pt x="1639" y="1702"/>
                  </a:cubicBezTo>
                  <a:cubicBezTo>
                    <a:pt x="1639" y="1229"/>
                    <a:pt x="2048" y="882"/>
                    <a:pt x="2458" y="882"/>
                  </a:cubicBezTo>
                  <a:close/>
                  <a:moveTo>
                    <a:pt x="2458" y="3340"/>
                  </a:moveTo>
                  <a:cubicBezTo>
                    <a:pt x="3245" y="3340"/>
                    <a:pt x="3876" y="3875"/>
                    <a:pt x="4096" y="4600"/>
                  </a:cubicBezTo>
                  <a:lnTo>
                    <a:pt x="883" y="4600"/>
                  </a:lnTo>
                  <a:cubicBezTo>
                    <a:pt x="1040" y="3875"/>
                    <a:pt x="1733" y="3340"/>
                    <a:pt x="2458" y="3340"/>
                  </a:cubicBezTo>
                  <a:close/>
                  <a:moveTo>
                    <a:pt x="2458" y="0"/>
                  </a:moveTo>
                  <a:cubicBezTo>
                    <a:pt x="1576" y="0"/>
                    <a:pt x="820" y="756"/>
                    <a:pt x="820" y="1670"/>
                  </a:cubicBezTo>
                  <a:cubicBezTo>
                    <a:pt x="820" y="2080"/>
                    <a:pt x="977" y="2489"/>
                    <a:pt x="1292" y="2804"/>
                  </a:cubicBezTo>
                  <a:cubicBezTo>
                    <a:pt x="536" y="3245"/>
                    <a:pt x="0" y="4033"/>
                    <a:pt x="0" y="4978"/>
                  </a:cubicBezTo>
                  <a:cubicBezTo>
                    <a:pt x="0" y="5230"/>
                    <a:pt x="189" y="5388"/>
                    <a:pt x="410" y="5388"/>
                  </a:cubicBezTo>
                  <a:lnTo>
                    <a:pt x="4569" y="5388"/>
                  </a:lnTo>
                  <a:cubicBezTo>
                    <a:pt x="4789" y="5388"/>
                    <a:pt x="4947" y="5199"/>
                    <a:pt x="4947" y="4978"/>
                  </a:cubicBezTo>
                  <a:cubicBezTo>
                    <a:pt x="4947" y="4033"/>
                    <a:pt x="4443" y="3245"/>
                    <a:pt x="3655" y="2804"/>
                  </a:cubicBezTo>
                  <a:cubicBezTo>
                    <a:pt x="3939" y="2489"/>
                    <a:pt x="4128" y="2080"/>
                    <a:pt x="4128" y="1670"/>
                  </a:cubicBezTo>
                  <a:cubicBezTo>
                    <a:pt x="4128" y="756"/>
                    <a:pt x="3371"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61" name="Google Shape;15761;p83"/>
          <p:cNvGrpSpPr/>
          <p:nvPr/>
        </p:nvGrpSpPr>
        <p:grpSpPr>
          <a:xfrm>
            <a:off x="3502420" y="2694487"/>
            <a:ext cx="493217" cy="491405"/>
            <a:chOff x="-63666550" y="2278975"/>
            <a:chExt cx="319800" cy="318625"/>
          </a:xfrm>
        </p:grpSpPr>
        <p:sp>
          <p:nvSpPr>
            <p:cNvPr id="15762" name="Google Shape;15762;p83"/>
            <p:cNvSpPr/>
            <p:nvPr/>
          </p:nvSpPr>
          <p:spPr>
            <a:xfrm>
              <a:off x="-63481450" y="2309700"/>
              <a:ext cx="62225" cy="146525"/>
            </a:xfrm>
            <a:custGeom>
              <a:avLst/>
              <a:gdLst/>
              <a:ahLst/>
              <a:cxnLst/>
              <a:rect l="l" t="t" r="r" b="b"/>
              <a:pathLst>
                <a:path w="2489" h="5861" extrusionOk="0">
                  <a:moveTo>
                    <a:pt x="1229" y="0"/>
                  </a:moveTo>
                  <a:cubicBezTo>
                    <a:pt x="977" y="0"/>
                    <a:pt x="819" y="189"/>
                    <a:pt x="819" y="441"/>
                  </a:cubicBezTo>
                  <a:lnTo>
                    <a:pt x="819" y="694"/>
                  </a:lnTo>
                  <a:cubicBezTo>
                    <a:pt x="347" y="883"/>
                    <a:pt x="0" y="1324"/>
                    <a:pt x="0" y="1891"/>
                  </a:cubicBezTo>
                  <a:cubicBezTo>
                    <a:pt x="0" y="2552"/>
                    <a:pt x="536" y="2962"/>
                    <a:pt x="977" y="3277"/>
                  </a:cubicBezTo>
                  <a:cubicBezTo>
                    <a:pt x="1292" y="3497"/>
                    <a:pt x="1638" y="3749"/>
                    <a:pt x="1638" y="3970"/>
                  </a:cubicBezTo>
                  <a:cubicBezTo>
                    <a:pt x="1607" y="4254"/>
                    <a:pt x="1418" y="4411"/>
                    <a:pt x="1197" y="4411"/>
                  </a:cubicBezTo>
                  <a:cubicBezTo>
                    <a:pt x="977" y="4411"/>
                    <a:pt x="819" y="4222"/>
                    <a:pt x="819" y="3970"/>
                  </a:cubicBezTo>
                  <a:cubicBezTo>
                    <a:pt x="819" y="3749"/>
                    <a:pt x="630" y="3560"/>
                    <a:pt x="410" y="3560"/>
                  </a:cubicBezTo>
                  <a:cubicBezTo>
                    <a:pt x="189" y="3560"/>
                    <a:pt x="0" y="3749"/>
                    <a:pt x="0" y="3970"/>
                  </a:cubicBezTo>
                  <a:cubicBezTo>
                    <a:pt x="0" y="4537"/>
                    <a:pt x="347" y="4978"/>
                    <a:pt x="819" y="5167"/>
                  </a:cubicBezTo>
                  <a:lnTo>
                    <a:pt x="819" y="5419"/>
                  </a:lnTo>
                  <a:cubicBezTo>
                    <a:pt x="819" y="5671"/>
                    <a:pt x="1008" y="5860"/>
                    <a:pt x="1197" y="5860"/>
                  </a:cubicBezTo>
                  <a:cubicBezTo>
                    <a:pt x="1449" y="5860"/>
                    <a:pt x="1638" y="5671"/>
                    <a:pt x="1638" y="5419"/>
                  </a:cubicBezTo>
                  <a:lnTo>
                    <a:pt x="1638" y="5167"/>
                  </a:lnTo>
                  <a:cubicBezTo>
                    <a:pt x="2111" y="5010"/>
                    <a:pt x="2489" y="4537"/>
                    <a:pt x="2489" y="3970"/>
                  </a:cubicBezTo>
                  <a:cubicBezTo>
                    <a:pt x="2489" y="3308"/>
                    <a:pt x="1922" y="2930"/>
                    <a:pt x="1481" y="2615"/>
                  </a:cubicBezTo>
                  <a:cubicBezTo>
                    <a:pt x="1166" y="2363"/>
                    <a:pt x="819" y="2143"/>
                    <a:pt x="819" y="1891"/>
                  </a:cubicBezTo>
                  <a:cubicBezTo>
                    <a:pt x="819" y="1670"/>
                    <a:pt x="1008" y="1450"/>
                    <a:pt x="1229" y="1450"/>
                  </a:cubicBezTo>
                  <a:cubicBezTo>
                    <a:pt x="1449" y="1450"/>
                    <a:pt x="1638" y="1670"/>
                    <a:pt x="1638" y="1891"/>
                  </a:cubicBezTo>
                  <a:cubicBezTo>
                    <a:pt x="1638" y="2111"/>
                    <a:pt x="1859" y="2332"/>
                    <a:pt x="2048" y="2332"/>
                  </a:cubicBezTo>
                  <a:cubicBezTo>
                    <a:pt x="2269" y="2332"/>
                    <a:pt x="2489" y="2111"/>
                    <a:pt x="2489" y="1891"/>
                  </a:cubicBezTo>
                  <a:cubicBezTo>
                    <a:pt x="2489" y="1324"/>
                    <a:pt x="2111" y="914"/>
                    <a:pt x="1638" y="694"/>
                  </a:cubicBezTo>
                  <a:lnTo>
                    <a:pt x="1638" y="441"/>
                  </a:lnTo>
                  <a:cubicBezTo>
                    <a:pt x="1638" y="189"/>
                    <a:pt x="1449" y="0"/>
                    <a:pt x="12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3" name="Google Shape;15763;p83"/>
            <p:cNvSpPr/>
            <p:nvPr/>
          </p:nvSpPr>
          <p:spPr>
            <a:xfrm>
              <a:off x="-63666550" y="2278975"/>
              <a:ext cx="319800" cy="318625"/>
            </a:xfrm>
            <a:custGeom>
              <a:avLst/>
              <a:gdLst/>
              <a:ahLst/>
              <a:cxnLst/>
              <a:rect l="l" t="t" r="r" b="b"/>
              <a:pathLst>
                <a:path w="12792" h="12745" extrusionOk="0">
                  <a:moveTo>
                    <a:pt x="8601" y="914"/>
                  </a:moveTo>
                  <a:cubicBezTo>
                    <a:pt x="10429" y="914"/>
                    <a:pt x="11909" y="2427"/>
                    <a:pt x="11909" y="4222"/>
                  </a:cubicBezTo>
                  <a:cubicBezTo>
                    <a:pt x="11909" y="6050"/>
                    <a:pt x="10429" y="7530"/>
                    <a:pt x="8601" y="7530"/>
                  </a:cubicBezTo>
                  <a:cubicBezTo>
                    <a:pt x="7971" y="7530"/>
                    <a:pt x="7404" y="7373"/>
                    <a:pt x="6869" y="7026"/>
                  </a:cubicBezTo>
                  <a:lnTo>
                    <a:pt x="7089" y="6270"/>
                  </a:lnTo>
                  <a:cubicBezTo>
                    <a:pt x="7144" y="5997"/>
                    <a:pt x="6938" y="5748"/>
                    <a:pt x="6677" y="5748"/>
                  </a:cubicBezTo>
                  <a:cubicBezTo>
                    <a:pt x="6637" y="5748"/>
                    <a:pt x="6596" y="5754"/>
                    <a:pt x="6554" y="5766"/>
                  </a:cubicBezTo>
                  <a:lnTo>
                    <a:pt x="5829" y="5955"/>
                  </a:lnTo>
                  <a:cubicBezTo>
                    <a:pt x="5514" y="5451"/>
                    <a:pt x="5293" y="4852"/>
                    <a:pt x="5293" y="4222"/>
                  </a:cubicBezTo>
                  <a:cubicBezTo>
                    <a:pt x="5293" y="2364"/>
                    <a:pt x="6774" y="914"/>
                    <a:pt x="8601" y="914"/>
                  </a:cubicBezTo>
                  <a:close/>
                  <a:moveTo>
                    <a:pt x="6050" y="6711"/>
                  </a:moveTo>
                  <a:lnTo>
                    <a:pt x="5041" y="10303"/>
                  </a:lnTo>
                  <a:lnTo>
                    <a:pt x="4789" y="9421"/>
                  </a:lnTo>
                  <a:cubicBezTo>
                    <a:pt x="4749" y="9221"/>
                    <a:pt x="4571" y="9098"/>
                    <a:pt x="4389" y="9098"/>
                  </a:cubicBezTo>
                  <a:cubicBezTo>
                    <a:pt x="4284" y="9098"/>
                    <a:pt x="4177" y="9139"/>
                    <a:pt x="4096" y="9232"/>
                  </a:cubicBezTo>
                  <a:lnTo>
                    <a:pt x="1418" y="11910"/>
                  </a:lnTo>
                  <a:lnTo>
                    <a:pt x="820" y="11311"/>
                  </a:lnTo>
                  <a:lnTo>
                    <a:pt x="3529" y="8665"/>
                  </a:lnTo>
                  <a:cubicBezTo>
                    <a:pt x="3781" y="8444"/>
                    <a:pt x="3655" y="8034"/>
                    <a:pt x="3340" y="7971"/>
                  </a:cubicBezTo>
                  <a:lnTo>
                    <a:pt x="2458" y="7719"/>
                  </a:lnTo>
                  <a:lnTo>
                    <a:pt x="6050" y="6711"/>
                  </a:lnTo>
                  <a:close/>
                  <a:moveTo>
                    <a:pt x="8664" y="1"/>
                  </a:moveTo>
                  <a:cubicBezTo>
                    <a:pt x="6365" y="1"/>
                    <a:pt x="4506" y="1860"/>
                    <a:pt x="4506" y="4159"/>
                  </a:cubicBezTo>
                  <a:cubicBezTo>
                    <a:pt x="4506" y="4852"/>
                    <a:pt x="4663" y="5514"/>
                    <a:pt x="5041" y="6113"/>
                  </a:cubicBezTo>
                  <a:lnTo>
                    <a:pt x="820" y="7341"/>
                  </a:lnTo>
                  <a:cubicBezTo>
                    <a:pt x="631" y="7373"/>
                    <a:pt x="505" y="7562"/>
                    <a:pt x="505" y="7719"/>
                  </a:cubicBezTo>
                  <a:cubicBezTo>
                    <a:pt x="505" y="7940"/>
                    <a:pt x="631" y="8097"/>
                    <a:pt x="820" y="8129"/>
                  </a:cubicBezTo>
                  <a:lnTo>
                    <a:pt x="2458" y="8570"/>
                  </a:lnTo>
                  <a:lnTo>
                    <a:pt x="316" y="10712"/>
                  </a:lnTo>
                  <a:cubicBezTo>
                    <a:pt x="1" y="11027"/>
                    <a:pt x="1" y="11563"/>
                    <a:pt x="316" y="11910"/>
                  </a:cubicBezTo>
                  <a:lnTo>
                    <a:pt x="883" y="12508"/>
                  </a:lnTo>
                  <a:cubicBezTo>
                    <a:pt x="1040" y="12666"/>
                    <a:pt x="1253" y="12744"/>
                    <a:pt x="1469" y="12744"/>
                  </a:cubicBezTo>
                  <a:cubicBezTo>
                    <a:pt x="1686" y="12744"/>
                    <a:pt x="1907" y="12666"/>
                    <a:pt x="2080" y="12508"/>
                  </a:cubicBezTo>
                  <a:lnTo>
                    <a:pt x="4254" y="10334"/>
                  </a:lnTo>
                  <a:lnTo>
                    <a:pt x="4663" y="11973"/>
                  </a:lnTo>
                  <a:cubicBezTo>
                    <a:pt x="4727" y="12181"/>
                    <a:pt x="4906" y="12292"/>
                    <a:pt x="5078" y="12292"/>
                  </a:cubicBezTo>
                  <a:cubicBezTo>
                    <a:pt x="5244" y="12292"/>
                    <a:pt x="5405" y="12189"/>
                    <a:pt x="5451" y="11973"/>
                  </a:cubicBezTo>
                  <a:lnTo>
                    <a:pt x="6680" y="7782"/>
                  </a:lnTo>
                  <a:cubicBezTo>
                    <a:pt x="7278" y="8097"/>
                    <a:pt x="7940" y="8286"/>
                    <a:pt x="8664" y="8286"/>
                  </a:cubicBezTo>
                  <a:cubicBezTo>
                    <a:pt x="10933" y="8286"/>
                    <a:pt x="12792" y="6428"/>
                    <a:pt x="12792" y="4159"/>
                  </a:cubicBezTo>
                  <a:cubicBezTo>
                    <a:pt x="12792" y="1860"/>
                    <a:pt x="10933" y="1"/>
                    <a:pt x="86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64" name="Google Shape;15764;p83"/>
          <p:cNvGrpSpPr/>
          <p:nvPr/>
        </p:nvGrpSpPr>
        <p:grpSpPr>
          <a:xfrm>
            <a:off x="3498775" y="3315854"/>
            <a:ext cx="500504" cy="489863"/>
            <a:chOff x="-63669700" y="2646600"/>
            <a:chExt cx="324525" cy="317625"/>
          </a:xfrm>
        </p:grpSpPr>
        <p:sp>
          <p:nvSpPr>
            <p:cNvPr id="15765" name="Google Shape;15765;p83"/>
            <p:cNvSpPr/>
            <p:nvPr/>
          </p:nvSpPr>
          <p:spPr>
            <a:xfrm>
              <a:off x="-63669700" y="2646600"/>
              <a:ext cx="324525" cy="317550"/>
            </a:xfrm>
            <a:custGeom>
              <a:avLst/>
              <a:gdLst/>
              <a:ahLst/>
              <a:cxnLst/>
              <a:rect l="l" t="t" r="r" b="b"/>
              <a:pathLst>
                <a:path w="12981" h="12702" extrusionOk="0">
                  <a:moveTo>
                    <a:pt x="6947" y="867"/>
                  </a:moveTo>
                  <a:cubicBezTo>
                    <a:pt x="7058" y="867"/>
                    <a:pt x="7168" y="906"/>
                    <a:pt x="7247" y="985"/>
                  </a:cubicBezTo>
                  <a:cubicBezTo>
                    <a:pt x="7404" y="1143"/>
                    <a:pt x="7404" y="1426"/>
                    <a:pt x="7247" y="1584"/>
                  </a:cubicBezTo>
                  <a:lnTo>
                    <a:pt x="5199" y="3632"/>
                  </a:lnTo>
                  <a:cubicBezTo>
                    <a:pt x="5120" y="3710"/>
                    <a:pt x="5010" y="3750"/>
                    <a:pt x="4900" y="3750"/>
                  </a:cubicBezTo>
                  <a:cubicBezTo>
                    <a:pt x="4789" y="3750"/>
                    <a:pt x="4679" y="3710"/>
                    <a:pt x="4600" y="3632"/>
                  </a:cubicBezTo>
                  <a:cubicBezTo>
                    <a:pt x="4443" y="3474"/>
                    <a:pt x="4443" y="3190"/>
                    <a:pt x="4600" y="3033"/>
                  </a:cubicBezTo>
                  <a:lnTo>
                    <a:pt x="6648" y="985"/>
                  </a:lnTo>
                  <a:cubicBezTo>
                    <a:pt x="6727" y="906"/>
                    <a:pt x="6837" y="867"/>
                    <a:pt x="6947" y="867"/>
                  </a:cubicBezTo>
                  <a:close/>
                  <a:moveTo>
                    <a:pt x="7530" y="2434"/>
                  </a:moveTo>
                  <a:lnTo>
                    <a:pt x="10429" y="5364"/>
                  </a:lnTo>
                  <a:lnTo>
                    <a:pt x="8979" y="6814"/>
                  </a:lnTo>
                  <a:lnTo>
                    <a:pt x="6050" y="3884"/>
                  </a:lnTo>
                  <a:lnTo>
                    <a:pt x="7530" y="2434"/>
                  </a:lnTo>
                  <a:close/>
                  <a:moveTo>
                    <a:pt x="6648" y="5679"/>
                  </a:moveTo>
                  <a:lnTo>
                    <a:pt x="7247" y="6246"/>
                  </a:lnTo>
                  <a:lnTo>
                    <a:pt x="5482" y="8042"/>
                  </a:lnTo>
                  <a:lnTo>
                    <a:pt x="4884" y="7444"/>
                  </a:lnTo>
                  <a:lnTo>
                    <a:pt x="6648" y="5679"/>
                  </a:lnTo>
                  <a:close/>
                  <a:moveTo>
                    <a:pt x="11642" y="5561"/>
                  </a:moveTo>
                  <a:cubicBezTo>
                    <a:pt x="11752" y="5561"/>
                    <a:pt x="11862" y="5601"/>
                    <a:pt x="11941" y="5679"/>
                  </a:cubicBezTo>
                  <a:cubicBezTo>
                    <a:pt x="12098" y="5837"/>
                    <a:pt x="12098" y="6089"/>
                    <a:pt x="11941" y="6246"/>
                  </a:cubicBezTo>
                  <a:lnTo>
                    <a:pt x="9893" y="8294"/>
                  </a:lnTo>
                  <a:cubicBezTo>
                    <a:pt x="9814" y="8373"/>
                    <a:pt x="9704" y="8412"/>
                    <a:pt x="9594" y="8412"/>
                  </a:cubicBezTo>
                  <a:cubicBezTo>
                    <a:pt x="9484" y="8412"/>
                    <a:pt x="9373" y="8373"/>
                    <a:pt x="9295" y="8294"/>
                  </a:cubicBezTo>
                  <a:cubicBezTo>
                    <a:pt x="9137" y="8137"/>
                    <a:pt x="9137" y="7885"/>
                    <a:pt x="9295" y="7727"/>
                  </a:cubicBezTo>
                  <a:lnTo>
                    <a:pt x="11342" y="5679"/>
                  </a:lnTo>
                  <a:cubicBezTo>
                    <a:pt x="11421" y="5601"/>
                    <a:pt x="11531" y="5561"/>
                    <a:pt x="11642" y="5561"/>
                  </a:cubicBezTo>
                  <a:close/>
                  <a:moveTo>
                    <a:pt x="4065" y="7664"/>
                  </a:moveTo>
                  <a:lnTo>
                    <a:pt x="5230" y="8861"/>
                  </a:lnTo>
                  <a:lnTo>
                    <a:pt x="2426" y="11665"/>
                  </a:lnTo>
                  <a:cubicBezTo>
                    <a:pt x="2269" y="11823"/>
                    <a:pt x="2064" y="11902"/>
                    <a:pt x="1855" y="11902"/>
                  </a:cubicBezTo>
                  <a:cubicBezTo>
                    <a:pt x="1647" y="11902"/>
                    <a:pt x="1434" y="11823"/>
                    <a:pt x="1261" y="11665"/>
                  </a:cubicBezTo>
                  <a:cubicBezTo>
                    <a:pt x="914" y="11350"/>
                    <a:pt x="914" y="10783"/>
                    <a:pt x="1261" y="10468"/>
                  </a:cubicBezTo>
                  <a:lnTo>
                    <a:pt x="4065" y="7664"/>
                  </a:lnTo>
                  <a:close/>
                  <a:moveTo>
                    <a:pt x="6971" y="1"/>
                  </a:moveTo>
                  <a:cubicBezTo>
                    <a:pt x="6648" y="1"/>
                    <a:pt x="6317" y="119"/>
                    <a:pt x="6050" y="355"/>
                  </a:cubicBezTo>
                  <a:lnTo>
                    <a:pt x="4002" y="2403"/>
                  </a:lnTo>
                  <a:cubicBezTo>
                    <a:pt x="3529" y="2875"/>
                    <a:pt x="3529" y="3663"/>
                    <a:pt x="4002" y="4167"/>
                  </a:cubicBezTo>
                  <a:cubicBezTo>
                    <a:pt x="4258" y="4424"/>
                    <a:pt x="4564" y="4544"/>
                    <a:pt x="4874" y="4544"/>
                  </a:cubicBezTo>
                  <a:cubicBezTo>
                    <a:pt x="5058" y="4544"/>
                    <a:pt x="5243" y="4501"/>
                    <a:pt x="5419" y="4419"/>
                  </a:cubicBezTo>
                  <a:lnTo>
                    <a:pt x="6081" y="5018"/>
                  </a:lnTo>
                  <a:lnTo>
                    <a:pt x="4285" y="6814"/>
                  </a:lnTo>
                  <a:cubicBezTo>
                    <a:pt x="4206" y="6735"/>
                    <a:pt x="4096" y="6695"/>
                    <a:pt x="3990" y="6695"/>
                  </a:cubicBezTo>
                  <a:cubicBezTo>
                    <a:pt x="3884" y="6695"/>
                    <a:pt x="3781" y="6735"/>
                    <a:pt x="3718" y="6814"/>
                  </a:cubicBezTo>
                  <a:lnTo>
                    <a:pt x="631" y="9869"/>
                  </a:lnTo>
                  <a:cubicBezTo>
                    <a:pt x="1" y="10500"/>
                    <a:pt x="1" y="11571"/>
                    <a:pt x="631" y="12201"/>
                  </a:cubicBezTo>
                  <a:cubicBezTo>
                    <a:pt x="965" y="12536"/>
                    <a:pt x="1405" y="12701"/>
                    <a:pt x="1840" y="12701"/>
                  </a:cubicBezTo>
                  <a:cubicBezTo>
                    <a:pt x="2264" y="12701"/>
                    <a:pt x="2682" y="12544"/>
                    <a:pt x="2994" y="12232"/>
                  </a:cubicBezTo>
                  <a:lnTo>
                    <a:pt x="6050" y="9176"/>
                  </a:lnTo>
                  <a:cubicBezTo>
                    <a:pt x="6207" y="9019"/>
                    <a:pt x="6207" y="8735"/>
                    <a:pt x="6050" y="8578"/>
                  </a:cubicBezTo>
                  <a:lnTo>
                    <a:pt x="7845" y="6814"/>
                  </a:lnTo>
                  <a:lnTo>
                    <a:pt x="8475" y="7444"/>
                  </a:lnTo>
                  <a:cubicBezTo>
                    <a:pt x="8255" y="7853"/>
                    <a:pt x="8318" y="8452"/>
                    <a:pt x="8696" y="8861"/>
                  </a:cubicBezTo>
                  <a:cubicBezTo>
                    <a:pt x="8932" y="9098"/>
                    <a:pt x="9247" y="9216"/>
                    <a:pt x="9566" y="9216"/>
                  </a:cubicBezTo>
                  <a:cubicBezTo>
                    <a:pt x="9885" y="9216"/>
                    <a:pt x="10208" y="9098"/>
                    <a:pt x="10460" y="8861"/>
                  </a:cubicBezTo>
                  <a:lnTo>
                    <a:pt x="12508" y="6814"/>
                  </a:lnTo>
                  <a:cubicBezTo>
                    <a:pt x="12981" y="6341"/>
                    <a:pt x="12981" y="5553"/>
                    <a:pt x="12508" y="5018"/>
                  </a:cubicBezTo>
                  <a:cubicBezTo>
                    <a:pt x="12274" y="4784"/>
                    <a:pt x="11979" y="4670"/>
                    <a:pt x="11669" y="4670"/>
                  </a:cubicBezTo>
                  <a:cubicBezTo>
                    <a:pt x="11479" y="4670"/>
                    <a:pt x="11282" y="4713"/>
                    <a:pt x="11090" y="4797"/>
                  </a:cubicBezTo>
                  <a:lnTo>
                    <a:pt x="8066" y="1773"/>
                  </a:lnTo>
                  <a:cubicBezTo>
                    <a:pt x="8255" y="1332"/>
                    <a:pt x="8223" y="733"/>
                    <a:pt x="7845" y="355"/>
                  </a:cubicBezTo>
                  <a:cubicBezTo>
                    <a:pt x="7609" y="119"/>
                    <a:pt x="7294" y="1"/>
                    <a:pt x="69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6" name="Google Shape;15766;p83"/>
            <p:cNvSpPr/>
            <p:nvPr/>
          </p:nvSpPr>
          <p:spPr>
            <a:xfrm>
              <a:off x="-63532650" y="2901200"/>
              <a:ext cx="185900" cy="63025"/>
            </a:xfrm>
            <a:custGeom>
              <a:avLst/>
              <a:gdLst/>
              <a:ahLst/>
              <a:cxnLst/>
              <a:rect l="l" t="t" r="r" b="b"/>
              <a:pathLst>
                <a:path w="7436" h="2521" extrusionOk="0">
                  <a:moveTo>
                    <a:pt x="5356" y="851"/>
                  </a:moveTo>
                  <a:cubicBezTo>
                    <a:pt x="5577" y="851"/>
                    <a:pt x="5734" y="1040"/>
                    <a:pt x="5734" y="1261"/>
                  </a:cubicBezTo>
                  <a:lnTo>
                    <a:pt x="5734" y="1702"/>
                  </a:lnTo>
                  <a:lnTo>
                    <a:pt x="1607" y="1702"/>
                  </a:lnTo>
                  <a:lnTo>
                    <a:pt x="1607" y="1261"/>
                  </a:lnTo>
                  <a:cubicBezTo>
                    <a:pt x="1607" y="1040"/>
                    <a:pt x="1796" y="851"/>
                    <a:pt x="2048" y="851"/>
                  </a:cubicBezTo>
                  <a:close/>
                  <a:moveTo>
                    <a:pt x="2048" y="1"/>
                  </a:moveTo>
                  <a:cubicBezTo>
                    <a:pt x="1355" y="1"/>
                    <a:pt x="788" y="568"/>
                    <a:pt x="788" y="1261"/>
                  </a:cubicBezTo>
                  <a:lnTo>
                    <a:pt x="788" y="1702"/>
                  </a:lnTo>
                  <a:lnTo>
                    <a:pt x="378" y="1702"/>
                  </a:lnTo>
                  <a:cubicBezTo>
                    <a:pt x="158" y="1702"/>
                    <a:pt x="0" y="1891"/>
                    <a:pt x="0" y="2111"/>
                  </a:cubicBezTo>
                  <a:cubicBezTo>
                    <a:pt x="0" y="2332"/>
                    <a:pt x="189" y="2521"/>
                    <a:pt x="378" y="2521"/>
                  </a:cubicBezTo>
                  <a:lnTo>
                    <a:pt x="6995" y="2521"/>
                  </a:lnTo>
                  <a:cubicBezTo>
                    <a:pt x="7247" y="2521"/>
                    <a:pt x="7436" y="2332"/>
                    <a:pt x="7436" y="2111"/>
                  </a:cubicBezTo>
                  <a:cubicBezTo>
                    <a:pt x="7404" y="1891"/>
                    <a:pt x="7184" y="1702"/>
                    <a:pt x="6963" y="1702"/>
                  </a:cubicBezTo>
                  <a:lnTo>
                    <a:pt x="6553" y="1702"/>
                  </a:lnTo>
                  <a:lnTo>
                    <a:pt x="6553" y="1261"/>
                  </a:lnTo>
                  <a:cubicBezTo>
                    <a:pt x="6553" y="599"/>
                    <a:pt x="6018" y="1"/>
                    <a:pt x="53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67" name="Google Shape;15767;p83"/>
          <p:cNvGrpSpPr/>
          <p:nvPr/>
        </p:nvGrpSpPr>
        <p:grpSpPr>
          <a:xfrm>
            <a:off x="1715149" y="3946957"/>
            <a:ext cx="488359" cy="488976"/>
            <a:chOff x="-61784125" y="1931250"/>
            <a:chExt cx="316650" cy="317050"/>
          </a:xfrm>
        </p:grpSpPr>
        <p:sp>
          <p:nvSpPr>
            <p:cNvPr id="15768" name="Google Shape;15768;p83"/>
            <p:cNvSpPr/>
            <p:nvPr/>
          </p:nvSpPr>
          <p:spPr>
            <a:xfrm>
              <a:off x="-61688025" y="1931250"/>
              <a:ext cx="124450" cy="134300"/>
            </a:xfrm>
            <a:custGeom>
              <a:avLst/>
              <a:gdLst/>
              <a:ahLst/>
              <a:cxnLst/>
              <a:rect l="l" t="t" r="r" b="b"/>
              <a:pathLst>
                <a:path w="4978" h="5372" extrusionOk="0">
                  <a:moveTo>
                    <a:pt x="2497" y="845"/>
                  </a:moveTo>
                  <a:cubicBezTo>
                    <a:pt x="2709" y="845"/>
                    <a:pt x="2922" y="922"/>
                    <a:pt x="3088" y="1087"/>
                  </a:cubicBezTo>
                  <a:cubicBezTo>
                    <a:pt x="3277" y="1276"/>
                    <a:pt x="3340" y="1591"/>
                    <a:pt x="3277" y="1906"/>
                  </a:cubicBezTo>
                  <a:cubicBezTo>
                    <a:pt x="3182" y="2190"/>
                    <a:pt x="2993" y="2410"/>
                    <a:pt x="2709" y="2442"/>
                  </a:cubicBezTo>
                  <a:cubicBezTo>
                    <a:pt x="2625" y="2467"/>
                    <a:pt x="2545" y="2479"/>
                    <a:pt x="2469" y="2479"/>
                  </a:cubicBezTo>
                  <a:cubicBezTo>
                    <a:pt x="2259" y="2479"/>
                    <a:pt x="2075" y="2391"/>
                    <a:pt x="1890" y="2253"/>
                  </a:cubicBezTo>
                  <a:cubicBezTo>
                    <a:pt x="1701" y="2032"/>
                    <a:pt x="1607" y="1717"/>
                    <a:pt x="1701" y="1434"/>
                  </a:cubicBezTo>
                  <a:cubicBezTo>
                    <a:pt x="1800" y="1059"/>
                    <a:pt x="2145" y="845"/>
                    <a:pt x="2497" y="845"/>
                  </a:cubicBezTo>
                  <a:close/>
                  <a:moveTo>
                    <a:pt x="2520" y="3324"/>
                  </a:moveTo>
                  <a:cubicBezTo>
                    <a:pt x="3277" y="3324"/>
                    <a:pt x="3907" y="3828"/>
                    <a:pt x="4096" y="4553"/>
                  </a:cubicBezTo>
                  <a:lnTo>
                    <a:pt x="914" y="4553"/>
                  </a:lnTo>
                  <a:cubicBezTo>
                    <a:pt x="1103" y="3828"/>
                    <a:pt x="1733" y="3324"/>
                    <a:pt x="2520" y="3324"/>
                  </a:cubicBezTo>
                  <a:close/>
                  <a:moveTo>
                    <a:pt x="2510" y="1"/>
                  </a:moveTo>
                  <a:cubicBezTo>
                    <a:pt x="1805" y="1"/>
                    <a:pt x="1113" y="455"/>
                    <a:pt x="914" y="1213"/>
                  </a:cubicBezTo>
                  <a:cubicBezTo>
                    <a:pt x="756" y="1780"/>
                    <a:pt x="914" y="2347"/>
                    <a:pt x="1292" y="2789"/>
                  </a:cubicBezTo>
                  <a:cubicBezTo>
                    <a:pt x="567" y="3198"/>
                    <a:pt x="0" y="3986"/>
                    <a:pt x="0" y="4931"/>
                  </a:cubicBezTo>
                  <a:cubicBezTo>
                    <a:pt x="0" y="5183"/>
                    <a:pt x="189" y="5372"/>
                    <a:pt x="441" y="5372"/>
                  </a:cubicBezTo>
                  <a:lnTo>
                    <a:pt x="4568" y="5372"/>
                  </a:lnTo>
                  <a:cubicBezTo>
                    <a:pt x="4820" y="5372"/>
                    <a:pt x="4978" y="5183"/>
                    <a:pt x="4978" y="4931"/>
                  </a:cubicBezTo>
                  <a:cubicBezTo>
                    <a:pt x="4978" y="3986"/>
                    <a:pt x="4442" y="3198"/>
                    <a:pt x="3718" y="2789"/>
                  </a:cubicBezTo>
                  <a:cubicBezTo>
                    <a:pt x="3907" y="2568"/>
                    <a:pt x="4033" y="2347"/>
                    <a:pt x="4096" y="2064"/>
                  </a:cubicBezTo>
                  <a:cubicBezTo>
                    <a:pt x="4253" y="1528"/>
                    <a:pt x="4096" y="930"/>
                    <a:pt x="3655" y="489"/>
                  </a:cubicBezTo>
                  <a:cubicBezTo>
                    <a:pt x="3331" y="153"/>
                    <a:pt x="2918" y="1"/>
                    <a:pt x="25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9" name="Google Shape;15769;p83"/>
            <p:cNvSpPr/>
            <p:nvPr/>
          </p:nvSpPr>
          <p:spPr>
            <a:xfrm>
              <a:off x="-61784125" y="2113325"/>
              <a:ext cx="124450" cy="134975"/>
            </a:xfrm>
            <a:custGeom>
              <a:avLst/>
              <a:gdLst/>
              <a:ahLst/>
              <a:cxnLst/>
              <a:rect l="l" t="t" r="r" b="b"/>
              <a:pathLst>
                <a:path w="4978" h="5399"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7" y="2491"/>
                  </a:cubicBezTo>
                  <a:cubicBezTo>
                    <a:pt x="2261" y="2491"/>
                    <a:pt x="2058" y="2415"/>
                    <a:pt x="1891" y="2248"/>
                  </a:cubicBezTo>
                  <a:cubicBezTo>
                    <a:pt x="1670" y="2059"/>
                    <a:pt x="1607" y="1743"/>
                    <a:pt x="1670" y="1428"/>
                  </a:cubicBezTo>
                  <a:cubicBezTo>
                    <a:pt x="1770" y="1068"/>
                    <a:pt x="2124" y="848"/>
                    <a:pt x="2482" y="848"/>
                  </a:cubicBezTo>
                  <a:close/>
                  <a:moveTo>
                    <a:pt x="2458" y="3319"/>
                  </a:moveTo>
                  <a:cubicBezTo>
                    <a:pt x="3245" y="3319"/>
                    <a:pt x="3907" y="3854"/>
                    <a:pt x="4096" y="4547"/>
                  </a:cubicBezTo>
                  <a:lnTo>
                    <a:pt x="883" y="4547"/>
                  </a:lnTo>
                  <a:cubicBezTo>
                    <a:pt x="1040" y="3886"/>
                    <a:pt x="1733" y="3319"/>
                    <a:pt x="2458" y="3319"/>
                  </a:cubicBezTo>
                  <a:close/>
                  <a:moveTo>
                    <a:pt x="2509" y="1"/>
                  </a:moveTo>
                  <a:cubicBezTo>
                    <a:pt x="1812" y="1"/>
                    <a:pt x="1143" y="437"/>
                    <a:pt x="946" y="1208"/>
                  </a:cubicBezTo>
                  <a:cubicBezTo>
                    <a:pt x="788" y="1806"/>
                    <a:pt x="946" y="2342"/>
                    <a:pt x="1324" y="2783"/>
                  </a:cubicBezTo>
                  <a:cubicBezTo>
                    <a:pt x="568" y="3224"/>
                    <a:pt x="32" y="4012"/>
                    <a:pt x="32" y="4957"/>
                  </a:cubicBezTo>
                  <a:cubicBezTo>
                    <a:pt x="0" y="5209"/>
                    <a:pt x="189" y="5398"/>
                    <a:pt x="410" y="5398"/>
                  </a:cubicBezTo>
                  <a:lnTo>
                    <a:pt x="4569" y="5398"/>
                  </a:lnTo>
                  <a:cubicBezTo>
                    <a:pt x="4789" y="5398"/>
                    <a:pt x="4978" y="5209"/>
                    <a:pt x="4978" y="4988"/>
                  </a:cubicBezTo>
                  <a:cubicBezTo>
                    <a:pt x="4978" y="4043"/>
                    <a:pt x="4474" y="3256"/>
                    <a:pt x="3718" y="2815"/>
                  </a:cubicBezTo>
                  <a:cubicBezTo>
                    <a:pt x="3939" y="2626"/>
                    <a:pt x="4033" y="2374"/>
                    <a:pt x="4128" y="2090"/>
                  </a:cubicBezTo>
                  <a:cubicBezTo>
                    <a:pt x="4285" y="1523"/>
                    <a:pt x="4128" y="924"/>
                    <a:pt x="3687" y="483"/>
                  </a:cubicBezTo>
                  <a:cubicBezTo>
                    <a:pt x="3346" y="155"/>
                    <a:pt x="2923" y="1"/>
                    <a:pt x="25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0" name="Google Shape;15770;p83"/>
            <p:cNvSpPr/>
            <p:nvPr/>
          </p:nvSpPr>
          <p:spPr>
            <a:xfrm>
              <a:off x="-61591150" y="2113325"/>
              <a:ext cx="123675" cy="134175"/>
            </a:xfrm>
            <a:custGeom>
              <a:avLst/>
              <a:gdLst/>
              <a:ahLst/>
              <a:cxnLst/>
              <a:rect l="l" t="t" r="r" b="b"/>
              <a:pathLst>
                <a:path w="4947" h="5367"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6" y="2491"/>
                  </a:cubicBezTo>
                  <a:cubicBezTo>
                    <a:pt x="2261" y="2491"/>
                    <a:pt x="2057" y="2415"/>
                    <a:pt x="1890" y="2248"/>
                  </a:cubicBezTo>
                  <a:cubicBezTo>
                    <a:pt x="1670" y="2059"/>
                    <a:pt x="1607" y="1743"/>
                    <a:pt x="1670" y="1428"/>
                  </a:cubicBezTo>
                  <a:cubicBezTo>
                    <a:pt x="1770" y="1068"/>
                    <a:pt x="2124" y="848"/>
                    <a:pt x="2482" y="848"/>
                  </a:cubicBezTo>
                  <a:close/>
                  <a:moveTo>
                    <a:pt x="2521" y="3382"/>
                  </a:moveTo>
                  <a:cubicBezTo>
                    <a:pt x="3308" y="3382"/>
                    <a:pt x="3938" y="3886"/>
                    <a:pt x="4127" y="4579"/>
                  </a:cubicBezTo>
                  <a:lnTo>
                    <a:pt x="882" y="4579"/>
                  </a:lnTo>
                  <a:cubicBezTo>
                    <a:pt x="1103" y="3886"/>
                    <a:pt x="1733" y="3382"/>
                    <a:pt x="2521" y="3382"/>
                  </a:cubicBezTo>
                  <a:close/>
                  <a:moveTo>
                    <a:pt x="2467" y="1"/>
                  </a:moveTo>
                  <a:cubicBezTo>
                    <a:pt x="1761" y="1"/>
                    <a:pt x="1080" y="437"/>
                    <a:pt x="882" y="1208"/>
                  </a:cubicBezTo>
                  <a:cubicBezTo>
                    <a:pt x="725" y="1806"/>
                    <a:pt x="882" y="2342"/>
                    <a:pt x="1292" y="2783"/>
                  </a:cubicBezTo>
                  <a:cubicBezTo>
                    <a:pt x="536" y="3224"/>
                    <a:pt x="0" y="4012"/>
                    <a:pt x="0" y="4957"/>
                  </a:cubicBezTo>
                  <a:cubicBezTo>
                    <a:pt x="0" y="5178"/>
                    <a:pt x="189" y="5367"/>
                    <a:pt x="378" y="5367"/>
                  </a:cubicBezTo>
                  <a:lnTo>
                    <a:pt x="4505" y="5367"/>
                  </a:lnTo>
                  <a:cubicBezTo>
                    <a:pt x="4757" y="5367"/>
                    <a:pt x="4946" y="5178"/>
                    <a:pt x="4946" y="4957"/>
                  </a:cubicBezTo>
                  <a:cubicBezTo>
                    <a:pt x="4946" y="4075"/>
                    <a:pt x="4442" y="3256"/>
                    <a:pt x="3686" y="2815"/>
                  </a:cubicBezTo>
                  <a:cubicBezTo>
                    <a:pt x="3875" y="2626"/>
                    <a:pt x="4001" y="2374"/>
                    <a:pt x="4096" y="2090"/>
                  </a:cubicBezTo>
                  <a:cubicBezTo>
                    <a:pt x="4253" y="1523"/>
                    <a:pt x="4096" y="924"/>
                    <a:pt x="3655" y="483"/>
                  </a:cubicBezTo>
                  <a:cubicBezTo>
                    <a:pt x="3314" y="155"/>
                    <a:pt x="2887" y="1"/>
                    <a:pt x="246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1" name="Google Shape;15771;p83"/>
            <p:cNvSpPr/>
            <p:nvPr/>
          </p:nvSpPr>
          <p:spPr>
            <a:xfrm>
              <a:off x="-61677800" y="2072225"/>
              <a:ext cx="106350" cy="62450"/>
            </a:xfrm>
            <a:custGeom>
              <a:avLst/>
              <a:gdLst/>
              <a:ahLst/>
              <a:cxnLst/>
              <a:rect l="l" t="t" r="r" b="b"/>
              <a:pathLst>
                <a:path w="4254" h="2498" extrusionOk="0">
                  <a:moveTo>
                    <a:pt x="2096" y="1"/>
                  </a:moveTo>
                  <a:cubicBezTo>
                    <a:pt x="1985" y="1"/>
                    <a:pt x="1875" y="48"/>
                    <a:pt x="1796" y="142"/>
                  </a:cubicBezTo>
                  <a:lnTo>
                    <a:pt x="158" y="1781"/>
                  </a:lnTo>
                  <a:cubicBezTo>
                    <a:pt x="1" y="1938"/>
                    <a:pt x="1" y="2222"/>
                    <a:pt x="158" y="2379"/>
                  </a:cubicBezTo>
                  <a:cubicBezTo>
                    <a:pt x="237" y="2458"/>
                    <a:pt x="339" y="2497"/>
                    <a:pt x="442" y="2497"/>
                  </a:cubicBezTo>
                  <a:cubicBezTo>
                    <a:pt x="544" y="2497"/>
                    <a:pt x="646" y="2458"/>
                    <a:pt x="725" y="2379"/>
                  </a:cubicBezTo>
                  <a:lnTo>
                    <a:pt x="2111" y="993"/>
                  </a:lnTo>
                  <a:lnTo>
                    <a:pt x="3498" y="2379"/>
                  </a:lnTo>
                  <a:cubicBezTo>
                    <a:pt x="3576" y="2458"/>
                    <a:pt x="3687" y="2497"/>
                    <a:pt x="3797" y="2497"/>
                  </a:cubicBezTo>
                  <a:cubicBezTo>
                    <a:pt x="3907" y="2497"/>
                    <a:pt x="4017" y="2458"/>
                    <a:pt x="4096" y="2379"/>
                  </a:cubicBezTo>
                  <a:cubicBezTo>
                    <a:pt x="4254" y="2222"/>
                    <a:pt x="4254" y="1938"/>
                    <a:pt x="4096" y="1781"/>
                  </a:cubicBezTo>
                  <a:lnTo>
                    <a:pt x="2395" y="142"/>
                  </a:lnTo>
                  <a:cubicBezTo>
                    <a:pt x="2316" y="48"/>
                    <a:pt x="2206" y="1"/>
                    <a:pt x="20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72" name="Google Shape;15772;p83"/>
          <p:cNvGrpSpPr/>
          <p:nvPr/>
        </p:nvGrpSpPr>
        <p:grpSpPr>
          <a:xfrm>
            <a:off x="1715147" y="4528621"/>
            <a:ext cx="488359" cy="488359"/>
            <a:chOff x="-61783350" y="2297100"/>
            <a:chExt cx="316650" cy="316650"/>
          </a:xfrm>
        </p:grpSpPr>
        <p:sp>
          <p:nvSpPr>
            <p:cNvPr id="15773" name="Google Shape;15773;p83"/>
            <p:cNvSpPr/>
            <p:nvPr/>
          </p:nvSpPr>
          <p:spPr>
            <a:xfrm>
              <a:off x="-61783350" y="2297100"/>
              <a:ext cx="316650" cy="316650"/>
            </a:xfrm>
            <a:custGeom>
              <a:avLst/>
              <a:gdLst/>
              <a:ahLst/>
              <a:cxnLst/>
              <a:rect l="l" t="t" r="r" b="b"/>
              <a:pathLst>
                <a:path w="12666" h="12666" extrusionOk="0">
                  <a:moveTo>
                    <a:pt x="379" y="0"/>
                  </a:moveTo>
                  <a:cubicBezTo>
                    <a:pt x="158" y="0"/>
                    <a:pt x="1" y="189"/>
                    <a:pt x="1" y="441"/>
                  </a:cubicBezTo>
                  <a:lnTo>
                    <a:pt x="1" y="12287"/>
                  </a:lnTo>
                  <a:cubicBezTo>
                    <a:pt x="1" y="12508"/>
                    <a:pt x="190" y="12665"/>
                    <a:pt x="379" y="12665"/>
                  </a:cubicBezTo>
                  <a:lnTo>
                    <a:pt x="12256" y="12665"/>
                  </a:lnTo>
                  <a:cubicBezTo>
                    <a:pt x="12477" y="12665"/>
                    <a:pt x="12666" y="12476"/>
                    <a:pt x="12666" y="12287"/>
                  </a:cubicBezTo>
                  <a:cubicBezTo>
                    <a:pt x="12634" y="12098"/>
                    <a:pt x="12477" y="11878"/>
                    <a:pt x="12256" y="11878"/>
                  </a:cubicBezTo>
                  <a:lnTo>
                    <a:pt x="820" y="11878"/>
                  </a:lnTo>
                  <a:lnTo>
                    <a:pt x="820" y="441"/>
                  </a:lnTo>
                  <a:cubicBezTo>
                    <a:pt x="820" y="189"/>
                    <a:pt x="631"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4" name="Google Shape;15774;p83"/>
            <p:cNvSpPr/>
            <p:nvPr/>
          </p:nvSpPr>
          <p:spPr>
            <a:xfrm>
              <a:off x="-61742375" y="2387675"/>
              <a:ext cx="275675" cy="151250"/>
            </a:xfrm>
            <a:custGeom>
              <a:avLst/>
              <a:gdLst/>
              <a:ahLst/>
              <a:cxnLst/>
              <a:rect l="l" t="t" r="r" b="b"/>
              <a:pathLst>
                <a:path w="11027" h="6050" extrusionOk="0">
                  <a:moveTo>
                    <a:pt x="9767" y="788"/>
                  </a:moveTo>
                  <a:cubicBezTo>
                    <a:pt x="10019" y="788"/>
                    <a:pt x="10208" y="977"/>
                    <a:pt x="10208" y="1229"/>
                  </a:cubicBezTo>
                  <a:cubicBezTo>
                    <a:pt x="10176" y="1450"/>
                    <a:pt x="10019" y="1639"/>
                    <a:pt x="9767" y="1639"/>
                  </a:cubicBezTo>
                  <a:cubicBezTo>
                    <a:pt x="9546" y="1639"/>
                    <a:pt x="9389" y="1450"/>
                    <a:pt x="9389" y="1229"/>
                  </a:cubicBezTo>
                  <a:cubicBezTo>
                    <a:pt x="9389" y="977"/>
                    <a:pt x="9578" y="788"/>
                    <a:pt x="9767" y="788"/>
                  </a:cubicBezTo>
                  <a:close/>
                  <a:moveTo>
                    <a:pt x="4001" y="1607"/>
                  </a:moveTo>
                  <a:cubicBezTo>
                    <a:pt x="4222" y="1607"/>
                    <a:pt x="4379" y="1796"/>
                    <a:pt x="4379" y="2048"/>
                  </a:cubicBezTo>
                  <a:cubicBezTo>
                    <a:pt x="4379" y="2269"/>
                    <a:pt x="4222" y="2489"/>
                    <a:pt x="4001" y="2489"/>
                  </a:cubicBezTo>
                  <a:cubicBezTo>
                    <a:pt x="3749" y="2489"/>
                    <a:pt x="3560" y="2269"/>
                    <a:pt x="3560" y="2048"/>
                  </a:cubicBezTo>
                  <a:cubicBezTo>
                    <a:pt x="3560" y="1796"/>
                    <a:pt x="3749" y="1607"/>
                    <a:pt x="4001" y="1607"/>
                  </a:cubicBezTo>
                  <a:close/>
                  <a:moveTo>
                    <a:pt x="6459" y="4128"/>
                  </a:moveTo>
                  <a:cubicBezTo>
                    <a:pt x="6679" y="4128"/>
                    <a:pt x="6900" y="4317"/>
                    <a:pt x="6900" y="4569"/>
                  </a:cubicBezTo>
                  <a:cubicBezTo>
                    <a:pt x="6868" y="4758"/>
                    <a:pt x="6711" y="4947"/>
                    <a:pt x="6459" y="4947"/>
                  </a:cubicBezTo>
                  <a:cubicBezTo>
                    <a:pt x="6238" y="4947"/>
                    <a:pt x="6081" y="4758"/>
                    <a:pt x="6081" y="4569"/>
                  </a:cubicBezTo>
                  <a:cubicBezTo>
                    <a:pt x="6081" y="4317"/>
                    <a:pt x="6270" y="4128"/>
                    <a:pt x="6459" y="4128"/>
                  </a:cubicBezTo>
                  <a:close/>
                  <a:moveTo>
                    <a:pt x="1229" y="4380"/>
                  </a:moveTo>
                  <a:cubicBezTo>
                    <a:pt x="1481" y="4380"/>
                    <a:pt x="1638" y="4569"/>
                    <a:pt x="1638" y="4789"/>
                  </a:cubicBezTo>
                  <a:cubicBezTo>
                    <a:pt x="1638" y="5041"/>
                    <a:pt x="1481" y="5230"/>
                    <a:pt x="1229" y="5230"/>
                  </a:cubicBezTo>
                  <a:cubicBezTo>
                    <a:pt x="1008" y="5230"/>
                    <a:pt x="788" y="5041"/>
                    <a:pt x="788" y="4789"/>
                  </a:cubicBezTo>
                  <a:cubicBezTo>
                    <a:pt x="788" y="4569"/>
                    <a:pt x="1008" y="4380"/>
                    <a:pt x="1229" y="4380"/>
                  </a:cubicBezTo>
                  <a:close/>
                  <a:moveTo>
                    <a:pt x="9767" y="0"/>
                  </a:moveTo>
                  <a:cubicBezTo>
                    <a:pt x="9105" y="0"/>
                    <a:pt x="8570" y="536"/>
                    <a:pt x="8570" y="1229"/>
                  </a:cubicBezTo>
                  <a:cubicBezTo>
                    <a:pt x="8570" y="1418"/>
                    <a:pt x="8601" y="1576"/>
                    <a:pt x="8664" y="1765"/>
                  </a:cubicBezTo>
                  <a:lnTo>
                    <a:pt x="7026" y="3434"/>
                  </a:lnTo>
                  <a:cubicBezTo>
                    <a:pt x="6868" y="3340"/>
                    <a:pt x="6679" y="3308"/>
                    <a:pt x="6459" y="3308"/>
                  </a:cubicBezTo>
                  <a:cubicBezTo>
                    <a:pt x="6270" y="3308"/>
                    <a:pt x="6112" y="3340"/>
                    <a:pt x="5923" y="3434"/>
                  </a:cubicBezTo>
                  <a:lnTo>
                    <a:pt x="5104" y="2584"/>
                  </a:lnTo>
                  <a:cubicBezTo>
                    <a:pt x="5167" y="2426"/>
                    <a:pt x="5199" y="2237"/>
                    <a:pt x="5199" y="2048"/>
                  </a:cubicBezTo>
                  <a:cubicBezTo>
                    <a:pt x="5199" y="1387"/>
                    <a:pt x="4663" y="788"/>
                    <a:pt x="4001" y="788"/>
                  </a:cubicBezTo>
                  <a:cubicBezTo>
                    <a:pt x="3308" y="788"/>
                    <a:pt x="2773" y="1324"/>
                    <a:pt x="2773" y="2048"/>
                  </a:cubicBezTo>
                  <a:cubicBezTo>
                    <a:pt x="2773" y="2237"/>
                    <a:pt x="2804" y="2395"/>
                    <a:pt x="2899" y="2584"/>
                  </a:cubicBezTo>
                  <a:lnTo>
                    <a:pt x="1796" y="3686"/>
                  </a:lnTo>
                  <a:cubicBezTo>
                    <a:pt x="1638" y="3623"/>
                    <a:pt x="1418" y="3592"/>
                    <a:pt x="1229" y="3592"/>
                  </a:cubicBezTo>
                  <a:cubicBezTo>
                    <a:pt x="567" y="3592"/>
                    <a:pt x="0" y="4128"/>
                    <a:pt x="0" y="4852"/>
                  </a:cubicBezTo>
                  <a:cubicBezTo>
                    <a:pt x="0" y="5514"/>
                    <a:pt x="567" y="6049"/>
                    <a:pt x="1229" y="6049"/>
                  </a:cubicBezTo>
                  <a:cubicBezTo>
                    <a:pt x="1890" y="6049"/>
                    <a:pt x="2458" y="5514"/>
                    <a:pt x="2458" y="4852"/>
                  </a:cubicBezTo>
                  <a:cubicBezTo>
                    <a:pt x="2458" y="4632"/>
                    <a:pt x="2426" y="4474"/>
                    <a:pt x="2332" y="4285"/>
                  </a:cubicBezTo>
                  <a:lnTo>
                    <a:pt x="3434" y="3182"/>
                  </a:lnTo>
                  <a:cubicBezTo>
                    <a:pt x="3592" y="3245"/>
                    <a:pt x="3781" y="3308"/>
                    <a:pt x="4001" y="3308"/>
                  </a:cubicBezTo>
                  <a:cubicBezTo>
                    <a:pt x="4190" y="3308"/>
                    <a:pt x="4348" y="3277"/>
                    <a:pt x="4537" y="3182"/>
                  </a:cubicBezTo>
                  <a:lnTo>
                    <a:pt x="5356" y="4001"/>
                  </a:lnTo>
                  <a:cubicBezTo>
                    <a:pt x="5293" y="4159"/>
                    <a:pt x="5262" y="4348"/>
                    <a:pt x="5262" y="4569"/>
                  </a:cubicBezTo>
                  <a:cubicBezTo>
                    <a:pt x="5262" y="5230"/>
                    <a:pt x="5797" y="5766"/>
                    <a:pt x="6459" y="5766"/>
                  </a:cubicBezTo>
                  <a:cubicBezTo>
                    <a:pt x="7152" y="5766"/>
                    <a:pt x="7687" y="5230"/>
                    <a:pt x="7687" y="4569"/>
                  </a:cubicBezTo>
                  <a:cubicBezTo>
                    <a:pt x="7687" y="4348"/>
                    <a:pt x="7656" y="4191"/>
                    <a:pt x="7561" y="4001"/>
                  </a:cubicBezTo>
                  <a:lnTo>
                    <a:pt x="9231" y="2363"/>
                  </a:lnTo>
                  <a:cubicBezTo>
                    <a:pt x="9389" y="2426"/>
                    <a:pt x="9578" y="2489"/>
                    <a:pt x="9767" y="2489"/>
                  </a:cubicBezTo>
                  <a:cubicBezTo>
                    <a:pt x="10460" y="2489"/>
                    <a:pt x="11027" y="1922"/>
                    <a:pt x="11027" y="1229"/>
                  </a:cubicBezTo>
                  <a:cubicBezTo>
                    <a:pt x="10995" y="536"/>
                    <a:pt x="10460" y="0"/>
                    <a:pt x="976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75" name="Google Shape;15775;p83"/>
          <p:cNvGrpSpPr/>
          <p:nvPr/>
        </p:nvGrpSpPr>
        <p:grpSpPr>
          <a:xfrm>
            <a:off x="1715147" y="5116731"/>
            <a:ext cx="488359" cy="492407"/>
            <a:chOff x="-61782550" y="2664925"/>
            <a:chExt cx="316650" cy="319275"/>
          </a:xfrm>
        </p:grpSpPr>
        <p:sp>
          <p:nvSpPr>
            <p:cNvPr id="15776" name="Google Shape;15776;p83"/>
            <p:cNvSpPr/>
            <p:nvPr/>
          </p:nvSpPr>
          <p:spPr>
            <a:xfrm>
              <a:off x="-61782550" y="2664925"/>
              <a:ext cx="316650" cy="319275"/>
            </a:xfrm>
            <a:custGeom>
              <a:avLst/>
              <a:gdLst/>
              <a:ahLst/>
              <a:cxnLst/>
              <a:rect l="l" t="t" r="r" b="b"/>
              <a:pathLst>
                <a:path w="12666" h="12771" extrusionOk="0">
                  <a:moveTo>
                    <a:pt x="10208" y="851"/>
                  </a:moveTo>
                  <a:cubicBezTo>
                    <a:pt x="10366" y="1670"/>
                    <a:pt x="10996" y="2300"/>
                    <a:pt x="11815" y="2457"/>
                  </a:cubicBezTo>
                  <a:lnTo>
                    <a:pt x="11815" y="6679"/>
                  </a:lnTo>
                  <a:lnTo>
                    <a:pt x="11783" y="6679"/>
                  </a:lnTo>
                  <a:cubicBezTo>
                    <a:pt x="10964" y="6837"/>
                    <a:pt x="10334" y="7467"/>
                    <a:pt x="10177" y="8286"/>
                  </a:cubicBezTo>
                  <a:lnTo>
                    <a:pt x="9011" y="8286"/>
                  </a:lnTo>
                  <a:cubicBezTo>
                    <a:pt x="9105" y="8002"/>
                    <a:pt x="9168" y="7719"/>
                    <a:pt x="9168" y="7467"/>
                  </a:cubicBezTo>
                  <a:cubicBezTo>
                    <a:pt x="9168" y="6081"/>
                    <a:pt x="8066" y="4978"/>
                    <a:pt x="6711" y="4978"/>
                  </a:cubicBezTo>
                  <a:cubicBezTo>
                    <a:pt x="5325" y="4978"/>
                    <a:pt x="4222" y="6081"/>
                    <a:pt x="4222" y="7467"/>
                  </a:cubicBezTo>
                  <a:cubicBezTo>
                    <a:pt x="4222" y="7719"/>
                    <a:pt x="4254" y="8002"/>
                    <a:pt x="4380" y="8286"/>
                  </a:cubicBezTo>
                  <a:lnTo>
                    <a:pt x="2395" y="8286"/>
                  </a:lnTo>
                  <a:cubicBezTo>
                    <a:pt x="2237" y="7467"/>
                    <a:pt x="1607" y="6837"/>
                    <a:pt x="788" y="6679"/>
                  </a:cubicBezTo>
                  <a:lnTo>
                    <a:pt x="788" y="2457"/>
                  </a:lnTo>
                  <a:cubicBezTo>
                    <a:pt x="1607" y="2300"/>
                    <a:pt x="2237" y="1670"/>
                    <a:pt x="2395" y="851"/>
                  </a:cubicBezTo>
                  <a:close/>
                  <a:moveTo>
                    <a:pt x="6711" y="5797"/>
                  </a:moveTo>
                  <a:cubicBezTo>
                    <a:pt x="7593" y="5797"/>
                    <a:pt x="8349" y="6553"/>
                    <a:pt x="8349" y="7467"/>
                  </a:cubicBezTo>
                  <a:cubicBezTo>
                    <a:pt x="8349" y="8349"/>
                    <a:pt x="7593" y="9105"/>
                    <a:pt x="6711" y="9105"/>
                  </a:cubicBezTo>
                  <a:cubicBezTo>
                    <a:pt x="5797" y="9105"/>
                    <a:pt x="5041" y="8349"/>
                    <a:pt x="5041" y="7467"/>
                  </a:cubicBezTo>
                  <a:cubicBezTo>
                    <a:pt x="5041" y="6553"/>
                    <a:pt x="5797" y="5797"/>
                    <a:pt x="6711" y="5797"/>
                  </a:cubicBezTo>
                  <a:close/>
                  <a:moveTo>
                    <a:pt x="7530" y="9767"/>
                  </a:moveTo>
                  <a:lnTo>
                    <a:pt x="7530" y="11468"/>
                  </a:lnTo>
                  <a:lnTo>
                    <a:pt x="6932" y="11090"/>
                  </a:lnTo>
                  <a:cubicBezTo>
                    <a:pt x="6853" y="11043"/>
                    <a:pt x="6774" y="11019"/>
                    <a:pt x="6695" y="11019"/>
                  </a:cubicBezTo>
                  <a:cubicBezTo>
                    <a:pt x="6616" y="11019"/>
                    <a:pt x="6538" y="11043"/>
                    <a:pt x="6459" y="11090"/>
                  </a:cubicBezTo>
                  <a:lnTo>
                    <a:pt x="5860" y="11468"/>
                  </a:lnTo>
                  <a:lnTo>
                    <a:pt x="5860" y="9767"/>
                  </a:lnTo>
                  <a:cubicBezTo>
                    <a:pt x="6144" y="9861"/>
                    <a:pt x="6427" y="9924"/>
                    <a:pt x="6711" y="9924"/>
                  </a:cubicBezTo>
                  <a:cubicBezTo>
                    <a:pt x="6995" y="9924"/>
                    <a:pt x="7247" y="9893"/>
                    <a:pt x="7530" y="9767"/>
                  </a:cubicBezTo>
                  <a:close/>
                  <a:moveTo>
                    <a:pt x="2048" y="0"/>
                  </a:moveTo>
                  <a:cubicBezTo>
                    <a:pt x="1828" y="0"/>
                    <a:pt x="1670" y="221"/>
                    <a:pt x="1670" y="441"/>
                  </a:cubicBezTo>
                  <a:cubicBezTo>
                    <a:pt x="1670" y="1103"/>
                    <a:pt x="1103" y="1670"/>
                    <a:pt x="410" y="1670"/>
                  </a:cubicBezTo>
                  <a:cubicBezTo>
                    <a:pt x="158" y="1670"/>
                    <a:pt x="0" y="1859"/>
                    <a:pt x="0" y="2111"/>
                  </a:cubicBezTo>
                  <a:lnTo>
                    <a:pt x="0" y="7057"/>
                  </a:lnTo>
                  <a:cubicBezTo>
                    <a:pt x="0" y="7278"/>
                    <a:pt x="189" y="7498"/>
                    <a:pt x="410" y="7498"/>
                  </a:cubicBezTo>
                  <a:cubicBezTo>
                    <a:pt x="1072" y="7498"/>
                    <a:pt x="1670" y="8034"/>
                    <a:pt x="1670" y="8758"/>
                  </a:cubicBezTo>
                  <a:cubicBezTo>
                    <a:pt x="1670" y="8979"/>
                    <a:pt x="1859" y="9136"/>
                    <a:pt x="2048" y="9136"/>
                  </a:cubicBezTo>
                  <a:lnTo>
                    <a:pt x="4884" y="9136"/>
                  </a:lnTo>
                  <a:lnTo>
                    <a:pt x="5073" y="9326"/>
                  </a:lnTo>
                  <a:lnTo>
                    <a:pt x="5073" y="12318"/>
                  </a:lnTo>
                  <a:cubicBezTo>
                    <a:pt x="5073" y="12562"/>
                    <a:pt x="5298" y="12749"/>
                    <a:pt x="5517" y="12749"/>
                  </a:cubicBezTo>
                  <a:cubicBezTo>
                    <a:pt x="5581" y="12749"/>
                    <a:pt x="5645" y="12732"/>
                    <a:pt x="5703" y="12697"/>
                  </a:cubicBezTo>
                  <a:lnTo>
                    <a:pt x="6743" y="12003"/>
                  </a:lnTo>
                  <a:lnTo>
                    <a:pt x="7782" y="12697"/>
                  </a:lnTo>
                  <a:cubicBezTo>
                    <a:pt x="7850" y="12747"/>
                    <a:pt x="7926" y="12771"/>
                    <a:pt x="8002" y="12771"/>
                  </a:cubicBezTo>
                  <a:cubicBezTo>
                    <a:pt x="8210" y="12771"/>
                    <a:pt x="8412" y="12595"/>
                    <a:pt x="8412" y="12318"/>
                  </a:cubicBezTo>
                  <a:lnTo>
                    <a:pt x="8412" y="9262"/>
                  </a:lnTo>
                  <a:lnTo>
                    <a:pt x="8601" y="9073"/>
                  </a:lnTo>
                  <a:lnTo>
                    <a:pt x="10618" y="9073"/>
                  </a:lnTo>
                  <a:cubicBezTo>
                    <a:pt x="10838" y="9073"/>
                    <a:pt x="10996" y="8884"/>
                    <a:pt x="10996" y="8664"/>
                  </a:cubicBezTo>
                  <a:cubicBezTo>
                    <a:pt x="10996" y="8002"/>
                    <a:pt x="11563" y="7404"/>
                    <a:pt x="12224" y="7404"/>
                  </a:cubicBezTo>
                  <a:cubicBezTo>
                    <a:pt x="12445" y="7404"/>
                    <a:pt x="12665" y="7215"/>
                    <a:pt x="12665" y="6994"/>
                  </a:cubicBezTo>
                  <a:lnTo>
                    <a:pt x="12665" y="2016"/>
                  </a:lnTo>
                  <a:cubicBezTo>
                    <a:pt x="12602" y="1827"/>
                    <a:pt x="12445" y="1670"/>
                    <a:pt x="12224" y="1670"/>
                  </a:cubicBezTo>
                  <a:cubicBezTo>
                    <a:pt x="11531" y="1670"/>
                    <a:pt x="10996" y="1103"/>
                    <a:pt x="10996" y="441"/>
                  </a:cubicBezTo>
                  <a:cubicBezTo>
                    <a:pt x="10996" y="221"/>
                    <a:pt x="10807"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7" name="Google Shape;15777;p83"/>
            <p:cNvSpPr/>
            <p:nvPr/>
          </p:nvSpPr>
          <p:spPr>
            <a:xfrm>
              <a:off x="-61701425" y="2705875"/>
              <a:ext cx="151250" cy="21275"/>
            </a:xfrm>
            <a:custGeom>
              <a:avLst/>
              <a:gdLst/>
              <a:ahLst/>
              <a:cxnLst/>
              <a:rect l="l" t="t" r="r" b="b"/>
              <a:pathLst>
                <a:path w="6050" h="851" extrusionOk="0">
                  <a:moveTo>
                    <a:pt x="410" y="0"/>
                  </a:moveTo>
                  <a:cubicBezTo>
                    <a:pt x="189" y="0"/>
                    <a:pt x="0" y="189"/>
                    <a:pt x="0" y="410"/>
                  </a:cubicBezTo>
                  <a:cubicBezTo>
                    <a:pt x="0" y="662"/>
                    <a:pt x="189" y="851"/>
                    <a:pt x="410" y="851"/>
                  </a:cubicBezTo>
                  <a:lnTo>
                    <a:pt x="5671" y="851"/>
                  </a:lnTo>
                  <a:cubicBezTo>
                    <a:pt x="5892" y="851"/>
                    <a:pt x="6049" y="662"/>
                    <a:pt x="6049" y="410"/>
                  </a:cubicBezTo>
                  <a:cubicBezTo>
                    <a:pt x="6049" y="189"/>
                    <a:pt x="5860" y="0"/>
                    <a:pt x="56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8" name="Google Shape;15778;p83"/>
            <p:cNvSpPr/>
            <p:nvPr/>
          </p:nvSpPr>
          <p:spPr>
            <a:xfrm>
              <a:off x="-61742375" y="2747625"/>
              <a:ext cx="233925" cy="22075"/>
            </a:xfrm>
            <a:custGeom>
              <a:avLst/>
              <a:gdLst/>
              <a:ahLst/>
              <a:cxnLst/>
              <a:rect l="l" t="t" r="r" b="b"/>
              <a:pathLst>
                <a:path w="9357" h="883" extrusionOk="0">
                  <a:moveTo>
                    <a:pt x="410" y="0"/>
                  </a:moveTo>
                  <a:cubicBezTo>
                    <a:pt x="158" y="0"/>
                    <a:pt x="0" y="221"/>
                    <a:pt x="0" y="441"/>
                  </a:cubicBezTo>
                  <a:cubicBezTo>
                    <a:pt x="0" y="693"/>
                    <a:pt x="221" y="882"/>
                    <a:pt x="410" y="882"/>
                  </a:cubicBezTo>
                  <a:lnTo>
                    <a:pt x="8948" y="882"/>
                  </a:lnTo>
                  <a:cubicBezTo>
                    <a:pt x="9200" y="882"/>
                    <a:pt x="9357" y="693"/>
                    <a:pt x="9357" y="441"/>
                  </a:cubicBezTo>
                  <a:cubicBezTo>
                    <a:pt x="9357" y="221"/>
                    <a:pt x="9137" y="0"/>
                    <a:pt x="89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79" name="Google Shape;15779;p83"/>
          <p:cNvGrpSpPr/>
          <p:nvPr/>
        </p:nvGrpSpPr>
        <p:grpSpPr>
          <a:xfrm>
            <a:off x="4677517" y="3958582"/>
            <a:ext cx="489553" cy="465725"/>
            <a:chOff x="-59889100" y="1945025"/>
            <a:chExt cx="317425" cy="301975"/>
          </a:xfrm>
        </p:grpSpPr>
        <p:sp>
          <p:nvSpPr>
            <p:cNvPr id="15780" name="Google Shape;15780;p83"/>
            <p:cNvSpPr/>
            <p:nvPr/>
          </p:nvSpPr>
          <p:spPr>
            <a:xfrm>
              <a:off x="-59845000" y="2074200"/>
              <a:ext cx="63025" cy="61450"/>
            </a:xfrm>
            <a:custGeom>
              <a:avLst/>
              <a:gdLst/>
              <a:ahLst/>
              <a:cxnLst/>
              <a:rect l="l" t="t" r="r" b="b"/>
              <a:pathLst>
                <a:path w="2521" h="2458" extrusionOk="0">
                  <a:moveTo>
                    <a:pt x="1702" y="788"/>
                  </a:moveTo>
                  <a:lnTo>
                    <a:pt x="1702" y="1639"/>
                  </a:lnTo>
                  <a:lnTo>
                    <a:pt x="883" y="1639"/>
                  </a:lnTo>
                  <a:lnTo>
                    <a:pt x="883" y="788"/>
                  </a:lnTo>
                  <a:close/>
                  <a:moveTo>
                    <a:pt x="442" y="0"/>
                  </a:moveTo>
                  <a:cubicBezTo>
                    <a:pt x="190" y="0"/>
                    <a:pt x="1" y="190"/>
                    <a:pt x="1" y="410"/>
                  </a:cubicBezTo>
                  <a:lnTo>
                    <a:pt x="1" y="2048"/>
                  </a:lnTo>
                  <a:cubicBezTo>
                    <a:pt x="1" y="2300"/>
                    <a:pt x="190" y="2458"/>
                    <a:pt x="442" y="2458"/>
                  </a:cubicBezTo>
                  <a:lnTo>
                    <a:pt x="2080" y="2458"/>
                  </a:lnTo>
                  <a:cubicBezTo>
                    <a:pt x="2332" y="2458"/>
                    <a:pt x="2521" y="2237"/>
                    <a:pt x="2521" y="2048"/>
                  </a:cubicBezTo>
                  <a:lnTo>
                    <a:pt x="2521" y="410"/>
                  </a:lnTo>
                  <a:cubicBezTo>
                    <a:pt x="2521" y="158"/>
                    <a:pt x="2332"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1" name="Google Shape;15781;p83"/>
            <p:cNvSpPr/>
            <p:nvPr/>
          </p:nvSpPr>
          <p:spPr>
            <a:xfrm>
              <a:off x="-59761500" y="1990700"/>
              <a:ext cx="61450" cy="144950"/>
            </a:xfrm>
            <a:custGeom>
              <a:avLst/>
              <a:gdLst/>
              <a:ahLst/>
              <a:cxnLst/>
              <a:rect l="l" t="t" r="r" b="b"/>
              <a:pathLst>
                <a:path w="2458" h="5798" extrusionOk="0">
                  <a:moveTo>
                    <a:pt x="1670" y="820"/>
                  </a:moveTo>
                  <a:lnTo>
                    <a:pt x="1670" y="4979"/>
                  </a:lnTo>
                  <a:lnTo>
                    <a:pt x="851" y="4979"/>
                  </a:lnTo>
                  <a:lnTo>
                    <a:pt x="851" y="820"/>
                  </a:lnTo>
                  <a:close/>
                  <a:moveTo>
                    <a:pt x="410" y="1"/>
                  </a:moveTo>
                  <a:cubicBezTo>
                    <a:pt x="158" y="1"/>
                    <a:pt x="0" y="190"/>
                    <a:pt x="0" y="411"/>
                  </a:cubicBezTo>
                  <a:lnTo>
                    <a:pt x="0" y="5357"/>
                  </a:lnTo>
                  <a:cubicBezTo>
                    <a:pt x="0" y="5577"/>
                    <a:pt x="158" y="5798"/>
                    <a:pt x="410" y="5798"/>
                  </a:cubicBezTo>
                  <a:lnTo>
                    <a:pt x="2048" y="5798"/>
                  </a:lnTo>
                  <a:cubicBezTo>
                    <a:pt x="2300" y="5798"/>
                    <a:pt x="2458" y="5577"/>
                    <a:pt x="2458" y="5388"/>
                  </a:cubicBezTo>
                  <a:lnTo>
                    <a:pt x="2458" y="411"/>
                  </a:lnTo>
                  <a:cubicBezTo>
                    <a:pt x="2458" y="158"/>
                    <a:pt x="2269"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2" name="Google Shape;15782;p83"/>
            <p:cNvSpPr/>
            <p:nvPr/>
          </p:nvSpPr>
          <p:spPr>
            <a:xfrm>
              <a:off x="-59678800" y="2053725"/>
              <a:ext cx="61450" cy="81925"/>
            </a:xfrm>
            <a:custGeom>
              <a:avLst/>
              <a:gdLst/>
              <a:ahLst/>
              <a:cxnLst/>
              <a:rect l="l" t="t" r="r" b="b"/>
              <a:pathLst>
                <a:path w="2458" h="3277" extrusionOk="0">
                  <a:moveTo>
                    <a:pt x="1670" y="788"/>
                  </a:moveTo>
                  <a:lnTo>
                    <a:pt x="1670" y="2458"/>
                  </a:lnTo>
                  <a:lnTo>
                    <a:pt x="851" y="2458"/>
                  </a:lnTo>
                  <a:lnTo>
                    <a:pt x="851" y="788"/>
                  </a:lnTo>
                  <a:close/>
                  <a:moveTo>
                    <a:pt x="410" y="0"/>
                  </a:moveTo>
                  <a:cubicBezTo>
                    <a:pt x="158" y="0"/>
                    <a:pt x="0" y="189"/>
                    <a:pt x="0" y="410"/>
                  </a:cubicBezTo>
                  <a:lnTo>
                    <a:pt x="0" y="2867"/>
                  </a:lnTo>
                  <a:cubicBezTo>
                    <a:pt x="0" y="3056"/>
                    <a:pt x="158" y="3277"/>
                    <a:pt x="410" y="3277"/>
                  </a:cubicBezTo>
                  <a:lnTo>
                    <a:pt x="2048" y="3277"/>
                  </a:lnTo>
                  <a:cubicBezTo>
                    <a:pt x="2300" y="3277"/>
                    <a:pt x="2458" y="3056"/>
                    <a:pt x="2458" y="2867"/>
                  </a:cubicBezTo>
                  <a:lnTo>
                    <a:pt x="2458" y="410"/>
                  </a:lnTo>
                  <a:cubicBezTo>
                    <a:pt x="2458" y="158"/>
                    <a:pt x="2269" y="0"/>
                    <a:pt x="20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3" name="Google Shape;15783;p83"/>
            <p:cNvSpPr/>
            <p:nvPr/>
          </p:nvSpPr>
          <p:spPr>
            <a:xfrm>
              <a:off x="-59889100" y="1945025"/>
              <a:ext cx="317425" cy="301975"/>
            </a:xfrm>
            <a:custGeom>
              <a:avLst/>
              <a:gdLst/>
              <a:ahLst/>
              <a:cxnLst/>
              <a:rect l="l" t="t" r="r" b="b"/>
              <a:pathLst>
                <a:path w="12697" h="12079" extrusionOk="0">
                  <a:moveTo>
                    <a:pt x="6333" y="851"/>
                  </a:moveTo>
                  <a:cubicBezTo>
                    <a:pt x="9357" y="851"/>
                    <a:pt x="11846" y="2931"/>
                    <a:pt x="11846" y="5546"/>
                  </a:cubicBezTo>
                  <a:cubicBezTo>
                    <a:pt x="11846" y="8129"/>
                    <a:pt x="9357" y="10208"/>
                    <a:pt x="6333" y="10208"/>
                  </a:cubicBezTo>
                  <a:cubicBezTo>
                    <a:pt x="5482" y="10208"/>
                    <a:pt x="4600" y="10019"/>
                    <a:pt x="3812" y="9704"/>
                  </a:cubicBezTo>
                  <a:cubicBezTo>
                    <a:pt x="3757" y="9682"/>
                    <a:pt x="3697" y="9671"/>
                    <a:pt x="3637" y="9671"/>
                  </a:cubicBezTo>
                  <a:cubicBezTo>
                    <a:pt x="3529" y="9671"/>
                    <a:pt x="3421" y="9706"/>
                    <a:pt x="3340" y="9767"/>
                  </a:cubicBezTo>
                  <a:lnTo>
                    <a:pt x="2489" y="10649"/>
                  </a:lnTo>
                  <a:lnTo>
                    <a:pt x="2489" y="9074"/>
                  </a:lnTo>
                  <a:cubicBezTo>
                    <a:pt x="2489" y="8948"/>
                    <a:pt x="2426" y="8822"/>
                    <a:pt x="2363" y="8759"/>
                  </a:cubicBezTo>
                  <a:cubicBezTo>
                    <a:pt x="1387" y="7877"/>
                    <a:pt x="819" y="6743"/>
                    <a:pt x="819" y="5514"/>
                  </a:cubicBezTo>
                  <a:cubicBezTo>
                    <a:pt x="819" y="2962"/>
                    <a:pt x="3308" y="851"/>
                    <a:pt x="6333" y="851"/>
                  </a:cubicBezTo>
                  <a:close/>
                  <a:moveTo>
                    <a:pt x="6333" y="1"/>
                  </a:moveTo>
                  <a:cubicBezTo>
                    <a:pt x="2836" y="1"/>
                    <a:pt x="0" y="2490"/>
                    <a:pt x="0" y="5514"/>
                  </a:cubicBezTo>
                  <a:cubicBezTo>
                    <a:pt x="0" y="6963"/>
                    <a:pt x="599" y="8255"/>
                    <a:pt x="1639" y="9263"/>
                  </a:cubicBezTo>
                  <a:lnTo>
                    <a:pt x="1639" y="11689"/>
                  </a:lnTo>
                  <a:cubicBezTo>
                    <a:pt x="1639" y="11918"/>
                    <a:pt x="1832" y="12079"/>
                    <a:pt x="2045" y="12079"/>
                  </a:cubicBezTo>
                  <a:cubicBezTo>
                    <a:pt x="2153" y="12079"/>
                    <a:pt x="2267" y="12037"/>
                    <a:pt x="2363" y="11941"/>
                  </a:cubicBezTo>
                  <a:lnTo>
                    <a:pt x="3749" y="10555"/>
                  </a:lnTo>
                  <a:cubicBezTo>
                    <a:pt x="4569" y="10901"/>
                    <a:pt x="5419" y="11027"/>
                    <a:pt x="6333" y="11027"/>
                  </a:cubicBezTo>
                  <a:cubicBezTo>
                    <a:pt x="9830" y="11027"/>
                    <a:pt x="12697" y="8570"/>
                    <a:pt x="12697" y="5514"/>
                  </a:cubicBezTo>
                  <a:cubicBezTo>
                    <a:pt x="12697" y="2490"/>
                    <a:pt x="9861"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784" name="Google Shape;15784;p83"/>
          <p:cNvSpPr/>
          <p:nvPr/>
        </p:nvSpPr>
        <p:spPr>
          <a:xfrm>
            <a:off x="4668930" y="4581461"/>
            <a:ext cx="490788" cy="382675"/>
          </a:xfrm>
          <a:custGeom>
            <a:avLst/>
            <a:gdLst/>
            <a:ahLst/>
            <a:cxnLst/>
            <a:rect l="l" t="t" r="r" b="b"/>
            <a:pathLst>
              <a:path w="12729" h="9925" extrusionOk="0">
                <a:moveTo>
                  <a:pt x="925" y="3644"/>
                </a:moveTo>
                <a:cubicBezTo>
                  <a:pt x="944" y="3644"/>
                  <a:pt x="963" y="3648"/>
                  <a:pt x="978" y="3655"/>
                </a:cubicBezTo>
                <a:lnTo>
                  <a:pt x="1608" y="3970"/>
                </a:lnTo>
                <a:lnTo>
                  <a:pt x="1608" y="5923"/>
                </a:lnTo>
                <a:lnTo>
                  <a:pt x="978" y="6239"/>
                </a:lnTo>
                <a:cubicBezTo>
                  <a:pt x="963" y="6253"/>
                  <a:pt x="945" y="6259"/>
                  <a:pt x="926" y="6259"/>
                </a:cubicBezTo>
                <a:cubicBezTo>
                  <a:pt x="863" y="6259"/>
                  <a:pt x="788" y="6192"/>
                  <a:pt x="788" y="6144"/>
                </a:cubicBezTo>
                <a:lnTo>
                  <a:pt x="788" y="3781"/>
                </a:lnTo>
                <a:cubicBezTo>
                  <a:pt x="788" y="3685"/>
                  <a:pt x="862" y="3644"/>
                  <a:pt x="925" y="3644"/>
                </a:cubicBezTo>
                <a:close/>
                <a:moveTo>
                  <a:pt x="10177" y="1796"/>
                </a:moveTo>
                <a:lnTo>
                  <a:pt x="10177" y="8129"/>
                </a:lnTo>
                <a:lnTo>
                  <a:pt x="2458" y="5892"/>
                </a:lnTo>
                <a:lnTo>
                  <a:pt x="2458" y="4033"/>
                </a:lnTo>
                <a:lnTo>
                  <a:pt x="10177" y="1796"/>
                </a:lnTo>
                <a:close/>
                <a:moveTo>
                  <a:pt x="4128" y="7247"/>
                </a:moveTo>
                <a:lnTo>
                  <a:pt x="6963" y="8066"/>
                </a:lnTo>
                <a:cubicBezTo>
                  <a:pt x="6648" y="8507"/>
                  <a:pt x="6176" y="8822"/>
                  <a:pt x="5640" y="8822"/>
                </a:cubicBezTo>
                <a:cubicBezTo>
                  <a:pt x="4758" y="8822"/>
                  <a:pt x="4097" y="8097"/>
                  <a:pt x="4128" y="7247"/>
                </a:cubicBezTo>
                <a:close/>
                <a:moveTo>
                  <a:pt x="11374" y="820"/>
                </a:moveTo>
                <a:cubicBezTo>
                  <a:pt x="11626" y="820"/>
                  <a:pt x="11815" y="1009"/>
                  <a:pt x="11815" y="1261"/>
                </a:cubicBezTo>
                <a:lnTo>
                  <a:pt x="11815" y="8696"/>
                </a:lnTo>
                <a:cubicBezTo>
                  <a:pt x="11815" y="8916"/>
                  <a:pt x="11626" y="9137"/>
                  <a:pt x="11374" y="9137"/>
                </a:cubicBezTo>
                <a:cubicBezTo>
                  <a:pt x="11154" y="9137"/>
                  <a:pt x="10996" y="8916"/>
                  <a:pt x="10996" y="8696"/>
                </a:cubicBezTo>
                <a:lnTo>
                  <a:pt x="10996" y="1261"/>
                </a:lnTo>
                <a:cubicBezTo>
                  <a:pt x="10996" y="1009"/>
                  <a:pt x="11185" y="820"/>
                  <a:pt x="11374" y="820"/>
                </a:cubicBezTo>
                <a:close/>
                <a:moveTo>
                  <a:pt x="11437" y="1"/>
                </a:moveTo>
                <a:cubicBezTo>
                  <a:pt x="10839"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4"/>
                  <a:pt x="983" y="7094"/>
                </a:cubicBezTo>
                <a:cubicBezTo>
                  <a:pt x="1127" y="7094"/>
                  <a:pt x="1275" y="7063"/>
                  <a:pt x="1419" y="6995"/>
                </a:cubicBezTo>
                <a:lnTo>
                  <a:pt x="2143" y="6648"/>
                </a:lnTo>
                <a:lnTo>
                  <a:pt x="3340" y="6995"/>
                </a:lnTo>
                <a:cubicBezTo>
                  <a:pt x="3151" y="8412"/>
                  <a:pt x="4254" y="9641"/>
                  <a:pt x="5672" y="9641"/>
                </a:cubicBezTo>
                <a:cubicBezTo>
                  <a:pt x="6585" y="9641"/>
                  <a:pt x="7405" y="9074"/>
                  <a:pt x="7814" y="8286"/>
                </a:cubicBezTo>
                <a:lnTo>
                  <a:pt x="10271" y="9011"/>
                </a:lnTo>
                <a:cubicBezTo>
                  <a:pt x="10429" y="9515"/>
                  <a:pt x="10902" y="9925"/>
                  <a:pt x="11469" y="9925"/>
                </a:cubicBezTo>
                <a:cubicBezTo>
                  <a:pt x="12130" y="9925"/>
                  <a:pt x="12729" y="9358"/>
                  <a:pt x="12729" y="8664"/>
                </a:cubicBezTo>
                <a:lnTo>
                  <a:pt x="12729" y="1198"/>
                </a:lnTo>
                <a:cubicBezTo>
                  <a:pt x="12634" y="536"/>
                  <a:pt x="12099" y="1"/>
                  <a:pt x="114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785" name="Google Shape;15785;p83"/>
          <p:cNvGrpSpPr/>
          <p:nvPr/>
        </p:nvGrpSpPr>
        <p:grpSpPr>
          <a:xfrm>
            <a:off x="4676302" y="5119295"/>
            <a:ext cx="491983" cy="487279"/>
            <a:chOff x="-59889100" y="2671925"/>
            <a:chExt cx="319000" cy="315950"/>
          </a:xfrm>
        </p:grpSpPr>
        <p:sp>
          <p:nvSpPr>
            <p:cNvPr id="15786" name="Google Shape;15786;p83"/>
            <p:cNvSpPr/>
            <p:nvPr/>
          </p:nvSpPr>
          <p:spPr>
            <a:xfrm>
              <a:off x="-59889100" y="2672000"/>
              <a:ext cx="149675" cy="256025"/>
            </a:xfrm>
            <a:custGeom>
              <a:avLst/>
              <a:gdLst/>
              <a:ahLst/>
              <a:cxnLst/>
              <a:rect l="l" t="t" r="r" b="b"/>
              <a:pathLst>
                <a:path w="5987" h="10241" extrusionOk="0">
                  <a:moveTo>
                    <a:pt x="5073" y="946"/>
                  </a:moveTo>
                  <a:lnTo>
                    <a:pt x="5073" y="2647"/>
                  </a:lnTo>
                  <a:lnTo>
                    <a:pt x="5104" y="2647"/>
                  </a:lnTo>
                  <a:cubicBezTo>
                    <a:pt x="3623" y="3151"/>
                    <a:pt x="2489" y="4569"/>
                    <a:pt x="2489" y="6302"/>
                  </a:cubicBezTo>
                  <a:cubicBezTo>
                    <a:pt x="2489" y="6900"/>
                    <a:pt x="2647" y="7499"/>
                    <a:pt x="2867" y="8034"/>
                  </a:cubicBezTo>
                  <a:lnTo>
                    <a:pt x="1639" y="9263"/>
                  </a:lnTo>
                  <a:cubicBezTo>
                    <a:pt x="1103" y="8381"/>
                    <a:pt x="788" y="7373"/>
                    <a:pt x="788" y="6302"/>
                  </a:cubicBezTo>
                  <a:cubicBezTo>
                    <a:pt x="788" y="3750"/>
                    <a:pt x="2584" y="1513"/>
                    <a:pt x="5073" y="946"/>
                  </a:cubicBezTo>
                  <a:close/>
                  <a:moveTo>
                    <a:pt x="5482" y="1"/>
                  </a:moveTo>
                  <a:cubicBezTo>
                    <a:pt x="2395" y="442"/>
                    <a:pt x="0" y="3088"/>
                    <a:pt x="0" y="6270"/>
                  </a:cubicBezTo>
                  <a:cubicBezTo>
                    <a:pt x="0" y="7688"/>
                    <a:pt x="441" y="8979"/>
                    <a:pt x="1292" y="10082"/>
                  </a:cubicBezTo>
                  <a:cubicBezTo>
                    <a:pt x="1377" y="10184"/>
                    <a:pt x="1500" y="10241"/>
                    <a:pt x="1624" y="10241"/>
                  </a:cubicBezTo>
                  <a:cubicBezTo>
                    <a:pt x="1729" y="10241"/>
                    <a:pt x="1835" y="10200"/>
                    <a:pt x="1922" y="10114"/>
                  </a:cubicBezTo>
                  <a:lnTo>
                    <a:pt x="3718" y="8349"/>
                  </a:lnTo>
                  <a:cubicBezTo>
                    <a:pt x="3812" y="8223"/>
                    <a:pt x="3844" y="8003"/>
                    <a:pt x="3781" y="7845"/>
                  </a:cubicBezTo>
                  <a:cubicBezTo>
                    <a:pt x="3497" y="7373"/>
                    <a:pt x="3340" y="6806"/>
                    <a:pt x="3340" y="6270"/>
                  </a:cubicBezTo>
                  <a:cubicBezTo>
                    <a:pt x="3340" y="4884"/>
                    <a:pt x="4285" y="3655"/>
                    <a:pt x="5671" y="3309"/>
                  </a:cubicBezTo>
                  <a:cubicBezTo>
                    <a:pt x="5860" y="3277"/>
                    <a:pt x="5986" y="3120"/>
                    <a:pt x="5986" y="2899"/>
                  </a:cubicBezTo>
                  <a:lnTo>
                    <a:pt x="5986" y="379"/>
                  </a:lnTo>
                  <a:cubicBezTo>
                    <a:pt x="5955" y="190"/>
                    <a:pt x="5703" y="1"/>
                    <a:pt x="54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7" name="Google Shape;15787;p83"/>
            <p:cNvSpPr/>
            <p:nvPr/>
          </p:nvSpPr>
          <p:spPr>
            <a:xfrm>
              <a:off x="-59830825" y="2892525"/>
              <a:ext cx="201650" cy="95350"/>
            </a:xfrm>
            <a:custGeom>
              <a:avLst/>
              <a:gdLst/>
              <a:ahLst/>
              <a:cxnLst/>
              <a:rect l="l" t="t" r="r" b="b"/>
              <a:pathLst>
                <a:path w="8066" h="3814" extrusionOk="0">
                  <a:moveTo>
                    <a:pt x="5735" y="946"/>
                  </a:moveTo>
                  <a:lnTo>
                    <a:pt x="6963" y="2175"/>
                  </a:lnTo>
                  <a:cubicBezTo>
                    <a:pt x="6113" y="2710"/>
                    <a:pt x="5073" y="2994"/>
                    <a:pt x="4065" y="2994"/>
                  </a:cubicBezTo>
                  <a:cubicBezTo>
                    <a:pt x="3025" y="2994"/>
                    <a:pt x="2017" y="2710"/>
                    <a:pt x="1135" y="2175"/>
                  </a:cubicBezTo>
                  <a:lnTo>
                    <a:pt x="2364" y="946"/>
                  </a:lnTo>
                  <a:cubicBezTo>
                    <a:pt x="2868" y="1198"/>
                    <a:pt x="3466" y="1356"/>
                    <a:pt x="4065" y="1356"/>
                  </a:cubicBezTo>
                  <a:cubicBezTo>
                    <a:pt x="4600" y="1356"/>
                    <a:pt x="5199" y="1198"/>
                    <a:pt x="5735" y="946"/>
                  </a:cubicBezTo>
                  <a:close/>
                  <a:moveTo>
                    <a:pt x="5758" y="1"/>
                  </a:moveTo>
                  <a:cubicBezTo>
                    <a:pt x="5693" y="1"/>
                    <a:pt x="5630" y="11"/>
                    <a:pt x="5577" y="32"/>
                  </a:cubicBezTo>
                  <a:cubicBezTo>
                    <a:pt x="5105" y="316"/>
                    <a:pt x="4569" y="474"/>
                    <a:pt x="4002" y="474"/>
                  </a:cubicBezTo>
                  <a:cubicBezTo>
                    <a:pt x="3956" y="476"/>
                    <a:pt x="3911" y="478"/>
                    <a:pt x="3865" y="478"/>
                  </a:cubicBezTo>
                  <a:cubicBezTo>
                    <a:pt x="3376" y="478"/>
                    <a:pt x="2890" y="326"/>
                    <a:pt x="2458" y="95"/>
                  </a:cubicBezTo>
                  <a:cubicBezTo>
                    <a:pt x="2389" y="54"/>
                    <a:pt x="2315" y="31"/>
                    <a:pt x="2239" y="31"/>
                  </a:cubicBezTo>
                  <a:cubicBezTo>
                    <a:pt x="2142" y="31"/>
                    <a:pt x="2043" y="70"/>
                    <a:pt x="1954" y="158"/>
                  </a:cubicBezTo>
                  <a:lnTo>
                    <a:pt x="190" y="1923"/>
                  </a:lnTo>
                  <a:cubicBezTo>
                    <a:pt x="1" y="2143"/>
                    <a:pt x="32" y="2395"/>
                    <a:pt x="221" y="2553"/>
                  </a:cubicBezTo>
                  <a:cubicBezTo>
                    <a:pt x="1324" y="3403"/>
                    <a:pt x="2616" y="3813"/>
                    <a:pt x="4002" y="3813"/>
                  </a:cubicBezTo>
                  <a:cubicBezTo>
                    <a:pt x="5388" y="3813"/>
                    <a:pt x="6711" y="3403"/>
                    <a:pt x="7814" y="2521"/>
                  </a:cubicBezTo>
                  <a:cubicBezTo>
                    <a:pt x="8035" y="2364"/>
                    <a:pt x="8066" y="2080"/>
                    <a:pt x="7877" y="1891"/>
                  </a:cubicBezTo>
                  <a:lnTo>
                    <a:pt x="6113" y="127"/>
                  </a:lnTo>
                  <a:cubicBezTo>
                    <a:pt x="6029" y="43"/>
                    <a:pt x="5889" y="1"/>
                    <a:pt x="57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8" name="Google Shape;15788;p83"/>
            <p:cNvSpPr/>
            <p:nvPr/>
          </p:nvSpPr>
          <p:spPr>
            <a:xfrm>
              <a:off x="-59719775" y="2671925"/>
              <a:ext cx="149675" cy="256425"/>
            </a:xfrm>
            <a:custGeom>
              <a:avLst/>
              <a:gdLst/>
              <a:ahLst/>
              <a:cxnLst/>
              <a:rect l="l" t="t" r="r" b="b"/>
              <a:pathLst>
                <a:path w="5987" h="10257" extrusionOk="0">
                  <a:moveTo>
                    <a:pt x="820" y="917"/>
                  </a:moveTo>
                  <a:cubicBezTo>
                    <a:pt x="3309" y="1453"/>
                    <a:pt x="5105" y="3690"/>
                    <a:pt x="5105" y="6273"/>
                  </a:cubicBezTo>
                  <a:cubicBezTo>
                    <a:pt x="5073" y="7344"/>
                    <a:pt x="4790" y="8352"/>
                    <a:pt x="4254" y="9235"/>
                  </a:cubicBezTo>
                  <a:lnTo>
                    <a:pt x="3025" y="8006"/>
                  </a:lnTo>
                  <a:cubicBezTo>
                    <a:pt x="3309" y="7502"/>
                    <a:pt x="3435" y="6903"/>
                    <a:pt x="3435" y="6305"/>
                  </a:cubicBezTo>
                  <a:cubicBezTo>
                    <a:pt x="3435" y="4572"/>
                    <a:pt x="2332" y="3154"/>
                    <a:pt x="820" y="2650"/>
                  </a:cubicBezTo>
                  <a:lnTo>
                    <a:pt x="820" y="917"/>
                  </a:lnTo>
                  <a:close/>
                  <a:moveTo>
                    <a:pt x="419" y="0"/>
                  </a:moveTo>
                  <a:cubicBezTo>
                    <a:pt x="190" y="0"/>
                    <a:pt x="1" y="180"/>
                    <a:pt x="1" y="413"/>
                  </a:cubicBezTo>
                  <a:lnTo>
                    <a:pt x="1" y="2934"/>
                  </a:lnTo>
                  <a:cubicBezTo>
                    <a:pt x="1" y="3123"/>
                    <a:pt x="127" y="3280"/>
                    <a:pt x="316" y="3312"/>
                  </a:cubicBezTo>
                  <a:cubicBezTo>
                    <a:pt x="1639" y="3658"/>
                    <a:pt x="2647" y="4855"/>
                    <a:pt x="2647" y="6273"/>
                  </a:cubicBezTo>
                  <a:cubicBezTo>
                    <a:pt x="2647" y="6809"/>
                    <a:pt x="2490" y="7376"/>
                    <a:pt x="2206" y="7848"/>
                  </a:cubicBezTo>
                  <a:cubicBezTo>
                    <a:pt x="2080" y="8006"/>
                    <a:pt x="2112" y="8195"/>
                    <a:pt x="2269" y="8352"/>
                  </a:cubicBezTo>
                  <a:lnTo>
                    <a:pt x="4065" y="10117"/>
                  </a:lnTo>
                  <a:cubicBezTo>
                    <a:pt x="4149" y="10214"/>
                    <a:pt x="4251" y="10257"/>
                    <a:pt x="4353" y="10257"/>
                  </a:cubicBezTo>
                  <a:cubicBezTo>
                    <a:pt x="4481" y="10257"/>
                    <a:pt x="4608" y="10190"/>
                    <a:pt x="4695" y="10085"/>
                  </a:cubicBezTo>
                  <a:cubicBezTo>
                    <a:pt x="5514" y="8982"/>
                    <a:pt x="5987" y="7659"/>
                    <a:pt x="5987" y="6273"/>
                  </a:cubicBezTo>
                  <a:cubicBezTo>
                    <a:pt x="5892" y="3123"/>
                    <a:pt x="3529" y="445"/>
                    <a:pt x="474" y="4"/>
                  </a:cubicBezTo>
                  <a:cubicBezTo>
                    <a:pt x="455" y="1"/>
                    <a:pt x="437" y="0"/>
                    <a:pt x="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9" name="Google Shape;15789;p83"/>
            <p:cNvSpPr/>
            <p:nvPr/>
          </p:nvSpPr>
          <p:spPr>
            <a:xfrm>
              <a:off x="-59762300" y="2757075"/>
              <a:ext cx="63025" cy="145725"/>
            </a:xfrm>
            <a:custGeom>
              <a:avLst/>
              <a:gdLst/>
              <a:ahLst/>
              <a:cxnLst/>
              <a:rect l="l" t="t" r="r" b="b"/>
              <a:pathLst>
                <a:path w="2521" h="5829" extrusionOk="0">
                  <a:moveTo>
                    <a:pt x="1261" y="0"/>
                  </a:moveTo>
                  <a:cubicBezTo>
                    <a:pt x="1040" y="0"/>
                    <a:pt x="820" y="189"/>
                    <a:pt x="820" y="378"/>
                  </a:cubicBezTo>
                  <a:lnTo>
                    <a:pt x="820" y="662"/>
                  </a:lnTo>
                  <a:cubicBezTo>
                    <a:pt x="347" y="819"/>
                    <a:pt x="1" y="1292"/>
                    <a:pt x="1" y="1827"/>
                  </a:cubicBezTo>
                  <a:cubicBezTo>
                    <a:pt x="1" y="2521"/>
                    <a:pt x="568" y="2899"/>
                    <a:pt x="977" y="3214"/>
                  </a:cubicBezTo>
                  <a:cubicBezTo>
                    <a:pt x="1292" y="3466"/>
                    <a:pt x="1670" y="3686"/>
                    <a:pt x="1670" y="3938"/>
                  </a:cubicBezTo>
                  <a:cubicBezTo>
                    <a:pt x="1670" y="4159"/>
                    <a:pt x="1450" y="4348"/>
                    <a:pt x="1261" y="4348"/>
                  </a:cubicBezTo>
                  <a:cubicBezTo>
                    <a:pt x="1072" y="4348"/>
                    <a:pt x="820" y="4159"/>
                    <a:pt x="820" y="3938"/>
                  </a:cubicBezTo>
                  <a:cubicBezTo>
                    <a:pt x="820" y="3686"/>
                    <a:pt x="631" y="3497"/>
                    <a:pt x="442" y="3497"/>
                  </a:cubicBezTo>
                  <a:cubicBezTo>
                    <a:pt x="253" y="3497"/>
                    <a:pt x="32" y="3686"/>
                    <a:pt x="32" y="3938"/>
                  </a:cubicBezTo>
                  <a:cubicBezTo>
                    <a:pt x="32" y="4474"/>
                    <a:pt x="410" y="4915"/>
                    <a:pt x="883" y="5104"/>
                  </a:cubicBezTo>
                  <a:lnTo>
                    <a:pt x="883" y="5387"/>
                  </a:lnTo>
                  <a:cubicBezTo>
                    <a:pt x="883" y="5608"/>
                    <a:pt x="1072" y="5829"/>
                    <a:pt x="1292" y="5829"/>
                  </a:cubicBezTo>
                  <a:cubicBezTo>
                    <a:pt x="1544" y="5829"/>
                    <a:pt x="1702" y="5608"/>
                    <a:pt x="1702" y="5387"/>
                  </a:cubicBezTo>
                  <a:lnTo>
                    <a:pt x="1702" y="5104"/>
                  </a:lnTo>
                  <a:cubicBezTo>
                    <a:pt x="2175" y="4946"/>
                    <a:pt x="2521" y="4474"/>
                    <a:pt x="2521" y="3938"/>
                  </a:cubicBezTo>
                  <a:cubicBezTo>
                    <a:pt x="2521" y="3245"/>
                    <a:pt x="1985" y="2867"/>
                    <a:pt x="1544" y="2552"/>
                  </a:cubicBezTo>
                  <a:cubicBezTo>
                    <a:pt x="1229" y="2300"/>
                    <a:pt x="883" y="2079"/>
                    <a:pt x="883" y="1827"/>
                  </a:cubicBezTo>
                  <a:cubicBezTo>
                    <a:pt x="883" y="1607"/>
                    <a:pt x="1072" y="1418"/>
                    <a:pt x="1292" y="1418"/>
                  </a:cubicBezTo>
                  <a:cubicBezTo>
                    <a:pt x="1544" y="1418"/>
                    <a:pt x="1702" y="1607"/>
                    <a:pt x="1702" y="1827"/>
                  </a:cubicBezTo>
                  <a:cubicBezTo>
                    <a:pt x="1702" y="2079"/>
                    <a:pt x="1891" y="2268"/>
                    <a:pt x="2143" y="2268"/>
                  </a:cubicBezTo>
                  <a:cubicBezTo>
                    <a:pt x="2364" y="2268"/>
                    <a:pt x="2521" y="2079"/>
                    <a:pt x="2521" y="1827"/>
                  </a:cubicBezTo>
                  <a:cubicBezTo>
                    <a:pt x="2521" y="1292"/>
                    <a:pt x="2175" y="851"/>
                    <a:pt x="1702" y="662"/>
                  </a:cubicBezTo>
                  <a:lnTo>
                    <a:pt x="1702" y="378"/>
                  </a:lnTo>
                  <a:cubicBezTo>
                    <a:pt x="1702" y="189"/>
                    <a:pt x="1513"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90" name="Google Shape;15790;p83"/>
          <p:cNvGrpSpPr/>
          <p:nvPr/>
        </p:nvGrpSpPr>
        <p:grpSpPr>
          <a:xfrm>
            <a:off x="3493606" y="5709302"/>
            <a:ext cx="489553" cy="488359"/>
            <a:chOff x="-59092025" y="2296300"/>
            <a:chExt cx="317425" cy="316650"/>
          </a:xfrm>
        </p:grpSpPr>
        <p:sp>
          <p:nvSpPr>
            <p:cNvPr id="15791" name="Google Shape;15791;p83"/>
            <p:cNvSpPr/>
            <p:nvPr/>
          </p:nvSpPr>
          <p:spPr>
            <a:xfrm>
              <a:off x="-58994350" y="2382950"/>
              <a:ext cx="122875" cy="133925"/>
            </a:xfrm>
            <a:custGeom>
              <a:avLst/>
              <a:gdLst/>
              <a:ahLst/>
              <a:cxnLst/>
              <a:rect l="l" t="t" r="r" b="b"/>
              <a:pathLst>
                <a:path w="4915" h="5357" extrusionOk="0">
                  <a:moveTo>
                    <a:pt x="2457" y="819"/>
                  </a:moveTo>
                  <a:cubicBezTo>
                    <a:pt x="2930" y="819"/>
                    <a:pt x="3277" y="1166"/>
                    <a:pt x="3277" y="1639"/>
                  </a:cubicBezTo>
                  <a:cubicBezTo>
                    <a:pt x="3277" y="2111"/>
                    <a:pt x="2930" y="2458"/>
                    <a:pt x="2457" y="2458"/>
                  </a:cubicBezTo>
                  <a:cubicBezTo>
                    <a:pt x="1985" y="2458"/>
                    <a:pt x="1607" y="2111"/>
                    <a:pt x="1607" y="1639"/>
                  </a:cubicBezTo>
                  <a:cubicBezTo>
                    <a:pt x="1607" y="1166"/>
                    <a:pt x="2016" y="819"/>
                    <a:pt x="2457" y="819"/>
                  </a:cubicBezTo>
                  <a:close/>
                  <a:moveTo>
                    <a:pt x="2489" y="3245"/>
                  </a:moveTo>
                  <a:cubicBezTo>
                    <a:pt x="3277" y="3245"/>
                    <a:pt x="3907" y="3781"/>
                    <a:pt x="4096" y="4506"/>
                  </a:cubicBezTo>
                  <a:lnTo>
                    <a:pt x="882" y="4506"/>
                  </a:lnTo>
                  <a:cubicBezTo>
                    <a:pt x="1071" y="3812"/>
                    <a:pt x="1701" y="3245"/>
                    <a:pt x="2489" y="3245"/>
                  </a:cubicBezTo>
                  <a:close/>
                  <a:moveTo>
                    <a:pt x="2489" y="0"/>
                  </a:moveTo>
                  <a:cubicBezTo>
                    <a:pt x="1575" y="0"/>
                    <a:pt x="819" y="725"/>
                    <a:pt x="819" y="1639"/>
                  </a:cubicBezTo>
                  <a:cubicBezTo>
                    <a:pt x="819" y="2080"/>
                    <a:pt x="977" y="2458"/>
                    <a:pt x="1292" y="2773"/>
                  </a:cubicBezTo>
                  <a:cubicBezTo>
                    <a:pt x="567" y="3214"/>
                    <a:pt x="0" y="4001"/>
                    <a:pt x="0" y="4947"/>
                  </a:cubicBezTo>
                  <a:cubicBezTo>
                    <a:pt x="0" y="5199"/>
                    <a:pt x="189" y="5356"/>
                    <a:pt x="410" y="5356"/>
                  </a:cubicBezTo>
                  <a:lnTo>
                    <a:pt x="4537" y="5356"/>
                  </a:lnTo>
                  <a:cubicBezTo>
                    <a:pt x="4757" y="5356"/>
                    <a:pt x="4915" y="5136"/>
                    <a:pt x="4915" y="4947"/>
                  </a:cubicBezTo>
                  <a:cubicBezTo>
                    <a:pt x="4915" y="4001"/>
                    <a:pt x="4411" y="3182"/>
                    <a:pt x="3655" y="2773"/>
                  </a:cubicBezTo>
                  <a:cubicBezTo>
                    <a:pt x="3938" y="2458"/>
                    <a:pt x="4127" y="2080"/>
                    <a:pt x="4127" y="1639"/>
                  </a:cubicBezTo>
                  <a:cubicBezTo>
                    <a:pt x="4127" y="725"/>
                    <a:pt x="3403" y="0"/>
                    <a:pt x="24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2" name="Google Shape;15792;p83"/>
            <p:cNvSpPr/>
            <p:nvPr/>
          </p:nvSpPr>
          <p:spPr>
            <a:xfrm>
              <a:off x="-59092025" y="2296300"/>
              <a:ext cx="317425" cy="316650"/>
            </a:xfrm>
            <a:custGeom>
              <a:avLst/>
              <a:gdLst/>
              <a:ahLst/>
              <a:cxnLst/>
              <a:rect l="l" t="t" r="r" b="b"/>
              <a:pathLst>
                <a:path w="12697" h="12666" extrusionOk="0">
                  <a:moveTo>
                    <a:pt x="1261" y="820"/>
                  </a:moveTo>
                  <a:cubicBezTo>
                    <a:pt x="1513" y="820"/>
                    <a:pt x="1702" y="1009"/>
                    <a:pt x="1702" y="1198"/>
                  </a:cubicBezTo>
                  <a:cubicBezTo>
                    <a:pt x="1670" y="1450"/>
                    <a:pt x="1513" y="1639"/>
                    <a:pt x="1261" y="1639"/>
                  </a:cubicBezTo>
                  <a:cubicBezTo>
                    <a:pt x="1040" y="1639"/>
                    <a:pt x="883" y="1450"/>
                    <a:pt x="883" y="1198"/>
                  </a:cubicBezTo>
                  <a:cubicBezTo>
                    <a:pt x="883" y="977"/>
                    <a:pt x="1072" y="820"/>
                    <a:pt x="1261" y="820"/>
                  </a:cubicBezTo>
                  <a:close/>
                  <a:moveTo>
                    <a:pt x="11468" y="820"/>
                  </a:moveTo>
                  <a:cubicBezTo>
                    <a:pt x="11720" y="820"/>
                    <a:pt x="11878" y="1009"/>
                    <a:pt x="11878" y="1198"/>
                  </a:cubicBezTo>
                  <a:cubicBezTo>
                    <a:pt x="11878" y="1450"/>
                    <a:pt x="11657" y="1639"/>
                    <a:pt x="11468" y="1639"/>
                  </a:cubicBezTo>
                  <a:cubicBezTo>
                    <a:pt x="11248" y="1639"/>
                    <a:pt x="11027" y="1450"/>
                    <a:pt x="11027" y="1198"/>
                  </a:cubicBezTo>
                  <a:cubicBezTo>
                    <a:pt x="11027" y="1009"/>
                    <a:pt x="11248" y="820"/>
                    <a:pt x="11468" y="820"/>
                  </a:cubicBezTo>
                  <a:close/>
                  <a:moveTo>
                    <a:pt x="6396" y="2616"/>
                  </a:moveTo>
                  <a:cubicBezTo>
                    <a:pt x="7341" y="2616"/>
                    <a:pt x="8286" y="2994"/>
                    <a:pt x="9042" y="3718"/>
                  </a:cubicBezTo>
                  <a:cubicBezTo>
                    <a:pt x="10492" y="5136"/>
                    <a:pt x="10492" y="7499"/>
                    <a:pt x="9042" y="8917"/>
                  </a:cubicBezTo>
                  <a:cubicBezTo>
                    <a:pt x="8318" y="9641"/>
                    <a:pt x="7373" y="10019"/>
                    <a:pt x="6396" y="10019"/>
                  </a:cubicBezTo>
                  <a:cubicBezTo>
                    <a:pt x="4348" y="10019"/>
                    <a:pt x="2647" y="8381"/>
                    <a:pt x="2647" y="6333"/>
                  </a:cubicBezTo>
                  <a:cubicBezTo>
                    <a:pt x="2647" y="4222"/>
                    <a:pt x="4348" y="2616"/>
                    <a:pt x="6396" y="2616"/>
                  </a:cubicBezTo>
                  <a:close/>
                  <a:moveTo>
                    <a:pt x="1261" y="10965"/>
                  </a:moveTo>
                  <a:cubicBezTo>
                    <a:pt x="1513" y="10965"/>
                    <a:pt x="1702" y="11185"/>
                    <a:pt x="1702" y="11406"/>
                  </a:cubicBezTo>
                  <a:cubicBezTo>
                    <a:pt x="1670" y="11658"/>
                    <a:pt x="1513" y="11847"/>
                    <a:pt x="1261" y="11847"/>
                  </a:cubicBezTo>
                  <a:cubicBezTo>
                    <a:pt x="1040" y="11847"/>
                    <a:pt x="883" y="11658"/>
                    <a:pt x="883" y="11406"/>
                  </a:cubicBezTo>
                  <a:cubicBezTo>
                    <a:pt x="883" y="11185"/>
                    <a:pt x="1072" y="10965"/>
                    <a:pt x="1261" y="10965"/>
                  </a:cubicBezTo>
                  <a:close/>
                  <a:moveTo>
                    <a:pt x="11468" y="11028"/>
                  </a:moveTo>
                  <a:cubicBezTo>
                    <a:pt x="11720" y="11028"/>
                    <a:pt x="11878" y="11217"/>
                    <a:pt x="11878" y="11437"/>
                  </a:cubicBezTo>
                  <a:cubicBezTo>
                    <a:pt x="11878" y="11689"/>
                    <a:pt x="11657" y="11878"/>
                    <a:pt x="11468" y="11878"/>
                  </a:cubicBezTo>
                  <a:cubicBezTo>
                    <a:pt x="11248" y="11878"/>
                    <a:pt x="11027" y="11689"/>
                    <a:pt x="11027" y="11437"/>
                  </a:cubicBezTo>
                  <a:cubicBezTo>
                    <a:pt x="11027" y="11217"/>
                    <a:pt x="11248" y="11028"/>
                    <a:pt x="11468" y="11028"/>
                  </a:cubicBezTo>
                  <a:close/>
                  <a:moveTo>
                    <a:pt x="1229" y="1"/>
                  </a:moveTo>
                  <a:cubicBezTo>
                    <a:pt x="567" y="1"/>
                    <a:pt x="0" y="536"/>
                    <a:pt x="0" y="1198"/>
                  </a:cubicBezTo>
                  <a:cubicBezTo>
                    <a:pt x="0" y="1891"/>
                    <a:pt x="567" y="2458"/>
                    <a:pt x="1229" y="2458"/>
                  </a:cubicBezTo>
                  <a:cubicBezTo>
                    <a:pt x="1418" y="2458"/>
                    <a:pt x="1576" y="2427"/>
                    <a:pt x="1796" y="2364"/>
                  </a:cubicBezTo>
                  <a:lnTo>
                    <a:pt x="2836" y="3403"/>
                  </a:lnTo>
                  <a:cubicBezTo>
                    <a:pt x="2174" y="4222"/>
                    <a:pt x="1828" y="5231"/>
                    <a:pt x="1828" y="6302"/>
                  </a:cubicBezTo>
                  <a:cubicBezTo>
                    <a:pt x="1828" y="7341"/>
                    <a:pt x="2174" y="8381"/>
                    <a:pt x="2899" y="9200"/>
                  </a:cubicBezTo>
                  <a:lnTo>
                    <a:pt x="1796" y="10303"/>
                  </a:lnTo>
                  <a:cubicBezTo>
                    <a:pt x="1639" y="10240"/>
                    <a:pt x="1418" y="10177"/>
                    <a:pt x="1229" y="10177"/>
                  </a:cubicBezTo>
                  <a:cubicBezTo>
                    <a:pt x="567" y="10177"/>
                    <a:pt x="0" y="10744"/>
                    <a:pt x="0" y="11437"/>
                  </a:cubicBezTo>
                  <a:cubicBezTo>
                    <a:pt x="0" y="12130"/>
                    <a:pt x="567" y="12666"/>
                    <a:pt x="1229" y="12666"/>
                  </a:cubicBezTo>
                  <a:cubicBezTo>
                    <a:pt x="1891" y="12666"/>
                    <a:pt x="2489" y="12130"/>
                    <a:pt x="2489" y="11437"/>
                  </a:cubicBezTo>
                  <a:cubicBezTo>
                    <a:pt x="2489" y="11248"/>
                    <a:pt x="2458" y="11091"/>
                    <a:pt x="2363" y="10901"/>
                  </a:cubicBezTo>
                  <a:lnTo>
                    <a:pt x="3466" y="9799"/>
                  </a:lnTo>
                  <a:cubicBezTo>
                    <a:pt x="4317" y="10460"/>
                    <a:pt x="5325" y="10838"/>
                    <a:pt x="6396" y="10838"/>
                  </a:cubicBezTo>
                  <a:cubicBezTo>
                    <a:pt x="7467" y="10838"/>
                    <a:pt x="8475" y="10492"/>
                    <a:pt x="9263" y="9830"/>
                  </a:cubicBezTo>
                  <a:lnTo>
                    <a:pt x="10334" y="10901"/>
                  </a:lnTo>
                  <a:cubicBezTo>
                    <a:pt x="10240" y="11059"/>
                    <a:pt x="10208" y="11248"/>
                    <a:pt x="10208" y="11437"/>
                  </a:cubicBezTo>
                  <a:cubicBezTo>
                    <a:pt x="10208" y="12099"/>
                    <a:pt x="10775" y="12666"/>
                    <a:pt x="11468" y="12666"/>
                  </a:cubicBezTo>
                  <a:cubicBezTo>
                    <a:pt x="12130" y="12666"/>
                    <a:pt x="12697" y="12099"/>
                    <a:pt x="12697" y="11437"/>
                  </a:cubicBezTo>
                  <a:cubicBezTo>
                    <a:pt x="12697" y="10775"/>
                    <a:pt x="12130" y="10177"/>
                    <a:pt x="11468" y="10177"/>
                  </a:cubicBezTo>
                  <a:cubicBezTo>
                    <a:pt x="11279" y="10177"/>
                    <a:pt x="11122" y="10208"/>
                    <a:pt x="10933" y="10303"/>
                  </a:cubicBezTo>
                  <a:lnTo>
                    <a:pt x="9861" y="9232"/>
                  </a:lnTo>
                  <a:cubicBezTo>
                    <a:pt x="11279" y="7562"/>
                    <a:pt x="11279" y="5073"/>
                    <a:pt x="9861" y="3403"/>
                  </a:cubicBezTo>
                  <a:lnTo>
                    <a:pt x="10933" y="2364"/>
                  </a:lnTo>
                  <a:cubicBezTo>
                    <a:pt x="11122" y="2427"/>
                    <a:pt x="11279" y="2458"/>
                    <a:pt x="11468" y="2458"/>
                  </a:cubicBezTo>
                  <a:cubicBezTo>
                    <a:pt x="12130" y="2458"/>
                    <a:pt x="12697" y="1923"/>
                    <a:pt x="12697" y="1198"/>
                  </a:cubicBezTo>
                  <a:cubicBezTo>
                    <a:pt x="12697" y="536"/>
                    <a:pt x="12130" y="1"/>
                    <a:pt x="11468" y="1"/>
                  </a:cubicBezTo>
                  <a:cubicBezTo>
                    <a:pt x="10807" y="1"/>
                    <a:pt x="10208" y="536"/>
                    <a:pt x="10208" y="1198"/>
                  </a:cubicBezTo>
                  <a:cubicBezTo>
                    <a:pt x="10208" y="1419"/>
                    <a:pt x="10240" y="1576"/>
                    <a:pt x="10334" y="1765"/>
                  </a:cubicBezTo>
                  <a:lnTo>
                    <a:pt x="9263" y="2836"/>
                  </a:lnTo>
                  <a:cubicBezTo>
                    <a:pt x="8412" y="2127"/>
                    <a:pt x="7373" y="1773"/>
                    <a:pt x="6337" y="1773"/>
                  </a:cubicBezTo>
                  <a:cubicBezTo>
                    <a:pt x="5301" y="1773"/>
                    <a:pt x="4269" y="2127"/>
                    <a:pt x="3434" y="2836"/>
                  </a:cubicBezTo>
                  <a:lnTo>
                    <a:pt x="2363" y="1765"/>
                  </a:lnTo>
                  <a:cubicBezTo>
                    <a:pt x="2458" y="1608"/>
                    <a:pt x="2489" y="1419"/>
                    <a:pt x="2489" y="1198"/>
                  </a:cubicBezTo>
                  <a:cubicBezTo>
                    <a:pt x="2489" y="536"/>
                    <a:pt x="1954"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93" name="Google Shape;15793;p83"/>
          <p:cNvGrpSpPr/>
          <p:nvPr/>
        </p:nvGrpSpPr>
        <p:grpSpPr>
          <a:xfrm>
            <a:off x="6487481" y="2043861"/>
            <a:ext cx="470899" cy="463465"/>
            <a:chOff x="683125" y="1955275"/>
            <a:chExt cx="299325" cy="294600"/>
          </a:xfrm>
        </p:grpSpPr>
        <p:sp>
          <p:nvSpPr>
            <p:cNvPr id="15794" name="Google Shape;15794;p83"/>
            <p:cNvSpPr/>
            <p:nvPr/>
          </p:nvSpPr>
          <p:spPr>
            <a:xfrm>
              <a:off x="876875" y="1989925"/>
              <a:ext cx="52800" cy="63825"/>
            </a:xfrm>
            <a:custGeom>
              <a:avLst/>
              <a:gdLst/>
              <a:ahLst/>
              <a:cxnLst/>
              <a:rect l="l" t="t" r="r" b="b"/>
              <a:pathLst>
                <a:path w="2112" h="2553" extrusionOk="0">
                  <a:moveTo>
                    <a:pt x="1072" y="0"/>
                  </a:moveTo>
                  <a:cubicBezTo>
                    <a:pt x="473" y="0"/>
                    <a:pt x="64" y="473"/>
                    <a:pt x="64" y="1009"/>
                  </a:cubicBezTo>
                  <a:cubicBezTo>
                    <a:pt x="1" y="1229"/>
                    <a:pt x="158" y="1324"/>
                    <a:pt x="379" y="1324"/>
                  </a:cubicBezTo>
                  <a:cubicBezTo>
                    <a:pt x="568" y="1324"/>
                    <a:pt x="725" y="1166"/>
                    <a:pt x="725" y="977"/>
                  </a:cubicBezTo>
                  <a:cubicBezTo>
                    <a:pt x="725" y="788"/>
                    <a:pt x="883" y="631"/>
                    <a:pt x="1072" y="631"/>
                  </a:cubicBezTo>
                  <a:cubicBezTo>
                    <a:pt x="1261" y="631"/>
                    <a:pt x="1418" y="788"/>
                    <a:pt x="1418" y="977"/>
                  </a:cubicBezTo>
                  <a:cubicBezTo>
                    <a:pt x="1418" y="1103"/>
                    <a:pt x="1355" y="1198"/>
                    <a:pt x="1229" y="1292"/>
                  </a:cubicBezTo>
                  <a:cubicBezTo>
                    <a:pt x="914" y="1450"/>
                    <a:pt x="725" y="1796"/>
                    <a:pt x="725" y="2206"/>
                  </a:cubicBezTo>
                  <a:cubicBezTo>
                    <a:pt x="725" y="2395"/>
                    <a:pt x="883" y="2552"/>
                    <a:pt x="1072" y="2552"/>
                  </a:cubicBezTo>
                  <a:cubicBezTo>
                    <a:pt x="1261" y="2552"/>
                    <a:pt x="1418" y="2395"/>
                    <a:pt x="1418" y="2206"/>
                  </a:cubicBezTo>
                  <a:cubicBezTo>
                    <a:pt x="1418" y="2080"/>
                    <a:pt x="1481" y="1954"/>
                    <a:pt x="1544" y="1922"/>
                  </a:cubicBezTo>
                  <a:cubicBezTo>
                    <a:pt x="1891" y="1733"/>
                    <a:pt x="2111" y="1355"/>
                    <a:pt x="2111" y="1009"/>
                  </a:cubicBezTo>
                  <a:cubicBezTo>
                    <a:pt x="2111" y="410"/>
                    <a:pt x="163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5" name="Google Shape;15795;p83"/>
            <p:cNvSpPr/>
            <p:nvPr/>
          </p:nvSpPr>
          <p:spPr>
            <a:xfrm>
              <a:off x="683125" y="2058450"/>
              <a:ext cx="159900" cy="191425"/>
            </a:xfrm>
            <a:custGeom>
              <a:avLst/>
              <a:gdLst/>
              <a:ahLst/>
              <a:cxnLst/>
              <a:rect l="l" t="t" r="r" b="b"/>
              <a:pathLst>
                <a:path w="6396" h="7657" extrusionOk="0">
                  <a:moveTo>
                    <a:pt x="3245" y="693"/>
                  </a:moveTo>
                  <a:cubicBezTo>
                    <a:pt x="3812" y="693"/>
                    <a:pt x="4285" y="1166"/>
                    <a:pt x="4285" y="1702"/>
                  </a:cubicBezTo>
                  <a:cubicBezTo>
                    <a:pt x="4285" y="2269"/>
                    <a:pt x="3812" y="2710"/>
                    <a:pt x="3245" y="2710"/>
                  </a:cubicBezTo>
                  <a:cubicBezTo>
                    <a:pt x="2647" y="2710"/>
                    <a:pt x="2174" y="2269"/>
                    <a:pt x="2174" y="1702"/>
                  </a:cubicBezTo>
                  <a:cubicBezTo>
                    <a:pt x="2174" y="1166"/>
                    <a:pt x="2678" y="693"/>
                    <a:pt x="3245" y="693"/>
                  </a:cubicBezTo>
                  <a:close/>
                  <a:moveTo>
                    <a:pt x="3245" y="3434"/>
                  </a:moveTo>
                  <a:cubicBezTo>
                    <a:pt x="4569" y="3434"/>
                    <a:pt x="5671" y="4537"/>
                    <a:pt x="5671" y="5892"/>
                  </a:cubicBezTo>
                  <a:lnTo>
                    <a:pt x="5671" y="6994"/>
                  </a:lnTo>
                  <a:lnTo>
                    <a:pt x="788" y="6994"/>
                  </a:lnTo>
                  <a:lnTo>
                    <a:pt x="788" y="5892"/>
                  </a:lnTo>
                  <a:cubicBezTo>
                    <a:pt x="788" y="4537"/>
                    <a:pt x="1891" y="3434"/>
                    <a:pt x="3245" y="3434"/>
                  </a:cubicBezTo>
                  <a:close/>
                  <a:moveTo>
                    <a:pt x="3182" y="0"/>
                  </a:moveTo>
                  <a:cubicBezTo>
                    <a:pt x="2237" y="0"/>
                    <a:pt x="1418" y="788"/>
                    <a:pt x="1418" y="1733"/>
                  </a:cubicBezTo>
                  <a:cubicBezTo>
                    <a:pt x="1418" y="2206"/>
                    <a:pt x="1607" y="2678"/>
                    <a:pt x="1985" y="2993"/>
                  </a:cubicBezTo>
                  <a:cubicBezTo>
                    <a:pt x="819" y="3466"/>
                    <a:pt x="0" y="4569"/>
                    <a:pt x="0" y="5892"/>
                  </a:cubicBezTo>
                  <a:lnTo>
                    <a:pt x="0" y="7309"/>
                  </a:lnTo>
                  <a:cubicBezTo>
                    <a:pt x="126" y="7499"/>
                    <a:pt x="284" y="7656"/>
                    <a:pt x="441" y="7656"/>
                  </a:cubicBezTo>
                  <a:lnTo>
                    <a:pt x="6018" y="7656"/>
                  </a:lnTo>
                  <a:cubicBezTo>
                    <a:pt x="6238" y="7656"/>
                    <a:pt x="6396" y="7499"/>
                    <a:pt x="6396" y="7309"/>
                  </a:cubicBezTo>
                  <a:lnTo>
                    <a:pt x="6396" y="5892"/>
                  </a:lnTo>
                  <a:cubicBezTo>
                    <a:pt x="6396" y="4569"/>
                    <a:pt x="5545" y="3466"/>
                    <a:pt x="4411" y="2993"/>
                  </a:cubicBezTo>
                  <a:cubicBezTo>
                    <a:pt x="4758" y="2647"/>
                    <a:pt x="4978" y="2206"/>
                    <a:pt x="4978" y="1733"/>
                  </a:cubicBezTo>
                  <a:cubicBezTo>
                    <a:pt x="4978" y="788"/>
                    <a:pt x="4190"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6" name="Google Shape;15796;p83"/>
            <p:cNvSpPr/>
            <p:nvPr/>
          </p:nvSpPr>
          <p:spPr>
            <a:xfrm>
              <a:off x="824900" y="1955275"/>
              <a:ext cx="157550" cy="155975"/>
            </a:xfrm>
            <a:custGeom>
              <a:avLst/>
              <a:gdLst/>
              <a:ahLst/>
              <a:cxnLst/>
              <a:rect l="l" t="t" r="r" b="b"/>
              <a:pathLst>
                <a:path w="6302" h="6239" extrusionOk="0">
                  <a:moveTo>
                    <a:pt x="3151" y="662"/>
                  </a:moveTo>
                  <a:cubicBezTo>
                    <a:pt x="4505" y="662"/>
                    <a:pt x="5608" y="1765"/>
                    <a:pt x="5608" y="3119"/>
                  </a:cubicBezTo>
                  <a:cubicBezTo>
                    <a:pt x="5608" y="4442"/>
                    <a:pt x="4505" y="5545"/>
                    <a:pt x="3151" y="5545"/>
                  </a:cubicBezTo>
                  <a:cubicBezTo>
                    <a:pt x="2710" y="5545"/>
                    <a:pt x="2332" y="5451"/>
                    <a:pt x="1954" y="5230"/>
                  </a:cubicBezTo>
                  <a:cubicBezTo>
                    <a:pt x="1890" y="5199"/>
                    <a:pt x="1796" y="5199"/>
                    <a:pt x="1733" y="5199"/>
                  </a:cubicBezTo>
                  <a:lnTo>
                    <a:pt x="945" y="5388"/>
                  </a:lnTo>
                  <a:lnTo>
                    <a:pt x="1166" y="4694"/>
                  </a:lnTo>
                  <a:cubicBezTo>
                    <a:pt x="1229" y="4568"/>
                    <a:pt x="1166" y="4505"/>
                    <a:pt x="1134" y="4411"/>
                  </a:cubicBezTo>
                  <a:cubicBezTo>
                    <a:pt x="914" y="4033"/>
                    <a:pt x="756" y="3592"/>
                    <a:pt x="756" y="3119"/>
                  </a:cubicBezTo>
                  <a:cubicBezTo>
                    <a:pt x="725" y="1733"/>
                    <a:pt x="1827" y="662"/>
                    <a:pt x="3151" y="662"/>
                  </a:cubicBezTo>
                  <a:close/>
                  <a:moveTo>
                    <a:pt x="3182" y="0"/>
                  </a:moveTo>
                  <a:cubicBezTo>
                    <a:pt x="1449" y="0"/>
                    <a:pt x="95" y="1418"/>
                    <a:pt x="95" y="3119"/>
                  </a:cubicBezTo>
                  <a:cubicBezTo>
                    <a:pt x="95" y="3655"/>
                    <a:pt x="189" y="4190"/>
                    <a:pt x="473" y="4663"/>
                  </a:cubicBezTo>
                  <a:lnTo>
                    <a:pt x="32" y="5766"/>
                  </a:lnTo>
                  <a:cubicBezTo>
                    <a:pt x="0" y="5860"/>
                    <a:pt x="32" y="5986"/>
                    <a:pt x="126" y="6112"/>
                  </a:cubicBezTo>
                  <a:cubicBezTo>
                    <a:pt x="189" y="6175"/>
                    <a:pt x="315" y="6238"/>
                    <a:pt x="473" y="6238"/>
                  </a:cubicBezTo>
                  <a:lnTo>
                    <a:pt x="1764" y="5923"/>
                  </a:lnTo>
                  <a:cubicBezTo>
                    <a:pt x="2206" y="6144"/>
                    <a:pt x="2678" y="6238"/>
                    <a:pt x="3182" y="6238"/>
                  </a:cubicBezTo>
                  <a:cubicBezTo>
                    <a:pt x="4915" y="6238"/>
                    <a:pt x="6301" y="4820"/>
                    <a:pt x="6301" y="3119"/>
                  </a:cubicBezTo>
                  <a:cubicBezTo>
                    <a:pt x="6301" y="1386"/>
                    <a:pt x="4883"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7" name="Google Shape;15797;p83"/>
            <p:cNvSpPr/>
            <p:nvPr/>
          </p:nvSpPr>
          <p:spPr>
            <a:xfrm>
              <a:off x="895000" y="205845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98" name="Google Shape;15798;p83"/>
          <p:cNvGrpSpPr/>
          <p:nvPr/>
        </p:nvGrpSpPr>
        <p:grpSpPr>
          <a:xfrm>
            <a:off x="6488722" y="2644604"/>
            <a:ext cx="468420" cy="465981"/>
            <a:chOff x="685475" y="2318350"/>
            <a:chExt cx="297750" cy="296200"/>
          </a:xfrm>
        </p:grpSpPr>
        <p:sp>
          <p:nvSpPr>
            <p:cNvPr id="15799" name="Google Shape;15799;p83"/>
            <p:cNvSpPr/>
            <p:nvPr/>
          </p:nvSpPr>
          <p:spPr>
            <a:xfrm>
              <a:off x="685475" y="2371925"/>
              <a:ext cx="142600" cy="241975"/>
            </a:xfrm>
            <a:custGeom>
              <a:avLst/>
              <a:gdLst/>
              <a:ahLst/>
              <a:cxnLst/>
              <a:rect l="l" t="t" r="r" b="b"/>
              <a:pathLst>
                <a:path w="5704" h="9679" extrusionOk="0">
                  <a:moveTo>
                    <a:pt x="2080" y="662"/>
                  </a:moveTo>
                  <a:cubicBezTo>
                    <a:pt x="2458" y="662"/>
                    <a:pt x="2773" y="977"/>
                    <a:pt x="2773" y="1387"/>
                  </a:cubicBezTo>
                  <a:cubicBezTo>
                    <a:pt x="2773" y="1765"/>
                    <a:pt x="2458" y="2080"/>
                    <a:pt x="2080" y="2080"/>
                  </a:cubicBezTo>
                  <a:cubicBezTo>
                    <a:pt x="1671" y="2080"/>
                    <a:pt x="1356" y="1765"/>
                    <a:pt x="1356" y="1387"/>
                  </a:cubicBezTo>
                  <a:cubicBezTo>
                    <a:pt x="1356" y="977"/>
                    <a:pt x="1734" y="662"/>
                    <a:pt x="2080" y="662"/>
                  </a:cubicBezTo>
                  <a:close/>
                  <a:moveTo>
                    <a:pt x="2962" y="6900"/>
                  </a:moveTo>
                  <a:lnTo>
                    <a:pt x="3120" y="7593"/>
                  </a:lnTo>
                  <a:lnTo>
                    <a:pt x="1135" y="7593"/>
                  </a:lnTo>
                  <a:lnTo>
                    <a:pt x="1293" y="6900"/>
                  </a:lnTo>
                  <a:close/>
                  <a:moveTo>
                    <a:pt x="1742" y="2767"/>
                  </a:moveTo>
                  <a:cubicBezTo>
                    <a:pt x="1866" y="2767"/>
                    <a:pt x="1991" y="2831"/>
                    <a:pt x="2049" y="2962"/>
                  </a:cubicBezTo>
                  <a:lnTo>
                    <a:pt x="2553" y="3938"/>
                  </a:lnTo>
                  <a:cubicBezTo>
                    <a:pt x="2584" y="4064"/>
                    <a:pt x="2742" y="4127"/>
                    <a:pt x="2868" y="4127"/>
                  </a:cubicBezTo>
                  <a:lnTo>
                    <a:pt x="3813" y="4127"/>
                  </a:lnTo>
                  <a:cubicBezTo>
                    <a:pt x="4002" y="4127"/>
                    <a:pt x="4159" y="4285"/>
                    <a:pt x="4159" y="4474"/>
                  </a:cubicBezTo>
                  <a:cubicBezTo>
                    <a:pt x="4159" y="4695"/>
                    <a:pt x="4002" y="4852"/>
                    <a:pt x="3813" y="4852"/>
                  </a:cubicBezTo>
                  <a:lnTo>
                    <a:pt x="2427" y="4852"/>
                  </a:lnTo>
                  <a:cubicBezTo>
                    <a:pt x="2301" y="4852"/>
                    <a:pt x="2175" y="4758"/>
                    <a:pt x="2112" y="4631"/>
                  </a:cubicBezTo>
                  <a:cubicBezTo>
                    <a:pt x="2042" y="4515"/>
                    <a:pt x="1919" y="4450"/>
                    <a:pt x="1784" y="4450"/>
                  </a:cubicBezTo>
                  <a:cubicBezTo>
                    <a:pt x="1737" y="4450"/>
                    <a:pt x="1688" y="4458"/>
                    <a:pt x="1639" y="4474"/>
                  </a:cubicBezTo>
                  <a:cubicBezTo>
                    <a:pt x="1482" y="4568"/>
                    <a:pt x="1387" y="4758"/>
                    <a:pt x="1482" y="4947"/>
                  </a:cubicBezTo>
                  <a:cubicBezTo>
                    <a:pt x="1671" y="5325"/>
                    <a:pt x="2017" y="5545"/>
                    <a:pt x="2427" y="5545"/>
                  </a:cubicBezTo>
                  <a:lnTo>
                    <a:pt x="3813" y="5545"/>
                  </a:lnTo>
                  <a:cubicBezTo>
                    <a:pt x="3970" y="5545"/>
                    <a:pt x="4128" y="5671"/>
                    <a:pt x="4159" y="5829"/>
                  </a:cubicBezTo>
                  <a:lnTo>
                    <a:pt x="4853" y="8570"/>
                  </a:lnTo>
                  <a:cubicBezTo>
                    <a:pt x="4916" y="8790"/>
                    <a:pt x="4790" y="8979"/>
                    <a:pt x="4632" y="9011"/>
                  </a:cubicBezTo>
                  <a:cubicBezTo>
                    <a:pt x="4608" y="9015"/>
                    <a:pt x="4584" y="9017"/>
                    <a:pt x="4560" y="9017"/>
                  </a:cubicBezTo>
                  <a:cubicBezTo>
                    <a:pt x="4403" y="9017"/>
                    <a:pt x="4273" y="8927"/>
                    <a:pt x="4191" y="8790"/>
                  </a:cubicBezTo>
                  <a:lnTo>
                    <a:pt x="3655" y="6522"/>
                  </a:lnTo>
                  <a:cubicBezTo>
                    <a:pt x="3592" y="6364"/>
                    <a:pt x="3498" y="6270"/>
                    <a:pt x="3277" y="6270"/>
                  </a:cubicBezTo>
                  <a:lnTo>
                    <a:pt x="1040" y="6270"/>
                  </a:lnTo>
                  <a:cubicBezTo>
                    <a:pt x="914" y="6270"/>
                    <a:pt x="851" y="6207"/>
                    <a:pt x="757" y="6144"/>
                  </a:cubicBezTo>
                  <a:cubicBezTo>
                    <a:pt x="694" y="5986"/>
                    <a:pt x="694" y="5892"/>
                    <a:pt x="694" y="5797"/>
                  </a:cubicBezTo>
                  <a:lnTo>
                    <a:pt x="1419" y="3025"/>
                  </a:lnTo>
                  <a:cubicBezTo>
                    <a:pt x="1453" y="2855"/>
                    <a:pt x="1597" y="2767"/>
                    <a:pt x="1742" y="2767"/>
                  </a:cubicBezTo>
                  <a:close/>
                  <a:moveTo>
                    <a:pt x="2143" y="0"/>
                  </a:moveTo>
                  <a:cubicBezTo>
                    <a:pt x="1419" y="0"/>
                    <a:pt x="788" y="630"/>
                    <a:pt x="788" y="1387"/>
                  </a:cubicBezTo>
                  <a:cubicBezTo>
                    <a:pt x="788" y="1733"/>
                    <a:pt x="946" y="2080"/>
                    <a:pt x="1135" y="2332"/>
                  </a:cubicBezTo>
                  <a:cubicBezTo>
                    <a:pt x="977" y="2426"/>
                    <a:pt x="851" y="2647"/>
                    <a:pt x="788" y="2867"/>
                  </a:cubicBezTo>
                  <a:lnTo>
                    <a:pt x="64" y="5640"/>
                  </a:lnTo>
                  <a:cubicBezTo>
                    <a:pt x="1" y="5955"/>
                    <a:pt x="64" y="6270"/>
                    <a:pt x="253" y="6522"/>
                  </a:cubicBezTo>
                  <a:cubicBezTo>
                    <a:pt x="347" y="6648"/>
                    <a:pt x="473" y="6774"/>
                    <a:pt x="631" y="6805"/>
                  </a:cubicBezTo>
                  <a:lnTo>
                    <a:pt x="32" y="9263"/>
                  </a:lnTo>
                  <a:cubicBezTo>
                    <a:pt x="1" y="9452"/>
                    <a:pt x="95" y="9609"/>
                    <a:pt x="253" y="9672"/>
                  </a:cubicBezTo>
                  <a:cubicBezTo>
                    <a:pt x="281" y="9676"/>
                    <a:pt x="309" y="9678"/>
                    <a:pt x="335" y="9678"/>
                  </a:cubicBezTo>
                  <a:cubicBezTo>
                    <a:pt x="513" y="9678"/>
                    <a:pt x="639" y="9589"/>
                    <a:pt x="694" y="9452"/>
                  </a:cubicBezTo>
                  <a:lnTo>
                    <a:pt x="977" y="8318"/>
                  </a:lnTo>
                  <a:lnTo>
                    <a:pt x="3372" y="8318"/>
                  </a:lnTo>
                  <a:lnTo>
                    <a:pt x="3529" y="8885"/>
                  </a:lnTo>
                  <a:cubicBezTo>
                    <a:pt x="3661" y="9359"/>
                    <a:pt x="4079" y="9679"/>
                    <a:pt x="4526" y="9679"/>
                  </a:cubicBezTo>
                  <a:cubicBezTo>
                    <a:pt x="4613" y="9679"/>
                    <a:pt x="4702" y="9667"/>
                    <a:pt x="4790" y="9641"/>
                  </a:cubicBezTo>
                  <a:cubicBezTo>
                    <a:pt x="5357" y="9483"/>
                    <a:pt x="5703" y="8916"/>
                    <a:pt x="5546" y="8381"/>
                  </a:cubicBezTo>
                  <a:lnTo>
                    <a:pt x="4821" y="5640"/>
                  </a:lnTo>
                  <a:cubicBezTo>
                    <a:pt x="4790" y="5482"/>
                    <a:pt x="4727" y="5325"/>
                    <a:pt x="4601" y="5199"/>
                  </a:cubicBezTo>
                  <a:cubicBezTo>
                    <a:pt x="4758" y="5010"/>
                    <a:pt x="4884" y="4758"/>
                    <a:pt x="4884" y="4474"/>
                  </a:cubicBezTo>
                  <a:cubicBezTo>
                    <a:pt x="4884" y="3907"/>
                    <a:pt x="4412" y="3466"/>
                    <a:pt x="3844" y="3466"/>
                  </a:cubicBezTo>
                  <a:lnTo>
                    <a:pt x="3088" y="3466"/>
                  </a:lnTo>
                  <a:lnTo>
                    <a:pt x="2710" y="2647"/>
                  </a:lnTo>
                  <a:cubicBezTo>
                    <a:pt x="3183" y="2395"/>
                    <a:pt x="3529" y="1922"/>
                    <a:pt x="3529" y="1387"/>
                  </a:cubicBezTo>
                  <a:cubicBezTo>
                    <a:pt x="3529" y="630"/>
                    <a:pt x="2899"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0" name="Google Shape;15800;p83"/>
            <p:cNvSpPr/>
            <p:nvPr/>
          </p:nvSpPr>
          <p:spPr>
            <a:xfrm>
              <a:off x="839850" y="2371925"/>
              <a:ext cx="143375" cy="242625"/>
            </a:xfrm>
            <a:custGeom>
              <a:avLst/>
              <a:gdLst/>
              <a:ahLst/>
              <a:cxnLst/>
              <a:rect l="l" t="t" r="r" b="b"/>
              <a:pathLst>
                <a:path w="5735" h="9705" extrusionOk="0">
                  <a:moveTo>
                    <a:pt x="3624" y="662"/>
                  </a:moveTo>
                  <a:cubicBezTo>
                    <a:pt x="4002" y="662"/>
                    <a:pt x="4317" y="977"/>
                    <a:pt x="4317" y="1355"/>
                  </a:cubicBezTo>
                  <a:cubicBezTo>
                    <a:pt x="4317" y="1765"/>
                    <a:pt x="4002" y="2080"/>
                    <a:pt x="3624" y="2080"/>
                  </a:cubicBezTo>
                  <a:cubicBezTo>
                    <a:pt x="3214" y="2080"/>
                    <a:pt x="2899" y="1765"/>
                    <a:pt x="2899" y="1355"/>
                  </a:cubicBezTo>
                  <a:cubicBezTo>
                    <a:pt x="2899" y="977"/>
                    <a:pt x="3214" y="662"/>
                    <a:pt x="3624" y="662"/>
                  </a:cubicBezTo>
                  <a:close/>
                  <a:moveTo>
                    <a:pt x="4317" y="6900"/>
                  </a:moveTo>
                  <a:lnTo>
                    <a:pt x="4474" y="7593"/>
                  </a:lnTo>
                  <a:lnTo>
                    <a:pt x="2490" y="7593"/>
                  </a:lnTo>
                  <a:lnTo>
                    <a:pt x="2647" y="6900"/>
                  </a:lnTo>
                  <a:close/>
                  <a:moveTo>
                    <a:pt x="3962" y="2731"/>
                  </a:moveTo>
                  <a:cubicBezTo>
                    <a:pt x="4108" y="2731"/>
                    <a:pt x="4250" y="2818"/>
                    <a:pt x="4285" y="2993"/>
                  </a:cubicBezTo>
                  <a:lnTo>
                    <a:pt x="4979" y="5734"/>
                  </a:lnTo>
                  <a:cubicBezTo>
                    <a:pt x="5010" y="6018"/>
                    <a:pt x="4853" y="6207"/>
                    <a:pt x="4632" y="6207"/>
                  </a:cubicBezTo>
                  <a:lnTo>
                    <a:pt x="2395" y="6207"/>
                  </a:lnTo>
                  <a:cubicBezTo>
                    <a:pt x="2238" y="6207"/>
                    <a:pt x="2080" y="6333"/>
                    <a:pt x="2049" y="6490"/>
                  </a:cubicBezTo>
                  <a:lnTo>
                    <a:pt x="1482" y="8727"/>
                  </a:lnTo>
                  <a:cubicBezTo>
                    <a:pt x="1456" y="8883"/>
                    <a:pt x="1323" y="8996"/>
                    <a:pt x="1154" y="8996"/>
                  </a:cubicBezTo>
                  <a:cubicBezTo>
                    <a:pt x="1118" y="8996"/>
                    <a:pt x="1080" y="8990"/>
                    <a:pt x="1040" y="8979"/>
                  </a:cubicBezTo>
                  <a:cubicBezTo>
                    <a:pt x="851" y="8916"/>
                    <a:pt x="725" y="8727"/>
                    <a:pt x="820" y="8538"/>
                  </a:cubicBezTo>
                  <a:lnTo>
                    <a:pt x="1513" y="5766"/>
                  </a:lnTo>
                  <a:cubicBezTo>
                    <a:pt x="1576" y="5608"/>
                    <a:pt x="1671" y="5514"/>
                    <a:pt x="1891" y="5514"/>
                  </a:cubicBezTo>
                  <a:lnTo>
                    <a:pt x="3246" y="5514"/>
                  </a:lnTo>
                  <a:cubicBezTo>
                    <a:pt x="3655" y="5514"/>
                    <a:pt x="4002" y="5262"/>
                    <a:pt x="4222" y="4915"/>
                  </a:cubicBezTo>
                  <a:cubicBezTo>
                    <a:pt x="4285" y="4758"/>
                    <a:pt x="4222" y="4537"/>
                    <a:pt x="4033" y="4442"/>
                  </a:cubicBezTo>
                  <a:cubicBezTo>
                    <a:pt x="3993" y="4426"/>
                    <a:pt x="3948" y="4418"/>
                    <a:pt x="3902" y="4418"/>
                  </a:cubicBezTo>
                  <a:cubicBezTo>
                    <a:pt x="3770" y="4418"/>
                    <a:pt x="3631" y="4483"/>
                    <a:pt x="3561" y="4600"/>
                  </a:cubicBezTo>
                  <a:cubicBezTo>
                    <a:pt x="3529" y="4726"/>
                    <a:pt x="3372" y="4789"/>
                    <a:pt x="3246" y="4789"/>
                  </a:cubicBezTo>
                  <a:lnTo>
                    <a:pt x="1891" y="4789"/>
                  </a:lnTo>
                  <a:cubicBezTo>
                    <a:pt x="1671" y="4789"/>
                    <a:pt x="1513" y="4631"/>
                    <a:pt x="1513" y="4442"/>
                  </a:cubicBezTo>
                  <a:cubicBezTo>
                    <a:pt x="1513" y="4253"/>
                    <a:pt x="1671" y="4096"/>
                    <a:pt x="1891" y="4096"/>
                  </a:cubicBezTo>
                  <a:lnTo>
                    <a:pt x="2836" y="4096"/>
                  </a:lnTo>
                  <a:cubicBezTo>
                    <a:pt x="2931" y="4096"/>
                    <a:pt x="3057" y="4001"/>
                    <a:pt x="3151" y="3907"/>
                  </a:cubicBezTo>
                  <a:cubicBezTo>
                    <a:pt x="3151" y="3844"/>
                    <a:pt x="3655" y="2899"/>
                    <a:pt x="3655" y="2899"/>
                  </a:cubicBezTo>
                  <a:cubicBezTo>
                    <a:pt x="3725" y="2787"/>
                    <a:pt x="3845" y="2731"/>
                    <a:pt x="3962" y="2731"/>
                  </a:cubicBezTo>
                  <a:close/>
                  <a:moveTo>
                    <a:pt x="3529" y="0"/>
                  </a:moveTo>
                  <a:cubicBezTo>
                    <a:pt x="2805" y="0"/>
                    <a:pt x="2175" y="630"/>
                    <a:pt x="2175" y="1355"/>
                  </a:cubicBezTo>
                  <a:cubicBezTo>
                    <a:pt x="2175" y="1922"/>
                    <a:pt x="2490" y="2395"/>
                    <a:pt x="2994" y="2615"/>
                  </a:cubicBezTo>
                  <a:lnTo>
                    <a:pt x="2584" y="3466"/>
                  </a:lnTo>
                  <a:lnTo>
                    <a:pt x="1860" y="3466"/>
                  </a:lnTo>
                  <a:cubicBezTo>
                    <a:pt x="1261" y="3466"/>
                    <a:pt x="820" y="3938"/>
                    <a:pt x="820" y="4474"/>
                  </a:cubicBezTo>
                  <a:cubicBezTo>
                    <a:pt x="820" y="4758"/>
                    <a:pt x="946" y="4978"/>
                    <a:pt x="1103" y="5199"/>
                  </a:cubicBezTo>
                  <a:cubicBezTo>
                    <a:pt x="977" y="5325"/>
                    <a:pt x="914" y="5451"/>
                    <a:pt x="851" y="5608"/>
                  </a:cubicBezTo>
                  <a:lnTo>
                    <a:pt x="158" y="8381"/>
                  </a:lnTo>
                  <a:cubicBezTo>
                    <a:pt x="1" y="8916"/>
                    <a:pt x="347" y="9483"/>
                    <a:pt x="914" y="9641"/>
                  </a:cubicBezTo>
                  <a:cubicBezTo>
                    <a:pt x="1002" y="9667"/>
                    <a:pt x="1091" y="9679"/>
                    <a:pt x="1178" y="9679"/>
                  </a:cubicBezTo>
                  <a:cubicBezTo>
                    <a:pt x="1624" y="9679"/>
                    <a:pt x="2038" y="9359"/>
                    <a:pt x="2143" y="8885"/>
                  </a:cubicBezTo>
                  <a:lnTo>
                    <a:pt x="2332" y="8286"/>
                  </a:lnTo>
                  <a:lnTo>
                    <a:pt x="4695" y="8286"/>
                  </a:lnTo>
                  <a:lnTo>
                    <a:pt x="4947" y="9452"/>
                  </a:lnTo>
                  <a:cubicBezTo>
                    <a:pt x="4995" y="9597"/>
                    <a:pt x="5118" y="9704"/>
                    <a:pt x="5257" y="9704"/>
                  </a:cubicBezTo>
                  <a:cubicBezTo>
                    <a:pt x="5300" y="9704"/>
                    <a:pt x="5344" y="9694"/>
                    <a:pt x="5388" y="9672"/>
                  </a:cubicBezTo>
                  <a:cubicBezTo>
                    <a:pt x="5577" y="9641"/>
                    <a:pt x="5703" y="9452"/>
                    <a:pt x="5609" y="9231"/>
                  </a:cubicBezTo>
                  <a:lnTo>
                    <a:pt x="5042" y="6805"/>
                  </a:lnTo>
                  <a:cubicBezTo>
                    <a:pt x="5514" y="6616"/>
                    <a:pt x="5735" y="6144"/>
                    <a:pt x="5640" y="5640"/>
                  </a:cubicBezTo>
                  <a:lnTo>
                    <a:pt x="4916" y="2867"/>
                  </a:lnTo>
                  <a:cubicBezTo>
                    <a:pt x="4884" y="2647"/>
                    <a:pt x="4758" y="2489"/>
                    <a:pt x="4569" y="2332"/>
                  </a:cubicBezTo>
                  <a:cubicBezTo>
                    <a:pt x="4790" y="2080"/>
                    <a:pt x="4916" y="1733"/>
                    <a:pt x="4916" y="1355"/>
                  </a:cubicBezTo>
                  <a:cubicBezTo>
                    <a:pt x="4916" y="630"/>
                    <a:pt x="4285" y="0"/>
                    <a:pt x="35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1" name="Google Shape;15801;p83"/>
            <p:cNvSpPr/>
            <p:nvPr/>
          </p:nvSpPr>
          <p:spPr>
            <a:xfrm>
              <a:off x="772900" y="2318350"/>
              <a:ext cx="122125" cy="105075"/>
            </a:xfrm>
            <a:custGeom>
              <a:avLst/>
              <a:gdLst/>
              <a:ahLst/>
              <a:cxnLst/>
              <a:rect l="l" t="t" r="r" b="b"/>
              <a:pathLst>
                <a:path w="4885" h="4203" extrusionOk="0">
                  <a:moveTo>
                    <a:pt x="3844" y="631"/>
                  </a:moveTo>
                  <a:cubicBezTo>
                    <a:pt x="4034" y="631"/>
                    <a:pt x="4223" y="789"/>
                    <a:pt x="4223" y="978"/>
                  </a:cubicBezTo>
                  <a:lnTo>
                    <a:pt x="4223" y="1734"/>
                  </a:lnTo>
                  <a:cubicBezTo>
                    <a:pt x="4223" y="1923"/>
                    <a:pt x="4034" y="2112"/>
                    <a:pt x="3844" y="2112"/>
                  </a:cubicBezTo>
                  <a:cubicBezTo>
                    <a:pt x="3655" y="2143"/>
                    <a:pt x="3498" y="2301"/>
                    <a:pt x="3498" y="2458"/>
                  </a:cubicBezTo>
                  <a:lnTo>
                    <a:pt x="3498" y="2994"/>
                  </a:lnTo>
                  <a:lnTo>
                    <a:pt x="2679" y="2206"/>
                  </a:lnTo>
                  <a:cubicBezTo>
                    <a:pt x="2584" y="2143"/>
                    <a:pt x="2521" y="2112"/>
                    <a:pt x="2427" y="2112"/>
                  </a:cubicBezTo>
                  <a:lnTo>
                    <a:pt x="1009" y="2112"/>
                  </a:lnTo>
                  <a:cubicBezTo>
                    <a:pt x="820" y="2112"/>
                    <a:pt x="662" y="1923"/>
                    <a:pt x="662" y="1734"/>
                  </a:cubicBezTo>
                  <a:lnTo>
                    <a:pt x="662" y="978"/>
                  </a:lnTo>
                  <a:cubicBezTo>
                    <a:pt x="662" y="789"/>
                    <a:pt x="820" y="631"/>
                    <a:pt x="1009" y="631"/>
                  </a:cubicBezTo>
                  <a:close/>
                  <a:moveTo>
                    <a:pt x="1009" y="1"/>
                  </a:moveTo>
                  <a:cubicBezTo>
                    <a:pt x="442" y="1"/>
                    <a:pt x="1" y="474"/>
                    <a:pt x="1" y="1041"/>
                  </a:cubicBezTo>
                  <a:lnTo>
                    <a:pt x="1" y="1765"/>
                  </a:lnTo>
                  <a:cubicBezTo>
                    <a:pt x="1" y="2364"/>
                    <a:pt x="473" y="2805"/>
                    <a:pt x="1009" y="2805"/>
                  </a:cubicBezTo>
                  <a:lnTo>
                    <a:pt x="2269" y="2805"/>
                  </a:lnTo>
                  <a:lnTo>
                    <a:pt x="3592" y="4097"/>
                  </a:lnTo>
                  <a:cubicBezTo>
                    <a:pt x="3663" y="4167"/>
                    <a:pt x="3770" y="4203"/>
                    <a:pt x="3872" y="4203"/>
                  </a:cubicBezTo>
                  <a:cubicBezTo>
                    <a:pt x="3906" y="4203"/>
                    <a:pt x="3939" y="4199"/>
                    <a:pt x="3970" y="4191"/>
                  </a:cubicBezTo>
                  <a:cubicBezTo>
                    <a:pt x="4097" y="4160"/>
                    <a:pt x="4160" y="4002"/>
                    <a:pt x="4160" y="3876"/>
                  </a:cubicBezTo>
                  <a:lnTo>
                    <a:pt x="4160" y="2773"/>
                  </a:lnTo>
                  <a:cubicBezTo>
                    <a:pt x="4569" y="2616"/>
                    <a:pt x="4884" y="2238"/>
                    <a:pt x="4884" y="1765"/>
                  </a:cubicBezTo>
                  <a:lnTo>
                    <a:pt x="4884" y="1041"/>
                  </a:lnTo>
                  <a:cubicBezTo>
                    <a:pt x="4884" y="442"/>
                    <a:pt x="4412" y="1"/>
                    <a:pt x="38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02" name="Google Shape;15802;p83"/>
          <p:cNvSpPr/>
          <p:nvPr/>
        </p:nvSpPr>
        <p:spPr>
          <a:xfrm>
            <a:off x="6490566" y="3233673"/>
            <a:ext cx="464684" cy="465903"/>
          </a:xfrm>
          <a:custGeom>
            <a:avLst/>
            <a:gdLst/>
            <a:ahLst/>
            <a:cxnLst/>
            <a:rect l="l" t="t" r="r" b="b"/>
            <a:pathLst>
              <a:path w="11815" h="11846" extrusionOk="0">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03" name="Google Shape;15803;p83"/>
          <p:cNvGrpSpPr/>
          <p:nvPr/>
        </p:nvGrpSpPr>
        <p:grpSpPr>
          <a:xfrm>
            <a:off x="9459600" y="2043546"/>
            <a:ext cx="412689" cy="464095"/>
            <a:chOff x="2523000" y="1954875"/>
            <a:chExt cx="262325" cy="295000"/>
          </a:xfrm>
        </p:grpSpPr>
        <p:sp>
          <p:nvSpPr>
            <p:cNvPr id="15804" name="Google Shape;15804;p83"/>
            <p:cNvSpPr/>
            <p:nvPr/>
          </p:nvSpPr>
          <p:spPr>
            <a:xfrm>
              <a:off x="2523000" y="1954875"/>
              <a:ext cx="262325" cy="295000"/>
            </a:xfrm>
            <a:custGeom>
              <a:avLst/>
              <a:gdLst/>
              <a:ahLst/>
              <a:cxnLst/>
              <a:rect l="l" t="t" r="r" b="b"/>
              <a:pathLst>
                <a:path w="10493" h="11800" extrusionOk="0">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5" name="Google Shape;15805;p83"/>
            <p:cNvSpPr/>
            <p:nvPr/>
          </p:nvSpPr>
          <p:spPr>
            <a:xfrm>
              <a:off x="2595475" y="2024575"/>
              <a:ext cx="122100" cy="138650"/>
            </a:xfrm>
            <a:custGeom>
              <a:avLst/>
              <a:gdLst/>
              <a:ahLst/>
              <a:cxnLst/>
              <a:rect l="l" t="t" r="r" b="b"/>
              <a:pathLst>
                <a:path w="4884" h="5546" extrusionOk="0">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06" name="Google Shape;15806;p83"/>
          <p:cNvGrpSpPr/>
          <p:nvPr/>
        </p:nvGrpSpPr>
        <p:grpSpPr>
          <a:xfrm>
            <a:off x="9431734" y="2645233"/>
            <a:ext cx="468420" cy="464723"/>
            <a:chOff x="2508825" y="2318350"/>
            <a:chExt cx="297750" cy="295400"/>
          </a:xfrm>
        </p:grpSpPr>
        <p:sp>
          <p:nvSpPr>
            <p:cNvPr id="15807" name="Google Shape;15807;p83"/>
            <p:cNvSpPr/>
            <p:nvPr/>
          </p:nvSpPr>
          <p:spPr>
            <a:xfrm>
              <a:off x="2508825" y="2318350"/>
              <a:ext cx="297750" cy="295400"/>
            </a:xfrm>
            <a:custGeom>
              <a:avLst/>
              <a:gdLst/>
              <a:ahLst/>
              <a:cxnLst/>
              <a:rect l="l" t="t" r="r" b="b"/>
              <a:pathLst>
                <a:path w="11910" h="11816" extrusionOk="0">
                  <a:moveTo>
                    <a:pt x="5892" y="694"/>
                  </a:moveTo>
                  <a:cubicBezTo>
                    <a:pt x="7625" y="694"/>
                    <a:pt x="9043" y="2112"/>
                    <a:pt x="9043" y="3845"/>
                  </a:cubicBezTo>
                  <a:cubicBezTo>
                    <a:pt x="9043" y="5483"/>
                    <a:pt x="7751" y="6838"/>
                    <a:pt x="6081" y="6932"/>
                  </a:cubicBezTo>
                  <a:cubicBezTo>
                    <a:pt x="6018" y="6932"/>
                    <a:pt x="5987" y="6901"/>
                    <a:pt x="5924" y="6869"/>
                  </a:cubicBezTo>
                  <a:lnTo>
                    <a:pt x="5766" y="6711"/>
                  </a:lnTo>
                  <a:cubicBezTo>
                    <a:pt x="5297" y="6298"/>
                    <a:pt x="4683" y="6101"/>
                    <a:pt x="4072" y="6101"/>
                  </a:cubicBezTo>
                  <a:cubicBezTo>
                    <a:pt x="3985" y="6101"/>
                    <a:pt x="3899" y="6105"/>
                    <a:pt x="3813" y="6113"/>
                  </a:cubicBezTo>
                  <a:cubicBezTo>
                    <a:pt x="3151" y="5577"/>
                    <a:pt x="2773" y="4727"/>
                    <a:pt x="2773" y="3845"/>
                  </a:cubicBezTo>
                  <a:cubicBezTo>
                    <a:pt x="2773" y="2112"/>
                    <a:pt x="4191" y="694"/>
                    <a:pt x="5892" y="694"/>
                  </a:cubicBezTo>
                  <a:close/>
                  <a:moveTo>
                    <a:pt x="4171" y="6822"/>
                  </a:moveTo>
                  <a:cubicBezTo>
                    <a:pt x="4577" y="6822"/>
                    <a:pt x="4979" y="6964"/>
                    <a:pt x="5294" y="7247"/>
                  </a:cubicBezTo>
                  <a:cubicBezTo>
                    <a:pt x="5420" y="7373"/>
                    <a:pt x="5735" y="7657"/>
                    <a:pt x="5892" y="7657"/>
                  </a:cubicBezTo>
                  <a:lnTo>
                    <a:pt x="7972" y="7657"/>
                  </a:lnTo>
                  <a:cubicBezTo>
                    <a:pt x="8192" y="7657"/>
                    <a:pt x="8350" y="7814"/>
                    <a:pt x="8350" y="8003"/>
                  </a:cubicBezTo>
                  <a:cubicBezTo>
                    <a:pt x="8350" y="8192"/>
                    <a:pt x="8192" y="8350"/>
                    <a:pt x="7972" y="8350"/>
                  </a:cubicBezTo>
                  <a:lnTo>
                    <a:pt x="5514" y="8350"/>
                  </a:lnTo>
                  <a:cubicBezTo>
                    <a:pt x="5294" y="8350"/>
                    <a:pt x="5136" y="8507"/>
                    <a:pt x="5136" y="8728"/>
                  </a:cubicBezTo>
                  <a:cubicBezTo>
                    <a:pt x="5136" y="8917"/>
                    <a:pt x="5294" y="9074"/>
                    <a:pt x="5514" y="9074"/>
                  </a:cubicBezTo>
                  <a:lnTo>
                    <a:pt x="8224" y="9074"/>
                  </a:lnTo>
                  <a:cubicBezTo>
                    <a:pt x="8507" y="9074"/>
                    <a:pt x="8759" y="8948"/>
                    <a:pt x="8980" y="8759"/>
                  </a:cubicBezTo>
                  <a:lnTo>
                    <a:pt x="10492" y="7090"/>
                  </a:lnTo>
                  <a:cubicBezTo>
                    <a:pt x="10568" y="7033"/>
                    <a:pt x="10666" y="6987"/>
                    <a:pt x="10766" y="6987"/>
                  </a:cubicBezTo>
                  <a:cubicBezTo>
                    <a:pt x="10833" y="6987"/>
                    <a:pt x="10902" y="7008"/>
                    <a:pt x="10965" y="7058"/>
                  </a:cubicBezTo>
                  <a:cubicBezTo>
                    <a:pt x="11122" y="7184"/>
                    <a:pt x="11185" y="7373"/>
                    <a:pt x="11059" y="7531"/>
                  </a:cubicBezTo>
                  <a:lnTo>
                    <a:pt x="9389" y="9767"/>
                  </a:lnTo>
                  <a:cubicBezTo>
                    <a:pt x="9074" y="10209"/>
                    <a:pt x="8570" y="10492"/>
                    <a:pt x="8035" y="10492"/>
                  </a:cubicBezTo>
                  <a:lnTo>
                    <a:pt x="2773" y="10492"/>
                  </a:lnTo>
                  <a:lnTo>
                    <a:pt x="2773" y="7468"/>
                  </a:lnTo>
                  <a:lnTo>
                    <a:pt x="3025" y="7247"/>
                  </a:lnTo>
                  <a:cubicBezTo>
                    <a:pt x="3356" y="6964"/>
                    <a:pt x="3766" y="6822"/>
                    <a:pt x="4171" y="6822"/>
                  </a:cubicBezTo>
                  <a:close/>
                  <a:moveTo>
                    <a:pt x="1734" y="6932"/>
                  </a:moveTo>
                  <a:cubicBezTo>
                    <a:pt x="1923" y="6932"/>
                    <a:pt x="2080" y="7090"/>
                    <a:pt x="2080" y="7310"/>
                  </a:cubicBezTo>
                  <a:lnTo>
                    <a:pt x="2080" y="10807"/>
                  </a:lnTo>
                  <a:cubicBezTo>
                    <a:pt x="2080" y="10996"/>
                    <a:pt x="1923" y="11154"/>
                    <a:pt x="1734" y="11154"/>
                  </a:cubicBezTo>
                  <a:lnTo>
                    <a:pt x="662" y="11154"/>
                  </a:lnTo>
                  <a:lnTo>
                    <a:pt x="662" y="6932"/>
                  </a:lnTo>
                  <a:close/>
                  <a:moveTo>
                    <a:pt x="5924" y="1"/>
                  </a:moveTo>
                  <a:cubicBezTo>
                    <a:pt x="3844" y="1"/>
                    <a:pt x="2112" y="1734"/>
                    <a:pt x="2112" y="3845"/>
                  </a:cubicBezTo>
                  <a:cubicBezTo>
                    <a:pt x="2112" y="4790"/>
                    <a:pt x="2458" y="5672"/>
                    <a:pt x="3088" y="6396"/>
                  </a:cubicBezTo>
                  <a:cubicBezTo>
                    <a:pt x="2931" y="6459"/>
                    <a:pt x="2773" y="6585"/>
                    <a:pt x="2616" y="6711"/>
                  </a:cubicBezTo>
                  <a:cubicBezTo>
                    <a:pt x="2427" y="6428"/>
                    <a:pt x="2112" y="6270"/>
                    <a:pt x="1765" y="6270"/>
                  </a:cubicBezTo>
                  <a:lnTo>
                    <a:pt x="347" y="6270"/>
                  </a:lnTo>
                  <a:cubicBezTo>
                    <a:pt x="158" y="6270"/>
                    <a:pt x="1" y="6428"/>
                    <a:pt x="1" y="6585"/>
                  </a:cubicBezTo>
                  <a:lnTo>
                    <a:pt x="1" y="11469"/>
                  </a:lnTo>
                  <a:cubicBezTo>
                    <a:pt x="1" y="11658"/>
                    <a:pt x="158" y="11815"/>
                    <a:pt x="347" y="11815"/>
                  </a:cubicBezTo>
                  <a:lnTo>
                    <a:pt x="1765" y="11815"/>
                  </a:lnTo>
                  <a:cubicBezTo>
                    <a:pt x="2238" y="11815"/>
                    <a:pt x="2584" y="11563"/>
                    <a:pt x="2742" y="11122"/>
                  </a:cubicBezTo>
                  <a:lnTo>
                    <a:pt x="8035" y="11122"/>
                  </a:lnTo>
                  <a:cubicBezTo>
                    <a:pt x="8759" y="11122"/>
                    <a:pt x="9515" y="10776"/>
                    <a:pt x="9956" y="10146"/>
                  </a:cubicBezTo>
                  <a:lnTo>
                    <a:pt x="11595" y="7877"/>
                  </a:lnTo>
                  <a:cubicBezTo>
                    <a:pt x="11910" y="7468"/>
                    <a:pt x="11878" y="6838"/>
                    <a:pt x="11437" y="6459"/>
                  </a:cubicBezTo>
                  <a:cubicBezTo>
                    <a:pt x="11249" y="6301"/>
                    <a:pt x="11015" y="6221"/>
                    <a:pt x="10780" y="6221"/>
                  </a:cubicBezTo>
                  <a:cubicBezTo>
                    <a:pt x="10503" y="6221"/>
                    <a:pt x="10224" y="6332"/>
                    <a:pt x="10019" y="6554"/>
                  </a:cubicBezTo>
                  <a:lnTo>
                    <a:pt x="9011" y="7657"/>
                  </a:lnTo>
                  <a:cubicBezTo>
                    <a:pt x="8885" y="7247"/>
                    <a:pt x="8539" y="6932"/>
                    <a:pt x="8098" y="6932"/>
                  </a:cubicBezTo>
                  <a:cubicBezTo>
                    <a:pt x="8287" y="6838"/>
                    <a:pt x="8444" y="6680"/>
                    <a:pt x="8602" y="6522"/>
                  </a:cubicBezTo>
                  <a:cubicBezTo>
                    <a:pt x="9358" y="5798"/>
                    <a:pt x="9767" y="4821"/>
                    <a:pt x="9767" y="3845"/>
                  </a:cubicBezTo>
                  <a:cubicBezTo>
                    <a:pt x="9767" y="1734"/>
                    <a:pt x="8035" y="1"/>
                    <a:pt x="59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8" name="Google Shape;15808;p83"/>
            <p:cNvSpPr/>
            <p:nvPr/>
          </p:nvSpPr>
          <p:spPr>
            <a:xfrm>
              <a:off x="2629350" y="2353025"/>
              <a:ext cx="54350" cy="121300"/>
            </a:xfrm>
            <a:custGeom>
              <a:avLst/>
              <a:gdLst/>
              <a:ahLst/>
              <a:cxnLst/>
              <a:rect l="l" t="t" r="r" b="b"/>
              <a:pathLst>
                <a:path w="2174" h="4852" extrusionOk="0">
                  <a:moveTo>
                    <a:pt x="1071" y="0"/>
                  </a:moveTo>
                  <a:cubicBezTo>
                    <a:pt x="882" y="0"/>
                    <a:pt x="725" y="158"/>
                    <a:pt x="725" y="347"/>
                  </a:cubicBezTo>
                  <a:lnTo>
                    <a:pt x="725" y="756"/>
                  </a:lnTo>
                  <a:cubicBezTo>
                    <a:pt x="315" y="914"/>
                    <a:pt x="63" y="1292"/>
                    <a:pt x="63" y="1733"/>
                  </a:cubicBezTo>
                  <a:cubicBezTo>
                    <a:pt x="0" y="2332"/>
                    <a:pt x="473" y="2804"/>
                    <a:pt x="1071" y="2804"/>
                  </a:cubicBezTo>
                  <a:cubicBezTo>
                    <a:pt x="1260" y="2804"/>
                    <a:pt x="1418" y="2962"/>
                    <a:pt x="1418" y="3151"/>
                  </a:cubicBezTo>
                  <a:cubicBezTo>
                    <a:pt x="1418" y="3308"/>
                    <a:pt x="1355" y="3434"/>
                    <a:pt x="1229" y="3466"/>
                  </a:cubicBezTo>
                  <a:cubicBezTo>
                    <a:pt x="1185" y="3492"/>
                    <a:pt x="1140" y="3503"/>
                    <a:pt x="1093" y="3503"/>
                  </a:cubicBezTo>
                  <a:cubicBezTo>
                    <a:pt x="970" y="3503"/>
                    <a:pt x="839" y="3422"/>
                    <a:pt x="725" y="3308"/>
                  </a:cubicBezTo>
                  <a:cubicBezTo>
                    <a:pt x="662" y="3245"/>
                    <a:pt x="575" y="3214"/>
                    <a:pt x="488" y="3214"/>
                  </a:cubicBezTo>
                  <a:cubicBezTo>
                    <a:pt x="402" y="3214"/>
                    <a:pt x="315" y="3245"/>
                    <a:pt x="252" y="3308"/>
                  </a:cubicBezTo>
                  <a:cubicBezTo>
                    <a:pt x="126" y="3434"/>
                    <a:pt x="126" y="3655"/>
                    <a:pt x="252" y="3781"/>
                  </a:cubicBezTo>
                  <a:cubicBezTo>
                    <a:pt x="410" y="3938"/>
                    <a:pt x="567" y="4064"/>
                    <a:pt x="756" y="4096"/>
                  </a:cubicBezTo>
                  <a:lnTo>
                    <a:pt x="756" y="4505"/>
                  </a:lnTo>
                  <a:cubicBezTo>
                    <a:pt x="756" y="4694"/>
                    <a:pt x="914" y="4852"/>
                    <a:pt x="1103" y="4852"/>
                  </a:cubicBezTo>
                  <a:cubicBezTo>
                    <a:pt x="1323" y="4852"/>
                    <a:pt x="1481" y="4694"/>
                    <a:pt x="1481" y="4505"/>
                  </a:cubicBezTo>
                  <a:lnTo>
                    <a:pt x="1481" y="4096"/>
                  </a:lnTo>
                  <a:cubicBezTo>
                    <a:pt x="1481" y="4096"/>
                    <a:pt x="1512" y="4096"/>
                    <a:pt x="1512" y="4064"/>
                  </a:cubicBezTo>
                  <a:cubicBezTo>
                    <a:pt x="1890" y="3907"/>
                    <a:pt x="2142" y="3497"/>
                    <a:pt x="2142" y="3119"/>
                  </a:cubicBezTo>
                  <a:cubicBezTo>
                    <a:pt x="2142" y="2521"/>
                    <a:pt x="1670" y="2079"/>
                    <a:pt x="1103" y="2079"/>
                  </a:cubicBezTo>
                  <a:cubicBezTo>
                    <a:pt x="914" y="2079"/>
                    <a:pt x="756" y="1922"/>
                    <a:pt x="756" y="1733"/>
                  </a:cubicBezTo>
                  <a:cubicBezTo>
                    <a:pt x="756" y="1575"/>
                    <a:pt x="851" y="1449"/>
                    <a:pt x="1008" y="1418"/>
                  </a:cubicBezTo>
                  <a:cubicBezTo>
                    <a:pt x="1047" y="1405"/>
                    <a:pt x="1085" y="1399"/>
                    <a:pt x="1124" y="1399"/>
                  </a:cubicBezTo>
                  <a:cubicBezTo>
                    <a:pt x="1273" y="1399"/>
                    <a:pt x="1418" y="1494"/>
                    <a:pt x="1544" y="1670"/>
                  </a:cubicBezTo>
                  <a:cubicBezTo>
                    <a:pt x="1610" y="1753"/>
                    <a:pt x="1703" y="1792"/>
                    <a:pt x="1795" y="1792"/>
                  </a:cubicBezTo>
                  <a:cubicBezTo>
                    <a:pt x="1876" y="1792"/>
                    <a:pt x="1957" y="1761"/>
                    <a:pt x="2016" y="1701"/>
                  </a:cubicBezTo>
                  <a:cubicBezTo>
                    <a:pt x="2174" y="1575"/>
                    <a:pt x="2174" y="1323"/>
                    <a:pt x="2048" y="1229"/>
                  </a:cubicBezTo>
                  <a:cubicBezTo>
                    <a:pt x="1859" y="977"/>
                    <a:pt x="1670" y="819"/>
                    <a:pt x="1418" y="756"/>
                  </a:cubicBezTo>
                  <a:lnTo>
                    <a:pt x="1418" y="347"/>
                  </a:ln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09" name="Google Shape;15809;p83"/>
          <p:cNvSpPr/>
          <p:nvPr/>
        </p:nvSpPr>
        <p:spPr>
          <a:xfrm>
            <a:off x="9432885" y="3233673"/>
            <a:ext cx="465943" cy="465903"/>
          </a:xfrm>
          <a:custGeom>
            <a:avLst/>
            <a:gdLst/>
            <a:ahLst/>
            <a:cxnLst/>
            <a:rect l="l" t="t" r="r" b="b"/>
            <a:pathLst>
              <a:path w="11847" h="11846" extrusionOk="0">
                <a:moveTo>
                  <a:pt x="10744" y="3718"/>
                </a:moveTo>
                <a:lnTo>
                  <a:pt x="10428" y="4348"/>
                </a:lnTo>
                <a:cubicBezTo>
                  <a:pt x="10397" y="4442"/>
                  <a:pt x="10397" y="4568"/>
                  <a:pt x="10428" y="4663"/>
                </a:cubicBezTo>
                <a:lnTo>
                  <a:pt x="10744" y="5293"/>
                </a:lnTo>
                <a:lnTo>
                  <a:pt x="9483" y="4915"/>
                </a:lnTo>
                <a:lnTo>
                  <a:pt x="9105" y="4505"/>
                </a:lnTo>
                <a:lnTo>
                  <a:pt x="9483" y="4127"/>
                </a:lnTo>
                <a:lnTo>
                  <a:pt x="10744" y="3718"/>
                </a:lnTo>
                <a:close/>
                <a:moveTo>
                  <a:pt x="4443" y="3497"/>
                </a:moveTo>
                <a:cubicBezTo>
                  <a:pt x="4884" y="3497"/>
                  <a:pt x="5262" y="3781"/>
                  <a:pt x="5419" y="4190"/>
                </a:cubicBezTo>
                <a:lnTo>
                  <a:pt x="4443" y="4190"/>
                </a:lnTo>
                <a:cubicBezTo>
                  <a:pt x="4253" y="4190"/>
                  <a:pt x="4096" y="4348"/>
                  <a:pt x="4096" y="4568"/>
                </a:cubicBezTo>
                <a:cubicBezTo>
                  <a:pt x="4096" y="4663"/>
                  <a:pt x="4253" y="4820"/>
                  <a:pt x="4443" y="4820"/>
                </a:cubicBezTo>
                <a:lnTo>
                  <a:pt x="5419" y="4820"/>
                </a:lnTo>
                <a:cubicBezTo>
                  <a:pt x="5262" y="5230"/>
                  <a:pt x="4915" y="5545"/>
                  <a:pt x="4443" y="5545"/>
                </a:cubicBezTo>
                <a:cubicBezTo>
                  <a:pt x="3844" y="5545"/>
                  <a:pt x="3434" y="5072"/>
                  <a:pt x="3434" y="4505"/>
                </a:cubicBezTo>
                <a:cubicBezTo>
                  <a:pt x="3434" y="3970"/>
                  <a:pt x="3907" y="3497"/>
                  <a:pt x="4443" y="3497"/>
                </a:cubicBezTo>
                <a:close/>
                <a:moveTo>
                  <a:pt x="4443" y="2080"/>
                </a:moveTo>
                <a:cubicBezTo>
                  <a:pt x="5671" y="2080"/>
                  <a:pt x="6679" y="2993"/>
                  <a:pt x="6837" y="4159"/>
                </a:cubicBezTo>
                <a:lnTo>
                  <a:pt x="6144" y="4159"/>
                </a:lnTo>
                <a:cubicBezTo>
                  <a:pt x="5986" y="3371"/>
                  <a:pt x="5262" y="2773"/>
                  <a:pt x="4443" y="2773"/>
                </a:cubicBezTo>
                <a:cubicBezTo>
                  <a:pt x="3497" y="2773"/>
                  <a:pt x="2710" y="3560"/>
                  <a:pt x="2710" y="4505"/>
                </a:cubicBezTo>
                <a:cubicBezTo>
                  <a:pt x="2710" y="5451"/>
                  <a:pt x="3497" y="6238"/>
                  <a:pt x="4443" y="6238"/>
                </a:cubicBezTo>
                <a:cubicBezTo>
                  <a:pt x="5262" y="6238"/>
                  <a:pt x="5986" y="5671"/>
                  <a:pt x="6144" y="4883"/>
                </a:cubicBezTo>
                <a:lnTo>
                  <a:pt x="6837" y="4883"/>
                </a:lnTo>
                <a:cubicBezTo>
                  <a:pt x="6679" y="6049"/>
                  <a:pt x="5671" y="6963"/>
                  <a:pt x="4443" y="6963"/>
                </a:cubicBezTo>
                <a:cubicBezTo>
                  <a:pt x="3119" y="6963"/>
                  <a:pt x="2017" y="5860"/>
                  <a:pt x="2017" y="4505"/>
                </a:cubicBezTo>
                <a:cubicBezTo>
                  <a:pt x="2017" y="3182"/>
                  <a:pt x="3119" y="2080"/>
                  <a:pt x="4443" y="2080"/>
                </a:cubicBezTo>
                <a:close/>
                <a:moveTo>
                  <a:pt x="4474" y="662"/>
                </a:moveTo>
                <a:cubicBezTo>
                  <a:pt x="6459" y="662"/>
                  <a:pt x="8097" y="2206"/>
                  <a:pt x="8255" y="4127"/>
                </a:cubicBezTo>
                <a:lnTo>
                  <a:pt x="7562" y="4127"/>
                </a:lnTo>
                <a:cubicBezTo>
                  <a:pt x="7372" y="2584"/>
                  <a:pt x="6049" y="1355"/>
                  <a:pt x="4443" y="1355"/>
                </a:cubicBezTo>
                <a:cubicBezTo>
                  <a:pt x="2710" y="1355"/>
                  <a:pt x="1324" y="2773"/>
                  <a:pt x="1324" y="4474"/>
                </a:cubicBezTo>
                <a:cubicBezTo>
                  <a:pt x="1324" y="6175"/>
                  <a:pt x="2741" y="7593"/>
                  <a:pt x="4443" y="7593"/>
                </a:cubicBezTo>
                <a:cubicBezTo>
                  <a:pt x="6049" y="7593"/>
                  <a:pt x="7372" y="6364"/>
                  <a:pt x="7562" y="4820"/>
                </a:cubicBezTo>
                <a:lnTo>
                  <a:pt x="8255" y="4820"/>
                </a:lnTo>
                <a:cubicBezTo>
                  <a:pt x="8097" y="6774"/>
                  <a:pt x="6459" y="8286"/>
                  <a:pt x="4474" y="8286"/>
                </a:cubicBezTo>
                <a:cubicBezTo>
                  <a:pt x="2395" y="8286"/>
                  <a:pt x="662" y="6616"/>
                  <a:pt x="662" y="4474"/>
                </a:cubicBezTo>
                <a:cubicBezTo>
                  <a:pt x="662" y="2363"/>
                  <a:pt x="2363" y="662"/>
                  <a:pt x="4474" y="662"/>
                </a:cubicBezTo>
                <a:close/>
                <a:moveTo>
                  <a:pt x="5734" y="8822"/>
                </a:moveTo>
                <a:lnTo>
                  <a:pt x="6049" y="9767"/>
                </a:lnTo>
                <a:lnTo>
                  <a:pt x="2836" y="9767"/>
                </a:lnTo>
                <a:lnTo>
                  <a:pt x="3151" y="8822"/>
                </a:lnTo>
                <a:cubicBezTo>
                  <a:pt x="3529" y="8916"/>
                  <a:pt x="4001" y="9011"/>
                  <a:pt x="4443" y="9011"/>
                </a:cubicBezTo>
                <a:cubicBezTo>
                  <a:pt x="4884" y="9011"/>
                  <a:pt x="5356" y="8916"/>
                  <a:pt x="5734" y="8822"/>
                </a:cubicBezTo>
                <a:close/>
                <a:moveTo>
                  <a:pt x="6522" y="10428"/>
                </a:moveTo>
                <a:cubicBezTo>
                  <a:pt x="6963" y="10428"/>
                  <a:pt x="7372" y="10680"/>
                  <a:pt x="7530" y="11121"/>
                </a:cubicBezTo>
                <a:lnTo>
                  <a:pt x="1418" y="11121"/>
                </a:lnTo>
                <a:cubicBezTo>
                  <a:pt x="1576" y="10743"/>
                  <a:pt x="1922" y="10428"/>
                  <a:pt x="2395" y="10428"/>
                </a:cubicBezTo>
                <a:close/>
                <a:moveTo>
                  <a:pt x="4474" y="0"/>
                </a:moveTo>
                <a:cubicBezTo>
                  <a:pt x="1985" y="0"/>
                  <a:pt x="0" y="1985"/>
                  <a:pt x="0" y="4474"/>
                </a:cubicBezTo>
                <a:cubicBezTo>
                  <a:pt x="0" y="6238"/>
                  <a:pt x="1040" y="7813"/>
                  <a:pt x="2552" y="8538"/>
                </a:cubicBezTo>
                <a:lnTo>
                  <a:pt x="2143" y="9767"/>
                </a:lnTo>
                <a:cubicBezTo>
                  <a:pt x="1324" y="9861"/>
                  <a:pt x="693" y="10586"/>
                  <a:pt x="693" y="11499"/>
                </a:cubicBezTo>
                <a:cubicBezTo>
                  <a:pt x="693" y="11688"/>
                  <a:pt x="851" y="11846"/>
                  <a:pt x="1040" y="11846"/>
                </a:cubicBezTo>
                <a:lnTo>
                  <a:pt x="7971" y="11846"/>
                </a:lnTo>
                <a:cubicBezTo>
                  <a:pt x="8192" y="11846"/>
                  <a:pt x="8349" y="11688"/>
                  <a:pt x="8349" y="11499"/>
                </a:cubicBezTo>
                <a:cubicBezTo>
                  <a:pt x="8349" y="10617"/>
                  <a:pt x="7719" y="9924"/>
                  <a:pt x="6900" y="9767"/>
                </a:cubicBezTo>
                <a:lnTo>
                  <a:pt x="6490" y="8538"/>
                </a:lnTo>
                <a:cubicBezTo>
                  <a:pt x="7782" y="7908"/>
                  <a:pt x="8727" y="6679"/>
                  <a:pt x="8979" y="5230"/>
                </a:cubicBezTo>
                <a:lnTo>
                  <a:pt x="9137" y="5388"/>
                </a:lnTo>
                <a:cubicBezTo>
                  <a:pt x="9168" y="5419"/>
                  <a:pt x="9200" y="5451"/>
                  <a:pt x="9263" y="5451"/>
                </a:cubicBezTo>
                <a:lnTo>
                  <a:pt x="11374" y="6175"/>
                </a:lnTo>
                <a:cubicBezTo>
                  <a:pt x="11403" y="6183"/>
                  <a:pt x="11435" y="6186"/>
                  <a:pt x="11466" y="6186"/>
                </a:cubicBezTo>
                <a:cubicBezTo>
                  <a:pt x="11569" y="6186"/>
                  <a:pt x="11672" y="6145"/>
                  <a:pt x="11720" y="6049"/>
                </a:cubicBezTo>
                <a:cubicBezTo>
                  <a:pt x="11815" y="5923"/>
                  <a:pt x="11846" y="5766"/>
                  <a:pt x="11783" y="5671"/>
                </a:cubicBezTo>
                <a:lnTo>
                  <a:pt x="11153" y="4442"/>
                </a:lnTo>
                <a:lnTo>
                  <a:pt x="11783" y="3214"/>
                </a:lnTo>
                <a:cubicBezTo>
                  <a:pt x="11815" y="3151"/>
                  <a:pt x="11783" y="2993"/>
                  <a:pt x="11689" y="2899"/>
                </a:cubicBezTo>
                <a:cubicBezTo>
                  <a:pt x="11641" y="2802"/>
                  <a:pt x="11519" y="2761"/>
                  <a:pt x="11422" y="2761"/>
                </a:cubicBezTo>
                <a:cubicBezTo>
                  <a:pt x="11392" y="2761"/>
                  <a:pt x="11364" y="2765"/>
                  <a:pt x="11342" y="2773"/>
                </a:cubicBezTo>
                <a:lnTo>
                  <a:pt x="9200" y="3497"/>
                </a:lnTo>
                <a:cubicBezTo>
                  <a:pt x="9168" y="3497"/>
                  <a:pt x="9105" y="3529"/>
                  <a:pt x="9105" y="3560"/>
                </a:cubicBezTo>
                <a:lnTo>
                  <a:pt x="8916" y="3718"/>
                </a:lnTo>
                <a:cubicBezTo>
                  <a:pt x="8570" y="1607"/>
                  <a:pt x="6742" y="0"/>
                  <a:pt x="44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10" name="Google Shape;15810;p83"/>
          <p:cNvGrpSpPr/>
          <p:nvPr/>
        </p:nvGrpSpPr>
        <p:grpSpPr>
          <a:xfrm>
            <a:off x="7663165" y="3863971"/>
            <a:ext cx="463465" cy="464684"/>
            <a:chOff x="4321150" y="1946600"/>
            <a:chExt cx="294600" cy="295375"/>
          </a:xfrm>
        </p:grpSpPr>
        <p:sp>
          <p:nvSpPr>
            <p:cNvPr id="15811" name="Google Shape;15811;p83"/>
            <p:cNvSpPr/>
            <p:nvPr/>
          </p:nvSpPr>
          <p:spPr>
            <a:xfrm>
              <a:off x="4321150" y="1946600"/>
              <a:ext cx="294600" cy="295375"/>
            </a:xfrm>
            <a:custGeom>
              <a:avLst/>
              <a:gdLst/>
              <a:ahLst/>
              <a:cxnLst/>
              <a:rect l="l" t="t" r="r" b="b"/>
              <a:pathLst>
                <a:path w="11784" h="11815" extrusionOk="0">
                  <a:moveTo>
                    <a:pt x="9043" y="662"/>
                  </a:moveTo>
                  <a:lnTo>
                    <a:pt x="9043" y="2080"/>
                  </a:lnTo>
                  <a:lnTo>
                    <a:pt x="2742" y="2080"/>
                  </a:lnTo>
                  <a:lnTo>
                    <a:pt x="2742" y="662"/>
                  </a:lnTo>
                  <a:close/>
                  <a:moveTo>
                    <a:pt x="10775" y="2742"/>
                  </a:moveTo>
                  <a:cubicBezTo>
                    <a:pt x="10996" y="2742"/>
                    <a:pt x="11153" y="2899"/>
                    <a:pt x="11153" y="3120"/>
                  </a:cubicBezTo>
                  <a:lnTo>
                    <a:pt x="11153" y="6554"/>
                  </a:lnTo>
                  <a:cubicBezTo>
                    <a:pt x="11153" y="6774"/>
                    <a:pt x="10996" y="6932"/>
                    <a:pt x="10775" y="6932"/>
                  </a:cubicBezTo>
                  <a:lnTo>
                    <a:pt x="9767" y="6932"/>
                  </a:lnTo>
                  <a:lnTo>
                    <a:pt x="9767" y="4474"/>
                  </a:lnTo>
                  <a:cubicBezTo>
                    <a:pt x="9767" y="4285"/>
                    <a:pt x="9610" y="4128"/>
                    <a:pt x="9421" y="4128"/>
                  </a:cubicBezTo>
                  <a:lnTo>
                    <a:pt x="2427" y="4128"/>
                  </a:lnTo>
                  <a:cubicBezTo>
                    <a:pt x="2238" y="4128"/>
                    <a:pt x="2080" y="4285"/>
                    <a:pt x="2080" y="4474"/>
                  </a:cubicBezTo>
                  <a:lnTo>
                    <a:pt x="2080" y="6932"/>
                  </a:lnTo>
                  <a:lnTo>
                    <a:pt x="1009" y="6932"/>
                  </a:lnTo>
                  <a:cubicBezTo>
                    <a:pt x="820" y="6932"/>
                    <a:pt x="662" y="6774"/>
                    <a:pt x="662" y="6554"/>
                  </a:cubicBezTo>
                  <a:lnTo>
                    <a:pt x="662" y="3120"/>
                  </a:lnTo>
                  <a:cubicBezTo>
                    <a:pt x="662" y="2899"/>
                    <a:pt x="820" y="2742"/>
                    <a:pt x="1009" y="2742"/>
                  </a:cubicBezTo>
                  <a:close/>
                  <a:moveTo>
                    <a:pt x="9011" y="4821"/>
                  </a:moveTo>
                  <a:lnTo>
                    <a:pt x="9011" y="11090"/>
                  </a:lnTo>
                  <a:lnTo>
                    <a:pt x="2710" y="11090"/>
                  </a:lnTo>
                  <a:lnTo>
                    <a:pt x="2710" y="4821"/>
                  </a:lnTo>
                  <a:close/>
                  <a:moveTo>
                    <a:pt x="2395" y="1"/>
                  </a:moveTo>
                  <a:cubicBezTo>
                    <a:pt x="2206" y="1"/>
                    <a:pt x="2049" y="158"/>
                    <a:pt x="2049" y="347"/>
                  </a:cubicBezTo>
                  <a:lnTo>
                    <a:pt x="2049" y="2112"/>
                  </a:lnTo>
                  <a:lnTo>
                    <a:pt x="1009" y="2112"/>
                  </a:lnTo>
                  <a:cubicBezTo>
                    <a:pt x="442" y="2112"/>
                    <a:pt x="1" y="2584"/>
                    <a:pt x="1" y="3151"/>
                  </a:cubicBezTo>
                  <a:lnTo>
                    <a:pt x="1" y="6617"/>
                  </a:lnTo>
                  <a:cubicBezTo>
                    <a:pt x="1" y="7215"/>
                    <a:pt x="473" y="7625"/>
                    <a:pt x="1009" y="7625"/>
                  </a:cubicBezTo>
                  <a:lnTo>
                    <a:pt x="2049" y="7625"/>
                  </a:lnTo>
                  <a:lnTo>
                    <a:pt x="2049" y="11468"/>
                  </a:lnTo>
                  <a:cubicBezTo>
                    <a:pt x="2049" y="11657"/>
                    <a:pt x="2206" y="11815"/>
                    <a:pt x="2395" y="11815"/>
                  </a:cubicBezTo>
                  <a:lnTo>
                    <a:pt x="9358" y="11815"/>
                  </a:lnTo>
                  <a:cubicBezTo>
                    <a:pt x="9578" y="11815"/>
                    <a:pt x="9736" y="11657"/>
                    <a:pt x="9736" y="11468"/>
                  </a:cubicBezTo>
                  <a:lnTo>
                    <a:pt x="9736" y="7625"/>
                  </a:lnTo>
                  <a:lnTo>
                    <a:pt x="10744" y="7625"/>
                  </a:lnTo>
                  <a:cubicBezTo>
                    <a:pt x="11343" y="7625"/>
                    <a:pt x="11784" y="7152"/>
                    <a:pt x="11784" y="6617"/>
                  </a:cubicBezTo>
                  <a:lnTo>
                    <a:pt x="11784" y="3151"/>
                  </a:lnTo>
                  <a:cubicBezTo>
                    <a:pt x="11784" y="2553"/>
                    <a:pt x="11311" y="2112"/>
                    <a:pt x="10744" y="2112"/>
                  </a:cubicBezTo>
                  <a:lnTo>
                    <a:pt x="9736" y="2112"/>
                  </a:lnTo>
                  <a:lnTo>
                    <a:pt x="9736" y="347"/>
                  </a:lnTo>
                  <a:cubicBezTo>
                    <a:pt x="9736" y="158"/>
                    <a:pt x="9578" y="1"/>
                    <a:pt x="93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2" name="Google Shape;15812;p83"/>
            <p:cNvSpPr/>
            <p:nvPr/>
          </p:nvSpPr>
          <p:spPr>
            <a:xfrm>
              <a:off x="4564525" y="2031675"/>
              <a:ext cx="17350" cy="18125"/>
            </a:xfrm>
            <a:custGeom>
              <a:avLst/>
              <a:gdLst/>
              <a:ahLst/>
              <a:cxnLst/>
              <a:rect l="l" t="t" r="r" b="b"/>
              <a:pathLst>
                <a:path w="694" h="725" extrusionOk="0">
                  <a:moveTo>
                    <a:pt x="347" y="0"/>
                  </a:moveTo>
                  <a:cubicBezTo>
                    <a:pt x="158" y="0"/>
                    <a:pt x="1" y="189"/>
                    <a:pt x="1" y="378"/>
                  </a:cubicBezTo>
                  <a:cubicBezTo>
                    <a:pt x="1" y="599"/>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3" name="Google Shape;15813;p83"/>
            <p:cNvSpPr/>
            <p:nvPr/>
          </p:nvSpPr>
          <p:spPr>
            <a:xfrm>
              <a:off x="4414100" y="2084450"/>
              <a:ext cx="106350" cy="122100"/>
            </a:xfrm>
            <a:custGeom>
              <a:avLst/>
              <a:gdLst/>
              <a:ahLst/>
              <a:cxnLst/>
              <a:rect l="l" t="t" r="r" b="b"/>
              <a:pathLst>
                <a:path w="4254" h="4884" extrusionOk="0">
                  <a:moveTo>
                    <a:pt x="2174" y="693"/>
                  </a:moveTo>
                  <a:cubicBezTo>
                    <a:pt x="2584" y="693"/>
                    <a:pt x="2899" y="1008"/>
                    <a:pt x="2899" y="1418"/>
                  </a:cubicBezTo>
                  <a:cubicBezTo>
                    <a:pt x="2899" y="1796"/>
                    <a:pt x="2584" y="2111"/>
                    <a:pt x="2174" y="2111"/>
                  </a:cubicBezTo>
                  <a:cubicBezTo>
                    <a:pt x="1796" y="2111"/>
                    <a:pt x="1481" y="1796"/>
                    <a:pt x="1481" y="1418"/>
                  </a:cubicBezTo>
                  <a:cubicBezTo>
                    <a:pt x="1481" y="1008"/>
                    <a:pt x="1796" y="693"/>
                    <a:pt x="2174" y="693"/>
                  </a:cubicBezTo>
                  <a:close/>
                  <a:moveTo>
                    <a:pt x="2174" y="2804"/>
                  </a:moveTo>
                  <a:cubicBezTo>
                    <a:pt x="2930" y="2804"/>
                    <a:pt x="3592" y="3403"/>
                    <a:pt x="3592" y="4190"/>
                  </a:cubicBezTo>
                  <a:lnTo>
                    <a:pt x="756" y="4190"/>
                  </a:lnTo>
                  <a:cubicBezTo>
                    <a:pt x="756" y="3403"/>
                    <a:pt x="1387" y="2804"/>
                    <a:pt x="2174" y="2804"/>
                  </a:cubicBezTo>
                  <a:close/>
                  <a:moveTo>
                    <a:pt x="2143" y="0"/>
                  </a:moveTo>
                  <a:cubicBezTo>
                    <a:pt x="1387" y="0"/>
                    <a:pt x="725" y="630"/>
                    <a:pt x="725" y="1386"/>
                  </a:cubicBezTo>
                  <a:cubicBezTo>
                    <a:pt x="725" y="1733"/>
                    <a:pt x="882" y="2079"/>
                    <a:pt x="1103" y="2331"/>
                  </a:cubicBezTo>
                  <a:cubicBezTo>
                    <a:pt x="473" y="2678"/>
                    <a:pt x="0" y="3340"/>
                    <a:pt x="0" y="4159"/>
                  </a:cubicBezTo>
                  <a:lnTo>
                    <a:pt x="0" y="4537"/>
                  </a:lnTo>
                  <a:cubicBezTo>
                    <a:pt x="63" y="4726"/>
                    <a:pt x="221" y="4883"/>
                    <a:pt x="410" y="4883"/>
                  </a:cubicBezTo>
                  <a:lnTo>
                    <a:pt x="3907" y="4883"/>
                  </a:lnTo>
                  <a:cubicBezTo>
                    <a:pt x="4127" y="4883"/>
                    <a:pt x="4253" y="4726"/>
                    <a:pt x="4253" y="4537"/>
                  </a:cubicBezTo>
                  <a:lnTo>
                    <a:pt x="4253" y="4159"/>
                  </a:lnTo>
                  <a:cubicBezTo>
                    <a:pt x="4253" y="3371"/>
                    <a:pt x="3844" y="2709"/>
                    <a:pt x="3151" y="2331"/>
                  </a:cubicBezTo>
                  <a:cubicBezTo>
                    <a:pt x="3403" y="2048"/>
                    <a:pt x="3560" y="1733"/>
                    <a:pt x="3560" y="1386"/>
                  </a:cubicBezTo>
                  <a:cubicBezTo>
                    <a:pt x="3560" y="599"/>
                    <a:pt x="2930"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14" name="Google Shape;15814;p83"/>
          <p:cNvSpPr/>
          <p:nvPr/>
        </p:nvSpPr>
        <p:spPr>
          <a:xfrm>
            <a:off x="7658667" y="4530747"/>
            <a:ext cx="472156" cy="434989"/>
          </a:xfrm>
          <a:custGeom>
            <a:avLst/>
            <a:gdLst/>
            <a:ahLst/>
            <a:cxnLst/>
            <a:rect l="l" t="t" r="r" b="b"/>
            <a:pathLst>
              <a:path w="12005" h="11060" extrusionOk="0">
                <a:moveTo>
                  <a:pt x="2049" y="2049"/>
                </a:moveTo>
                <a:cubicBezTo>
                  <a:pt x="2238" y="2049"/>
                  <a:pt x="2395" y="2206"/>
                  <a:pt x="2395" y="2395"/>
                </a:cubicBezTo>
                <a:cubicBezTo>
                  <a:pt x="2395" y="2584"/>
                  <a:pt x="2238" y="2742"/>
                  <a:pt x="2049" y="2742"/>
                </a:cubicBezTo>
                <a:cubicBezTo>
                  <a:pt x="1860" y="2742"/>
                  <a:pt x="1702" y="2584"/>
                  <a:pt x="1702" y="2395"/>
                </a:cubicBezTo>
                <a:cubicBezTo>
                  <a:pt x="1734" y="2206"/>
                  <a:pt x="1860" y="2049"/>
                  <a:pt x="2049" y="2049"/>
                </a:cubicBezTo>
                <a:close/>
                <a:moveTo>
                  <a:pt x="9736" y="2049"/>
                </a:moveTo>
                <a:cubicBezTo>
                  <a:pt x="9925" y="2049"/>
                  <a:pt x="10082" y="2206"/>
                  <a:pt x="10082" y="2395"/>
                </a:cubicBezTo>
                <a:cubicBezTo>
                  <a:pt x="10082" y="2584"/>
                  <a:pt x="9925" y="2742"/>
                  <a:pt x="9736" y="2742"/>
                </a:cubicBezTo>
                <a:cubicBezTo>
                  <a:pt x="9515" y="2742"/>
                  <a:pt x="9358" y="2584"/>
                  <a:pt x="9358" y="2395"/>
                </a:cubicBezTo>
                <a:cubicBezTo>
                  <a:pt x="9358" y="2206"/>
                  <a:pt x="9515" y="2049"/>
                  <a:pt x="9736" y="2049"/>
                </a:cubicBezTo>
                <a:close/>
                <a:moveTo>
                  <a:pt x="2049" y="3719"/>
                </a:moveTo>
                <a:lnTo>
                  <a:pt x="3151" y="5514"/>
                </a:lnTo>
                <a:lnTo>
                  <a:pt x="946" y="5514"/>
                </a:lnTo>
                <a:lnTo>
                  <a:pt x="2049" y="3719"/>
                </a:lnTo>
                <a:close/>
                <a:moveTo>
                  <a:pt x="9736" y="3719"/>
                </a:moveTo>
                <a:lnTo>
                  <a:pt x="10838" y="5514"/>
                </a:lnTo>
                <a:lnTo>
                  <a:pt x="8633" y="5514"/>
                </a:lnTo>
                <a:lnTo>
                  <a:pt x="9736" y="3719"/>
                </a:lnTo>
                <a:close/>
                <a:moveTo>
                  <a:pt x="3435" y="6207"/>
                </a:moveTo>
                <a:cubicBezTo>
                  <a:pt x="3466" y="6964"/>
                  <a:pt x="2836" y="7594"/>
                  <a:pt x="2049" y="7594"/>
                </a:cubicBezTo>
                <a:cubicBezTo>
                  <a:pt x="1292" y="7594"/>
                  <a:pt x="662" y="6964"/>
                  <a:pt x="662" y="6207"/>
                </a:cubicBezTo>
                <a:close/>
                <a:moveTo>
                  <a:pt x="11090" y="6207"/>
                </a:moveTo>
                <a:cubicBezTo>
                  <a:pt x="11090" y="6964"/>
                  <a:pt x="10460" y="7594"/>
                  <a:pt x="9736" y="7594"/>
                </a:cubicBezTo>
                <a:cubicBezTo>
                  <a:pt x="8980" y="7594"/>
                  <a:pt x="8350" y="6964"/>
                  <a:pt x="8350" y="6207"/>
                </a:cubicBezTo>
                <a:close/>
                <a:moveTo>
                  <a:pt x="5892" y="663"/>
                </a:moveTo>
                <a:cubicBezTo>
                  <a:pt x="6113" y="663"/>
                  <a:pt x="6270" y="820"/>
                  <a:pt x="6270" y="1009"/>
                </a:cubicBezTo>
                <a:lnTo>
                  <a:pt x="6270" y="8980"/>
                </a:lnTo>
                <a:lnTo>
                  <a:pt x="5546" y="8980"/>
                </a:lnTo>
                <a:lnTo>
                  <a:pt x="5546" y="1009"/>
                </a:lnTo>
                <a:cubicBezTo>
                  <a:pt x="5546" y="820"/>
                  <a:pt x="5703" y="663"/>
                  <a:pt x="5892" y="663"/>
                </a:cubicBezTo>
                <a:close/>
                <a:moveTo>
                  <a:pt x="8003" y="9673"/>
                </a:moveTo>
                <a:cubicBezTo>
                  <a:pt x="8192" y="9673"/>
                  <a:pt x="8350" y="9830"/>
                  <a:pt x="8350" y="10020"/>
                </a:cubicBezTo>
                <a:lnTo>
                  <a:pt x="8350" y="10398"/>
                </a:lnTo>
                <a:lnTo>
                  <a:pt x="3466" y="10398"/>
                </a:lnTo>
                <a:lnTo>
                  <a:pt x="3466" y="10020"/>
                </a:lnTo>
                <a:cubicBezTo>
                  <a:pt x="3466" y="9830"/>
                  <a:pt x="3624" y="9673"/>
                  <a:pt x="3813" y="9673"/>
                </a:cubicBezTo>
                <a:close/>
                <a:moveTo>
                  <a:pt x="5955" y="1"/>
                </a:moveTo>
                <a:cubicBezTo>
                  <a:pt x="5357" y="1"/>
                  <a:pt x="4916" y="474"/>
                  <a:pt x="4916" y="1009"/>
                </a:cubicBezTo>
                <a:lnTo>
                  <a:pt x="4916" y="1167"/>
                </a:lnTo>
                <a:cubicBezTo>
                  <a:pt x="3970" y="1671"/>
                  <a:pt x="3655" y="1891"/>
                  <a:pt x="3057" y="1954"/>
                </a:cubicBezTo>
                <a:cubicBezTo>
                  <a:pt x="2899" y="1608"/>
                  <a:pt x="2553" y="1324"/>
                  <a:pt x="2112" y="1324"/>
                </a:cubicBezTo>
                <a:cubicBezTo>
                  <a:pt x="1734" y="1324"/>
                  <a:pt x="1387" y="1576"/>
                  <a:pt x="1166" y="1923"/>
                </a:cubicBezTo>
                <a:cubicBezTo>
                  <a:pt x="946" y="1891"/>
                  <a:pt x="694" y="1797"/>
                  <a:pt x="505" y="1734"/>
                </a:cubicBezTo>
                <a:cubicBezTo>
                  <a:pt x="454" y="1708"/>
                  <a:pt x="404" y="1697"/>
                  <a:pt x="355" y="1697"/>
                </a:cubicBezTo>
                <a:cubicBezTo>
                  <a:pt x="224" y="1697"/>
                  <a:pt x="110" y="1784"/>
                  <a:pt x="64" y="1923"/>
                </a:cubicBezTo>
                <a:cubicBezTo>
                  <a:pt x="1" y="2112"/>
                  <a:pt x="64" y="2301"/>
                  <a:pt x="284" y="2364"/>
                </a:cubicBezTo>
                <a:cubicBezTo>
                  <a:pt x="536" y="2458"/>
                  <a:pt x="820" y="2553"/>
                  <a:pt x="1135" y="2616"/>
                </a:cubicBezTo>
                <a:cubicBezTo>
                  <a:pt x="1229" y="2899"/>
                  <a:pt x="1387" y="3151"/>
                  <a:pt x="1607" y="3277"/>
                </a:cubicBezTo>
                <a:lnTo>
                  <a:pt x="127" y="5703"/>
                </a:lnTo>
                <a:cubicBezTo>
                  <a:pt x="64" y="5735"/>
                  <a:pt x="64" y="5829"/>
                  <a:pt x="64" y="5892"/>
                </a:cubicBezTo>
                <a:lnTo>
                  <a:pt x="64" y="6239"/>
                </a:lnTo>
                <a:cubicBezTo>
                  <a:pt x="64" y="7405"/>
                  <a:pt x="1009" y="8350"/>
                  <a:pt x="2175" y="8350"/>
                </a:cubicBezTo>
                <a:cubicBezTo>
                  <a:pt x="3309" y="8350"/>
                  <a:pt x="4254" y="7405"/>
                  <a:pt x="4254" y="6239"/>
                </a:cubicBezTo>
                <a:lnTo>
                  <a:pt x="4254" y="5892"/>
                </a:lnTo>
                <a:cubicBezTo>
                  <a:pt x="4254" y="5829"/>
                  <a:pt x="4254" y="5766"/>
                  <a:pt x="4222" y="5703"/>
                </a:cubicBezTo>
                <a:lnTo>
                  <a:pt x="2710" y="3277"/>
                </a:lnTo>
                <a:cubicBezTo>
                  <a:pt x="2962" y="3183"/>
                  <a:pt x="3120" y="2931"/>
                  <a:pt x="3183" y="2647"/>
                </a:cubicBezTo>
                <a:cubicBezTo>
                  <a:pt x="3844" y="2553"/>
                  <a:pt x="4222" y="2332"/>
                  <a:pt x="4947" y="1954"/>
                </a:cubicBezTo>
                <a:lnTo>
                  <a:pt x="4947" y="8980"/>
                </a:lnTo>
                <a:lnTo>
                  <a:pt x="3939" y="8980"/>
                </a:lnTo>
                <a:cubicBezTo>
                  <a:pt x="3340" y="8980"/>
                  <a:pt x="2899" y="9421"/>
                  <a:pt x="2899" y="9988"/>
                </a:cubicBezTo>
                <a:lnTo>
                  <a:pt x="2899" y="10713"/>
                </a:lnTo>
                <a:cubicBezTo>
                  <a:pt x="2899" y="10902"/>
                  <a:pt x="3057" y="11059"/>
                  <a:pt x="3246" y="11059"/>
                </a:cubicBezTo>
                <a:lnTo>
                  <a:pt x="8822" y="11059"/>
                </a:lnTo>
                <a:cubicBezTo>
                  <a:pt x="9011" y="11059"/>
                  <a:pt x="9169" y="10902"/>
                  <a:pt x="9169" y="10713"/>
                </a:cubicBezTo>
                <a:lnTo>
                  <a:pt x="9169" y="9988"/>
                </a:lnTo>
                <a:cubicBezTo>
                  <a:pt x="9169" y="9389"/>
                  <a:pt x="8696" y="8980"/>
                  <a:pt x="8129" y="8980"/>
                </a:cubicBezTo>
                <a:lnTo>
                  <a:pt x="7089" y="8980"/>
                </a:lnTo>
                <a:lnTo>
                  <a:pt x="7089" y="1954"/>
                </a:lnTo>
                <a:cubicBezTo>
                  <a:pt x="7814" y="2332"/>
                  <a:pt x="8224" y="2553"/>
                  <a:pt x="8885" y="2647"/>
                </a:cubicBezTo>
                <a:cubicBezTo>
                  <a:pt x="8980" y="2931"/>
                  <a:pt x="9137" y="3120"/>
                  <a:pt x="9358" y="3277"/>
                </a:cubicBezTo>
                <a:lnTo>
                  <a:pt x="7877" y="5703"/>
                </a:lnTo>
                <a:cubicBezTo>
                  <a:pt x="7814" y="5735"/>
                  <a:pt x="7814" y="5829"/>
                  <a:pt x="7814" y="5892"/>
                </a:cubicBezTo>
                <a:lnTo>
                  <a:pt x="7814" y="6239"/>
                </a:lnTo>
                <a:cubicBezTo>
                  <a:pt x="7814" y="7405"/>
                  <a:pt x="8759" y="8350"/>
                  <a:pt x="9925" y="8350"/>
                </a:cubicBezTo>
                <a:cubicBezTo>
                  <a:pt x="11059" y="8350"/>
                  <a:pt x="12004" y="7405"/>
                  <a:pt x="12004" y="6239"/>
                </a:cubicBezTo>
                <a:lnTo>
                  <a:pt x="12004" y="5892"/>
                </a:lnTo>
                <a:cubicBezTo>
                  <a:pt x="12004" y="5829"/>
                  <a:pt x="12004" y="5766"/>
                  <a:pt x="11973" y="5703"/>
                </a:cubicBezTo>
                <a:lnTo>
                  <a:pt x="10460" y="3277"/>
                </a:lnTo>
                <a:cubicBezTo>
                  <a:pt x="10523" y="3151"/>
                  <a:pt x="10681" y="2899"/>
                  <a:pt x="10744" y="2616"/>
                </a:cubicBezTo>
                <a:cubicBezTo>
                  <a:pt x="11027" y="2553"/>
                  <a:pt x="11343" y="2458"/>
                  <a:pt x="11626" y="2364"/>
                </a:cubicBezTo>
                <a:cubicBezTo>
                  <a:pt x="11815" y="2269"/>
                  <a:pt x="11878" y="2080"/>
                  <a:pt x="11815" y="1923"/>
                </a:cubicBezTo>
                <a:cubicBezTo>
                  <a:pt x="11746" y="1784"/>
                  <a:pt x="11626" y="1697"/>
                  <a:pt x="11505" y="1697"/>
                </a:cubicBezTo>
                <a:cubicBezTo>
                  <a:pt x="11461" y="1697"/>
                  <a:pt x="11416" y="1708"/>
                  <a:pt x="11374" y="1734"/>
                </a:cubicBezTo>
                <a:cubicBezTo>
                  <a:pt x="11122" y="1797"/>
                  <a:pt x="10933" y="1891"/>
                  <a:pt x="10712" y="1923"/>
                </a:cubicBezTo>
                <a:cubicBezTo>
                  <a:pt x="10555" y="1576"/>
                  <a:pt x="10208" y="1324"/>
                  <a:pt x="9767" y="1324"/>
                </a:cubicBezTo>
                <a:cubicBezTo>
                  <a:pt x="9326" y="1324"/>
                  <a:pt x="8980" y="1576"/>
                  <a:pt x="8822" y="1954"/>
                </a:cubicBezTo>
                <a:cubicBezTo>
                  <a:pt x="8224" y="1828"/>
                  <a:pt x="7908" y="1639"/>
                  <a:pt x="6963" y="1167"/>
                </a:cubicBezTo>
                <a:lnTo>
                  <a:pt x="6963" y="1009"/>
                </a:lnTo>
                <a:cubicBezTo>
                  <a:pt x="6963" y="411"/>
                  <a:pt x="6491" y="1"/>
                  <a:pt x="595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5" name="Google Shape;15815;p83"/>
          <p:cNvSpPr/>
          <p:nvPr/>
        </p:nvSpPr>
        <p:spPr>
          <a:xfrm>
            <a:off x="7659296" y="5114967"/>
            <a:ext cx="470899" cy="464684"/>
          </a:xfrm>
          <a:custGeom>
            <a:avLst/>
            <a:gdLst/>
            <a:ahLst/>
            <a:cxnLst/>
            <a:rect l="l" t="t" r="r" b="b"/>
            <a:pathLst>
              <a:path w="11973" h="11815" extrusionOk="0">
                <a:moveTo>
                  <a:pt x="5986" y="631"/>
                </a:moveTo>
                <a:cubicBezTo>
                  <a:pt x="6396" y="631"/>
                  <a:pt x="6711" y="946"/>
                  <a:pt x="6711" y="1324"/>
                </a:cubicBezTo>
                <a:cubicBezTo>
                  <a:pt x="6711" y="1733"/>
                  <a:pt x="6396" y="2048"/>
                  <a:pt x="5986" y="2048"/>
                </a:cubicBezTo>
                <a:cubicBezTo>
                  <a:pt x="5608" y="2048"/>
                  <a:pt x="5293" y="1733"/>
                  <a:pt x="5293" y="1324"/>
                </a:cubicBezTo>
                <a:cubicBezTo>
                  <a:pt x="5293" y="946"/>
                  <a:pt x="5608" y="631"/>
                  <a:pt x="5986" y="631"/>
                </a:cubicBezTo>
                <a:close/>
                <a:moveTo>
                  <a:pt x="5986" y="2710"/>
                </a:moveTo>
                <a:cubicBezTo>
                  <a:pt x="6931" y="2710"/>
                  <a:pt x="7719" y="3498"/>
                  <a:pt x="7719" y="4443"/>
                </a:cubicBezTo>
                <a:lnTo>
                  <a:pt x="7719" y="4789"/>
                </a:lnTo>
                <a:lnTo>
                  <a:pt x="4253" y="4789"/>
                </a:lnTo>
                <a:lnTo>
                  <a:pt x="4253" y="4443"/>
                </a:lnTo>
                <a:cubicBezTo>
                  <a:pt x="4253" y="3498"/>
                  <a:pt x="5041" y="2710"/>
                  <a:pt x="5986" y="2710"/>
                </a:cubicBezTo>
                <a:close/>
                <a:moveTo>
                  <a:pt x="3245" y="6900"/>
                </a:moveTo>
                <a:cubicBezTo>
                  <a:pt x="3623" y="6900"/>
                  <a:pt x="3938" y="7215"/>
                  <a:pt x="3938" y="7593"/>
                </a:cubicBezTo>
                <a:cubicBezTo>
                  <a:pt x="3938" y="8003"/>
                  <a:pt x="3623" y="8318"/>
                  <a:pt x="3245" y="8318"/>
                </a:cubicBezTo>
                <a:cubicBezTo>
                  <a:pt x="2836" y="8255"/>
                  <a:pt x="2521" y="7940"/>
                  <a:pt x="2521" y="7593"/>
                </a:cubicBezTo>
                <a:cubicBezTo>
                  <a:pt x="2521" y="7215"/>
                  <a:pt x="2836" y="6900"/>
                  <a:pt x="3245" y="6900"/>
                </a:cubicBezTo>
                <a:close/>
                <a:moveTo>
                  <a:pt x="8759" y="6900"/>
                </a:moveTo>
                <a:cubicBezTo>
                  <a:pt x="9137" y="6900"/>
                  <a:pt x="9452" y="7215"/>
                  <a:pt x="9452" y="7593"/>
                </a:cubicBezTo>
                <a:cubicBezTo>
                  <a:pt x="9452" y="8003"/>
                  <a:pt x="9137" y="8318"/>
                  <a:pt x="8759" y="8318"/>
                </a:cubicBezTo>
                <a:cubicBezTo>
                  <a:pt x="8349" y="8318"/>
                  <a:pt x="8034" y="7940"/>
                  <a:pt x="8034" y="7593"/>
                </a:cubicBezTo>
                <a:cubicBezTo>
                  <a:pt x="8034" y="7215"/>
                  <a:pt x="8349" y="6900"/>
                  <a:pt x="8759" y="6900"/>
                </a:cubicBezTo>
                <a:close/>
                <a:moveTo>
                  <a:pt x="10365" y="5545"/>
                </a:moveTo>
                <a:cubicBezTo>
                  <a:pt x="10523" y="5545"/>
                  <a:pt x="10680" y="5672"/>
                  <a:pt x="10712" y="5829"/>
                </a:cubicBezTo>
                <a:lnTo>
                  <a:pt x="11216" y="8570"/>
                </a:lnTo>
                <a:cubicBezTo>
                  <a:pt x="11247" y="8790"/>
                  <a:pt x="11027" y="8980"/>
                  <a:pt x="10838" y="8980"/>
                </a:cubicBezTo>
                <a:lnTo>
                  <a:pt x="10460" y="8980"/>
                </a:lnTo>
                <a:cubicBezTo>
                  <a:pt x="10239" y="8790"/>
                  <a:pt x="10019" y="8633"/>
                  <a:pt x="9767" y="8507"/>
                </a:cubicBezTo>
                <a:cubicBezTo>
                  <a:pt x="10019" y="8255"/>
                  <a:pt x="10145" y="7940"/>
                  <a:pt x="10145" y="7562"/>
                </a:cubicBezTo>
                <a:cubicBezTo>
                  <a:pt x="10145" y="6806"/>
                  <a:pt x="9515" y="6176"/>
                  <a:pt x="8759" y="6176"/>
                </a:cubicBezTo>
                <a:cubicBezTo>
                  <a:pt x="8002" y="6176"/>
                  <a:pt x="7372" y="6806"/>
                  <a:pt x="7372" y="7562"/>
                </a:cubicBezTo>
                <a:cubicBezTo>
                  <a:pt x="7372" y="7908"/>
                  <a:pt x="7498" y="8223"/>
                  <a:pt x="7719" y="8507"/>
                </a:cubicBezTo>
                <a:cubicBezTo>
                  <a:pt x="7498" y="8633"/>
                  <a:pt x="7246" y="8790"/>
                  <a:pt x="7057" y="8980"/>
                </a:cubicBezTo>
                <a:lnTo>
                  <a:pt x="4883" y="8980"/>
                </a:lnTo>
                <a:cubicBezTo>
                  <a:pt x="4694" y="8790"/>
                  <a:pt x="4442" y="8633"/>
                  <a:pt x="4222" y="8507"/>
                </a:cubicBezTo>
                <a:cubicBezTo>
                  <a:pt x="4474" y="8255"/>
                  <a:pt x="4568" y="7940"/>
                  <a:pt x="4568" y="7562"/>
                </a:cubicBezTo>
                <a:cubicBezTo>
                  <a:pt x="4568" y="6806"/>
                  <a:pt x="3938" y="6176"/>
                  <a:pt x="3214" y="6176"/>
                </a:cubicBezTo>
                <a:cubicBezTo>
                  <a:pt x="2458" y="6176"/>
                  <a:pt x="1828" y="6806"/>
                  <a:pt x="1828" y="7562"/>
                </a:cubicBezTo>
                <a:cubicBezTo>
                  <a:pt x="1828" y="7908"/>
                  <a:pt x="1954" y="8223"/>
                  <a:pt x="2174" y="8507"/>
                </a:cubicBezTo>
                <a:cubicBezTo>
                  <a:pt x="1922" y="8633"/>
                  <a:pt x="1701" y="8790"/>
                  <a:pt x="1512" y="8980"/>
                </a:cubicBezTo>
                <a:lnTo>
                  <a:pt x="1103" y="8980"/>
                </a:lnTo>
                <a:cubicBezTo>
                  <a:pt x="882" y="8980"/>
                  <a:pt x="725" y="8790"/>
                  <a:pt x="756" y="8570"/>
                </a:cubicBezTo>
                <a:lnTo>
                  <a:pt x="1260" y="5829"/>
                </a:lnTo>
                <a:cubicBezTo>
                  <a:pt x="1323" y="5672"/>
                  <a:pt x="1418" y="5545"/>
                  <a:pt x="1638" y="5545"/>
                </a:cubicBezTo>
                <a:close/>
                <a:moveTo>
                  <a:pt x="3214" y="8948"/>
                </a:moveTo>
                <a:cubicBezTo>
                  <a:pt x="4127" y="8948"/>
                  <a:pt x="4915" y="9736"/>
                  <a:pt x="4915" y="10712"/>
                </a:cubicBezTo>
                <a:lnTo>
                  <a:pt x="4915" y="11059"/>
                </a:lnTo>
                <a:lnTo>
                  <a:pt x="1481" y="11059"/>
                </a:lnTo>
                <a:lnTo>
                  <a:pt x="1481" y="10712"/>
                </a:lnTo>
                <a:cubicBezTo>
                  <a:pt x="1481" y="9736"/>
                  <a:pt x="2269" y="8948"/>
                  <a:pt x="3214" y="8948"/>
                </a:cubicBezTo>
                <a:close/>
                <a:moveTo>
                  <a:pt x="8759" y="8948"/>
                </a:moveTo>
                <a:cubicBezTo>
                  <a:pt x="9704" y="8948"/>
                  <a:pt x="10491" y="9736"/>
                  <a:pt x="10491" y="10712"/>
                </a:cubicBezTo>
                <a:lnTo>
                  <a:pt x="10491" y="11059"/>
                </a:lnTo>
                <a:lnTo>
                  <a:pt x="7026" y="11059"/>
                </a:lnTo>
                <a:lnTo>
                  <a:pt x="7026" y="10712"/>
                </a:lnTo>
                <a:cubicBezTo>
                  <a:pt x="7026" y="9736"/>
                  <a:pt x="7813" y="8948"/>
                  <a:pt x="8759" y="8948"/>
                </a:cubicBezTo>
                <a:close/>
                <a:moveTo>
                  <a:pt x="5986" y="1"/>
                </a:moveTo>
                <a:cubicBezTo>
                  <a:pt x="5262" y="1"/>
                  <a:pt x="4631" y="631"/>
                  <a:pt x="4631" y="1387"/>
                </a:cubicBezTo>
                <a:cubicBezTo>
                  <a:pt x="4631" y="1733"/>
                  <a:pt x="4726" y="2048"/>
                  <a:pt x="4978" y="2269"/>
                </a:cubicBezTo>
                <a:cubicBezTo>
                  <a:pt x="4127" y="2679"/>
                  <a:pt x="3592" y="3498"/>
                  <a:pt x="3592" y="4474"/>
                </a:cubicBezTo>
                <a:lnTo>
                  <a:pt x="3592" y="4852"/>
                </a:lnTo>
                <a:lnTo>
                  <a:pt x="1670" y="4852"/>
                </a:lnTo>
                <a:cubicBezTo>
                  <a:pt x="1166" y="4852"/>
                  <a:pt x="725" y="5199"/>
                  <a:pt x="630" y="5703"/>
                </a:cubicBezTo>
                <a:lnTo>
                  <a:pt x="126" y="8475"/>
                </a:lnTo>
                <a:cubicBezTo>
                  <a:pt x="0" y="9043"/>
                  <a:pt x="473" y="9610"/>
                  <a:pt x="1071" y="9673"/>
                </a:cubicBezTo>
                <a:cubicBezTo>
                  <a:pt x="914" y="9988"/>
                  <a:pt x="819" y="10366"/>
                  <a:pt x="819" y="10744"/>
                </a:cubicBezTo>
                <a:lnTo>
                  <a:pt x="819" y="11468"/>
                </a:lnTo>
                <a:cubicBezTo>
                  <a:pt x="819" y="11657"/>
                  <a:pt x="977" y="11815"/>
                  <a:pt x="1197" y="11815"/>
                </a:cubicBezTo>
                <a:lnTo>
                  <a:pt x="5356" y="11815"/>
                </a:lnTo>
                <a:cubicBezTo>
                  <a:pt x="5545" y="11815"/>
                  <a:pt x="5703" y="11657"/>
                  <a:pt x="5703" y="11468"/>
                </a:cubicBezTo>
                <a:lnTo>
                  <a:pt x="5703" y="10744"/>
                </a:lnTo>
                <a:cubicBezTo>
                  <a:pt x="5703" y="10366"/>
                  <a:pt x="5640" y="9988"/>
                  <a:pt x="5482" y="9673"/>
                </a:cubicBezTo>
                <a:lnTo>
                  <a:pt x="6648" y="9673"/>
                </a:lnTo>
                <a:cubicBezTo>
                  <a:pt x="6490" y="9988"/>
                  <a:pt x="6427" y="10366"/>
                  <a:pt x="6427" y="10744"/>
                </a:cubicBezTo>
                <a:lnTo>
                  <a:pt x="6427" y="11468"/>
                </a:lnTo>
                <a:cubicBezTo>
                  <a:pt x="6427" y="11657"/>
                  <a:pt x="6585" y="11815"/>
                  <a:pt x="6774" y="11815"/>
                </a:cubicBezTo>
                <a:lnTo>
                  <a:pt x="10838" y="11815"/>
                </a:lnTo>
                <a:cubicBezTo>
                  <a:pt x="11027" y="11815"/>
                  <a:pt x="11184" y="11657"/>
                  <a:pt x="11184" y="11468"/>
                </a:cubicBezTo>
                <a:lnTo>
                  <a:pt x="11184" y="10744"/>
                </a:lnTo>
                <a:cubicBezTo>
                  <a:pt x="11184" y="10366"/>
                  <a:pt x="11121" y="9988"/>
                  <a:pt x="10964" y="9673"/>
                </a:cubicBezTo>
                <a:cubicBezTo>
                  <a:pt x="11563" y="9610"/>
                  <a:pt x="11972" y="9043"/>
                  <a:pt x="11878" y="8475"/>
                </a:cubicBezTo>
                <a:lnTo>
                  <a:pt x="11342" y="5703"/>
                </a:lnTo>
                <a:cubicBezTo>
                  <a:pt x="11279" y="5199"/>
                  <a:pt x="10838" y="4852"/>
                  <a:pt x="10334" y="4852"/>
                </a:cubicBezTo>
                <a:lnTo>
                  <a:pt x="8412" y="4852"/>
                </a:lnTo>
                <a:lnTo>
                  <a:pt x="8412" y="4474"/>
                </a:lnTo>
                <a:cubicBezTo>
                  <a:pt x="8412" y="3498"/>
                  <a:pt x="7845" y="2679"/>
                  <a:pt x="7026" y="2269"/>
                </a:cubicBezTo>
                <a:cubicBezTo>
                  <a:pt x="7246" y="2048"/>
                  <a:pt x="7372" y="1733"/>
                  <a:pt x="7372" y="1387"/>
                </a:cubicBezTo>
                <a:cubicBezTo>
                  <a:pt x="7372" y="631"/>
                  <a:pt x="6742" y="1"/>
                  <a:pt x="59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6" name="Google Shape;15816;p83"/>
          <p:cNvSpPr/>
          <p:nvPr/>
        </p:nvSpPr>
        <p:spPr>
          <a:xfrm>
            <a:off x="10693461" y="3865161"/>
            <a:ext cx="298672" cy="462207"/>
          </a:xfrm>
          <a:custGeom>
            <a:avLst/>
            <a:gdLst/>
            <a:ahLst/>
            <a:cxnLst/>
            <a:rect l="l" t="t" r="r" b="b"/>
            <a:pathLst>
              <a:path w="7594" h="11752" extrusionOk="0">
                <a:moveTo>
                  <a:pt x="6585" y="662"/>
                </a:moveTo>
                <a:cubicBezTo>
                  <a:pt x="6774" y="662"/>
                  <a:pt x="6932" y="819"/>
                  <a:pt x="6932" y="1008"/>
                </a:cubicBezTo>
                <a:cubicBezTo>
                  <a:pt x="6932" y="1197"/>
                  <a:pt x="6774" y="1355"/>
                  <a:pt x="6585" y="1355"/>
                </a:cubicBezTo>
                <a:lnTo>
                  <a:pt x="1040" y="1355"/>
                </a:lnTo>
                <a:cubicBezTo>
                  <a:pt x="820" y="1355"/>
                  <a:pt x="662" y="1197"/>
                  <a:pt x="662" y="1008"/>
                </a:cubicBezTo>
                <a:cubicBezTo>
                  <a:pt x="662" y="819"/>
                  <a:pt x="820" y="662"/>
                  <a:pt x="1040" y="662"/>
                </a:cubicBezTo>
                <a:close/>
                <a:moveTo>
                  <a:pt x="6175" y="2048"/>
                </a:moveTo>
                <a:lnTo>
                  <a:pt x="6175" y="2867"/>
                </a:lnTo>
                <a:cubicBezTo>
                  <a:pt x="5435" y="3277"/>
                  <a:pt x="4600" y="3481"/>
                  <a:pt x="3765" y="3481"/>
                </a:cubicBezTo>
                <a:cubicBezTo>
                  <a:pt x="2930" y="3481"/>
                  <a:pt x="2096" y="3277"/>
                  <a:pt x="1355" y="2867"/>
                </a:cubicBezTo>
                <a:lnTo>
                  <a:pt x="1355" y="2048"/>
                </a:lnTo>
                <a:close/>
                <a:moveTo>
                  <a:pt x="1418" y="3686"/>
                </a:moveTo>
                <a:lnTo>
                  <a:pt x="1418" y="3686"/>
                </a:lnTo>
                <a:cubicBezTo>
                  <a:pt x="2174" y="4001"/>
                  <a:pt x="2962" y="4190"/>
                  <a:pt x="3781" y="4190"/>
                </a:cubicBezTo>
                <a:cubicBezTo>
                  <a:pt x="4600" y="4190"/>
                  <a:pt x="5388" y="4033"/>
                  <a:pt x="6144" y="3686"/>
                </a:cubicBezTo>
                <a:lnTo>
                  <a:pt x="6144" y="3686"/>
                </a:lnTo>
                <a:cubicBezTo>
                  <a:pt x="5860" y="4757"/>
                  <a:pt x="4915" y="5545"/>
                  <a:pt x="3781" y="5545"/>
                </a:cubicBezTo>
                <a:cubicBezTo>
                  <a:pt x="2647" y="5545"/>
                  <a:pt x="1702" y="4757"/>
                  <a:pt x="1418" y="3686"/>
                </a:cubicBezTo>
                <a:close/>
                <a:moveTo>
                  <a:pt x="3435" y="6238"/>
                </a:moveTo>
                <a:lnTo>
                  <a:pt x="3435" y="7813"/>
                </a:lnTo>
                <a:lnTo>
                  <a:pt x="1544" y="9704"/>
                </a:lnTo>
                <a:lnTo>
                  <a:pt x="1355" y="9704"/>
                </a:lnTo>
                <a:lnTo>
                  <a:pt x="1355" y="8695"/>
                </a:lnTo>
                <a:cubicBezTo>
                  <a:pt x="1355" y="7467"/>
                  <a:pt x="2237" y="6427"/>
                  <a:pt x="3435" y="6238"/>
                </a:cubicBezTo>
                <a:close/>
                <a:moveTo>
                  <a:pt x="3781" y="8443"/>
                </a:moveTo>
                <a:lnTo>
                  <a:pt x="5041" y="9704"/>
                </a:lnTo>
                <a:lnTo>
                  <a:pt x="2552" y="9704"/>
                </a:lnTo>
                <a:lnTo>
                  <a:pt x="3781" y="8443"/>
                </a:lnTo>
                <a:close/>
                <a:moveTo>
                  <a:pt x="4128" y="6238"/>
                </a:moveTo>
                <a:cubicBezTo>
                  <a:pt x="5325" y="6396"/>
                  <a:pt x="6207" y="7435"/>
                  <a:pt x="6207" y="8695"/>
                </a:cubicBezTo>
                <a:lnTo>
                  <a:pt x="6207" y="9704"/>
                </a:lnTo>
                <a:lnTo>
                  <a:pt x="6018" y="9704"/>
                </a:lnTo>
                <a:lnTo>
                  <a:pt x="4128" y="7813"/>
                </a:lnTo>
                <a:lnTo>
                  <a:pt x="4128" y="6238"/>
                </a:lnTo>
                <a:close/>
                <a:moveTo>
                  <a:pt x="6553" y="10397"/>
                </a:moveTo>
                <a:cubicBezTo>
                  <a:pt x="6743" y="10428"/>
                  <a:pt x="6900" y="10586"/>
                  <a:pt x="6900" y="10743"/>
                </a:cubicBezTo>
                <a:cubicBezTo>
                  <a:pt x="6900" y="10932"/>
                  <a:pt x="6743" y="11090"/>
                  <a:pt x="6553" y="11090"/>
                </a:cubicBezTo>
                <a:lnTo>
                  <a:pt x="977" y="11090"/>
                </a:lnTo>
                <a:cubicBezTo>
                  <a:pt x="788" y="11090"/>
                  <a:pt x="631" y="10932"/>
                  <a:pt x="631" y="10743"/>
                </a:cubicBezTo>
                <a:cubicBezTo>
                  <a:pt x="631" y="10554"/>
                  <a:pt x="788" y="10397"/>
                  <a:pt x="977" y="10397"/>
                </a:cubicBezTo>
                <a:close/>
                <a:moveTo>
                  <a:pt x="1009" y="0"/>
                </a:moveTo>
                <a:cubicBezTo>
                  <a:pt x="442" y="0"/>
                  <a:pt x="0" y="473"/>
                  <a:pt x="0" y="1008"/>
                </a:cubicBezTo>
                <a:cubicBezTo>
                  <a:pt x="0" y="1449"/>
                  <a:pt x="284" y="1827"/>
                  <a:pt x="694" y="1985"/>
                </a:cubicBezTo>
                <a:lnTo>
                  <a:pt x="694" y="3088"/>
                </a:lnTo>
                <a:cubicBezTo>
                  <a:pt x="694" y="4316"/>
                  <a:pt x="1387" y="5356"/>
                  <a:pt x="2395" y="5860"/>
                </a:cubicBezTo>
                <a:cubicBezTo>
                  <a:pt x="1387" y="6364"/>
                  <a:pt x="694" y="7435"/>
                  <a:pt x="694" y="8664"/>
                </a:cubicBezTo>
                <a:lnTo>
                  <a:pt x="694" y="9767"/>
                </a:lnTo>
                <a:cubicBezTo>
                  <a:pt x="316" y="9924"/>
                  <a:pt x="0" y="10271"/>
                  <a:pt x="0" y="10743"/>
                </a:cubicBezTo>
                <a:cubicBezTo>
                  <a:pt x="0" y="11342"/>
                  <a:pt x="473" y="11751"/>
                  <a:pt x="1009" y="11751"/>
                </a:cubicBezTo>
                <a:lnTo>
                  <a:pt x="6585" y="11751"/>
                </a:lnTo>
                <a:cubicBezTo>
                  <a:pt x="7152" y="11751"/>
                  <a:pt x="7593" y="11279"/>
                  <a:pt x="7593" y="10743"/>
                </a:cubicBezTo>
                <a:cubicBezTo>
                  <a:pt x="7593" y="10302"/>
                  <a:pt x="7310" y="9924"/>
                  <a:pt x="6900" y="9767"/>
                </a:cubicBezTo>
                <a:lnTo>
                  <a:pt x="6900" y="8664"/>
                </a:lnTo>
                <a:cubicBezTo>
                  <a:pt x="6900" y="7435"/>
                  <a:pt x="6207" y="6364"/>
                  <a:pt x="5199" y="5860"/>
                </a:cubicBezTo>
                <a:cubicBezTo>
                  <a:pt x="6207" y="5387"/>
                  <a:pt x="6900" y="4316"/>
                  <a:pt x="6900" y="3088"/>
                </a:cubicBezTo>
                <a:lnTo>
                  <a:pt x="6900" y="1985"/>
                </a:lnTo>
                <a:cubicBezTo>
                  <a:pt x="7278" y="1827"/>
                  <a:pt x="7593" y="1481"/>
                  <a:pt x="7593" y="1008"/>
                </a:cubicBezTo>
                <a:cubicBezTo>
                  <a:pt x="7593" y="410"/>
                  <a:pt x="7121" y="0"/>
                  <a:pt x="65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7" name="Google Shape;15817;p83"/>
          <p:cNvSpPr/>
          <p:nvPr/>
        </p:nvSpPr>
        <p:spPr>
          <a:xfrm>
            <a:off x="7080487" y="2042573"/>
            <a:ext cx="468381" cy="465943"/>
          </a:xfrm>
          <a:custGeom>
            <a:avLst/>
            <a:gdLst/>
            <a:ahLst/>
            <a:cxnLst/>
            <a:rect l="l" t="t" r="r" b="b"/>
            <a:pathLst>
              <a:path w="11909" h="11847" extrusionOk="0">
                <a:moveTo>
                  <a:pt x="3560" y="2647"/>
                </a:moveTo>
                <a:lnTo>
                  <a:pt x="3560" y="3561"/>
                </a:lnTo>
                <a:lnTo>
                  <a:pt x="2615" y="3561"/>
                </a:lnTo>
                <a:lnTo>
                  <a:pt x="3560" y="2647"/>
                </a:lnTo>
                <a:close/>
                <a:moveTo>
                  <a:pt x="6616" y="4222"/>
                </a:moveTo>
                <a:cubicBezTo>
                  <a:pt x="7971" y="4285"/>
                  <a:pt x="9074" y="5325"/>
                  <a:pt x="9074" y="6680"/>
                </a:cubicBezTo>
                <a:cubicBezTo>
                  <a:pt x="9074" y="8003"/>
                  <a:pt x="7971" y="9106"/>
                  <a:pt x="6616" y="9106"/>
                </a:cubicBezTo>
                <a:cubicBezTo>
                  <a:pt x="5293" y="9106"/>
                  <a:pt x="4190" y="8003"/>
                  <a:pt x="4190" y="6680"/>
                </a:cubicBezTo>
                <a:cubicBezTo>
                  <a:pt x="4190" y="5325"/>
                  <a:pt x="5293" y="4222"/>
                  <a:pt x="6616" y="4222"/>
                </a:cubicBezTo>
                <a:close/>
                <a:moveTo>
                  <a:pt x="7687" y="757"/>
                </a:moveTo>
                <a:lnTo>
                  <a:pt x="7687" y="1513"/>
                </a:lnTo>
                <a:lnTo>
                  <a:pt x="3875" y="1513"/>
                </a:lnTo>
                <a:cubicBezTo>
                  <a:pt x="3781" y="1513"/>
                  <a:pt x="3655" y="1544"/>
                  <a:pt x="3623" y="1639"/>
                </a:cubicBezTo>
                <a:lnTo>
                  <a:pt x="1512" y="3718"/>
                </a:lnTo>
                <a:cubicBezTo>
                  <a:pt x="1418" y="3813"/>
                  <a:pt x="1386" y="3876"/>
                  <a:pt x="1386" y="3939"/>
                </a:cubicBezTo>
                <a:lnTo>
                  <a:pt x="1386" y="9862"/>
                </a:lnTo>
                <a:lnTo>
                  <a:pt x="662" y="9862"/>
                </a:lnTo>
                <a:lnTo>
                  <a:pt x="662" y="757"/>
                </a:lnTo>
                <a:close/>
                <a:moveTo>
                  <a:pt x="8380" y="2175"/>
                </a:moveTo>
                <a:lnTo>
                  <a:pt x="8380" y="4128"/>
                </a:lnTo>
                <a:cubicBezTo>
                  <a:pt x="7876" y="3813"/>
                  <a:pt x="7278" y="3592"/>
                  <a:pt x="6648" y="3592"/>
                </a:cubicBezTo>
                <a:cubicBezTo>
                  <a:pt x="4915" y="3592"/>
                  <a:pt x="3560" y="5010"/>
                  <a:pt x="3560" y="6711"/>
                </a:cubicBezTo>
                <a:cubicBezTo>
                  <a:pt x="3560" y="8444"/>
                  <a:pt x="4946" y="9830"/>
                  <a:pt x="6648" y="9830"/>
                </a:cubicBezTo>
                <a:cubicBezTo>
                  <a:pt x="7120" y="9830"/>
                  <a:pt x="7593" y="9704"/>
                  <a:pt x="8002" y="9515"/>
                </a:cubicBezTo>
                <a:lnTo>
                  <a:pt x="8380" y="9893"/>
                </a:lnTo>
                <a:lnTo>
                  <a:pt x="8380" y="10492"/>
                </a:lnTo>
                <a:lnTo>
                  <a:pt x="2079" y="10492"/>
                </a:lnTo>
                <a:lnTo>
                  <a:pt x="2079" y="4285"/>
                </a:lnTo>
                <a:lnTo>
                  <a:pt x="3875" y="4285"/>
                </a:lnTo>
                <a:cubicBezTo>
                  <a:pt x="4064" y="4285"/>
                  <a:pt x="4222" y="4128"/>
                  <a:pt x="4222" y="3907"/>
                </a:cubicBezTo>
                <a:lnTo>
                  <a:pt x="4222" y="2175"/>
                </a:lnTo>
                <a:close/>
                <a:moveTo>
                  <a:pt x="9074" y="8633"/>
                </a:moveTo>
                <a:lnTo>
                  <a:pt x="11027" y="10618"/>
                </a:lnTo>
                <a:cubicBezTo>
                  <a:pt x="11153" y="10744"/>
                  <a:pt x="11153" y="10964"/>
                  <a:pt x="11027" y="11090"/>
                </a:cubicBezTo>
                <a:cubicBezTo>
                  <a:pt x="10964" y="11153"/>
                  <a:pt x="10877" y="11185"/>
                  <a:pt x="10791" y="11185"/>
                </a:cubicBezTo>
                <a:cubicBezTo>
                  <a:pt x="10704" y="11185"/>
                  <a:pt x="10617" y="11153"/>
                  <a:pt x="10554" y="11090"/>
                </a:cubicBezTo>
                <a:lnTo>
                  <a:pt x="8601" y="9106"/>
                </a:lnTo>
                <a:cubicBezTo>
                  <a:pt x="8790" y="9011"/>
                  <a:pt x="8948" y="8791"/>
                  <a:pt x="9074" y="8633"/>
                </a:cubicBezTo>
                <a:close/>
                <a:moveTo>
                  <a:pt x="347" y="1"/>
                </a:moveTo>
                <a:cubicBezTo>
                  <a:pt x="158" y="1"/>
                  <a:pt x="0" y="190"/>
                  <a:pt x="0" y="379"/>
                </a:cubicBezTo>
                <a:lnTo>
                  <a:pt x="0" y="10145"/>
                </a:lnTo>
                <a:cubicBezTo>
                  <a:pt x="0" y="10334"/>
                  <a:pt x="158" y="10492"/>
                  <a:pt x="347" y="10492"/>
                </a:cubicBezTo>
                <a:lnTo>
                  <a:pt x="1386" y="10492"/>
                </a:lnTo>
                <a:lnTo>
                  <a:pt x="1386" y="10838"/>
                </a:lnTo>
                <a:cubicBezTo>
                  <a:pt x="1386" y="11059"/>
                  <a:pt x="1544" y="11216"/>
                  <a:pt x="1733" y="11216"/>
                </a:cubicBezTo>
                <a:lnTo>
                  <a:pt x="8695" y="11216"/>
                </a:lnTo>
                <a:cubicBezTo>
                  <a:pt x="8916" y="11216"/>
                  <a:pt x="9074" y="11059"/>
                  <a:pt x="9074" y="10838"/>
                </a:cubicBezTo>
                <a:lnTo>
                  <a:pt x="9074" y="10586"/>
                </a:lnTo>
                <a:lnTo>
                  <a:pt x="10050" y="11563"/>
                </a:lnTo>
                <a:cubicBezTo>
                  <a:pt x="10239" y="11752"/>
                  <a:pt x="10507" y="11847"/>
                  <a:pt x="10775" y="11847"/>
                </a:cubicBezTo>
                <a:cubicBezTo>
                  <a:pt x="11043" y="11847"/>
                  <a:pt x="11310" y="11752"/>
                  <a:pt x="11499" y="11563"/>
                </a:cubicBezTo>
                <a:cubicBezTo>
                  <a:pt x="11909" y="11153"/>
                  <a:pt x="11909" y="10492"/>
                  <a:pt x="11499" y="10114"/>
                </a:cubicBezTo>
                <a:lnTo>
                  <a:pt x="9420" y="8003"/>
                </a:lnTo>
                <a:cubicBezTo>
                  <a:pt x="9609" y="7625"/>
                  <a:pt x="9735" y="7152"/>
                  <a:pt x="9735" y="6680"/>
                </a:cubicBezTo>
                <a:cubicBezTo>
                  <a:pt x="9735" y="5924"/>
                  <a:pt x="9452" y="5262"/>
                  <a:pt x="9011" y="4695"/>
                </a:cubicBezTo>
                <a:lnTo>
                  <a:pt x="9011" y="1828"/>
                </a:lnTo>
                <a:cubicBezTo>
                  <a:pt x="9011" y="1639"/>
                  <a:pt x="8853" y="1481"/>
                  <a:pt x="8664" y="1481"/>
                </a:cubicBezTo>
                <a:lnTo>
                  <a:pt x="8317" y="1481"/>
                </a:lnTo>
                <a:lnTo>
                  <a:pt x="8317" y="379"/>
                </a:lnTo>
                <a:cubicBezTo>
                  <a:pt x="8317" y="190"/>
                  <a:pt x="8160" y="1"/>
                  <a:pt x="79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18" name="Google Shape;15818;p83"/>
          <p:cNvGrpSpPr/>
          <p:nvPr/>
        </p:nvGrpSpPr>
        <p:grpSpPr>
          <a:xfrm>
            <a:off x="7079895" y="2645233"/>
            <a:ext cx="469640" cy="464723"/>
            <a:chOff x="1049375" y="2318350"/>
            <a:chExt cx="298525" cy="295400"/>
          </a:xfrm>
        </p:grpSpPr>
        <p:sp>
          <p:nvSpPr>
            <p:cNvPr id="15819" name="Google Shape;15819;p83"/>
            <p:cNvSpPr/>
            <p:nvPr/>
          </p:nvSpPr>
          <p:spPr>
            <a:xfrm>
              <a:off x="1101350" y="2492325"/>
              <a:ext cx="70125" cy="50525"/>
            </a:xfrm>
            <a:custGeom>
              <a:avLst/>
              <a:gdLst/>
              <a:ahLst/>
              <a:cxnLst/>
              <a:rect l="l" t="t" r="r" b="b"/>
              <a:pathLst>
                <a:path w="2805" h="2021" extrusionOk="0">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0" name="Google Shape;15820;p83"/>
            <p:cNvSpPr/>
            <p:nvPr/>
          </p:nvSpPr>
          <p:spPr>
            <a:xfrm>
              <a:off x="1101350" y="2440525"/>
              <a:ext cx="70125" cy="51150"/>
            </a:xfrm>
            <a:custGeom>
              <a:avLst/>
              <a:gdLst/>
              <a:ahLst/>
              <a:cxnLst/>
              <a:rect l="l" t="t" r="r" b="b"/>
              <a:pathLst>
                <a:path w="2805" h="2046" extrusionOk="0">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1" name="Google Shape;15821;p83"/>
            <p:cNvSpPr/>
            <p:nvPr/>
          </p:nvSpPr>
          <p:spPr>
            <a:xfrm>
              <a:off x="1101350" y="2388550"/>
              <a:ext cx="70125" cy="51125"/>
            </a:xfrm>
            <a:custGeom>
              <a:avLst/>
              <a:gdLst/>
              <a:ahLst/>
              <a:cxnLst/>
              <a:rect l="l" t="t" r="r" b="b"/>
              <a:pathLst>
                <a:path w="2805" h="2045" extrusionOk="0">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2" name="Google Shape;15822;p83"/>
            <p:cNvSpPr/>
            <p:nvPr/>
          </p:nvSpPr>
          <p:spPr>
            <a:xfrm>
              <a:off x="1049375" y="2318350"/>
              <a:ext cx="298525" cy="295400"/>
            </a:xfrm>
            <a:custGeom>
              <a:avLst/>
              <a:gdLst/>
              <a:ahLst/>
              <a:cxnLst/>
              <a:rect l="l" t="t" r="r" b="b"/>
              <a:pathLst>
                <a:path w="11941" h="11816" extrusionOk="0">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23" name="Google Shape;15823;p83"/>
          <p:cNvGrpSpPr/>
          <p:nvPr/>
        </p:nvGrpSpPr>
        <p:grpSpPr>
          <a:xfrm>
            <a:off x="7080524" y="3232502"/>
            <a:ext cx="468381" cy="468381"/>
            <a:chOff x="1049375" y="2680675"/>
            <a:chExt cx="297725" cy="297725"/>
          </a:xfrm>
        </p:grpSpPr>
        <p:sp>
          <p:nvSpPr>
            <p:cNvPr id="15824" name="Google Shape;15824;p83"/>
            <p:cNvSpPr/>
            <p:nvPr/>
          </p:nvSpPr>
          <p:spPr>
            <a:xfrm>
              <a:off x="1113175" y="2752350"/>
              <a:ext cx="161475" cy="155975"/>
            </a:xfrm>
            <a:custGeom>
              <a:avLst/>
              <a:gdLst/>
              <a:ahLst/>
              <a:cxnLst/>
              <a:rect l="l" t="t" r="r" b="b"/>
              <a:pathLst>
                <a:path w="6459" h="6239" extrusionOk="0">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5" name="Google Shape;15825;p83"/>
            <p:cNvSpPr/>
            <p:nvPr/>
          </p:nvSpPr>
          <p:spPr>
            <a:xfrm>
              <a:off x="1049375" y="2680675"/>
              <a:ext cx="297725" cy="297725"/>
            </a:xfrm>
            <a:custGeom>
              <a:avLst/>
              <a:gdLst/>
              <a:ahLst/>
              <a:cxnLst/>
              <a:rect l="l" t="t" r="r" b="b"/>
              <a:pathLst>
                <a:path w="11909" h="11909" extrusionOk="0">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26" name="Google Shape;15826;p83"/>
          <p:cNvGrpSpPr/>
          <p:nvPr/>
        </p:nvGrpSpPr>
        <p:grpSpPr>
          <a:xfrm>
            <a:off x="10031794" y="2043231"/>
            <a:ext cx="464684" cy="464723"/>
            <a:chOff x="2872725" y="1954475"/>
            <a:chExt cx="295375" cy="295400"/>
          </a:xfrm>
        </p:grpSpPr>
        <p:sp>
          <p:nvSpPr>
            <p:cNvPr id="15827" name="Google Shape;15827;p83"/>
            <p:cNvSpPr/>
            <p:nvPr/>
          </p:nvSpPr>
          <p:spPr>
            <a:xfrm>
              <a:off x="2959350" y="1954475"/>
              <a:ext cx="122100" cy="139450"/>
            </a:xfrm>
            <a:custGeom>
              <a:avLst/>
              <a:gdLst/>
              <a:ahLst/>
              <a:cxnLst/>
              <a:rect l="l" t="t" r="r" b="b"/>
              <a:pathLst>
                <a:path w="4884" h="5578" extrusionOk="0">
                  <a:moveTo>
                    <a:pt x="2395" y="694"/>
                  </a:moveTo>
                  <a:cubicBezTo>
                    <a:pt x="2805" y="694"/>
                    <a:pt x="3120" y="1009"/>
                    <a:pt x="3120" y="1418"/>
                  </a:cubicBezTo>
                  <a:cubicBezTo>
                    <a:pt x="3120" y="1797"/>
                    <a:pt x="2805" y="2112"/>
                    <a:pt x="2395" y="2112"/>
                  </a:cubicBezTo>
                  <a:cubicBezTo>
                    <a:pt x="2017" y="2112"/>
                    <a:pt x="1702" y="1797"/>
                    <a:pt x="1702" y="1418"/>
                  </a:cubicBezTo>
                  <a:cubicBezTo>
                    <a:pt x="1733" y="1009"/>
                    <a:pt x="2048" y="694"/>
                    <a:pt x="2395" y="694"/>
                  </a:cubicBezTo>
                  <a:close/>
                  <a:moveTo>
                    <a:pt x="2395" y="2742"/>
                  </a:moveTo>
                  <a:cubicBezTo>
                    <a:pt x="3340" y="2742"/>
                    <a:pt x="4128" y="3529"/>
                    <a:pt x="4128" y="4537"/>
                  </a:cubicBezTo>
                  <a:lnTo>
                    <a:pt x="4128" y="4884"/>
                  </a:lnTo>
                  <a:lnTo>
                    <a:pt x="662" y="4884"/>
                  </a:lnTo>
                  <a:lnTo>
                    <a:pt x="662" y="4537"/>
                  </a:lnTo>
                  <a:cubicBezTo>
                    <a:pt x="662" y="3529"/>
                    <a:pt x="1450" y="2742"/>
                    <a:pt x="2395" y="2742"/>
                  </a:cubicBezTo>
                  <a:close/>
                  <a:moveTo>
                    <a:pt x="2490" y="1"/>
                  </a:moveTo>
                  <a:cubicBezTo>
                    <a:pt x="1733" y="1"/>
                    <a:pt x="1103" y="631"/>
                    <a:pt x="1103" y="1387"/>
                  </a:cubicBezTo>
                  <a:cubicBezTo>
                    <a:pt x="1103" y="1734"/>
                    <a:pt x="1229" y="2049"/>
                    <a:pt x="1450" y="2332"/>
                  </a:cubicBezTo>
                  <a:cubicBezTo>
                    <a:pt x="568" y="2710"/>
                    <a:pt x="1" y="3529"/>
                    <a:pt x="1" y="4537"/>
                  </a:cubicBezTo>
                  <a:lnTo>
                    <a:pt x="1" y="5231"/>
                  </a:lnTo>
                  <a:cubicBezTo>
                    <a:pt x="1" y="5420"/>
                    <a:pt x="158" y="5577"/>
                    <a:pt x="347" y="5577"/>
                  </a:cubicBezTo>
                  <a:lnTo>
                    <a:pt x="4537" y="5577"/>
                  </a:lnTo>
                  <a:cubicBezTo>
                    <a:pt x="4726" y="5577"/>
                    <a:pt x="4884" y="5420"/>
                    <a:pt x="4884" y="5231"/>
                  </a:cubicBezTo>
                  <a:lnTo>
                    <a:pt x="4884" y="4537"/>
                  </a:lnTo>
                  <a:cubicBezTo>
                    <a:pt x="4884" y="3529"/>
                    <a:pt x="4317" y="2710"/>
                    <a:pt x="3498" y="2332"/>
                  </a:cubicBezTo>
                  <a:cubicBezTo>
                    <a:pt x="3750" y="2080"/>
                    <a:pt x="3844" y="1765"/>
                    <a:pt x="3844" y="1387"/>
                  </a:cubicBezTo>
                  <a:cubicBezTo>
                    <a:pt x="3844" y="631"/>
                    <a:pt x="3214" y="1"/>
                    <a:pt x="24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8" name="Google Shape;15828;p83"/>
            <p:cNvSpPr/>
            <p:nvPr/>
          </p:nvSpPr>
          <p:spPr>
            <a:xfrm>
              <a:off x="2906575" y="2146650"/>
              <a:ext cx="191425" cy="69350"/>
            </a:xfrm>
            <a:custGeom>
              <a:avLst/>
              <a:gdLst/>
              <a:ahLst/>
              <a:cxnLst/>
              <a:rect l="l" t="t" r="r" b="b"/>
              <a:pathLst>
                <a:path w="7657" h="2774" extrusionOk="0">
                  <a:moveTo>
                    <a:pt x="1419" y="694"/>
                  </a:moveTo>
                  <a:lnTo>
                    <a:pt x="1419" y="2080"/>
                  </a:lnTo>
                  <a:lnTo>
                    <a:pt x="694" y="2080"/>
                  </a:lnTo>
                  <a:lnTo>
                    <a:pt x="694" y="694"/>
                  </a:lnTo>
                  <a:close/>
                  <a:moveTo>
                    <a:pt x="2773" y="694"/>
                  </a:moveTo>
                  <a:lnTo>
                    <a:pt x="2773" y="2080"/>
                  </a:lnTo>
                  <a:lnTo>
                    <a:pt x="2080" y="2080"/>
                  </a:lnTo>
                  <a:lnTo>
                    <a:pt x="2080" y="694"/>
                  </a:lnTo>
                  <a:close/>
                  <a:moveTo>
                    <a:pt x="4159" y="694"/>
                  </a:moveTo>
                  <a:lnTo>
                    <a:pt x="4159" y="2080"/>
                  </a:lnTo>
                  <a:lnTo>
                    <a:pt x="3466" y="2080"/>
                  </a:lnTo>
                  <a:lnTo>
                    <a:pt x="3466" y="694"/>
                  </a:lnTo>
                  <a:close/>
                  <a:moveTo>
                    <a:pt x="6995" y="694"/>
                  </a:moveTo>
                  <a:lnTo>
                    <a:pt x="6995" y="2080"/>
                  </a:lnTo>
                  <a:lnTo>
                    <a:pt x="4884" y="2080"/>
                  </a:lnTo>
                  <a:lnTo>
                    <a:pt x="4884" y="694"/>
                  </a:lnTo>
                  <a:close/>
                  <a:moveTo>
                    <a:pt x="347" y="1"/>
                  </a:moveTo>
                  <a:cubicBezTo>
                    <a:pt x="158" y="1"/>
                    <a:pt x="1" y="158"/>
                    <a:pt x="1" y="347"/>
                  </a:cubicBezTo>
                  <a:lnTo>
                    <a:pt x="1" y="2427"/>
                  </a:lnTo>
                  <a:cubicBezTo>
                    <a:pt x="1" y="2616"/>
                    <a:pt x="158" y="2773"/>
                    <a:pt x="347" y="2773"/>
                  </a:cubicBezTo>
                  <a:lnTo>
                    <a:pt x="7310" y="2773"/>
                  </a:lnTo>
                  <a:cubicBezTo>
                    <a:pt x="7499" y="2773"/>
                    <a:pt x="7657" y="2616"/>
                    <a:pt x="7657" y="2427"/>
                  </a:cubicBezTo>
                  <a:lnTo>
                    <a:pt x="7657" y="347"/>
                  </a:lnTo>
                  <a:cubicBezTo>
                    <a:pt x="7657" y="127"/>
                    <a:pt x="7499" y="1"/>
                    <a:pt x="73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9" name="Google Shape;15829;p83"/>
            <p:cNvSpPr/>
            <p:nvPr/>
          </p:nvSpPr>
          <p:spPr>
            <a:xfrm>
              <a:off x="2872725" y="2112000"/>
              <a:ext cx="295375" cy="137875"/>
            </a:xfrm>
            <a:custGeom>
              <a:avLst/>
              <a:gdLst/>
              <a:ahLst/>
              <a:cxnLst/>
              <a:rect l="l" t="t" r="r" b="b"/>
              <a:pathLst>
                <a:path w="11815" h="5515" extrusionOk="0">
                  <a:moveTo>
                    <a:pt x="11121" y="2080"/>
                  </a:moveTo>
                  <a:lnTo>
                    <a:pt x="11121" y="3466"/>
                  </a:lnTo>
                  <a:lnTo>
                    <a:pt x="10397" y="3466"/>
                  </a:lnTo>
                  <a:lnTo>
                    <a:pt x="10397" y="2080"/>
                  </a:lnTo>
                  <a:close/>
                  <a:moveTo>
                    <a:pt x="9389" y="662"/>
                  </a:moveTo>
                  <a:cubicBezTo>
                    <a:pt x="9578" y="662"/>
                    <a:pt x="9735" y="820"/>
                    <a:pt x="9735" y="1009"/>
                  </a:cubicBezTo>
                  <a:lnTo>
                    <a:pt x="9735" y="4474"/>
                  </a:lnTo>
                  <a:cubicBezTo>
                    <a:pt x="9735" y="4663"/>
                    <a:pt x="9578" y="4852"/>
                    <a:pt x="9389" y="4852"/>
                  </a:cubicBezTo>
                  <a:lnTo>
                    <a:pt x="1040" y="4852"/>
                  </a:lnTo>
                  <a:cubicBezTo>
                    <a:pt x="819" y="4852"/>
                    <a:pt x="662" y="4663"/>
                    <a:pt x="662" y="4474"/>
                  </a:cubicBezTo>
                  <a:lnTo>
                    <a:pt x="662" y="1009"/>
                  </a:lnTo>
                  <a:cubicBezTo>
                    <a:pt x="662" y="820"/>
                    <a:pt x="819" y="662"/>
                    <a:pt x="1040" y="662"/>
                  </a:cubicBezTo>
                  <a:close/>
                  <a:moveTo>
                    <a:pt x="1040" y="1"/>
                  </a:moveTo>
                  <a:cubicBezTo>
                    <a:pt x="441" y="1"/>
                    <a:pt x="0" y="473"/>
                    <a:pt x="0" y="1009"/>
                  </a:cubicBezTo>
                  <a:lnTo>
                    <a:pt x="0" y="4474"/>
                  </a:lnTo>
                  <a:cubicBezTo>
                    <a:pt x="0" y="5073"/>
                    <a:pt x="473" y="5514"/>
                    <a:pt x="1040" y="5514"/>
                  </a:cubicBezTo>
                  <a:lnTo>
                    <a:pt x="9357" y="5514"/>
                  </a:lnTo>
                  <a:cubicBezTo>
                    <a:pt x="9956" y="5514"/>
                    <a:pt x="10397" y="5041"/>
                    <a:pt x="10397" y="4474"/>
                  </a:cubicBezTo>
                  <a:lnTo>
                    <a:pt x="10397" y="4128"/>
                  </a:lnTo>
                  <a:lnTo>
                    <a:pt x="11436" y="4128"/>
                  </a:lnTo>
                  <a:cubicBezTo>
                    <a:pt x="11625" y="4128"/>
                    <a:pt x="11783" y="3970"/>
                    <a:pt x="11783" y="3781"/>
                  </a:cubicBezTo>
                  <a:lnTo>
                    <a:pt x="11783" y="1702"/>
                  </a:lnTo>
                  <a:cubicBezTo>
                    <a:pt x="11814" y="1513"/>
                    <a:pt x="11657" y="1387"/>
                    <a:pt x="11468" y="1387"/>
                  </a:cubicBezTo>
                  <a:lnTo>
                    <a:pt x="10397" y="1387"/>
                  </a:lnTo>
                  <a:lnTo>
                    <a:pt x="10397" y="1009"/>
                  </a:lnTo>
                  <a:cubicBezTo>
                    <a:pt x="10397" y="442"/>
                    <a:pt x="9924" y="1"/>
                    <a:pt x="93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30" name="Google Shape;15830;p83"/>
          <p:cNvGrpSpPr/>
          <p:nvPr/>
        </p:nvGrpSpPr>
        <p:grpSpPr>
          <a:xfrm>
            <a:off x="10060289" y="2643996"/>
            <a:ext cx="407695" cy="467201"/>
            <a:chOff x="2890050" y="2318350"/>
            <a:chExt cx="259150" cy="296975"/>
          </a:xfrm>
        </p:grpSpPr>
        <p:sp>
          <p:nvSpPr>
            <p:cNvPr id="15831" name="Google Shape;15831;p83"/>
            <p:cNvSpPr/>
            <p:nvPr/>
          </p:nvSpPr>
          <p:spPr>
            <a:xfrm>
              <a:off x="2936525" y="2353025"/>
              <a:ext cx="160700" cy="155975"/>
            </a:xfrm>
            <a:custGeom>
              <a:avLst/>
              <a:gdLst/>
              <a:ahLst/>
              <a:cxnLst/>
              <a:rect l="l" t="t" r="r" b="b"/>
              <a:pathLst>
                <a:path w="6428" h="6239" extrusionOk="0">
                  <a:moveTo>
                    <a:pt x="3371" y="2048"/>
                  </a:moveTo>
                  <a:cubicBezTo>
                    <a:pt x="3749" y="2048"/>
                    <a:pt x="4064" y="2363"/>
                    <a:pt x="4064" y="2773"/>
                  </a:cubicBezTo>
                  <a:cubicBezTo>
                    <a:pt x="4064" y="3151"/>
                    <a:pt x="3749" y="3466"/>
                    <a:pt x="3371" y="3466"/>
                  </a:cubicBezTo>
                  <a:cubicBezTo>
                    <a:pt x="2961" y="3466"/>
                    <a:pt x="2646" y="3151"/>
                    <a:pt x="2646" y="2773"/>
                  </a:cubicBezTo>
                  <a:cubicBezTo>
                    <a:pt x="2646" y="2363"/>
                    <a:pt x="2961" y="2048"/>
                    <a:pt x="3371" y="2048"/>
                  </a:cubicBezTo>
                  <a:close/>
                  <a:moveTo>
                    <a:pt x="3308" y="662"/>
                  </a:moveTo>
                  <a:cubicBezTo>
                    <a:pt x="4663" y="662"/>
                    <a:pt x="5734" y="1764"/>
                    <a:pt x="5734" y="3119"/>
                  </a:cubicBezTo>
                  <a:cubicBezTo>
                    <a:pt x="5734" y="3655"/>
                    <a:pt x="5513" y="4159"/>
                    <a:pt x="5167" y="4663"/>
                  </a:cubicBezTo>
                  <a:cubicBezTo>
                    <a:pt x="4978" y="4253"/>
                    <a:pt x="4694" y="3938"/>
                    <a:pt x="4316" y="3686"/>
                  </a:cubicBezTo>
                  <a:cubicBezTo>
                    <a:pt x="4537" y="3466"/>
                    <a:pt x="4694" y="3119"/>
                    <a:pt x="4694" y="2741"/>
                  </a:cubicBezTo>
                  <a:cubicBezTo>
                    <a:pt x="4694" y="2016"/>
                    <a:pt x="4064" y="1386"/>
                    <a:pt x="3308" y="1386"/>
                  </a:cubicBezTo>
                  <a:cubicBezTo>
                    <a:pt x="2583" y="1386"/>
                    <a:pt x="1953" y="2016"/>
                    <a:pt x="1953" y="2741"/>
                  </a:cubicBezTo>
                  <a:cubicBezTo>
                    <a:pt x="1953" y="3119"/>
                    <a:pt x="2111" y="3466"/>
                    <a:pt x="2331" y="3686"/>
                  </a:cubicBezTo>
                  <a:cubicBezTo>
                    <a:pt x="1953" y="3907"/>
                    <a:pt x="1670" y="4253"/>
                    <a:pt x="1481" y="4663"/>
                  </a:cubicBezTo>
                  <a:cubicBezTo>
                    <a:pt x="1008" y="4096"/>
                    <a:pt x="851" y="3434"/>
                    <a:pt x="914" y="2773"/>
                  </a:cubicBezTo>
                  <a:cubicBezTo>
                    <a:pt x="1071" y="1670"/>
                    <a:pt x="2048" y="662"/>
                    <a:pt x="3308" y="662"/>
                  </a:cubicBezTo>
                  <a:close/>
                  <a:moveTo>
                    <a:pt x="3308" y="4190"/>
                  </a:moveTo>
                  <a:cubicBezTo>
                    <a:pt x="3938" y="4190"/>
                    <a:pt x="4442" y="4600"/>
                    <a:pt x="4663" y="5167"/>
                  </a:cubicBezTo>
                  <a:cubicBezTo>
                    <a:pt x="4253" y="5387"/>
                    <a:pt x="3844" y="5545"/>
                    <a:pt x="3308" y="5545"/>
                  </a:cubicBezTo>
                  <a:cubicBezTo>
                    <a:pt x="2835" y="5545"/>
                    <a:pt x="2363" y="5387"/>
                    <a:pt x="1985" y="5167"/>
                  </a:cubicBezTo>
                  <a:cubicBezTo>
                    <a:pt x="2142" y="4568"/>
                    <a:pt x="2678" y="4190"/>
                    <a:pt x="3308" y="4190"/>
                  </a:cubicBezTo>
                  <a:close/>
                  <a:moveTo>
                    <a:pt x="3308" y="0"/>
                  </a:moveTo>
                  <a:cubicBezTo>
                    <a:pt x="1701" y="0"/>
                    <a:pt x="410" y="1229"/>
                    <a:pt x="252" y="2678"/>
                  </a:cubicBezTo>
                  <a:cubicBezTo>
                    <a:pt x="0" y="4600"/>
                    <a:pt x="1481" y="6238"/>
                    <a:pt x="3308" y="6238"/>
                  </a:cubicBezTo>
                  <a:cubicBezTo>
                    <a:pt x="5041" y="6238"/>
                    <a:pt x="6427" y="4820"/>
                    <a:pt x="6427" y="3119"/>
                  </a:cubicBezTo>
                  <a:cubicBezTo>
                    <a:pt x="6427" y="1386"/>
                    <a:pt x="5009" y="0"/>
                    <a:pt x="3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2" name="Google Shape;15832;p83"/>
            <p:cNvSpPr/>
            <p:nvPr/>
          </p:nvSpPr>
          <p:spPr>
            <a:xfrm>
              <a:off x="2890050" y="2318350"/>
              <a:ext cx="259150" cy="296975"/>
            </a:xfrm>
            <a:custGeom>
              <a:avLst/>
              <a:gdLst/>
              <a:ahLst/>
              <a:cxnLst/>
              <a:rect l="l" t="t" r="r" b="b"/>
              <a:pathLst>
                <a:path w="10366" h="11879" extrusionOk="0">
                  <a:moveTo>
                    <a:pt x="5167" y="694"/>
                  </a:moveTo>
                  <a:cubicBezTo>
                    <a:pt x="7309" y="694"/>
                    <a:pt x="9011" y="2427"/>
                    <a:pt x="9011" y="4506"/>
                  </a:cubicBezTo>
                  <a:cubicBezTo>
                    <a:pt x="9011" y="5640"/>
                    <a:pt x="8475" y="6711"/>
                    <a:pt x="7656" y="7405"/>
                  </a:cubicBezTo>
                  <a:lnTo>
                    <a:pt x="5167" y="9547"/>
                  </a:lnTo>
                  <a:lnTo>
                    <a:pt x="2710" y="7405"/>
                  </a:lnTo>
                  <a:cubicBezTo>
                    <a:pt x="1796" y="6585"/>
                    <a:pt x="1229" y="5420"/>
                    <a:pt x="1386" y="4034"/>
                  </a:cubicBezTo>
                  <a:cubicBezTo>
                    <a:pt x="1575" y="2206"/>
                    <a:pt x="3151" y="694"/>
                    <a:pt x="5167" y="694"/>
                  </a:cubicBezTo>
                  <a:close/>
                  <a:moveTo>
                    <a:pt x="8475" y="8980"/>
                  </a:moveTo>
                  <a:lnTo>
                    <a:pt x="9546" y="11122"/>
                  </a:lnTo>
                  <a:lnTo>
                    <a:pt x="977" y="11122"/>
                  </a:lnTo>
                  <a:lnTo>
                    <a:pt x="2017" y="8980"/>
                  </a:lnTo>
                  <a:lnTo>
                    <a:pt x="3529" y="8980"/>
                  </a:lnTo>
                  <a:lnTo>
                    <a:pt x="4978" y="10240"/>
                  </a:lnTo>
                  <a:cubicBezTo>
                    <a:pt x="5073" y="10272"/>
                    <a:pt x="5136" y="10335"/>
                    <a:pt x="5230" y="10335"/>
                  </a:cubicBezTo>
                  <a:cubicBezTo>
                    <a:pt x="5293" y="10335"/>
                    <a:pt x="5388" y="10272"/>
                    <a:pt x="5451" y="10240"/>
                  </a:cubicBezTo>
                  <a:lnTo>
                    <a:pt x="6900" y="8980"/>
                  </a:lnTo>
                  <a:close/>
                  <a:moveTo>
                    <a:pt x="5107" y="1"/>
                  </a:moveTo>
                  <a:cubicBezTo>
                    <a:pt x="2772" y="1"/>
                    <a:pt x="912" y="1815"/>
                    <a:pt x="662" y="3939"/>
                  </a:cubicBezTo>
                  <a:cubicBezTo>
                    <a:pt x="441" y="5483"/>
                    <a:pt x="1040" y="6932"/>
                    <a:pt x="2174" y="7940"/>
                  </a:cubicBezTo>
                  <a:lnTo>
                    <a:pt x="2615" y="8318"/>
                  </a:lnTo>
                  <a:lnTo>
                    <a:pt x="1638" y="8318"/>
                  </a:lnTo>
                  <a:cubicBezTo>
                    <a:pt x="1575" y="8318"/>
                    <a:pt x="1481" y="8413"/>
                    <a:pt x="1449" y="8507"/>
                  </a:cubicBezTo>
                  <a:lnTo>
                    <a:pt x="63" y="11343"/>
                  </a:lnTo>
                  <a:cubicBezTo>
                    <a:pt x="0" y="11469"/>
                    <a:pt x="0" y="11595"/>
                    <a:pt x="63" y="11721"/>
                  </a:cubicBezTo>
                  <a:cubicBezTo>
                    <a:pt x="126" y="11815"/>
                    <a:pt x="221" y="11878"/>
                    <a:pt x="347" y="11878"/>
                  </a:cubicBezTo>
                  <a:lnTo>
                    <a:pt x="10019" y="11878"/>
                  </a:lnTo>
                  <a:cubicBezTo>
                    <a:pt x="10145" y="11878"/>
                    <a:pt x="10271" y="11784"/>
                    <a:pt x="10302" y="11721"/>
                  </a:cubicBezTo>
                  <a:cubicBezTo>
                    <a:pt x="10365" y="11595"/>
                    <a:pt x="10365" y="11469"/>
                    <a:pt x="10302" y="11343"/>
                  </a:cubicBezTo>
                  <a:lnTo>
                    <a:pt x="8916" y="8507"/>
                  </a:lnTo>
                  <a:cubicBezTo>
                    <a:pt x="8885" y="8413"/>
                    <a:pt x="8727" y="8318"/>
                    <a:pt x="8601" y="8318"/>
                  </a:cubicBezTo>
                  <a:lnTo>
                    <a:pt x="7624" y="8318"/>
                  </a:lnTo>
                  <a:lnTo>
                    <a:pt x="8065" y="7940"/>
                  </a:lnTo>
                  <a:cubicBezTo>
                    <a:pt x="9042" y="7090"/>
                    <a:pt x="9641" y="5829"/>
                    <a:pt x="9641" y="4506"/>
                  </a:cubicBezTo>
                  <a:cubicBezTo>
                    <a:pt x="9641" y="2049"/>
                    <a:pt x="7656" y="1"/>
                    <a:pt x="5167" y="1"/>
                  </a:cubicBezTo>
                  <a:cubicBezTo>
                    <a:pt x="5147" y="1"/>
                    <a:pt x="5127" y="1"/>
                    <a:pt x="51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33" name="Google Shape;15833;p83"/>
          <p:cNvSpPr/>
          <p:nvPr/>
        </p:nvSpPr>
        <p:spPr>
          <a:xfrm>
            <a:off x="10113458" y="3233044"/>
            <a:ext cx="301149" cy="467161"/>
          </a:xfrm>
          <a:custGeom>
            <a:avLst/>
            <a:gdLst/>
            <a:ahLst/>
            <a:cxnLst/>
            <a:rect l="l" t="t" r="r" b="b"/>
            <a:pathLst>
              <a:path w="7657" h="11878" extrusionOk="0">
                <a:moveTo>
                  <a:pt x="3813" y="1387"/>
                </a:moveTo>
                <a:cubicBezTo>
                  <a:pt x="4254" y="1387"/>
                  <a:pt x="4664" y="1670"/>
                  <a:pt x="4821" y="2112"/>
                </a:cubicBezTo>
                <a:lnTo>
                  <a:pt x="2836" y="2112"/>
                </a:lnTo>
                <a:cubicBezTo>
                  <a:pt x="2994" y="1702"/>
                  <a:pt x="3372" y="1387"/>
                  <a:pt x="3813" y="1387"/>
                </a:cubicBezTo>
                <a:close/>
                <a:moveTo>
                  <a:pt x="4947" y="2805"/>
                </a:moveTo>
                <a:cubicBezTo>
                  <a:pt x="5199" y="2805"/>
                  <a:pt x="5357" y="3057"/>
                  <a:pt x="5294" y="3277"/>
                </a:cubicBezTo>
                <a:lnTo>
                  <a:pt x="4947" y="4222"/>
                </a:lnTo>
                <a:lnTo>
                  <a:pt x="2679" y="4222"/>
                </a:lnTo>
                <a:lnTo>
                  <a:pt x="2364" y="3277"/>
                </a:lnTo>
                <a:cubicBezTo>
                  <a:pt x="2332" y="3025"/>
                  <a:pt x="2490" y="2805"/>
                  <a:pt x="2710" y="2805"/>
                </a:cubicBezTo>
                <a:close/>
                <a:moveTo>
                  <a:pt x="4916" y="4852"/>
                </a:moveTo>
                <a:lnTo>
                  <a:pt x="5514" y="8381"/>
                </a:lnTo>
                <a:lnTo>
                  <a:pt x="2175" y="8381"/>
                </a:lnTo>
                <a:lnTo>
                  <a:pt x="2773" y="4852"/>
                </a:lnTo>
                <a:close/>
                <a:moveTo>
                  <a:pt x="5955" y="9074"/>
                </a:moveTo>
                <a:cubicBezTo>
                  <a:pt x="6144" y="9074"/>
                  <a:pt x="6302" y="9232"/>
                  <a:pt x="6302" y="9421"/>
                </a:cubicBezTo>
                <a:lnTo>
                  <a:pt x="6302" y="9799"/>
                </a:lnTo>
                <a:lnTo>
                  <a:pt x="1450" y="9799"/>
                </a:lnTo>
                <a:lnTo>
                  <a:pt x="1450" y="9421"/>
                </a:lnTo>
                <a:cubicBezTo>
                  <a:pt x="1419" y="9232"/>
                  <a:pt x="1576" y="9074"/>
                  <a:pt x="1765" y="9074"/>
                </a:cubicBezTo>
                <a:close/>
                <a:moveTo>
                  <a:pt x="6648" y="10460"/>
                </a:moveTo>
                <a:cubicBezTo>
                  <a:pt x="6806" y="10460"/>
                  <a:pt x="6964" y="10618"/>
                  <a:pt x="6964" y="10807"/>
                </a:cubicBezTo>
                <a:lnTo>
                  <a:pt x="6964" y="11153"/>
                </a:lnTo>
                <a:lnTo>
                  <a:pt x="757" y="11153"/>
                </a:lnTo>
                <a:lnTo>
                  <a:pt x="757" y="10807"/>
                </a:lnTo>
                <a:cubicBezTo>
                  <a:pt x="757" y="10618"/>
                  <a:pt x="915" y="10460"/>
                  <a:pt x="1104" y="10460"/>
                </a:cubicBezTo>
                <a:close/>
                <a:moveTo>
                  <a:pt x="3782" y="1"/>
                </a:moveTo>
                <a:cubicBezTo>
                  <a:pt x="3592" y="1"/>
                  <a:pt x="3435" y="158"/>
                  <a:pt x="3435" y="379"/>
                </a:cubicBezTo>
                <a:lnTo>
                  <a:pt x="3435" y="757"/>
                </a:lnTo>
                <a:cubicBezTo>
                  <a:pt x="2679" y="914"/>
                  <a:pt x="2143" y="1544"/>
                  <a:pt x="2049" y="2301"/>
                </a:cubicBezTo>
                <a:cubicBezTo>
                  <a:pt x="1702" y="2521"/>
                  <a:pt x="1545" y="3025"/>
                  <a:pt x="1671" y="3466"/>
                </a:cubicBezTo>
                <a:lnTo>
                  <a:pt x="1891" y="4191"/>
                </a:lnTo>
                <a:lnTo>
                  <a:pt x="1702" y="4191"/>
                </a:lnTo>
                <a:cubicBezTo>
                  <a:pt x="1513" y="4191"/>
                  <a:pt x="1356" y="4348"/>
                  <a:pt x="1356" y="4537"/>
                </a:cubicBezTo>
                <a:cubicBezTo>
                  <a:pt x="1356" y="4758"/>
                  <a:pt x="1513" y="4915"/>
                  <a:pt x="1702" y="4915"/>
                </a:cubicBezTo>
                <a:lnTo>
                  <a:pt x="1986" y="4915"/>
                </a:lnTo>
                <a:lnTo>
                  <a:pt x="1387" y="8444"/>
                </a:lnTo>
                <a:cubicBezTo>
                  <a:pt x="1009" y="8570"/>
                  <a:pt x="726" y="8948"/>
                  <a:pt x="726" y="9421"/>
                </a:cubicBezTo>
                <a:lnTo>
                  <a:pt x="726" y="9830"/>
                </a:lnTo>
                <a:cubicBezTo>
                  <a:pt x="316" y="9988"/>
                  <a:pt x="1" y="10334"/>
                  <a:pt x="1" y="10807"/>
                </a:cubicBezTo>
                <a:lnTo>
                  <a:pt x="1" y="11531"/>
                </a:lnTo>
                <a:cubicBezTo>
                  <a:pt x="1" y="11720"/>
                  <a:pt x="158" y="11878"/>
                  <a:pt x="347" y="11878"/>
                </a:cubicBezTo>
                <a:lnTo>
                  <a:pt x="7279" y="11878"/>
                </a:lnTo>
                <a:cubicBezTo>
                  <a:pt x="7499" y="11878"/>
                  <a:pt x="7657" y="11720"/>
                  <a:pt x="7657" y="11531"/>
                </a:cubicBezTo>
                <a:lnTo>
                  <a:pt x="7657" y="10807"/>
                </a:lnTo>
                <a:cubicBezTo>
                  <a:pt x="7657" y="10366"/>
                  <a:pt x="7373" y="9988"/>
                  <a:pt x="6932" y="9830"/>
                </a:cubicBezTo>
                <a:lnTo>
                  <a:pt x="6932" y="9421"/>
                </a:lnTo>
                <a:cubicBezTo>
                  <a:pt x="6932" y="8948"/>
                  <a:pt x="6617" y="8570"/>
                  <a:pt x="6176" y="8444"/>
                </a:cubicBezTo>
                <a:lnTo>
                  <a:pt x="5609" y="4915"/>
                </a:lnTo>
                <a:lnTo>
                  <a:pt x="5861" y="4915"/>
                </a:lnTo>
                <a:cubicBezTo>
                  <a:pt x="6081" y="4915"/>
                  <a:pt x="6207" y="4758"/>
                  <a:pt x="6207" y="4537"/>
                </a:cubicBezTo>
                <a:cubicBezTo>
                  <a:pt x="6207" y="4348"/>
                  <a:pt x="6081" y="4191"/>
                  <a:pt x="5861" y="4191"/>
                </a:cubicBezTo>
                <a:lnTo>
                  <a:pt x="5672" y="4191"/>
                </a:lnTo>
                <a:lnTo>
                  <a:pt x="5924" y="3466"/>
                </a:lnTo>
                <a:cubicBezTo>
                  <a:pt x="6081" y="3025"/>
                  <a:pt x="5861" y="2584"/>
                  <a:pt x="5514" y="2301"/>
                </a:cubicBezTo>
                <a:cubicBezTo>
                  <a:pt x="5451" y="1513"/>
                  <a:pt x="4884" y="914"/>
                  <a:pt x="4128" y="757"/>
                </a:cubicBezTo>
                <a:lnTo>
                  <a:pt x="4128" y="379"/>
                </a:lnTo>
                <a:cubicBezTo>
                  <a:pt x="4128" y="158"/>
                  <a:pt x="3971" y="1"/>
                  <a:pt x="37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34" name="Google Shape;15834;p83"/>
          <p:cNvGrpSpPr/>
          <p:nvPr/>
        </p:nvGrpSpPr>
        <p:grpSpPr>
          <a:xfrm>
            <a:off x="8250310" y="3864601"/>
            <a:ext cx="463425" cy="463425"/>
            <a:chOff x="4685050" y="1945825"/>
            <a:chExt cx="294575" cy="294575"/>
          </a:xfrm>
        </p:grpSpPr>
        <p:sp>
          <p:nvSpPr>
            <p:cNvPr id="15835" name="Google Shape;15835;p83"/>
            <p:cNvSpPr/>
            <p:nvPr/>
          </p:nvSpPr>
          <p:spPr>
            <a:xfrm>
              <a:off x="4720475" y="2086025"/>
              <a:ext cx="104775" cy="121300"/>
            </a:xfrm>
            <a:custGeom>
              <a:avLst/>
              <a:gdLst/>
              <a:ahLst/>
              <a:cxnLst/>
              <a:rect l="l" t="t" r="r" b="b"/>
              <a:pathLst>
                <a:path w="4191" h="4852" extrusionOk="0">
                  <a:moveTo>
                    <a:pt x="2017" y="693"/>
                  </a:moveTo>
                  <a:cubicBezTo>
                    <a:pt x="2427" y="693"/>
                    <a:pt x="2742" y="1008"/>
                    <a:pt x="2742" y="1386"/>
                  </a:cubicBezTo>
                  <a:cubicBezTo>
                    <a:pt x="2742" y="1796"/>
                    <a:pt x="2427" y="2111"/>
                    <a:pt x="2017" y="2111"/>
                  </a:cubicBezTo>
                  <a:cubicBezTo>
                    <a:pt x="1639" y="2111"/>
                    <a:pt x="1324" y="1796"/>
                    <a:pt x="1324" y="1386"/>
                  </a:cubicBezTo>
                  <a:cubicBezTo>
                    <a:pt x="1324" y="1008"/>
                    <a:pt x="1639" y="693"/>
                    <a:pt x="2017" y="693"/>
                  </a:cubicBezTo>
                  <a:close/>
                  <a:moveTo>
                    <a:pt x="2017" y="2772"/>
                  </a:moveTo>
                  <a:cubicBezTo>
                    <a:pt x="2773" y="2772"/>
                    <a:pt x="3403" y="3403"/>
                    <a:pt x="3403" y="4127"/>
                  </a:cubicBezTo>
                  <a:lnTo>
                    <a:pt x="631" y="4127"/>
                  </a:lnTo>
                  <a:cubicBezTo>
                    <a:pt x="631" y="3403"/>
                    <a:pt x="1261" y="2772"/>
                    <a:pt x="2017" y="2772"/>
                  </a:cubicBezTo>
                  <a:close/>
                  <a:moveTo>
                    <a:pt x="2049" y="0"/>
                  </a:moveTo>
                  <a:cubicBezTo>
                    <a:pt x="1324" y="0"/>
                    <a:pt x="694" y="630"/>
                    <a:pt x="694" y="1386"/>
                  </a:cubicBezTo>
                  <a:cubicBezTo>
                    <a:pt x="694" y="1733"/>
                    <a:pt x="851" y="2111"/>
                    <a:pt x="1072" y="2331"/>
                  </a:cubicBezTo>
                  <a:cubicBezTo>
                    <a:pt x="442" y="2678"/>
                    <a:pt x="1" y="3340"/>
                    <a:pt x="1" y="4127"/>
                  </a:cubicBezTo>
                  <a:lnTo>
                    <a:pt x="1" y="4505"/>
                  </a:lnTo>
                  <a:cubicBezTo>
                    <a:pt x="1" y="4694"/>
                    <a:pt x="158" y="4852"/>
                    <a:pt x="379" y="4852"/>
                  </a:cubicBezTo>
                  <a:lnTo>
                    <a:pt x="3844" y="4852"/>
                  </a:lnTo>
                  <a:cubicBezTo>
                    <a:pt x="4033" y="4852"/>
                    <a:pt x="4191" y="4694"/>
                    <a:pt x="4191" y="4505"/>
                  </a:cubicBezTo>
                  <a:lnTo>
                    <a:pt x="4191" y="4127"/>
                  </a:lnTo>
                  <a:cubicBezTo>
                    <a:pt x="4096" y="3340"/>
                    <a:pt x="3687" y="2678"/>
                    <a:pt x="3057" y="2331"/>
                  </a:cubicBezTo>
                  <a:cubicBezTo>
                    <a:pt x="3277" y="2111"/>
                    <a:pt x="3435" y="1733"/>
                    <a:pt x="3435" y="1386"/>
                  </a:cubicBezTo>
                  <a:cubicBezTo>
                    <a:pt x="3435" y="630"/>
                    <a:pt x="2805" y="0"/>
                    <a:pt x="204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6" name="Google Shape;15836;p83"/>
            <p:cNvSpPr/>
            <p:nvPr/>
          </p:nvSpPr>
          <p:spPr>
            <a:xfrm>
              <a:off x="4685050" y="1945825"/>
              <a:ext cx="294575" cy="294575"/>
            </a:xfrm>
            <a:custGeom>
              <a:avLst/>
              <a:gdLst/>
              <a:ahLst/>
              <a:cxnLst/>
              <a:rect l="l" t="t" r="r" b="b"/>
              <a:pathLst>
                <a:path w="11783" h="11783" extrusionOk="0">
                  <a:moveTo>
                    <a:pt x="6900" y="693"/>
                  </a:moveTo>
                  <a:lnTo>
                    <a:pt x="6900" y="1418"/>
                  </a:lnTo>
                  <a:lnTo>
                    <a:pt x="4820" y="1418"/>
                  </a:lnTo>
                  <a:lnTo>
                    <a:pt x="4820" y="693"/>
                  </a:lnTo>
                  <a:close/>
                  <a:moveTo>
                    <a:pt x="7215" y="2111"/>
                  </a:moveTo>
                  <a:cubicBezTo>
                    <a:pt x="7404" y="2111"/>
                    <a:pt x="7561" y="2269"/>
                    <a:pt x="7561" y="2458"/>
                  </a:cubicBezTo>
                  <a:cubicBezTo>
                    <a:pt x="7561" y="2678"/>
                    <a:pt x="7404" y="2836"/>
                    <a:pt x="7215" y="2836"/>
                  </a:cubicBezTo>
                  <a:lnTo>
                    <a:pt x="4474" y="2836"/>
                  </a:lnTo>
                  <a:cubicBezTo>
                    <a:pt x="4253" y="2836"/>
                    <a:pt x="4096" y="2678"/>
                    <a:pt x="4096" y="2458"/>
                  </a:cubicBezTo>
                  <a:cubicBezTo>
                    <a:pt x="4096" y="2269"/>
                    <a:pt x="4316" y="2111"/>
                    <a:pt x="4474" y="2111"/>
                  </a:cubicBezTo>
                  <a:close/>
                  <a:moveTo>
                    <a:pt x="6900" y="3497"/>
                  </a:moveTo>
                  <a:lnTo>
                    <a:pt x="6900" y="4568"/>
                  </a:lnTo>
                  <a:cubicBezTo>
                    <a:pt x="6900" y="4757"/>
                    <a:pt x="6742" y="4915"/>
                    <a:pt x="6553" y="4915"/>
                  </a:cubicBezTo>
                  <a:lnTo>
                    <a:pt x="5167" y="4915"/>
                  </a:lnTo>
                  <a:cubicBezTo>
                    <a:pt x="4978" y="4915"/>
                    <a:pt x="4820" y="4757"/>
                    <a:pt x="4820" y="4568"/>
                  </a:cubicBezTo>
                  <a:lnTo>
                    <a:pt x="4820" y="3497"/>
                  </a:lnTo>
                  <a:close/>
                  <a:moveTo>
                    <a:pt x="10775" y="4883"/>
                  </a:moveTo>
                  <a:cubicBezTo>
                    <a:pt x="10964" y="4883"/>
                    <a:pt x="11121" y="5041"/>
                    <a:pt x="11121" y="5230"/>
                  </a:cubicBezTo>
                  <a:lnTo>
                    <a:pt x="11121" y="10775"/>
                  </a:lnTo>
                  <a:cubicBezTo>
                    <a:pt x="11121" y="10964"/>
                    <a:pt x="10964" y="11121"/>
                    <a:pt x="10775" y="11121"/>
                  </a:cubicBezTo>
                  <a:lnTo>
                    <a:pt x="1008" y="11121"/>
                  </a:lnTo>
                  <a:cubicBezTo>
                    <a:pt x="788" y="11121"/>
                    <a:pt x="630" y="10964"/>
                    <a:pt x="630" y="10775"/>
                  </a:cubicBezTo>
                  <a:lnTo>
                    <a:pt x="630" y="5230"/>
                  </a:lnTo>
                  <a:cubicBezTo>
                    <a:pt x="630" y="5041"/>
                    <a:pt x="788" y="4883"/>
                    <a:pt x="1008" y="4883"/>
                  </a:cubicBezTo>
                  <a:lnTo>
                    <a:pt x="4190" y="4883"/>
                  </a:lnTo>
                  <a:cubicBezTo>
                    <a:pt x="4348" y="5261"/>
                    <a:pt x="4694" y="5577"/>
                    <a:pt x="5167" y="5577"/>
                  </a:cubicBezTo>
                  <a:lnTo>
                    <a:pt x="6553" y="5577"/>
                  </a:lnTo>
                  <a:cubicBezTo>
                    <a:pt x="6994" y="5577"/>
                    <a:pt x="7372" y="5293"/>
                    <a:pt x="7530" y="4883"/>
                  </a:cubicBezTo>
                  <a:close/>
                  <a:moveTo>
                    <a:pt x="4505" y="0"/>
                  </a:moveTo>
                  <a:cubicBezTo>
                    <a:pt x="4316" y="0"/>
                    <a:pt x="4159" y="158"/>
                    <a:pt x="4159" y="347"/>
                  </a:cubicBezTo>
                  <a:lnTo>
                    <a:pt x="4159" y="1449"/>
                  </a:lnTo>
                  <a:cubicBezTo>
                    <a:pt x="3749" y="1607"/>
                    <a:pt x="3434" y="1953"/>
                    <a:pt x="3434" y="2426"/>
                  </a:cubicBezTo>
                  <a:cubicBezTo>
                    <a:pt x="3434" y="2867"/>
                    <a:pt x="3718" y="3245"/>
                    <a:pt x="4159" y="3403"/>
                  </a:cubicBezTo>
                  <a:lnTo>
                    <a:pt x="4159" y="4190"/>
                  </a:lnTo>
                  <a:lnTo>
                    <a:pt x="1040" y="4190"/>
                  </a:lnTo>
                  <a:cubicBezTo>
                    <a:pt x="441" y="4190"/>
                    <a:pt x="0" y="4663"/>
                    <a:pt x="0" y="5230"/>
                  </a:cubicBezTo>
                  <a:lnTo>
                    <a:pt x="0" y="10775"/>
                  </a:lnTo>
                  <a:cubicBezTo>
                    <a:pt x="0" y="11373"/>
                    <a:pt x="473" y="11783"/>
                    <a:pt x="1040" y="11783"/>
                  </a:cubicBezTo>
                  <a:lnTo>
                    <a:pt x="10775" y="11783"/>
                  </a:lnTo>
                  <a:cubicBezTo>
                    <a:pt x="11342" y="11783"/>
                    <a:pt x="11783" y="11310"/>
                    <a:pt x="11783" y="10775"/>
                  </a:cubicBezTo>
                  <a:lnTo>
                    <a:pt x="11783" y="5230"/>
                  </a:lnTo>
                  <a:cubicBezTo>
                    <a:pt x="11783" y="4663"/>
                    <a:pt x="11342" y="4190"/>
                    <a:pt x="10775" y="4190"/>
                  </a:cubicBezTo>
                  <a:lnTo>
                    <a:pt x="7624" y="4190"/>
                  </a:lnTo>
                  <a:lnTo>
                    <a:pt x="7624" y="3403"/>
                  </a:lnTo>
                  <a:cubicBezTo>
                    <a:pt x="8002" y="3245"/>
                    <a:pt x="8317" y="2899"/>
                    <a:pt x="8317" y="2426"/>
                  </a:cubicBezTo>
                  <a:cubicBezTo>
                    <a:pt x="8317" y="1985"/>
                    <a:pt x="8034" y="1607"/>
                    <a:pt x="7624" y="1449"/>
                  </a:cubicBezTo>
                  <a:lnTo>
                    <a:pt x="7624" y="347"/>
                  </a:lnTo>
                  <a:cubicBezTo>
                    <a:pt x="7624" y="158"/>
                    <a:pt x="7467" y="0"/>
                    <a:pt x="724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7" name="Google Shape;15837;p83"/>
            <p:cNvSpPr/>
            <p:nvPr/>
          </p:nvSpPr>
          <p:spPr>
            <a:xfrm>
              <a:off x="4840200" y="2103350"/>
              <a:ext cx="104775" cy="17350"/>
            </a:xfrm>
            <a:custGeom>
              <a:avLst/>
              <a:gdLst/>
              <a:ahLst/>
              <a:cxnLst/>
              <a:rect l="l" t="t" r="r" b="b"/>
              <a:pathLst>
                <a:path w="4191" h="694" extrusionOk="0">
                  <a:moveTo>
                    <a:pt x="347" y="0"/>
                  </a:moveTo>
                  <a:cubicBezTo>
                    <a:pt x="158" y="0"/>
                    <a:pt x="0" y="158"/>
                    <a:pt x="0" y="347"/>
                  </a:cubicBezTo>
                  <a:cubicBezTo>
                    <a:pt x="0" y="536"/>
                    <a:pt x="158" y="693"/>
                    <a:pt x="347" y="693"/>
                  </a:cubicBezTo>
                  <a:lnTo>
                    <a:pt x="3844" y="693"/>
                  </a:lnTo>
                  <a:cubicBezTo>
                    <a:pt x="4033" y="693"/>
                    <a:pt x="4191" y="536"/>
                    <a:pt x="4191" y="347"/>
                  </a:cubicBezTo>
                  <a:cubicBezTo>
                    <a:pt x="4191" y="158"/>
                    <a:pt x="4033"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8" name="Google Shape;15838;p83"/>
            <p:cNvSpPr/>
            <p:nvPr/>
          </p:nvSpPr>
          <p:spPr>
            <a:xfrm>
              <a:off x="4840200" y="2137200"/>
              <a:ext cx="104775" cy="18150"/>
            </a:xfrm>
            <a:custGeom>
              <a:avLst/>
              <a:gdLst/>
              <a:ahLst/>
              <a:cxnLst/>
              <a:rect l="l" t="t" r="r" b="b"/>
              <a:pathLst>
                <a:path w="4191" h="726" extrusionOk="0">
                  <a:moveTo>
                    <a:pt x="347" y="1"/>
                  </a:moveTo>
                  <a:cubicBezTo>
                    <a:pt x="158" y="1"/>
                    <a:pt x="0" y="158"/>
                    <a:pt x="0" y="379"/>
                  </a:cubicBezTo>
                  <a:cubicBezTo>
                    <a:pt x="0" y="568"/>
                    <a:pt x="158" y="725"/>
                    <a:pt x="347" y="725"/>
                  </a:cubicBezTo>
                  <a:lnTo>
                    <a:pt x="3844" y="725"/>
                  </a:lnTo>
                  <a:cubicBezTo>
                    <a:pt x="4033" y="725"/>
                    <a:pt x="4191" y="568"/>
                    <a:pt x="4191" y="379"/>
                  </a:cubicBezTo>
                  <a:cubicBezTo>
                    <a:pt x="4191" y="158"/>
                    <a:pt x="4033" y="1"/>
                    <a:pt x="38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9" name="Google Shape;15839;p83"/>
            <p:cNvSpPr/>
            <p:nvPr/>
          </p:nvSpPr>
          <p:spPr>
            <a:xfrm>
              <a:off x="4840200" y="2171875"/>
              <a:ext cx="104775" cy="18125"/>
            </a:xfrm>
            <a:custGeom>
              <a:avLst/>
              <a:gdLst/>
              <a:ahLst/>
              <a:cxnLst/>
              <a:rect l="l" t="t" r="r" b="b"/>
              <a:pathLst>
                <a:path w="4191" h="725" extrusionOk="0">
                  <a:moveTo>
                    <a:pt x="347" y="0"/>
                  </a:moveTo>
                  <a:cubicBezTo>
                    <a:pt x="158" y="0"/>
                    <a:pt x="0" y="158"/>
                    <a:pt x="0" y="347"/>
                  </a:cubicBezTo>
                  <a:cubicBezTo>
                    <a:pt x="0" y="567"/>
                    <a:pt x="158" y="725"/>
                    <a:pt x="347" y="725"/>
                  </a:cubicBezTo>
                  <a:lnTo>
                    <a:pt x="3844" y="725"/>
                  </a:lnTo>
                  <a:cubicBezTo>
                    <a:pt x="4033" y="725"/>
                    <a:pt x="4191" y="567"/>
                    <a:pt x="4191" y="347"/>
                  </a:cubicBezTo>
                  <a:cubicBezTo>
                    <a:pt x="4191" y="158"/>
                    <a:pt x="4033"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40" name="Google Shape;15840;p83"/>
          <p:cNvSpPr/>
          <p:nvPr/>
        </p:nvSpPr>
        <p:spPr>
          <a:xfrm>
            <a:off x="8249517" y="4516510"/>
            <a:ext cx="464684" cy="463465"/>
          </a:xfrm>
          <a:custGeom>
            <a:avLst/>
            <a:gdLst/>
            <a:ahLst/>
            <a:cxnLst/>
            <a:rect l="l" t="t" r="r" b="b"/>
            <a:pathLst>
              <a:path w="11815" h="11784" extrusionOk="0">
                <a:moveTo>
                  <a:pt x="5923" y="2080"/>
                </a:moveTo>
                <a:cubicBezTo>
                  <a:pt x="6459" y="2080"/>
                  <a:pt x="6932" y="2552"/>
                  <a:pt x="6932" y="3119"/>
                </a:cubicBezTo>
                <a:lnTo>
                  <a:pt x="6932" y="3466"/>
                </a:lnTo>
                <a:lnTo>
                  <a:pt x="4884" y="3466"/>
                </a:lnTo>
                <a:lnTo>
                  <a:pt x="4884" y="3119"/>
                </a:lnTo>
                <a:cubicBezTo>
                  <a:pt x="4884" y="2521"/>
                  <a:pt x="5356" y="2080"/>
                  <a:pt x="5923" y="2080"/>
                </a:cubicBezTo>
                <a:close/>
                <a:moveTo>
                  <a:pt x="5923" y="662"/>
                </a:moveTo>
                <a:cubicBezTo>
                  <a:pt x="7247" y="662"/>
                  <a:pt x="8349" y="1765"/>
                  <a:pt x="8349" y="3119"/>
                </a:cubicBezTo>
                <a:lnTo>
                  <a:pt x="8349" y="3466"/>
                </a:lnTo>
                <a:lnTo>
                  <a:pt x="7656" y="3466"/>
                </a:lnTo>
                <a:lnTo>
                  <a:pt x="7656" y="3119"/>
                </a:lnTo>
                <a:cubicBezTo>
                  <a:pt x="7656" y="2174"/>
                  <a:pt x="6869" y="1387"/>
                  <a:pt x="5923" y="1387"/>
                </a:cubicBezTo>
                <a:cubicBezTo>
                  <a:pt x="4978" y="1387"/>
                  <a:pt x="4191" y="2174"/>
                  <a:pt x="4191" y="3119"/>
                </a:cubicBezTo>
                <a:lnTo>
                  <a:pt x="4191" y="3466"/>
                </a:lnTo>
                <a:lnTo>
                  <a:pt x="3466" y="3466"/>
                </a:lnTo>
                <a:lnTo>
                  <a:pt x="3466" y="3119"/>
                </a:lnTo>
                <a:cubicBezTo>
                  <a:pt x="3466" y="1765"/>
                  <a:pt x="4569" y="662"/>
                  <a:pt x="5923" y="662"/>
                </a:cubicBezTo>
                <a:close/>
                <a:moveTo>
                  <a:pt x="1387" y="4191"/>
                </a:moveTo>
                <a:lnTo>
                  <a:pt x="1387" y="6742"/>
                </a:lnTo>
                <a:cubicBezTo>
                  <a:pt x="946" y="6490"/>
                  <a:pt x="662" y="6018"/>
                  <a:pt x="662" y="5545"/>
                </a:cubicBezTo>
                <a:lnTo>
                  <a:pt x="662" y="4537"/>
                </a:lnTo>
                <a:cubicBezTo>
                  <a:pt x="662" y="4348"/>
                  <a:pt x="820" y="4191"/>
                  <a:pt x="1040" y="4191"/>
                </a:cubicBezTo>
                <a:close/>
                <a:moveTo>
                  <a:pt x="10775" y="4128"/>
                </a:moveTo>
                <a:cubicBezTo>
                  <a:pt x="10996" y="4128"/>
                  <a:pt x="11153" y="4285"/>
                  <a:pt x="11153" y="4506"/>
                </a:cubicBezTo>
                <a:lnTo>
                  <a:pt x="11153" y="5545"/>
                </a:lnTo>
                <a:cubicBezTo>
                  <a:pt x="11153" y="6081"/>
                  <a:pt x="10870" y="6490"/>
                  <a:pt x="10429" y="6742"/>
                </a:cubicBezTo>
                <a:lnTo>
                  <a:pt x="10429" y="4128"/>
                </a:lnTo>
                <a:close/>
                <a:moveTo>
                  <a:pt x="8349" y="4191"/>
                </a:moveTo>
                <a:lnTo>
                  <a:pt x="8349" y="6931"/>
                </a:lnTo>
                <a:lnTo>
                  <a:pt x="3498" y="6931"/>
                </a:lnTo>
                <a:lnTo>
                  <a:pt x="3498" y="4191"/>
                </a:lnTo>
                <a:close/>
                <a:moveTo>
                  <a:pt x="6270" y="7593"/>
                </a:moveTo>
                <a:lnTo>
                  <a:pt x="6270" y="7971"/>
                </a:lnTo>
                <a:cubicBezTo>
                  <a:pt x="6270" y="8160"/>
                  <a:pt x="6112" y="8318"/>
                  <a:pt x="5923" y="8318"/>
                </a:cubicBezTo>
                <a:cubicBezTo>
                  <a:pt x="5703" y="8318"/>
                  <a:pt x="5545" y="8160"/>
                  <a:pt x="5545" y="7971"/>
                </a:cubicBezTo>
                <a:lnTo>
                  <a:pt x="5545" y="7593"/>
                </a:lnTo>
                <a:close/>
                <a:moveTo>
                  <a:pt x="662" y="7089"/>
                </a:moveTo>
                <a:cubicBezTo>
                  <a:pt x="883" y="7278"/>
                  <a:pt x="1103" y="7404"/>
                  <a:pt x="1387" y="7467"/>
                </a:cubicBezTo>
                <a:lnTo>
                  <a:pt x="1387" y="11153"/>
                </a:lnTo>
                <a:lnTo>
                  <a:pt x="1040" y="11153"/>
                </a:lnTo>
                <a:cubicBezTo>
                  <a:pt x="820" y="11153"/>
                  <a:pt x="662" y="10996"/>
                  <a:pt x="662" y="10807"/>
                </a:cubicBezTo>
                <a:lnTo>
                  <a:pt x="662" y="7089"/>
                </a:lnTo>
                <a:close/>
                <a:moveTo>
                  <a:pt x="2804" y="4191"/>
                </a:moveTo>
                <a:lnTo>
                  <a:pt x="2804" y="11153"/>
                </a:lnTo>
                <a:lnTo>
                  <a:pt x="2080" y="11153"/>
                </a:lnTo>
                <a:lnTo>
                  <a:pt x="2080" y="4191"/>
                </a:lnTo>
                <a:close/>
                <a:moveTo>
                  <a:pt x="8318" y="7656"/>
                </a:moveTo>
                <a:lnTo>
                  <a:pt x="8318" y="11153"/>
                </a:lnTo>
                <a:lnTo>
                  <a:pt x="3498" y="11153"/>
                </a:lnTo>
                <a:lnTo>
                  <a:pt x="3498" y="7656"/>
                </a:lnTo>
                <a:lnTo>
                  <a:pt x="4884" y="7656"/>
                </a:lnTo>
                <a:lnTo>
                  <a:pt x="4884" y="8003"/>
                </a:lnTo>
                <a:cubicBezTo>
                  <a:pt x="4884" y="8601"/>
                  <a:pt x="5356" y="9011"/>
                  <a:pt x="5923" y="9011"/>
                </a:cubicBezTo>
                <a:cubicBezTo>
                  <a:pt x="6459" y="9011"/>
                  <a:pt x="6932" y="8538"/>
                  <a:pt x="6932" y="8003"/>
                </a:cubicBezTo>
                <a:lnTo>
                  <a:pt x="6932" y="7656"/>
                </a:lnTo>
                <a:close/>
                <a:moveTo>
                  <a:pt x="9767" y="4191"/>
                </a:moveTo>
                <a:lnTo>
                  <a:pt x="9767" y="11153"/>
                </a:lnTo>
                <a:lnTo>
                  <a:pt x="9074" y="11153"/>
                </a:lnTo>
                <a:lnTo>
                  <a:pt x="9074" y="4191"/>
                </a:lnTo>
                <a:close/>
                <a:moveTo>
                  <a:pt x="11153" y="7120"/>
                </a:moveTo>
                <a:lnTo>
                  <a:pt x="11153" y="10807"/>
                </a:lnTo>
                <a:cubicBezTo>
                  <a:pt x="11153" y="10996"/>
                  <a:pt x="10996" y="11153"/>
                  <a:pt x="10807" y="11153"/>
                </a:cubicBezTo>
                <a:lnTo>
                  <a:pt x="10429" y="11153"/>
                </a:lnTo>
                <a:lnTo>
                  <a:pt x="10429" y="7530"/>
                </a:lnTo>
                <a:cubicBezTo>
                  <a:pt x="10712" y="7436"/>
                  <a:pt x="10964" y="7278"/>
                  <a:pt x="11153" y="7120"/>
                </a:cubicBezTo>
                <a:close/>
                <a:moveTo>
                  <a:pt x="5923" y="0"/>
                </a:moveTo>
                <a:cubicBezTo>
                  <a:pt x="4191" y="0"/>
                  <a:pt x="2804" y="1418"/>
                  <a:pt x="2804" y="3119"/>
                </a:cubicBezTo>
                <a:lnTo>
                  <a:pt x="2804" y="3466"/>
                </a:lnTo>
                <a:lnTo>
                  <a:pt x="1040" y="3466"/>
                </a:lnTo>
                <a:cubicBezTo>
                  <a:pt x="442" y="3466"/>
                  <a:pt x="1" y="3939"/>
                  <a:pt x="1" y="4474"/>
                </a:cubicBezTo>
                <a:lnTo>
                  <a:pt x="1" y="5514"/>
                </a:lnTo>
                <a:lnTo>
                  <a:pt x="1" y="10744"/>
                </a:lnTo>
                <a:cubicBezTo>
                  <a:pt x="1" y="11342"/>
                  <a:pt x="473" y="11783"/>
                  <a:pt x="1040" y="11783"/>
                </a:cubicBezTo>
                <a:lnTo>
                  <a:pt x="10807" y="11783"/>
                </a:lnTo>
                <a:cubicBezTo>
                  <a:pt x="11374" y="11783"/>
                  <a:pt x="11815" y="11311"/>
                  <a:pt x="11815" y="10744"/>
                </a:cubicBezTo>
                <a:lnTo>
                  <a:pt x="11815" y="5514"/>
                </a:lnTo>
                <a:lnTo>
                  <a:pt x="11815" y="4474"/>
                </a:lnTo>
                <a:cubicBezTo>
                  <a:pt x="11815" y="3939"/>
                  <a:pt x="11374" y="3466"/>
                  <a:pt x="10807" y="3466"/>
                </a:cubicBezTo>
                <a:lnTo>
                  <a:pt x="9011" y="3466"/>
                </a:lnTo>
                <a:lnTo>
                  <a:pt x="9011" y="3119"/>
                </a:lnTo>
                <a:cubicBezTo>
                  <a:pt x="9011" y="1387"/>
                  <a:pt x="7593" y="0"/>
                  <a:pt x="592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1" name="Google Shape;15841;p83"/>
          <p:cNvSpPr/>
          <p:nvPr/>
        </p:nvSpPr>
        <p:spPr>
          <a:xfrm>
            <a:off x="8277400" y="5113729"/>
            <a:ext cx="408915" cy="467161"/>
          </a:xfrm>
          <a:custGeom>
            <a:avLst/>
            <a:gdLst/>
            <a:ahLst/>
            <a:cxnLst/>
            <a:rect l="l" t="t" r="r" b="b"/>
            <a:pathLst>
              <a:path w="10397" h="11878" extrusionOk="0">
                <a:moveTo>
                  <a:pt x="5135" y="725"/>
                </a:moveTo>
                <a:cubicBezTo>
                  <a:pt x="6868" y="725"/>
                  <a:pt x="8254" y="2142"/>
                  <a:pt x="8254" y="3844"/>
                </a:cubicBezTo>
                <a:lnTo>
                  <a:pt x="8254" y="5923"/>
                </a:lnTo>
                <a:cubicBezTo>
                  <a:pt x="8254" y="6112"/>
                  <a:pt x="8097" y="6270"/>
                  <a:pt x="7908" y="6270"/>
                </a:cubicBezTo>
                <a:lnTo>
                  <a:pt x="7498" y="6270"/>
                </a:lnTo>
                <a:cubicBezTo>
                  <a:pt x="7561" y="6144"/>
                  <a:pt x="7561" y="6049"/>
                  <a:pt x="7561" y="5923"/>
                </a:cubicBezTo>
                <a:lnTo>
                  <a:pt x="7561" y="3844"/>
                </a:lnTo>
                <a:cubicBezTo>
                  <a:pt x="7561" y="3623"/>
                  <a:pt x="7404" y="3466"/>
                  <a:pt x="7183" y="3466"/>
                </a:cubicBezTo>
                <a:lnTo>
                  <a:pt x="6490" y="3466"/>
                </a:lnTo>
                <a:cubicBezTo>
                  <a:pt x="5892" y="3466"/>
                  <a:pt x="5450" y="2993"/>
                  <a:pt x="5450" y="2458"/>
                </a:cubicBezTo>
                <a:lnTo>
                  <a:pt x="5450" y="1733"/>
                </a:lnTo>
                <a:cubicBezTo>
                  <a:pt x="5450" y="1544"/>
                  <a:pt x="5293" y="1386"/>
                  <a:pt x="5104" y="1386"/>
                </a:cubicBezTo>
                <a:cubicBezTo>
                  <a:pt x="4915" y="1386"/>
                  <a:pt x="4757" y="1544"/>
                  <a:pt x="4757" y="1733"/>
                </a:cubicBezTo>
                <a:lnTo>
                  <a:pt x="4757" y="2458"/>
                </a:lnTo>
                <a:cubicBezTo>
                  <a:pt x="4757" y="3056"/>
                  <a:pt x="4285" y="3466"/>
                  <a:pt x="3718" y="3466"/>
                </a:cubicBezTo>
                <a:lnTo>
                  <a:pt x="3088" y="3466"/>
                </a:lnTo>
                <a:cubicBezTo>
                  <a:pt x="2899" y="3466"/>
                  <a:pt x="2741" y="3623"/>
                  <a:pt x="2741" y="3844"/>
                </a:cubicBezTo>
                <a:lnTo>
                  <a:pt x="2741" y="5923"/>
                </a:lnTo>
                <a:cubicBezTo>
                  <a:pt x="2741" y="6049"/>
                  <a:pt x="2741" y="6144"/>
                  <a:pt x="2773" y="6270"/>
                </a:cubicBezTo>
                <a:lnTo>
                  <a:pt x="2395" y="6270"/>
                </a:lnTo>
                <a:cubicBezTo>
                  <a:pt x="2205" y="6270"/>
                  <a:pt x="2048" y="6112"/>
                  <a:pt x="2048" y="5923"/>
                </a:cubicBezTo>
                <a:lnTo>
                  <a:pt x="2048" y="3844"/>
                </a:lnTo>
                <a:cubicBezTo>
                  <a:pt x="2048" y="2111"/>
                  <a:pt x="3466" y="725"/>
                  <a:pt x="5135" y="725"/>
                </a:cubicBezTo>
                <a:close/>
                <a:moveTo>
                  <a:pt x="5230" y="3466"/>
                </a:moveTo>
                <a:cubicBezTo>
                  <a:pt x="5545" y="3907"/>
                  <a:pt x="6049" y="4190"/>
                  <a:pt x="6585" y="4190"/>
                </a:cubicBezTo>
                <a:lnTo>
                  <a:pt x="6963" y="4190"/>
                </a:lnTo>
                <a:lnTo>
                  <a:pt x="6963" y="5955"/>
                </a:lnTo>
                <a:lnTo>
                  <a:pt x="6931" y="5955"/>
                </a:lnTo>
                <a:cubicBezTo>
                  <a:pt x="6931" y="6553"/>
                  <a:pt x="6459" y="6994"/>
                  <a:pt x="5892" y="6994"/>
                </a:cubicBezTo>
                <a:lnTo>
                  <a:pt x="4505" y="6994"/>
                </a:lnTo>
                <a:cubicBezTo>
                  <a:pt x="3938" y="6994"/>
                  <a:pt x="3497" y="6522"/>
                  <a:pt x="3497" y="5955"/>
                </a:cubicBezTo>
                <a:lnTo>
                  <a:pt x="3497" y="4190"/>
                </a:lnTo>
                <a:lnTo>
                  <a:pt x="3844" y="4190"/>
                </a:lnTo>
                <a:cubicBezTo>
                  <a:pt x="4379" y="4190"/>
                  <a:pt x="4915" y="3907"/>
                  <a:pt x="5230" y="3466"/>
                </a:cubicBezTo>
                <a:close/>
                <a:moveTo>
                  <a:pt x="6301" y="7624"/>
                </a:moveTo>
                <a:cubicBezTo>
                  <a:pt x="6396" y="8034"/>
                  <a:pt x="6805" y="8349"/>
                  <a:pt x="7278" y="8349"/>
                </a:cubicBezTo>
                <a:lnTo>
                  <a:pt x="7624" y="8349"/>
                </a:lnTo>
                <a:lnTo>
                  <a:pt x="7624" y="9200"/>
                </a:lnTo>
                <a:cubicBezTo>
                  <a:pt x="6852" y="9546"/>
                  <a:pt x="6025" y="9719"/>
                  <a:pt x="5198" y="9719"/>
                </a:cubicBezTo>
                <a:cubicBezTo>
                  <a:pt x="4371" y="9719"/>
                  <a:pt x="3544" y="9546"/>
                  <a:pt x="2773" y="9200"/>
                </a:cubicBezTo>
                <a:lnTo>
                  <a:pt x="2773" y="8349"/>
                </a:lnTo>
                <a:lnTo>
                  <a:pt x="3119" y="8349"/>
                </a:lnTo>
                <a:cubicBezTo>
                  <a:pt x="3560" y="8349"/>
                  <a:pt x="3970" y="8034"/>
                  <a:pt x="4127" y="7624"/>
                </a:cubicBezTo>
                <a:cubicBezTo>
                  <a:pt x="4253" y="7656"/>
                  <a:pt x="4411" y="7656"/>
                  <a:pt x="4505" y="7656"/>
                </a:cubicBezTo>
                <a:lnTo>
                  <a:pt x="5892" y="7656"/>
                </a:lnTo>
                <a:cubicBezTo>
                  <a:pt x="6018" y="7656"/>
                  <a:pt x="6175" y="7656"/>
                  <a:pt x="6301" y="7624"/>
                </a:cubicBezTo>
                <a:close/>
                <a:moveTo>
                  <a:pt x="2079" y="8349"/>
                </a:moveTo>
                <a:lnTo>
                  <a:pt x="2079" y="11153"/>
                </a:lnTo>
                <a:lnTo>
                  <a:pt x="693" y="11153"/>
                </a:lnTo>
                <a:lnTo>
                  <a:pt x="693" y="9389"/>
                </a:lnTo>
                <a:cubicBezTo>
                  <a:pt x="693" y="8790"/>
                  <a:pt x="1166" y="8349"/>
                  <a:pt x="1733" y="8349"/>
                </a:cubicBezTo>
                <a:close/>
                <a:moveTo>
                  <a:pt x="7656" y="9924"/>
                </a:moveTo>
                <a:lnTo>
                  <a:pt x="7656" y="11153"/>
                </a:lnTo>
                <a:lnTo>
                  <a:pt x="2773" y="11153"/>
                </a:lnTo>
                <a:lnTo>
                  <a:pt x="2773" y="9924"/>
                </a:lnTo>
                <a:cubicBezTo>
                  <a:pt x="3560" y="10239"/>
                  <a:pt x="4411" y="10397"/>
                  <a:pt x="5230" y="10397"/>
                </a:cubicBezTo>
                <a:cubicBezTo>
                  <a:pt x="6049" y="10397"/>
                  <a:pt x="6868" y="10239"/>
                  <a:pt x="7656" y="9924"/>
                </a:cubicBezTo>
                <a:close/>
                <a:moveTo>
                  <a:pt x="8664" y="8349"/>
                </a:moveTo>
                <a:cubicBezTo>
                  <a:pt x="9231" y="8349"/>
                  <a:pt x="9672" y="8821"/>
                  <a:pt x="9672" y="9389"/>
                </a:cubicBezTo>
                <a:lnTo>
                  <a:pt x="9672" y="11153"/>
                </a:lnTo>
                <a:lnTo>
                  <a:pt x="8286" y="11153"/>
                </a:lnTo>
                <a:lnTo>
                  <a:pt x="8286" y="8349"/>
                </a:lnTo>
                <a:close/>
                <a:moveTo>
                  <a:pt x="5198" y="0"/>
                </a:moveTo>
                <a:cubicBezTo>
                  <a:pt x="3088" y="0"/>
                  <a:pt x="1355" y="1701"/>
                  <a:pt x="1355" y="3844"/>
                </a:cubicBezTo>
                <a:lnTo>
                  <a:pt x="1355" y="5923"/>
                </a:lnTo>
                <a:cubicBezTo>
                  <a:pt x="1355" y="6522"/>
                  <a:pt x="1827" y="6931"/>
                  <a:pt x="2395" y="6931"/>
                </a:cubicBezTo>
                <a:lnTo>
                  <a:pt x="3088" y="6931"/>
                </a:lnTo>
                <a:cubicBezTo>
                  <a:pt x="3182" y="7057"/>
                  <a:pt x="3308" y="7183"/>
                  <a:pt x="3466" y="7309"/>
                </a:cubicBezTo>
                <a:cubicBezTo>
                  <a:pt x="3466" y="7530"/>
                  <a:pt x="3308" y="7687"/>
                  <a:pt x="3088" y="7687"/>
                </a:cubicBezTo>
                <a:lnTo>
                  <a:pt x="1733" y="7687"/>
                </a:lnTo>
                <a:cubicBezTo>
                  <a:pt x="788" y="7687"/>
                  <a:pt x="0" y="8475"/>
                  <a:pt x="0" y="9420"/>
                </a:cubicBezTo>
                <a:lnTo>
                  <a:pt x="0" y="11499"/>
                </a:lnTo>
                <a:cubicBezTo>
                  <a:pt x="0" y="11720"/>
                  <a:pt x="158" y="11877"/>
                  <a:pt x="347" y="11877"/>
                </a:cubicBezTo>
                <a:lnTo>
                  <a:pt x="10019" y="11877"/>
                </a:lnTo>
                <a:cubicBezTo>
                  <a:pt x="10239" y="11877"/>
                  <a:pt x="10397" y="11720"/>
                  <a:pt x="10397" y="11499"/>
                </a:cubicBezTo>
                <a:lnTo>
                  <a:pt x="10397" y="9420"/>
                </a:lnTo>
                <a:cubicBezTo>
                  <a:pt x="10397" y="8475"/>
                  <a:pt x="9609" y="7687"/>
                  <a:pt x="8664" y="7687"/>
                </a:cubicBezTo>
                <a:lnTo>
                  <a:pt x="7278" y="7687"/>
                </a:lnTo>
                <a:cubicBezTo>
                  <a:pt x="7089" y="7687"/>
                  <a:pt x="6931" y="7530"/>
                  <a:pt x="6931" y="7341"/>
                </a:cubicBezTo>
                <a:cubicBezTo>
                  <a:pt x="7026" y="7246"/>
                  <a:pt x="7152" y="7152"/>
                  <a:pt x="7278" y="6994"/>
                </a:cubicBezTo>
                <a:lnTo>
                  <a:pt x="7971" y="6994"/>
                </a:lnTo>
                <a:cubicBezTo>
                  <a:pt x="8569" y="6994"/>
                  <a:pt x="9011" y="6522"/>
                  <a:pt x="9011" y="5955"/>
                </a:cubicBezTo>
                <a:lnTo>
                  <a:pt x="9011" y="3844"/>
                </a:lnTo>
                <a:cubicBezTo>
                  <a:pt x="9011" y="1733"/>
                  <a:pt x="7309" y="0"/>
                  <a:pt x="51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42" name="Google Shape;15842;p83"/>
          <p:cNvGrpSpPr/>
          <p:nvPr/>
        </p:nvGrpSpPr>
        <p:grpSpPr>
          <a:xfrm>
            <a:off x="10610673" y="4516568"/>
            <a:ext cx="464684" cy="463465"/>
            <a:chOff x="6131900" y="2301825"/>
            <a:chExt cx="295375" cy="294600"/>
          </a:xfrm>
        </p:grpSpPr>
        <p:sp>
          <p:nvSpPr>
            <p:cNvPr id="15843" name="Google Shape;15843;p83"/>
            <p:cNvSpPr/>
            <p:nvPr/>
          </p:nvSpPr>
          <p:spPr>
            <a:xfrm>
              <a:off x="6131900" y="2301825"/>
              <a:ext cx="295375" cy="294600"/>
            </a:xfrm>
            <a:custGeom>
              <a:avLst/>
              <a:gdLst/>
              <a:ahLst/>
              <a:cxnLst/>
              <a:rect l="l" t="t" r="r" b="b"/>
              <a:pathLst>
                <a:path w="11815" h="11784" extrusionOk="0">
                  <a:moveTo>
                    <a:pt x="3813" y="630"/>
                  </a:moveTo>
                  <a:cubicBezTo>
                    <a:pt x="4002" y="630"/>
                    <a:pt x="4159" y="788"/>
                    <a:pt x="4159" y="977"/>
                  </a:cubicBezTo>
                  <a:lnTo>
                    <a:pt x="4159" y="1355"/>
                  </a:lnTo>
                  <a:lnTo>
                    <a:pt x="1387" y="1355"/>
                  </a:lnTo>
                  <a:lnTo>
                    <a:pt x="1387" y="977"/>
                  </a:lnTo>
                  <a:lnTo>
                    <a:pt x="1355" y="977"/>
                  </a:lnTo>
                  <a:cubicBezTo>
                    <a:pt x="1355" y="788"/>
                    <a:pt x="1513" y="630"/>
                    <a:pt x="1733" y="630"/>
                  </a:cubicBezTo>
                  <a:close/>
                  <a:moveTo>
                    <a:pt x="10114" y="1355"/>
                  </a:moveTo>
                  <a:cubicBezTo>
                    <a:pt x="10303" y="1355"/>
                    <a:pt x="10460" y="1513"/>
                    <a:pt x="10460" y="1702"/>
                  </a:cubicBezTo>
                  <a:lnTo>
                    <a:pt x="10460" y="3434"/>
                  </a:lnTo>
                  <a:lnTo>
                    <a:pt x="7688" y="3434"/>
                  </a:lnTo>
                  <a:cubicBezTo>
                    <a:pt x="7656" y="3277"/>
                    <a:pt x="7656" y="1859"/>
                    <a:pt x="7656" y="1702"/>
                  </a:cubicBezTo>
                  <a:cubicBezTo>
                    <a:pt x="7656" y="1513"/>
                    <a:pt x="7814" y="1355"/>
                    <a:pt x="8034" y="1355"/>
                  </a:cubicBezTo>
                  <a:close/>
                  <a:moveTo>
                    <a:pt x="4128" y="2048"/>
                  </a:moveTo>
                  <a:lnTo>
                    <a:pt x="4128" y="4821"/>
                  </a:lnTo>
                  <a:lnTo>
                    <a:pt x="1355" y="4821"/>
                  </a:lnTo>
                  <a:lnTo>
                    <a:pt x="1355" y="2048"/>
                  </a:lnTo>
                  <a:close/>
                  <a:moveTo>
                    <a:pt x="6617" y="2048"/>
                  </a:moveTo>
                  <a:cubicBezTo>
                    <a:pt x="6806" y="2048"/>
                    <a:pt x="6963" y="2206"/>
                    <a:pt x="6963" y="2395"/>
                  </a:cubicBezTo>
                  <a:lnTo>
                    <a:pt x="6963" y="4852"/>
                  </a:lnTo>
                  <a:lnTo>
                    <a:pt x="4821" y="4852"/>
                  </a:lnTo>
                  <a:lnTo>
                    <a:pt x="4821" y="2395"/>
                  </a:lnTo>
                  <a:cubicBezTo>
                    <a:pt x="4821" y="2206"/>
                    <a:pt x="4978" y="2048"/>
                    <a:pt x="5167" y="2048"/>
                  </a:cubicBezTo>
                  <a:close/>
                  <a:moveTo>
                    <a:pt x="10429" y="4127"/>
                  </a:moveTo>
                  <a:lnTo>
                    <a:pt x="10429" y="4852"/>
                  </a:lnTo>
                  <a:lnTo>
                    <a:pt x="7656" y="4852"/>
                  </a:lnTo>
                  <a:lnTo>
                    <a:pt x="7656" y="4127"/>
                  </a:lnTo>
                  <a:close/>
                  <a:moveTo>
                    <a:pt x="10775" y="5514"/>
                  </a:moveTo>
                  <a:cubicBezTo>
                    <a:pt x="10964" y="5514"/>
                    <a:pt x="11122" y="5671"/>
                    <a:pt x="11122" y="5860"/>
                  </a:cubicBezTo>
                  <a:lnTo>
                    <a:pt x="11122" y="10744"/>
                  </a:lnTo>
                  <a:cubicBezTo>
                    <a:pt x="11122" y="10964"/>
                    <a:pt x="10964" y="11122"/>
                    <a:pt x="10775" y="11122"/>
                  </a:cubicBezTo>
                  <a:lnTo>
                    <a:pt x="1009" y="11122"/>
                  </a:lnTo>
                  <a:cubicBezTo>
                    <a:pt x="820" y="11122"/>
                    <a:pt x="662" y="10964"/>
                    <a:pt x="662" y="10744"/>
                  </a:cubicBezTo>
                  <a:lnTo>
                    <a:pt x="662" y="5860"/>
                  </a:lnTo>
                  <a:cubicBezTo>
                    <a:pt x="662" y="5671"/>
                    <a:pt x="820" y="5514"/>
                    <a:pt x="1009" y="5514"/>
                  </a:cubicBezTo>
                  <a:close/>
                  <a:moveTo>
                    <a:pt x="1733" y="0"/>
                  </a:moveTo>
                  <a:cubicBezTo>
                    <a:pt x="1135" y="0"/>
                    <a:pt x="694" y="473"/>
                    <a:pt x="694" y="1040"/>
                  </a:cubicBezTo>
                  <a:lnTo>
                    <a:pt x="694" y="4884"/>
                  </a:lnTo>
                  <a:cubicBezTo>
                    <a:pt x="316" y="5041"/>
                    <a:pt x="1" y="5388"/>
                    <a:pt x="1" y="5860"/>
                  </a:cubicBezTo>
                  <a:lnTo>
                    <a:pt x="1" y="10744"/>
                  </a:lnTo>
                  <a:cubicBezTo>
                    <a:pt x="1" y="11342"/>
                    <a:pt x="473" y="11783"/>
                    <a:pt x="1009" y="11783"/>
                  </a:cubicBezTo>
                  <a:lnTo>
                    <a:pt x="10775" y="11783"/>
                  </a:lnTo>
                  <a:cubicBezTo>
                    <a:pt x="11374" y="11783"/>
                    <a:pt x="11815" y="11311"/>
                    <a:pt x="11815" y="10744"/>
                  </a:cubicBezTo>
                  <a:lnTo>
                    <a:pt x="11815" y="5860"/>
                  </a:lnTo>
                  <a:cubicBezTo>
                    <a:pt x="11815" y="5388"/>
                    <a:pt x="11531" y="5010"/>
                    <a:pt x="11122" y="4884"/>
                  </a:cubicBezTo>
                  <a:lnTo>
                    <a:pt x="11122" y="1702"/>
                  </a:lnTo>
                  <a:cubicBezTo>
                    <a:pt x="11122" y="1103"/>
                    <a:pt x="10649" y="662"/>
                    <a:pt x="10114" y="662"/>
                  </a:cubicBezTo>
                  <a:lnTo>
                    <a:pt x="8034" y="662"/>
                  </a:lnTo>
                  <a:cubicBezTo>
                    <a:pt x="7530" y="662"/>
                    <a:pt x="7152" y="977"/>
                    <a:pt x="7026" y="1418"/>
                  </a:cubicBezTo>
                  <a:cubicBezTo>
                    <a:pt x="6932" y="1387"/>
                    <a:pt x="6806" y="1355"/>
                    <a:pt x="6648" y="1355"/>
                  </a:cubicBezTo>
                  <a:lnTo>
                    <a:pt x="5230" y="1355"/>
                  </a:lnTo>
                  <a:cubicBezTo>
                    <a:pt x="5104" y="1355"/>
                    <a:pt x="4978" y="1387"/>
                    <a:pt x="4884" y="1418"/>
                  </a:cubicBezTo>
                  <a:lnTo>
                    <a:pt x="4884" y="1040"/>
                  </a:lnTo>
                  <a:cubicBezTo>
                    <a:pt x="4884" y="441"/>
                    <a:pt x="4380"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4" name="Google Shape;15844;p83"/>
            <p:cNvSpPr/>
            <p:nvPr/>
          </p:nvSpPr>
          <p:spPr>
            <a:xfrm>
              <a:off x="6218550" y="2456200"/>
              <a:ext cx="122100" cy="51225"/>
            </a:xfrm>
            <a:custGeom>
              <a:avLst/>
              <a:gdLst/>
              <a:ahLst/>
              <a:cxnLst/>
              <a:rect l="l" t="t" r="r" b="b"/>
              <a:pathLst>
                <a:path w="4884" h="2049" extrusionOk="0">
                  <a:moveTo>
                    <a:pt x="3844" y="725"/>
                  </a:moveTo>
                  <a:cubicBezTo>
                    <a:pt x="4033" y="725"/>
                    <a:pt x="4190" y="882"/>
                    <a:pt x="4190" y="1071"/>
                  </a:cubicBezTo>
                  <a:cubicBezTo>
                    <a:pt x="4190" y="1260"/>
                    <a:pt x="4033" y="1418"/>
                    <a:pt x="3844" y="1418"/>
                  </a:cubicBezTo>
                  <a:lnTo>
                    <a:pt x="1008" y="1418"/>
                  </a:lnTo>
                  <a:cubicBezTo>
                    <a:pt x="819" y="1418"/>
                    <a:pt x="662" y="1260"/>
                    <a:pt x="662" y="1071"/>
                  </a:cubicBezTo>
                  <a:cubicBezTo>
                    <a:pt x="662" y="882"/>
                    <a:pt x="819" y="725"/>
                    <a:pt x="1008" y="725"/>
                  </a:cubicBezTo>
                  <a:close/>
                  <a:moveTo>
                    <a:pt x="1008" y="0"/>
                  </a:moveTo>
                  <a:cubicBezTo>
                    <a:pt x="410" y="0"/>
                    <a:pt x="0" y="473"/>
                    <a:pt x="0" y="1040"/>
                  </a:cubicBezTo>
                  <a:cubicBezTo>
                    <a:pt x="0" y="1639"/>
                    <a:pt x="473" y="2048"/>
                    <a:pt x="1008" y="2048"/>
                  </a:cubicBezTo>
                  <a:lnTo>
                    <a:pt x="3844" y="2048"/>
                  </a:lnTo>
                  <a:cubicBezTo>
                    <a:pt x="4442" y="2048"/>
                    <a:pt x="4883" y="1576"/>
                    <a:pt x="4883" y="1040"/>
                  </a:cubicBezTo>
                  <a:cubicBezTo>
                    <a:pt x="4852" y="473"/>
                    <a:pt x="4411"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5" name="Google Shape;15845;p83"/>
            <p:cNvSpPr/>
            <p:nvPr/>
          </p:nvSpPr>
          <p:spPr>
            <a:xfrm>
              <a:off x="6340625" y="23530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40" y="725"/>
                  </a:lnTo>
                  <a:cubicBezTo>
                    <a:pt x="1261" y="725"/>
                    <a:pt x="1418" y="567"/>
                    <a:pt x="1418" y="347"/>
                  </a:cubicBezTo>
                  <a:cubicBezTo>
                    <a:pt x="1355" y="158"/>
                    <a:pt x="1198"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6" name="Google Shape;15846;p83"/>
            <p:cNvSpPr/>
            <p:nvPr/>
          </p:nvSpPr>
          <p:spPr>
            <a:xfrm>
              <a:off x="6183100" y="2369550"/>
              <a:ext cx="35475" cy="18150"/>
            </a:xfrm>
            <a:custGeom>
              <a:avLst/>
              <a:gdLst/>
              <a:ahLst/>
              <a:cxnLst/>
              <a:rect l="l" t="t" r="r" b="b"/>
              <a:pathLst>
                <a:path w="1419" h="726" extrusionOk="0">
                  <a:moveTo>
                    <a:pt x="347" y="1"/>
                  </a:moveTo>
                  <a:cubicBezTo>
                    <a:pt x="158" y="1"/>
                    <a:pt x="0" y="158"/>
                    <a:pt x="0" y="379"/>
                  </a:cubicBezTo>
                  <a:cubicBezTo>
                    <a:pt x="0" y="568"/>
                    <a:pt x="158" y="725"/>
                    <a:pt x="347" y="725"/>
                  </a:cubicBezTo>
                  <a:lnTo>
                    <a:pt x="1040" y="725"/>
                  </a:lnTo>
                  <a:cubicBezTo>
                    <a:pt x="1261" y="725"/>
                    <a:pt x="1418" y="568"/>
                    <a:pt x="1418" y="379"/>
                  </a:cubicBezTo>
                  <a:cubicBezTo>
                    <a:pt x="1418" y="158"/>
                    <a:pt x="1261"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47" name="Google Shape;15847;p83"/>
          <p:cNvGrpSpPr/>
          <p:nvPr/>
        </p:nvGrpSpPr>
        <p:grpSpPr>
          <a:xfrm>
            <a:off x="7671997" y="2042622"/>
            <a:ext cx="468420" cy="465943"/>
            <a:chOff x="1412450" y="1954475"/>
            <a:chExt cx="297750" cy="296175"/>
          </a:xfrm>
        </p:grpSpPr>
        <p:sp>
          <p:nvSpPr>
            <p:cNvPr id="15848" name="Google Shape;15848;p83"/>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9" name="Google Shape;15849;p83"/>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50" name="Google Shape;15850;p83"/>
          <p:cNvSpPr/>
          <p:nvPr/>
        </p:nvSpPr>
        <p:spPr>
          <a:xfrm>
            <a:off x="7673795" y="2647043"/>
            <a:ext cx="464723" cy="460987"/>
          </a:xfrm>
          <a:custGeom>
            <a:avLst/>
            <a:gdLst/>
            <a:ahLst/>
            <a:cxnLst/>
            <a:rect l="l" t="t" r="r" b="b"/>
            <a:pathLst>
              <a:path w="11816" h="11721" extrusionOk="0">
                <a:moveTo>
                  <a:pt x="2395" y="631"/>
                </a:moveTo>
                <a:cubicBezTo>
                  <a:pt x="2584" y="631"/>
                  <a:pt x="2742" y="789"/>
                  <a:pt x="2742" y="978"/>
                </a:cubicBezTo>
                <a:cubicBezTo>
                  <a:pt x="2742" y="1167"/>
                  <a:pt x="2584" y="1324"/>
                  <a:pt x="2395" y="1324"/>
                </a:cubicBezTo>
                <a:lnTo>
                  <a:pt x="1009" y="1324"/>
                </a:lnTo>
                <a:cubicBezTo>
                  <a:pt x="820" y="1324"/>
                  <a:pt x="663" y="1167"/>
                  <a:pt x="663" y="978"/>
                </a:cubicBezTo>
                <a:cubicBezTo>
                  <a:pt x="663" y="789"/>
                  <a:pt x="820" y="631"/>
                  <a:pt x="1009" y="631"/>
                </a:cubicBezTo>
                <a:close/>
                <a:moveTo>
                  <a:pt x="6554" y="631"/>
                </a:moveTo>
                <a:cubicBezTo>
                  <a:pt x="6774" y="631"/>
                  <a:pt x="6932" y="789"/>
                  <a:pt x="6932" y="978"/>
                </a:cubicBezTo>
                <a:cubicBezTo>
                  <a:pt x="6932" y="1167"/>
                  <a:pt x="6774" y="1324"/>
                  <a:pt x="6554" y="1324"/>
                </a:cubicBezTo>
                <a:lnTo>
                  <a:pt x="5199" y="1324"/>
                </a:lnTo>
                <a:cubicBezTo>
                  <a:pt x="4979" y="1324"/>
                  <a:pt x="4821" y="1167"/>
                  <a:pt x="4821" y="978"/>
                </a:cubicBezTo>
                <a:cubicBezTo>
                  <a:pt x="4821" y="789"/>
                  <a:pt x="4979" y="631"/>
                  <a:pt x="5199" y="631"/>
                </a:cubicBezTo>
                <a:close/>
                <a:moveTo>
                  <a:pt x="10776" y="631"/>
                </a:moveTo>
                <a:cubicBezTo>
                  <a:pt x="10965" y="631"/>
                  <a:pt x="11122" y="789"/>
                  <a:pt x="11122" y="978"/>
                </a:cubicBezTo>
                <a:cubicBezTo>
                  <a:pt x="11122" y="1167"/>
                  <a:pt x="10965" y="1324"/>
                  <a:pt x="10776" y="1324"/>
                </a:cubicBezTo>
                <a:lnTo>
                  <a:pt x="9389" y="1324"/>
                </a:lnTo>
                <a:cubicBezTo>
                  <a:pt x="9200" y="1324"/>
                  <a:pt x="9043" y="1167"/>
                  <a:pt x="9043" y="978"/>
                </a:cubicBezTo>
                <a:cubicBezTo>
                  <a:pt x="9043" y="789"/>
                  <a:pt x="9200" y="631"/>
                  <a:pt x="9389" y="631"/>
                </a:cubicBezTo>
                <a:close/>
                <a:moveTo>
                  <a:pt x="7279" y="4790"/>
                </a:moveTo>
                <a:cubicBezTo>
                  <a:pt x="7468" y="4790"/>
                  <a:pt x="7625" y="4947"/>
                  <a:pt x="7625" y="5136"/>
                </a:cubicBezTo>
                <a:lnTo>
                  <a:pt x="7625" y="6554"/>
                </a:lnTo>
                <a:cubicBezTo>
                  <a:pt x="7625" y="6775"/>
                  <a:pt x="7468" y="6932"/>
                  <a:pt x="7279" y="6932"/>
                </a:cubicBezTo>
                <a:lnTo>
                  <a:pt x="4506" y="6932"/>
                </a:lnTo>
                <a:cubicBezTo>
                  <a:pt x="4317" y="6932"/>
                  <a:pt x="4160" y="6775"/>
                  <a:pt x="4160" y="6554"/>
                </a:cubicBezTo>
                <a:lnTo>
                  <a:pt x="4160" y="5136"/>
                </a:lnTo>
                <a:cubicBezTo>
                  <a:pt x="4160" y="4947"/>
                  <a:pt x="4317" y="4790"/>
                  <a:pt x="4506" y="4790"/>
                </a:cubicBezTo>
                <a:close/>
                <a:moveTo>
                  <a:pt x="2395" y="10398"/>
                </a:moveTo>
                <a:cubicBezTo>
                  <a:pt x="2584" y="10398"/>
                  <a:pt x="2742" y="10555"/>
                  <a:pt x="2742" y="10744"/>
                </a:cubicBezTo>
                <a:cubicBezTo>
                  <a:pt x="2742" y="10933"/>
                  <a:pt x="2584" y="11091"/>
                  <a:pt x="2395" y="11091"/>
                </a:cubicBezTo>
                <a:lnTo>
                  <a:pt x="1009" y="11091"/>
                </a:lnTo>
                <a:cubicBezTo>
                  <a:pt x="820" y="11091"/>
                  <a:pt x="663" y="10933"/>
                  <a:pt x="663" y="10744"/>
                </a:cubicBezTo>
                <a:cubicBezTo>
                  <a:pt x="663" y="10555"/>
                  <a:pt x="820" y="10398"/>
                  <a:pt x="1009" y="10398"/>
                </a:cubicBezTo>
                <a:close/>
                <a:moveTo>
                  <a:pt x="6585" y="10398"/>
                </a:moveTo>
                <a:cubicBezTo>
                  <a:pt x="6806" y="10398"/>
                  <a:pt x="6964" y="10555"/>
                  <a:pt x="6964" y="10744"/>
                </a:cubicBezTo>
                <a:cubicBezTo>
                  <a:pt x="6964" y="10933"/>
                  <a:pt x="6806" y="11091"/>
                  <a:pt x="6585" y="11091"/>
                </a:cubicBezTo>
                <a:lnTo>
                  <a:pt x="5231" y="11091"/>
                </a:lnTo>
                <a:cubicBezTo>
                  <a:pt x="5010" y="11091"/>
                  <a:pt x="4853" y="10933"/>
                  <a:pt x="4853" y="10744"/>
                </a:cubicBezTo>
                <a:cubicBezTo>
                  <a:pt x="4853" y="10555"/>
                  <a:pt x="5010" y="10398"/>
                  <a:pt x="5231" y="10398"/>
                </a:cubicBezTo>
                <a:close/>
                <a:moveTo>
                  <a:pt x="10776" y="10398"/>
                </a:moveTo>
                <a:cubicBezTo>
                  <a:pt x="10965" y="10398"/>
                  <a:pt x="11122" y="10555"/>
                  <a:pt x="11122" y="10744"/>
                </a:cubicBezTo>
                <a:cubicBezTo>
                  <a:pt x="11122" y="10933"/>
                  <a:pt x="10965" y="11091"/>
                  <a:pt x="10776" y="11091"/>
                </a:cubicBezTo>
                <a:lnTo>
                  <a:pt x="9389" y="11091"/>
                </a:lnTo>
                <a:cubicBezTo>
                  <a:pt x="9200" y="11091"/>
                  <a:pt x="9043" y="10933"/>
                  <a:pt x="9043" y="10744"/>
                </a:cubicBezTo>
                <a:cubicBezTo>
                  <a:pt x="9043" y="10555"/>
                  <a:pt x="9200" y="10398"/>
                  <a:pt x="9389" y="10398"/>
                </a:cubicBezTo>
                <a:close/>
                <a:moveTo>
                  <a:pt x="1009" y="1"/>
                </a:moveTo>
                <a:cubicBezTo>
                  <a:pt x="410" y="1"/>
                  <a:pt x="1" y="474"/>
                  <a:pt x="1" y="1009"/>
                </a:cubicBezTo>
                <a:cubicBezTo>
                  <a:pt x="1" y="1608"/>
                  <a:pt x="473" y="2049"/>
                  <a:pt x="1009" y="2049"/>
                </a:cubicBezTo>
                <a:lnTo>
                  <a:pt x="1356" y="2049"/>
                </a:lnTo>
                <a:lnTo>
                  <a:pt x="1356" y="2395"/>
                </a:lnTo>
                <a:cubicBezTo>
                  <a:pt x="1356" y="2994"/>
                  <a:pt x="1828" y="3403"/>
                  <a:pt x="2395" y="3403"/>
                </a:cubicBezTo>
                <a:lnTo>
                  <a:pt x="5546" y="3403"/>
                </a:lnTo>
                <a:lnTo>
                  <a:pt x="5546" y="4128"/>
                </a:lnTo>
                <a:lnTo>
                  <a:pt x="4506" y="4128"/>
                </a:lnTo>
                <a:cubicBezTo>
                  <a:pt x="3939" y="4128"/>
                  <a:pt x="3466" y="4601"/>
                  <a:pt x="3466" y="5136"/>
                </a:cubicBezTo>
                <a:lnTo>
                  <a:pt x="3466" y="6554"/>
                </a:lnTo>
                <a:cubicBezTo>
                  <a:pt x="3466" y="7153"/>
                  <a:pt x="3939" y="7594"/>
                  <a:pt x="4506" y="7594"/>
                </a:cubicBezTo>
                <a:lnTo>
                  <a:pt x="5546" y="7594"/>
                </a:lnTo>
                <a:lnTo>
                  <a:pt x="5546" y="8287"/>
                </a:lnTo>
                <a:lnTo>
                  <a:pt x="2395" y="8287"/>
                </a:lnTo>
                <a:cubicBezTo>
                  <a:pt x="1797" y="8287"/>
                  <a:pt x="1356" y="8759"/>
                  <a:pt x="1356" y="9326"/>
                </a:cubicBezTo>
                <a:lnTo>
                  <a:pt x="1356" y="9673"/>
                </a:lnTo>
                <a:lnTo>
                  <a:pt x="1009" y="9673"/>
                </a:lnTo>
                <a:cubicBezTo>
                  <a:pt x="410" y="9673"/>
                  <a:pt x="1" y="10146"/>
                  <a:pt x="1" y="10713"/>
                </a:cubicBezTo>
                <a:cubicBezTo>
                  <a:pt x="1" y="11280"/>
                  <a:pt x="473" y="11721"/>
                  <a:pt x="1009" y="11721"/>
                </a:cubicBezTo>
                <a:lnTo>
                  <a:pt x="2395" y="11721"/>
                </a:lnTo>
                <a:cubicBezTo>
                  <a:pt x="2994" y="11721"/>
                  <a:pt x="3403" y="11248"/>
                  <a:pt x="3403" y="10713"/>
                </a:cubicBezTo>
                <a:cubicBezTo>
                  <a:pt x="3403" y="10114"/>
                  <a:pt x="2931" y="9673"/>
                  <a:pt x="2395" y="9673"/>
                </a:cubicBezTo>
                <a:lnTo>
                  <a:pt x="2049" y="9673"/>
                </a:lnTo>
                <a:lnTo>
                  <a:pt x="2049" y="9326"/>
                </a:lnTo>
                <a:cubicBezTo>
                  <a:pt x="2049" y="9137"/>
                  <a:pt x="2206" y="8980"/>
                  <a:pt x="2395" y="8980"/>
                </a:cubicBezTo>
                <a:lnTo>
                  <a:pt x="5546" y="8980"/>
                </a:lnTo>
                <a:lnTo>
                  <a:pt x="5546" y="9673"/>
                </a:lnTo>
                <a:lnTo>
                  <a:pt x="5199" y="9673"/>
                </a:lnTo>
                <a:cubicBezTo>
                  <a:pt x="4601" y="9673"/>
                  <a:pt x="4160" y="10146"/>
                  <a:pt x="4160" y="10713"/>
                </a:cubicBezTo>
                <a:cubicBezTo>
                  <a:pt x="4160" y="11280"/>
                  <a:pt x="4632" y="11721"/>
                  <a:pt x="5199" y="11721"/>
                </a:cubicBezTo>
                <a:lnTo>
                  <a:pt x="6554" y="11721"/>
                </a:lnTo>
                <a:cubicBezTo>
                  <a:pt x="7153" y="11721"/>
                  <a:pt x="7594" y="11248"/>
                  <a:pt x="7594" y="10713"/>
                </a:cubicBezTo>
                <a:cubicBezTo>
                  <a:pt x="7594" y="10114"/>
                  <a:pt x="7121" y="9673"/>
                  <a:pt x="6554" y="9673"/>
                </a:cubicBezTo>
                <a:lnTo>
                  <a:pt x="6207" y="9673"/>
                </a:lnTo>
                <a:lnTo>
                  <a:pt x="6207" y="8980"/>
                </a:lnTo>
                <a:lnTo>
                  <a:pt x="9358" y="8980"/>
                </a:lnTo>
                <a:cubicBezTo>
                  <a:pt x="9547" y="8980"/>
                  <a:pt x="9704" y="9137"/>
                  <a:pt x="9704" y="9326"/>
                </a:cubicBezTo>
                <a:lnTo>
                  <a:pt x="9704" y="9673"/>
                </a:lnTo>
                <a:lnTo>
                  <a:pt x="9358" y="9673"/>
                </a:lnTo>
                <a:cubicBezTo>
                  <a:pt x="8759" y="9673"/>
                  <a:pt x="8350" y="10146"/>
                  <a:pt x="8350" y="10713"/>
                </a:cubicBezTo>
                <a:cubicBezTo>
                  <a:pt x="8350" y="11280"/>
                  <a:pt x="8791" y="11721"/>
                  <a:pt x="9358" y="11721"/>
                </a:cubicBezTo>
                <a:lnTo>
                  <a:pt x="10744" y="11721"/>
                </a:lnTo>
                <a:cubicBezTo>
                  <a:pt x="11311" y="11721"/>
                  <a:pt x="11752" y="11248"/>
                  <a:pt x="11752" y="10713"/>
                </a:cubicBezTo>
                <a:cubicBezTo>
                  <a:pt x="11752" y="10114"/>
                  <a:pt x="11280" y="9673"/>
                  <a:pt x="10744" y="9673"/>
                </a:cubicBezTo>
                <a:lnTo>
                  <a:pt x="10366" y="9673"/>
                </a:lnTo>
                <a:lnTo>
                  <a:pt x="10366" y="9326"/>
                </a:lnTo>
                <a:cubicBezTo>
                  <a:pt x="10366" y="8728"/>
                  <a:pt x="9925" y="8287"/>
                  <a:pt x="9358" y="8287"/>
                </a:cubicBezTo>
                <a:lnTo>
                  <a:pt x="6207" y="8287"/>
                </a:lnTo>
                <a:lnTo>
                  <a:pt x="6207" y="7594"/>
                </a:lnTo>
                <a:lnTo>
                  <a:pt x="7216" y="7594"/>
                </a:lnTo>
                <a:cubicBezTo>
                  <a:pt x="7814" y="7594"/>
                  <a:pt x="8287" y="7121"/>
                  <a:pt x="8287" y="6554"/>
                </a:cubicBezTo>
                <a:lnTo>
                  <a:pt x="8287" y="5136"/>
                </a:lnTo>
                <a:cubicBezTo>
                  <a:pt x="8287" y="4569"/>
                  <a:pt x="7814" y="4128"/>
                  <a:pt x="7216" y="4128"/>
                </a:cubicBezTo>
                <a:lnTo>
                  <a:pt x="6207" y="4128"/>
                </a:lnTo>
                <a:lnTo>
                  <a:pt x="6207" y="3403"/>
                </a:lnTo>
                <a:lnTo>
                  <a:pt x="9389" y="3403"/>
                </a:lnTo>
                <a:cubicBezTo>
                  <a:pt x="9988" y="3403"/>
                  <a:pt x="10429" y="2931"/>
                  <a:pt x="10429" y="2395"/>
                </a:cubicBezTo>
                <a:lnTo>
                  <a:pt x="10429" y="2049"/>
                </a:lnTo>
                <a:lnTo>
                  <a:pt x="10776" y="2049"/>
                </a:lnTo>
                <a:cubicBezTo>
                  <a:pt x="11374" y="2049"/>
                  <a:pt x="11815" y="1576"/>
                  <a:pt x="11815" y="1009"/>
                </a:cubicBezTo>
                <a:cubicBezTo>
                  <a:pt x="11815" y="411"/>
                  <a:pt x="11343" y="1"/>
                  <a:pt x="10776" y="1"/>
                </a:cubicBezTo>
                <a:lnTo>
                  <a:pt x="9389" y="1"/>
                </a:lnTo>
                <a:cubicBezTo>
                  <a:pt x="8822" y="1"/>
                  <a:pt x="8381" y="474"/>
                  <a:pt x="8381" y="1009"/>
                </a:cubicBezTo>
                <a:cubicBezTo>
                  <a:pt x="8381" y="1608"/>
                  <a:pt x="8854" y="2049"/>
                  <a:pt x="9389" y="2049"/>
                </a:cubicBezTo>
                <a:lnTo>
                  <a:pt x="9767" y="2049"/>
                </a:lnTo>
                <a:lnTo>
                  <a:pt x="9767" y="2395"/>
                </a:lnTo>
                <a:cubicBezTo>
                  <a:pt x="9767" y="2584"/>
                  <a:pt x="9610" y="2742"/>
                  <a:pt x="9389" y="2742"/>
                </a:cubicBezTo>
                <a:lnTo>
                  <a:pt x="6239" y="2742"/>
                </a:lnTo>
                <a:lnTo>
                  <a:pt x="6239" y="2049"/>
                </a:lnTo>
                <a:lnTo>
                  <a:pt x="6617" y="2049"/>
                </a:lnTo>
                <a:cubicBezTo>
                  <a:pt x="7184" y="2049"/>
                  <a:pt x="7625" y="1576"/>
                  <a:pt x="7625" y="1009"/>
                </a:cubicBezTo>
                <a:cubicBezTo>
                  <a:pt x="7625" y="411"/>
                  <a:pt x="7153" y="1"/>
                  <a:pt x="6617" y="1"/>
                </a:cubicBezTo>
                <a:lnTo>
                  <a:pt x="5231" y="1"/>
                </a:lnTo>
                <a:cubicBezTo>
                  <a:pt x="4632" y="1"/>
                  <a:pt x="4191" y="474"/>
                  <a:pt x="4191" y="1009"/>
                </a:cubicBezTo>
                <a:cubicBezTo>
                  <a:pt x="4191" y="1608"/>
                  <a:pt x="4664" y="2049"/>
                  <a:pt x="5231" y="2049"/>
                </a:cubicBezTo>
                <a:lnTo>
                  <a:pt x="5577" y="2049"/>
                </a:lnTo>
                <a:lnTo>
                  <a:pt x="5577" y="2742"/>
                </a:lnTo>
                <a:lnTo>
                  <a:pt x="2427" y="2742"/>
                </a:lnTo>
                <a:cubicBezTo>
                  <a:pt x="2238" y="2742"/>
                  <a:pt x="2080" y="2584"/>
                  <a:pt x="2080" y="2395"/>
                </a:cubicBezTo>
                <a:lnTo>
                  <a:pt x="2080" y="2049"/>
                </a:lnTo>
                <a:lnTo>
                  <a:pt x="2427" y="2049"/>
                </a:lnTo>
                <a:cubicBezTo>
                  <a:pt x="3025" y="2049"/>
                  <a:pt x="3466" y="1576"/>
                  <a:pt x="3466" y="1009"/>
                </a:cubicBezTo>
                <a:cubicBezTo>
                  <a:pt x="3466" y="411"/>
                  <a:pt x="2994" y="1"/>
                  <a:pt x="24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51" name="Google Shape;15851;p83"/>
          <p:cNvGrpSpPr/>
          <p:nvPr/>
        </p:nvGrpSpPr>
        <p:grpSpPr>
          <a:xfrm>
            <a:off x="7671997" y="3232659"/>
            <a:ext cx="468420" cy="468067"/>
            <a:chOff x="1413250" y="2680675"/>
            <a:chExt cx="297750" cy="297525"/>
          </a:xfrm>
        </p:grpSpPr>
        <p:sp>
          <p:nvSpPr>
            <p:cNvPr id="15852" name="Google Shape;15852;p83"/>
            <p:cNvSpPr/>
            <p:nvPr/>
          </p:nvSpPr>
          <p:spPr>
            <a:xfrm>
              <a:off x="1413250" y="2680675"/>
              <a:ext cx="297750" cy="297525"/>
            </a:xfrm>
            <a:custGeom>
              <a:avLst/>
              <a:gdLst/>
              <a:ahLst/>
              <a:cxnLst/>
              <a:rect l="l" t="t" r="r" b="b"/>
              <a:pathLst>
                <a:path w="11910" h="11901" extrusionOk="0">
                  <a:moveTo>
                    <a:pt x="10460" y="1418"/>
                  </a:moveTo>
                  <a:lnTo>
                    <a:pt x="10460" y="7719"/>
                  </a:lnTo>
                  <a:lnTo>
                    <a:pt x="1387" y="7719"/>
                  </a:lnTo>
                  <a:lnTo>
                    <a:pt x="1387" y="1418"/>
                  </a:lnTo>
                  <a:close/>
                  <a:moveTo>
                    <a:pt x="5577" y="8380"/>
                  </a:moveTo>
                  <a:lnTo>
                    <a:pt x="5577" y="9105"/>
                  </a:lnTo>
                  <a:lnTo>
                    <a:pt x="5167" y="9105"/>
                  </a:lnTo>
                  <a:lnTo>
                    <a:pt x="5451" y="8380"/>
                  </a:lnTo>
                  <a:close/>
                  <a:moveTo>
                    <a:pt x="6396" y="8380"/>
                  </a:moveTo>
                  <a:lnTo>
                    <a:pt x="6679" y="9105"/>
                  </a:lnTo>
                  <a:lnTo>
                    <a:pt x="6270" y="9105"/>
                  </a:lnTo>
                  <a:lnTo>
                    <a:pt x="6270" y="8380"/>
                  </a:lnTo>
                  <a:close/>
                  <a:moveTo>
                    <a:pt x="5955" y="0"/>
                  </a:moveTo>
                  <a:cubicBezTo>
                    <a:pt x="5766" y="0"/>
                    <a:pt x="5608" y="158"/>
                    <a:pt x="5608" y="347"/>
                  </a:cubicBezTo>
                  <a:lnTo>
                    <a:pt x="5608" y="725"/>
                  </a:lnTo>
                  <a:lnTo>
                    <a:pt x="378" y="725"/>
                  </a:lnTo>
                  <a:cubicBezTo>
                    <a:pt x="158" y="725"/>
                    <a:pt x="0" y="882"/>
                    <a:pt x="0" y="1071"/>
                  </a:cubicBezTo>
                  <a:cubicBezTo>
                    <a:pt x="0" y="1260"/>
                    <a:pt x="158" y="1418"/>
                    <a:pt x="378" y="1418"/>
                  </a:cubicBezTo>
                  <a:lnTo>
                    <a:pt x="725" y="1418"/>
                  </a:lnTo>
                  <a:lnTo>
                    <a:pt x="725" y="7719"/>
                  </a:lnTo>
                  <a:lnTo>
                    <a:pt x="378" y="7719"/>
                  </a:lnTo>
                  <a:cubicBezTo>
                    <a:pt x="189" y="7719"/>
                    <a:pt x="32" y="7876"/>
                    <a:pt x="32" y="8097"/>
                  </a:cubicBezTo>
                  <a:cubicBezTo>
                    <a:pt x="32" y="8286"/>
                    <a:pt x="189" y="8443"/>
                    <a:pt x="378" y="8443"/>
                  </a:cubicBezTo>
                  <a:lnTo>
                    <a:pt x="4758" y="8443"/>
                  </a:lnTo>
                  <a:lnTo>
                    <a:pt x="3560" y="11436"/>
                  </a:lnTo>
                  <a:cubicBezTo>
                    <a:pt x="3497" y="11625"/>
                    <a:pt x="3560" y="11814"/>
                    <a:pt x="3749" y="11877"/>
                  </a:cubicBezTo>
                  <a:cubicBezTo>
                    <a:pt x="3803" y="11893"/>
                    <a:pt x="3855" y="11901"/>
                    <a:pt x="3903" y="11901"/>
                  </a:cubicBezTo>
                  <a:cubicBezTo>
                    <a:pt x="4052" y="11901"/>
                    <a:pt x="4167" y="11824"/>
                    <a:pt x="4191" y="11657"/>
                  </a:cubicBezTo>
                  <a:lnTo>
                    <a:pt x="4947" y="9830"/>
                  </a:lnTo>
                  <a:lnTo>
                    <a:pt x="5608" y="9830"/>
                  </a:lnTo>
                  <a:lnTo>
                    <a:pt x="5608" y="10838"/>
                  </a:lnTo>
                  <a:cubicBezTo>
                    <a:pt x="5608" y="11027"/>
                    <a:pt x="5766" y="11184"/>
                    <a:pt x="5955" y="11184"/>
                  </a:cubicBezTo>
                  <a:cubicBezTo>
                    <a:pt x="6175" y="11184"/>
                    <a:pt x="6333" y="11027"/>
                    <a:pt x="6333" y="10838"/>
                  </a:cubicBezTo>
                  <a:lnTo>
                    <a:pt x="6333" y="9830"/>
                  </a:lnTo>
                  <a:lnTo>
                    <a:pt x="6995" y="9830"/>
                  </a:lnTo>
                  <a:lnTo>
                    <a:pt x="7751" y="11657"/>
                  </a:lnTo>
                  <a:cubicBezTo>
                    <a:pt x="7798" y="11824"/>
                    <a:pt x="7918" y="11901"/>
                    <a:pt x="8042" y="11901"/>
                  </a:cubicBezTo>
                  <a:cubicBezTo>
                    <a:pt x="8082" y="11901"/>
                    <a:pt x="8122" y="11893"/>
                    <a:pt x="8160" y="11877"/>
                  </a:cubicBezTo>
                  <a:cubicBezTo>
                    <a:pt x="8381" y="11783"/>
                    <a:pt x="8444" y="11594"/>
                    <a:pt x="8381" y="11436"/>
                  </a:cubicBezTo>
                  <a:lnTo>
                    <a:pt x="7184" y="8443"/>
                  </a:lnTo>
                  <a:lnTo>
                    <a:pt x="11563" y="8443"/>
                  </a:lnTo>
                  <a:cubicBezTo>
                    <a:pt x="11752" y="8443"/>
                    <a:pt x="11909" y="8286"/>
                    <a:pt x="11909" y="8097"/>
                  </a:cubicBezTo>
                  <a:cubicBezTo>
                    <a:pt x="11909" y="7876"/>
                    <a:pt x="11752" y="7719"/>
                    <a:pt x="11563" y="7719"/>
                  </a:cubicBezTo>
                  <a:lnTo>
                    <a:pt x="11185" y="7719"/>
                  </a:lnTo>
                  <a:lnTo>
                    <a:pt x="11185" y="1418"/>
                  </a:lnTo>
                  <a:lnTo>
                    <a:pt x="11563" y="1418"/>
                  </a:lnTo>
                  <a:cubicBezTo>
                    <a:pt x="11752" y="1418"/>
                    <a:pt x="11909" y="1260"/>
                    <a:pt x="11909" y="1071"/>
                  </a:cubicBezTo>
                  <a:cubicBezTo>
                    <a:pt x="11909" y="882"/>
                    <a:pt x="11752" y="725"/>
                    <a:pt x="11563" y="725"/>
                  </a:cubicBezTo>
                  <a:lnTo>
                    <a:pt x="6301" y="725"/>
                  </a:lnTo>
                  <a:lnTo>
                    <a:pt x="6301" y="347"/>
                  </a:lnTo>
                  <a:cubicBezTo>
                    <a:pt x="6301" y="158"/>
                    <a:pt x="6144"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3" name="Google Shape;15853;p83"/>
            <p:cNvSpPr/>
            <p:nvPr/>
          </p:nvSpPr>
          <p:spPr>
            <a:xfrm>
              <a:off x="1465225" y="2805100"/>
              <a:ext cx="52800" cy="52025"/>
            </a:xfrm>
            <a:custGeom>
              <a:avLst/>
              <a:gdLst/>
              <a:ahLst/>
              <a:cxnLst/>
              <a:rect l="l" t="t" r="r" b="b"/>
              <a:pathLst>
                <a:path w="2112" h="2081" extrusionOk="0">
                  <a:moveTo>
                    <a:pt x="1387" y="663"/>
                  </a:moveTo>
                  <a:lnTo>
                    <a:pt x="1387" y="1387"/>
                  </a:lnTo>
                  <a:lnTo>
                    <a:pt x="694" y="1387"/>
                  </a:lnTo>
                  <a:lnTo>
                    <a:pt x="694" y="663"/>
                  </a:lnTo>
                  <a:close/>
                  <a:moveTo>
                    <a:pt x="347" y="1"/>
                  </a:moveTo>
                  <a:cubicBezTo>
                    <a:pt x="158" y="1"/>
                    <a:pt x="1" y="158"/>
                    <a:pt x="1" y="347"/>
                  </a:cubicBezTo>
                  <a:lnTo>
                    <a:pt x="1" y="1734"/>
                  </a:lnTo>
                  <a:cubicBezTo>
                    <a:pt x="1" y="1923"/>
                    <a:pt x="158" y="2080"/>
                    <a:pt x="347" y="2080"/>
                  </a:cubicBezTo>
                  <a:lnTo>
                    <a:pt x="1765" y="2080"/>
                  </a:lnTo>
                  <a:cubicBezTo>
                    <a:pt x="1954" y="2080"/>
                    <a:pt x="2112" y="1923"/>
                    <a:pt x="2112" y="1734"/>
                  </a:cubicBezTo>
                  <a:lnTo>
                    <a:pt x="2112" y="347"/>
                  </a:lnTo>
                  <a:cubicBezTo>
                    <a:pt x="2112" y="158"/>
                    <a:pt x="1954"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4" name="Google Shape;15854;p83"/>
            <p:cNvSpPr/>
            <p:nvPr/>
          </p:nvSpPr>
          <p:spPr>
            <a:xfrm>
              <a:off x="1535325" y="2769675"/>
              <a:ext cx="52800" cy="87450"/>
            </a:xfrm>
            <a:custGeom>
              <a:avLst/>
              <a:gdLst/>
              <a:ahLst/>
              <a:cxnLst/>
              <a:rect l="l" t="t" r="r" b="b"/>
              <a:pathLst>
                <a:path w="2112" h="3498" extrusionOk="0">
                  <a:moveTo>
                    <a:pt x="1387" y="662"/>
                  </a:moveTo>
                  <a:lnTo>
                    <a:pt x="1387" y="2741"/>
                  </a:lnTo>
                  <a:lnTo>
                    <a:pt x="694" y="2741"/>
                  </a:lnTo>
                  <a:lnTo>
                    <a:pt x="694" y="662"/>
                  </a:lnTo>
                  <a:close/>
                  <a:moveTo>
                    <a:pt x="379" y="0"/>
                  </a:moveTo>
                  <a:cubicBezTo>
                    <a:pt x="158" y="0"/>
                    <a:pt x="1" y="158"/>
                    <a:pt x="1" y="347"/>
                  </a:cubicBezTo>
                  <a:lnTo>
                    <a:pt x="1" y="3151"/>
                  </a:lnTo>
                  <a:cubicBezTo>
                    <a:pt x="1" y="3340"/>
                    <a:pt x="158" y="3497"/>
                    <a:pt x="379" y="3497"/>
                  </a:cubicBezTo>
                  <a:lnTo>
                    <a:pt x="1733" y="3497"/>
                  </a:lnTo>
                  <a:lnTo>
                    <a:pt x="1733" y="3466"/>
                  </a:lnTo>
                  <a:cubicBezTo>
                    <a:pt x="1954" y="3466"/>
                    <a:pt x="2112" y="3308"/>
                    <a:pt x="2112" y="3119"/>
                  </a:cubicBezTo>
                  <a:lnTo>
                    <a:pt x="2112" y="347"/>
                  </a:lnTo>
                  <a:cubicBezTo>
                    <a:pt x="2112" y="158"/>
                    <a:pt x="1954"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5" name="Google Shape;15855;p83"/>
            <p:cNvSpPr/>
            <p:nvPr/>
          </p:nvSpPr>
          <p:spPr>
            <a:xfrm>
              <a:off x="1604650" y="2733425"/>
              <a:ext cx="52775" cy="122900"/>
            </a:xfrm>
            <a:custGeom>
              <a:avLst/>
              <a:gdLst/>
              <a:ahLst/>
              <a:cxnLst/>
              <a:rect l="l" t="t" r="r" b="b"/>
              <a:pathLst>
                <a:path w="2111" h="4916" extrusionOk="0">
                  <a:moveTo>
                    <a:pt x="1418" y="726"/>
                  </a:moveTo>
                  <a:lnTo>
                    <a:pt x="1418" y="4254"/>
                  </a:lnTo>
                  <a:lnTo>
                    <a:pt x="725" y="4254"/>
                  </a:lnTo>
                  <a:lnTo>
                    <a:pt x="725" y="726"/>
                  </a:lnTo>
                  <a:close/>
                  <a:moveTo>
                    <a:pt x="347" y="1"/>
                  </a:moveTo>
                  <a:cubicBezTo>
                    <a:pt x="158" y="1"/>
                    <a:pt x="0" y="159"/>
                    <a:pt x="0" y="348"/>
                  </a:cubicBezTo>
                  <a:lnTo>
                    <a:pt x="0" y="4569"/>
                  </a:lnTo>
                  <a:cubicBezTo>
                    <a:pt x="0" y="4758"/>
                    <a:pt x="158" y="4916"/>
                    <a:pt x="347" y="4916"/>
                  </a:cubicBezTo>
                  <a:lnTo>
                    <a:pt x="1764" y="4916"/>
                  </a:lnTo>
                  <a:cubicBezTo>
                    <a:pt x="1953" y="4916"/>
                    <a:pt x="2111" y="4758"/>
                    <a:pt x="2111" y="4569"/>
                  </a:cubicBezTo>
                  <a:lnTo>
                    <a:pt x="2111" y="348"/>
                  </a:lnTo>
                  <a:cubicBezTo>
                    <a:pt x="2111" y="159"/>
                    <a:pt x="1953" y="1"/>
                    <a:pt x="17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56" name="Google Shape;15856;p83"/>
          <p:cNvSpPr/>
          <p:nvPr/>
        </p:nvSpPr>
        <p:spPr>
          <a:xfrm>
            <a:off x="10683144" y="2042593"/>
            <a:ext cx="360617" cy="465903"/>
          </a:xfrm>
          <a:custGeom>
            <a:avLst/>
            <a:gdLst/>
            <a:ahLst/>
            <a:cxnLst/>
            <a:rect l="l" t="t" r="r" b="b"/>
            <a:pathLst>
              <a:path w="9169" h="11846" extrusionOk="0">
                <a:moveTo>
                  <a:pt x="4695" y="2079"/>
                </a:moveTo>
                <a:cubicBezTo>
                  <a:pt x="5073" y="2079"/>
                  <a:pt x="5388" y="2394"/>
                  <a:pt x="5388" y="2772"/>
                </a:cubicBezTo>
                <a:cubicBezTo>
                  <a:pt x="5388" y="3181"/>
                  <a:pt x="5073" y="3496"/>
                  <a:pt x="4695" y="3496"/>
                </a:cubicBezTo>
                <a:cubicBezTo>
                  <a:pt x="4285" y="3496"/>
                  <a:pt x="3970" y="3181"/>
                  <a:pt x="3970" y="2772"/>
                </a:cubicBezTo>
                <a:cubicBezTo>
                  <a:pt x="3970" y="2394"/>
                  <a:pt x="4285" y="2079"/>
                  <a:pt x="4695" y="2079"/>
                </a:cubicBezTo>
                <a:close/>
                <a:moveTo>
                  <a:pt x="4695" y="4189"/>
                </a:moveTo>
                <a:cubicBezTo>
                  <a:pt x="5640" y="4189"/>
                  <a:pt x="6428" y="4977"/>
                  <a:pt x="6428" y="5922"/>
                </a:cubicBezTo>
                <a:lnTo>
                  <a:pt x="6428" y="6300"/>
                </a:lnTo>
                <a:lnTo>
                  <a:pt x="2962" y="6300"/>
                </a:lnTo>
                <a:lnTo>
                  <a:pt x="2962" y="5922"/>
                </a:lnTo>
                <a:cubicBezTo>
                  <a:pt x="2962" y="4945"/>
                  <a:pt x="3750" y="4189"/>
                  <a:pt x="4695" y="4189"/>
                </a:cubicBezTo>
                <a:close/>
                <a:moveTo>
                  <a:pt x="4730" y="664"/>
                </a:moveTo>
                <a:cubicBezTo>
                  <a:pt x="6870" y="664"/>
                  <a:pt x="8538" y="2418"/>
                  <a:pt x="8538" y="4473"/>
                </a:cubicBezTo>
                <a:cubicBezTo>
                  <a:pt x="8538" y="5544"/>
                  <a:pt x="8097" y="6552"/>
                  <a:pt x="7310" y="7277"/>
                </a:cubicBezTo>
                <a:cubicBezTo>
                  <a:pt x="7215" y="7403"/>
                  <a:pt x="7121" y="7466"/>
                  <a:pt x="6995" y="7497"/>
                </a:cubicBezTo>
                <a:cubicBezTo>
                  <a:pt x="6774" y="7718"/>
                  <a:pt x="6522" y="7907"/>
                  <a:pt x="6459" y="8285"/>
                </a:cubicBezTo>
                <a:lnTo>
                  <a:pt x="5041" y="8285"/>
                </a:lnTo>
                <a:lnTo>
                  <a:pt x="5041" y="6993"/>
                </a:lnTo>
                <a:lnTo>
                  <a:pt x="6774" y="6993"/>
                </a:lnTo>
                <a:cubicBezTo>
                  <a:pt x="6963" y="6993"/>
                  <a:pt x="7121" y="6836"/>
                  <a:pt x="7121" y="6647"/>
                </a:cubicBezTo>
                <a:lnTo>
                  <a:pt x="7121" y="5922"/>
                </a:lnTo>
                <a:cubicBezTo>
                  <a:pt x="7121" y="4945"/>
                  <a:pt x="6585" y="4126"/>
                  <a:pt x="5734" y="3717"/>
                </a:cubicBezTo>
                <a:cubicBezTo>
                  <a:pt x="5987" y="3496"/>
                  <a:pt x="6113" y="3181"/>
                  <a:pt x="6113" y="2835"/>
                </a:cubicBezTo>
                <a:cubicBezTo>
                  <a:pt x="6113" y="2079"/>
                  <a:pt x="5482" y="1448"/>
                  <a:pt x="4726" y="1448"/>
                </a:cubicBezTo>
                <a:cubicBezTo>
                  <a:pt x="3970" y="1448"/>
                  <a:pt x="3340" y="2079"/>
                  <a:pt x="3340" y="2835"/>
                </a:cubicBezTo>
                <a:cubicBezTo>
                  <a:pt x="3340" y="3181"/>
                  <a:pt x="3466" y="3496"/>
                  <a:pt x="3687" y="3717"/>
                </a:cubicBezTo>
                <a:cubicBezTo>
                  <a:pt x="2868" y="4126"/>
                  <a:pt x="2332" y="4945"/>
                  <a:pt x="2332" y="5922"/>
                </a:cubicBezTo>
                <a:lnTo>
                  <a:pt x="2332" y="6647"/>
                </a:lnTo>
                <a:cubicBezTo>
                  <a:pt x="2332" y="6836"/>
                  <a:pt x="2489" y="6993"/>
                  <a:pt x="2679" y="6993"/>
                </a:cubicBezTo>
                <a:lnTo>
                  <a:pt x="4411" y="6993"/>
                </a:lnTo>
                <a:lnTo>
                  <a:pt x="4411" y="8411"/>
                </a:lnTo>
                <a:lnTo>
                  <a:pt x="2931" y="8411"/>
                </a:lnTo>
                <a:lnTo>
                  <a:pt x="2931" y="8380"/>
                </a:lnTo>
                <a:cubicBezTo>
                  <a:pt x="2836" y="7938"/>
                  <a:pt x="2615" y="7749"/>
                  <a:pt x="2363" y="7560"/>
                </a:cubicBezTo>
                <a:cubicBezTo>
                  <a:pt x="2300" y="7466"/>
                  <a:pt x="2174" y="7403"/>
                  <a:pt x="2048" y="7277"/>
                </a:cubicBezTo>
                <a:cubicBezTo>
                  <a:pt x="1135" y="6395"/>
                  <a:pt x="757" y="5135"/>
                  <a:pt x="946" y="3874"/>
                </a:cubicBezTo>
                <a:cubicBezTo>
                  <a:pt x="1198" y="2236"/>
                  <a:pt x="2615" y="881"/>
                  <a:pt x="4254" y="692"/>
                </a:cubicBezTo>
                <a:cubicBezTo>
                  <a:pt x="4415" y="673"/>
                  <a:pt x="4574" y="664"/>
                  <a:pt x="4730" y="664"/>
                </a:cubicBezTo>
                <a:close/>
                <a:moveTo>
                  <a:pt x="6428" y="9073"/>
                </a:moveTo>
                <a:lnTo>
                  <a:pt x="6428" y="9419"/>
                </a:lnTo>
                <a:cubicBezTo>
                  <a:pt x="6428" y="9640"/>
                  <a:pt x="6270" y="9797"/>
                  <a:pt x="6081" y="9797"/>
                </a:cubicBezTo>
                <a:lnTo>
                  <a:pt x="3309" y="9797"/>
                </a:lnTo>
                <a:cubicBezTo>
                  <a:pt x="3120" y="9797"/>
                  <a:pt x="2962" y="9640"/>
                  <a:pt x="2962" y="9419"/>
                </a:cubicBezTo>
                <a:lnTo>
                  <a:pt x="2962" y="9073"/>
                </a:lnTo>
                <a:close/>
                <a:moveTo>
                  <a:pt x="5703" y="10459"/>
                </a:moveTo>
                <a:lnTo>
                  <a:pt x="5703" y="10805"/>
                </a:lnTo>
                <a:cubicBezTo>
                  <a:pt x="5703" y="10994"/>
                  <a:pt x="5545" y="11183"/>
                  <a:pt x="5356" y="11183"/>
                </a:cubicBezTo>
                <a:lnTo>
                  <a:pt x="3970" y="11183"/>
                </a:lnTo>
                <a:cubicBezTo>
                  <a:pt x="3781" y="11183"/>
                  <a:pt x="3624" y="10994"/>
                  <a:pt x="3624" y="10805"/>
                </a:cubicBezTo>
                <a:lnTo>
                  <a:pt x="3624" y="10459"/>
                </a:lnTo>
                <a:close/>
                <a:moveTo>
                  <a:pt x="4662" y="0"/>
                </a:moveTo>
                <a:cubicBezTo>
                  <a:pt x="4486" y="0"/>
                  <a:pt x="4308" y="10"/>
                  <a:pt x="4128" y="31"/>
                </a:cubicBezTo>
                <a:cubicBezTo>
                  <a:pt x="2174" y="251"/>
                  <a:pt x="568" y="1827"/>
                  <a:pt x="253" y="3780"/>
                </a:cubicBezTo>
                <a:cubicBezTo>
                  <a:pt x="1" y="5229"/>
                  <a:pt x="505" y="6710"/>
                  <a:pt x="1576" y="7749"/>
                </a:cubicBezTo>
                <a:cubicBezTo>
                  <a:pt x="1733" y="7875"/>
                  <a:pt x="1859" y="7970"/>
                  <a:pt x="1922" y="8064"/>
                </a:cubicBezTo>
                <a:cubicBezTo>
                  <a:pt x="2206" y="8285"/>
                  <a:pt x="2237" y="8348"/>
                  <a:pt x="2237" y="8695"/>
                </a:cubicBezTo>
                <a:lnTo>
                  <a:pt x="2237" y="9388"/>
                </a:lnTo>
                <a:cubicBezTo>
                  <a:pt x="2237" y="9829"/>
                  <a:pt x="2521" y="10238"/>
                  <a:pt x="2962" y="10396"/>
                </a:cubicBezTo>
                <a:lnTo>
                  <a:pt x="2962" y="10774"/>
                </a:lnTo>
                <a:cubicBezTo>
                  <a:pt x="2962" y="11404"/>
                  <a:pt x="3435" y="11845"/>
                  <a:pt x="3970" y="11845"/>
                </a:cubicBezTo>
                <a:lnTo>
                  <a:pt x="5356" y="11845"/>
                </a:lnTo>
                <a:cubicBezTo>
                  <a:pt x="5955" y="11845"/>
                  <a:pt x="6396" y="11372"/>
                  <a:pt x="6396" y="10805"/>
                </a:cubicBezTo>
                <a:lnTo>
                  <a:pt x="6396" y="10427"/>
                </a:lnTo>
                <a:cubicBezTo>
                  <a:pt x="6774" y="10270"/>
                  <a:pt x="7089" y="9923"/>
                  <a:pt x="7089" y="9451"/>
                </a:cubicBezTo>
                <a:lnTo>
                  <a:pt x="7089" y="8726"/>
                </a:lnTo>
                <a:cubicBezTo>
                  <a:pt x="7089" y="8380"/>
                  <a:pt x="7121" y="8348"/>
                  <a:pt x="7404" y="8096"/>
                </a:cubicBezTo>
                <a:cubicBezTo>
                  <a:pt x="7499" y="8033"/>
                  <a:pt x="7593" y="7938"/>
                  <a:pt x="7751" y="7812"/>
                </a:cubicBezTo>
                <a:cubicBezTo>
                  <a:pt x="8664" y="6962"/>
                  <a:pt x="9169" y="5765"/>
                  <a:pt x="9169" y="4504"/>
                </a:cubicBezTo>
                <a:cubicBezTo>
                  <a:pt x="9169" y="2060"/>
                  <a:pt x="7186" y="0"/>
                  <a:pt x="46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7" name="Google Shape;15857;p83"/>
          <p:cNvSpPr/>
          <p:nvPr/>
        </p:nvSpPr>
        <p:spPr>
          <a:xfrm>
            <a:off x="10619331" y="2645509"/>
            <a:ext cx="488243" cy="464055"/>
          </a:xfrm>
          <a:custGeom>
            <a:avLst/>
            <a:gdLst/>
            <a:ahLst/>
            <a:cxnLst/>
            <a:rect l="l" t="t" r="r" b="b"/>
            <a:pathLst>
              <a:path w="12414" h="11799" extrusionOk="0">
                <a:moveTo>
                  <a:pt x="8979" y="2127"/>
                </a:moveTo>
                <a:cubicBezTo>
                  <a:pt x="9247" y="2127"/>
                  <a:pt x="9515" y="2229"/>
                  <a:pt x="9704" y="2434"/>
                </a:cubicBezTo>
                <a:cubicBezTo>
                  <a:pt x="10113" y="2812"/>
                  <a:pt x="10113" y="3473"/>
                  <a:pt x="9704" y="3883"/>
                </a:cubicBezTo>
                <a:lnTo>
                  <a:pt x="8885" y="4702"/>
                </a:lnTo>
                <a:cubicBezTo>
                  <a:pt x="8790" y="4765"/>
                  <a:pt x="8696" y="4860"/>
                  <a:pt x="8601" y="4891"/>
                </a:cubicBezTo>
                <a:cubicBezTo>
                  <a:pt x="8790" y="4513"/>
                  <a:pt x="8727" y="4041"/>
                  <a:pt x="8412" y="3726"/>
                </a:cubicBezTo>
                <a:cubicBezTo>
                  <a:pt x="8206" y="3520"/>
                  <a:pt x="7933" y="3408"/>
                  <a:pt x="7654" y="3408"/>
                </a:cubicBezTo>
                <a:cubicBezTo>
                  <a:pt x="7507" y="3408"/>
                  <a:pt x="7357" y="3439"/>
                  <a:pt x="7215" y="3505"/>
                </a:cubicBezTo>
                <a:cubicBezTo>
                  <a:pt x="7278" y="3410"/>
                  <a:pt x="7341" y="3316"/>
                  <a:pt x="7436" y="3253"/>
                </a:cubicBezTo>
                <a:lnTo>
                  <a:pt x="8255" y="2434"/>
                </a:lnTo>
                <a:cubicBezTo>
                  <a:pt x="8444" y="2229"/>
                  <a:pt x="8711" y="2127"/>
                  <a:pt x="8979" y="2127"/>
                </a:cubicBezTo>
                <a:close/>
                <a:moveTo>
                  <a:pt x="9027" y="685"/>
                </a:moveTo>
                <a:cubicBezTo>
                  <a:pt x="9649" y="685"/>
                  <a:pt x="10271" y="922"/>
                  <a:pt x="10744" y="1394"/>
                </a:cubicBezTo>
                <a:cubicBezTo>
                  <a:pt x="11689" y="2339"/>
                  <a:pt x="11689" y="3883"/>
                  <a:pt x="10744" y="4828"/>
                </a:cubicBezTo>
                <a:lnTo>
                  <a:pt x="9893" y="5647"/>
                </a:lnTo>
                <a:cubicBezTo>
                  <a:pt x="9431" y="6109"/>
                  <a:pt x="8816" y="6356"/>
                  <a:pt x="8187" y="6356"/>
                </a:cubicBezTo>
                <a:cubicBezTo>
                  <a:pt x="7914" y="6356"/>
                  <a:pt x="7639" y="6310"/>
                  <a:pt x="7373" y="6214"/>
                </a:cubicBezTo>
                <a:lnTo>
                  <a:pt x="7940" y="5647"/>
                </a:lnTo>
                <a:cubicBezTo>
                  <a:pt x="8008" y="5655"/>
                  <a:pt x="8077" y="5659"/>
                  <a:pt x="8146" y="5659"/>
                </a:cubicBezTo>
                <a:cubicBezTo>
                  <a:pt x="8617" y="5659"/>
                  <a:pt x="9087" y="5477"/>
                  <a:pt x="9389" y="5175"/>
                </a:cubicBezTo>
                <a:lnTo>
                  <a:pt x="10208" y="4356"/>
                </a:lnTo>
                <a:cubicBezTo>
                  <a:pt x="10901" y="3694"/>
                  <a:pt x="10901" y="2591"/>
                  <a:pt x="10208" y="1898"/>
                </a:cubicBezTo>
                <a:cubicBezTo>
                  <a:pt x="9877" y="1567"/>
                  <a:pt x="9436" y="1402"/>
                  <a:pt x="8995" y="1402"/>
                </a:cubicBezTo>
                <a:cubicBezTo>
                  <a:pt x="8554" y="1402"/>
                  <a:pt x="8113" y="1567"/>
                  <a:pt x="7782" y="1898"/>
                </a:cubicBezTo>
                <a:lnTo>
                  <a:pt x="6931" y="2749"/>
                </a:lnTo>
                <a:cubicBezTo>
                  <a:pt x="6553" y="3127"/>
                  <a:pt x="6396" y="3694"/>
                  <a:pt x="6490" y="4198"/>
                </a:cubicBezTo>
                <a:lnTo>
                  <a:pt x="5923" y="4734"/>
                </a:lnTo>
                <a:cubicBezTo>
                  <a:pt x="5608" y="3883"/>
                  <a:pt x="5797" y="2906"/>
                  <a:pt x="6490" y="2213"/>
                </a:cubicBezTo>
                <a:lnTo>
                  <a:pt x="7309" y="1394"/>
                </a:lnTo>
                <a:cubicBezTo>
                  <a:pt x="7782" y="922"/>
                  <a:pt x="8404" y="685"/>
                  <a:pt x="9027" y="685"/>
                </a:cubicBezTo>
                <a:close/>
                <a:moveTo>
                  <a:pt x="7703" y="4104"/>
                </a:moveTo>
                <a:cubicBezTo>
                  <a:pt x="7790" y="4104"/>
                  <a:pt x="7877" y="4135"/>
                  <a:pt x="7940" y="4198"/>
                </a:cubicBezTo>
                <a:cubicBezTo>
                  <a:pt x="8066" y="4324"/>
                  <a:pt x="8066" y="4545"/>
                  <a:pt x="7940" y="4671"/>
                </a:cubicBezTo>
                <a:lnTo>
                  <a:pt x="4978" y="7632"/>
                </a:lnTo>
                <a:cubicBezTo>
                  <a:pt x="4915" y="7679"/>
                  <a:pt x="4828" y="7703"/>
                  <a:pt x="4742" y="7703"/>
                </a:cubicBezTo>
                <a:cubicBezTo>
                  <a:pt x="4655" y="7703"/>
                  <a:pt x="4569" y="7679"/>
                  <a:pt x="4506" y="7632"/>
                </a:cubicBezTo>
                <a:cubicBezTo>
                  <a:pt x="4380" y="7506"/>
                  <a:pt x="4380" y="7254"/>
                  <a:pt x="4506" y="7160"/>
                </a:cubicBezTo>
                <a:lnTo>
                  <a:pt x="7467" y="4198"/>
                </a:lnTo>
                <a:cubicBezTo>
                  <a:pt x="7530" y="4135"/>
                  <a:pt x="7617" y="4104"/>
                  <a:pt x="7703" y="4104"/>
                </a:cubicBezTo>
                <a:close/>
                <a:moveTo>
                  <a:pt x="3781" y="6939"/>
                </a:moveTo>
                <a:lnTo>
                  <a:pt x="3781" y="6939"/>
                </a:lnTo>
                <a:cubicBezTo>
                  <a:pt x="3592" y="7349"/>
                  <a:pt x="3686" y="7821"/>
                  <a:pt x="4001" y="8136"/>
                </a:cubicBezTo>
                <a:cubicBezTo>
                  <a:pt x="4198" y="8333"/>
                  <a:pt x="4457" y="8432"/>
                  <a:pt x="4715" y="8432"/>
                </a:cubicBezTo>
                <a:cubicBezTo>
                  <a:pt x="4870" y="8432"/>
                  <a:pt x="5025" y="8396"/>
                  <a:pt x="5167" y="8325"/>
                </a:cubicBezTo>
                <a:lnTo>
                  <a:pt x="5167" y="8325"/>
                </a:lnTo>
                <a:cubicBezTo>
                  <a:pt x="5136" y="8451"/>
                  <a:pt x="5041" y="8514"/>
                  <a:pt x="4978" y="8609"/>
                </a:cubicBezTo>
                <a:lnTo>
                  <a:pt x="4159" y="9428"/>
                </a:lnTo>
                <a:cubicBezTo>
                  <a:pt x="3954" y="9633"/>
                  <a:pt x="3686" y="9735"/>
                  <a:pt x="3419" y="9735"/>
                </a:cubicBezTo>
                <a:cubicBezTo>
                  <a:pt x="3151" y="9735"/>
                  <a:pt x="2883" y="9633"/>
                  <a:pt x="2678" y="9428"/>
                </a:cubicBezTo>
                <a:cubicBezTo>
                  <a:pt x="2300" y="9050"/>
                  <a:pt x="2300" y="8357"/>
                  <a:pt x="2678" y="7979"/>
                </a:cubicBezTo>
                <a:lnTo>
                  <a:pt x="3529" y="7160"/>
                </a:lnTo>
                <a:cubicBezTo>
                  <a:pt x="3592" y="7065"/>
                  <a:pt x="3718" y="7002"/>
                  <a:pt x="3781" y="6939"/>
                </a:cubicBezTo>
                <a:close/>
                <a:moveTo>
                  <a:pt x="4212" y="5467"/>
                </a:moveTo>
                <a:cubicBezTo>
                  <a:pt x="4492" y="5467"/>
                  <a:pt x="4773" y="5516"/>
                  <a:pt x="5041" y="5616"/>
                </a:cubicBezTo>
                <a:lnTo>
                  <a:pt x="4506" y="6151"/>
                </a:lnTo>
                <a:cubicBezTo>
                  <a:pt x="4437" y="6143"/>
                  <a:pt x="4368" y="6139"/>
                  <a:pt x="4299" y="6139"/>
                </a:cubicBezTo>
                <a:cubicBezTo>
                  <a:pt x="3828" y="6139"/>
                  <a:pt x="3358" y="6322"/>
                  <a:pt x="3056" y="6624"/>
                </a:cubicBezTo>
                <a:lnTo>
                  <a:pt x="2206" y="7475"/>
                </a:lnTo>
                <a:cubicBezTo>
                  <a:pt x="1544" y="8136"/>
                  <a:pt x="1544" y="9239"/>
                  <a:pt x="2206" y="9900"/>
                </a:cubicBezTo>
                <a:cubicBezTo>
                  <a:pt x="2552" y="10231"/>
                  <a:pt x="3001" y="10397"/>
                  <a:pt x="3446" y="10397"/>
                </a:cubicBezTo>
                <a:cubicBezTo>
                  <a:pt x="3891" y="10397"/>
                  <a:pt x="4332" y="10231"/>
                  <a:pt x="4663" y="9900"/>
                </a:cubicBezTo>
                <a:lnTo>
                  <a:pt x="5482" y="9081"/>
                </a:lnTo>
                <a:cubicBezTo>
                  <a:pt x="5892" y="8672"/>
                  <a:pt x="6049" y="8136"/>
                  <a:pt x="5955" y="7632"/>
                </a:cubicBezTo>
                <a:lnTo>
                  <a:pt x="6522" y="7065"/>
                </a:lnTo>
                <a:lnTo>
                  <a:pt x="6522" y="7065"/>
                </a:lnTo>
                <a:cubicBezTo>
                  <a:pt x="6837" y="7947"/>
                  <a:pt x="6648" y="8924"/>
                  <a:pt x="5955" y="9585"/>
                </a:cubicBezTo>
                <a:lnTo>
                  <a:pt x="5136" y="10405"/>
                </a:lnTo>
                <a:cubicBezTo>
                  <a:pt x="4663" y="10877"/>
                  <a:pt x="4041" y="11113"/>
                  <a:pt x="3419" y="11113"/>
                </a:cubicBezTo>
                <a:cubicBezTo>
                  <a:pt x="2796" y="11113"/>
                  <a:pt x="2174" y="10877"/>
                  <a:pt x="1702" y="10405"/>
                </a:cubicBezTo>
                <a:cubicBezTo>
                  <a:pt x="756" y="9459"/>
                  <a:pt x="756" y="7916"/>
                  <a:pt x="1702" y="7002"/>
                </a:cubicBezTo>
                <a:lnTo>
                  <a:pt x="2552" y="6151"/>
                </a:lnTo>
                <a:cubicBezTo>
                  <a:pt x="3005" y="5699"/>
                  <a:pt x="3605" y="5467"/>
                  <a:pt x="4212" y="5467"/>
                </a:cubicBezTo>
                <a:close/>
                <a:moveTo>
                  <a:pt x="8999" y="0"/>
                </a:moveTo>
                <a:cubicBezTo>
                  <a:pt x="8200" y="0"/>
                  <a:pt x="7404" y="307"/>
                  <a:pt x="6805" y="922"/>
                </a:cubicBezTo>
                <a:lnTo>
                  <a:pt x="5955" y="1741"/>
                </a:lnTo>
                <a:cubicBezTo>
                  <a:pt x="5136" y="2560"/>
                  <a:pt x="4852" y="3789"/>
                  <a:pt x="5230" y="4891"/>
                </a:cubicBezTo>
                <a:cubicBezTo>
                  <a:pt x="4920" y="4794"/>
                  <a:pt x="4601" y="4746"/>
                  <a:pt x="4283" y="4746"/>
                </a:cubicBezTo>
                <a:cubicBezTo>
                  <a:pt x="3469" y="4746"/>
                  <a:pt x="2669" y="5058"/>
                  <a:pt x="2080" y="5647"/>
                </a:cubicBezTo>
                <a:lnTo>
                  <a:pt x="1229" y="6466"/>
                </a:lnTo>
                <a:cubicBezTo>
                  <a:pt x="0" y="7695"/>
                  <a:pt x="0" y="9680"/>
                  <a:pt x="1229" y="10877"/>
                </a:cubicBezTo>
                <a:cubicBezTo>
                  <a:pt x="1843" y="11491"/>
                  <a:pt x="2647" y="11799"/>
                  <a:pt x="3446" y="11799"/>
                </a:cubicBezTo>
                <a:cubicBezTo>
                  <a:pt x="4246" y="11799"/>
                  <a:pt x="5041" y="11491"/>
                  <a:pt x="5640" y="10877"/>
                </a:cubicBezTo>
                <a:lnTo>
                  <a:pt x="6490" y="10058"/>
                </a:lnTo>
                <a:cubicBezTo>
                  <a:pt x="7309" y="9239"/>
                  <a:pt x="7593" y="8010"/>
                  <a:pt x="7215" y="6908"/>
                </a:cubicBezTo>
                <a:lnTo>
                  <a:pt x="7215" y="6908"/>
                </a:lnTo>
                <a:cubicBezTo>
                  <a:pt x="7525" y="7005"/>
                  <a:pt x="7844" y="7053"/>
                  <a:pt x="8162" y="7053"/>
                </a:cubicBezTo>
                <a:cubicBezTo>
                  <a:pt x="8976" y="7053"/>
                  <a:pt x="9776" y="6740"/>
                  <a:pt x="10365" y="6151"/>
                </a:cubicBezTo>
                <a:lnTo>
                  <a:pt x="11216" y="5332"/>
                </a:lnTo>
                <a:cubicBezTo>
                  <a:pt x="12413" y="4104"/>
                  <a:pt x="12413" y="2150"/>
                  <a:pt x="11216" y="922"/>
                </a:cubicBezTo>
                <a:cubicBezTo>
                  <a:pt x="10602" y="307"/>
                  <a:pt x="9798" y="0"/>
                  <a:pt x="89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8" name="Google Shape;15858;p83"/>
          <p:cNvSpPr/>
          <p:nvPr/>
        </p:nvSpPr>
        <p:spPr>
          <a:xfrm>
            <a:off x="10629242" y="3233673"/>
            <a:ext cx="468420" cy="465903"/>
          </a:xfrm>
          <a:custGeom>
            <a:avLst/>
            <a:gdLst/>
            <a:ahLst/>
            <a:cxnLst/>
            <a:rect l="l" t="t" r="r" b="b"/>
            <a:pathLst>
              <a:path w="11910" h="11846" extrusionOk="0">
                <a:moveTo>
                  <a:pt x="5924" y="2080"/>
                </a:moveTo>
                <a:cubicBezTo>
                  <a:pt x="6302" y="2080"/>
                  <a:pt x="6617" y="2395"/>
                  <a:pt x="6617" y="2773"/>
                </a:cubicBezTo>
                <a:cubicBezTo>
                  <a:pt x="6617" y="3182"/>
                  <a:pt x="6302" y="3497"/>
                  <a:pt x="5924" y="3497"/>
                </a:cubicBezTo>
                <a:cubicBezTo>
                  <a:pt x="5514" y="3497"/>
                  <a:pt x="5199" y="3182"/>
                  <a:pt x="5199" y="2773"/>
                </a:cubicBezTo>
                <a:cubicBezTo>
                  <a:pt x="5199" y="2395"/>
                  <a:pt x="5514" y="2080"/>
                  <a:pt x="5924" y="2080"/>
                </a:cubicBezTo>
                <a:close/>
                <a:moveTo>
                  <a:pt x="5924" y="662"/>
                </a:moveTo>
                <a:cubicBezTo>
                  <a:pt x="7247" y="662"/>
                  <a:pt x="8318" y="1764"/>
                  <a:pt x="8318" y="3088"/>
                </a:cubicBezTo>
                <a:cubicBezTo>
                  <a:pt x="8318" y="3655"/>
                  <a:pt x="8129" y="4190"/>
                  <a:pt x="7783" y="4631"/>
                </a:cubicBezTo>
                <a:cubicBezTo>
                  <a:pt x="7562" y="4222"/>
                  <a:pt x="7310" y="3907"/>
                  <a:pt x="6900" y="3686"/>
                </a:cubicBezTo>
                <a:cubicBezTo>
                  <a:pt x="7153" y="3434"/>
                  <a:pt x="7310" y="3088"/>
                  <a:pt x="7310" y="2741"/>
                </a:cubicBezTo>
                <a:cubicBezTo>
                  <a:pt x="7310" y="1985"/>
                  <a:pt x="6680" y="1355"/>
                  <a:pt x="5924" y="1355"/>
                </a:cubicBezTo>
                <a:cubicBezTo>
                  <a:pt x="5168" y="1355"/>
                  <a:pt x="4538" y="1985"/>
                  <a:pt x="4538" y="2741"/>
                </a:cubicBezTo>
                <a:cubicBezTo>
                  <a:pt x="4538" y="3088"/>
                  <a:pt x="4695" y="3434"/>
                  <a:pt x="4947" y="3686"/>
                </a:cubicBezTo>
                <a:cubicBezTo>
                  <a:pt x="4538" y="3938"/>
                  <a:pt x="4223" y="4285"/>
                  <a:pt x="4034" y="4631"/>
                </a:cubicBezTo>
                <a:cubicBezTo>
                  <a:pt x="3592" y="4096"/>
                  <a:pt x="3403" y="3403"/>
                  <a:pt x="3498" y="2741"/>
                </a:cubicBezTo>
                <a:cubicBezTo>
                  <a:pt x="3655" y="1638"/>
                  <a:pt x="4664" y="662"/>
                  <a:pt x="5924" y="662"/>
                </a:cubicBezTo>
                <a:close/>
                <a:moveTo>
                  <a:pt x="5924" y="4159"/>
                </a:moveTo>
                <a:cubicBezTo>
                  <a:pt x="6554" y="4159"/>
                  <a:pt x="7058" y="4600"/>
                  <a:pt x="7247" y="5135"/>
                </a:cubicBezTo>
                <a:cubicBezTo>
                  <a:pt x="6869" y="5388"/>
                  <a:pt x="6428" y="5545"/>
                  <a:pt x="5924" y="5545"/>
                </a:cubicBezTo>
                <a:cubicBezTo>
                  <a:pt x="5451" y="5545"/>
                  <a:pt x="4979" y="5388"/>
                  <a:pt x="4569" y="5135"/>
                </a:cubicBezTo>
                <a:cubicBezTo>
                  <a:pt x="4727" y="4568"/>
                  <a:pt x="5294" y="4159"/>
                  <a:pt x="5924" y="4159"/>
                </a:cubicBezTo>
                <a:close/>
                <a:moveTo>
                  <a:pt x="1734" y="9042"/>
                </a:moveTo>
                <a:cubicBezTo>
                  <a:pt x="2301" y="9042"/>
                  <a:pt x="2773" y="9483"/>
                  <a:pt x="2773" y="10082"/>
                </a:cubicBezTo>
                <a:cubicBezTo>
                  <a:pt x="2773" y="10649"/>
                  <a:pt x="2301" y="11121"/>
                  <a:pt x="1734" y="11121"/>
                </a:cubicBezTo>
                <a:cubicBezTo>
                  <a:pt x="1198" y="11121"/>
                  <a:pt x="726" y="10649"/>
                  <a:pt x="726" y="10082"/>
                </a:cubicBezTo>
                <a:cubicBezTo>
                  <a:pt x="726" y="9483"/>
                  <a:pt x="1198" y="9042"/>
                  <a:pt x="1734" y="9042"/>
                </a:cubicBezTo>
                <a:close/>
                <a:moveTo>
                  <a:pt x="5924" y="9042"/>
                </a:moveTo>
                <a:cubicBezTo>
                  <a:pt x="6522" y="9042"/>
                  <a:pt x="6932" y="9515"/>
                  <a:pt x="6932" y="10082"/>
                </a:cubicBezTo>
                <a:cubicBezTo>
                  <a:pt x="6932" y="10649"/>
                  <a:pt x="6459" y="11121"/>
                  <a:pt x="5924" y="11121"/>
                </a:cubicBezTo>
                <a:cubicBezTo>
                  <a:pt x="5357" y="11121"/>
                  <a:pt x="4884" y="10649"/>
                  <a:pt x="4884" y="10082"/>
                </a:cubicBezTo>
                <a:cubicBezTo>
                  <a:pt x="4884" y="9483"/>
                  <a:pt x="5325" y="9042"/>
                  <a:pt x="5924" y="9042"/>
                </a:cubicBezTo>
                <a:close/>
                <a:moveTo>
                  <a:pt x="10145" y="9042"/>
                </a:moveTo>
                <a:cubicBezTo>
                  <a:pt x="10681" y="9042"/>
                  <a:pt x="11154" y="9483"/>
                  <a:pt x="11154" y="10082"/>
                </a:cubicBezTo>
                <a:cubicBezTo>
                  <a:pt x="11154" y="10649"/>
                  <a:pt x="10681" y="11121"/>
                  <a:pt x="10145" y="11121"/>
                </a:cubicBezTo>
                <a:cubicBezTo>
                  <a:pt x="9578" y="11121"/>
                  <a:pt x="9106" y="10649"/>
                  <a:pt x="9106" y="10082"/>
                </a:cubicBezTo>
                <a:cubicBezTo>
                  <a:pt x="9106" y="9483"/>
                  <a:pt x="9578" y="9042"/>
                  <a:pt x="10145" y="9042"/>
                </a:cubicBezTo>
                <a:close/>
                <a:moveTo>
                  <a:pt x="5955" y="0"/>
                </a:moveTo>
                <a:cubicBezTo>
                  <a:pt x="4349" y="0"/>
                  <a:pt x="3088" y="1197"/>
                  <a:pt x="2868" y="2678"/>
                </a:cubicBezTo>
                <a:cubicBezTo>
                  <a:pt x="2647" y="4442"/>
                  <a:pt x="3908" y="6018"/>
                  <a:pt x="5640" y="6207"/>
                </a:cubicBezTo>
                <a:lnTo>
                  <a:pt x="5640" y="6963"/>
                </a:lnTo>
                <a:lnTo>
                  <a:pt x="2427" y="6963"/>
                </a:lnTo>
                <a:cubicBezTo>
                  <a:pt x="1828" y="6963"/>
                  <a:pt x="1387" y="7435"/>
                  <a:pt x="1387" y="7971"/>
                </a:cubicBezTo>
                <a:lnTo>
                  <a:pt x="1387" y="8380"/>
                </a:lnTo>
                <a:cubicBezTo>
                  <a:pt x="599" y="8538"/>
                  <a:pt x="1" y="9231"/>
                  <a:pt x="1" y="10082"/>
                </a:cubicBezTo>
                <a:cubicBezTo>
                  <a:pt x="1" y="11027"/>
                  <a:pt x="789" y="11846"/>
                  <a:pt x="1734" y="11846"/>
                </a:cubicBezTo>
                <a:cubicBezTo>
                  <a:pt x="2679" y="11846"/>
                  <a:pt x="3466" y="11058"/>
                  <a:pt x="3466" y="10082"/>
                </a:cubicBezTo>
                <a:cubicBezTo>
                  <a:pt x="3466" y="9231"/>
                  <a:pt x="2868" y="8538"/>
                  <a:pt x="2080" y="8380"/>
                </a:cubicBezTo>
                <a:lnTo>
                  <a:pt x="2080" y="7971"/>
                </a:lnTo>
                <a:cubicBezTo>
                  <a:pt x="2080" y="7782"/>
                  <a:pt x="2238" y="7624"/>
                  <a:pt x="2458" y="7624"/>
                </a:cubicBezTo>
                <a:lnTo>
                  <a:pt x="5609" y="7624"/>
                </a:lnTo>
                <a:lnTo>
                  <a:pt x="5609" y="8349"/>
                </a:lnTo>
                <a:cubicBezTo>
                  <a:pt x="4821" y="8506"/>
                  <a:pt x="4223" y="9200"/>
                  <a:pt x="4223" y="10019"/>
                </a:cubicBezTo>
                <a:cubicBezTo>
                  <a:pt x="4223" y="10964"/>
                  <a:pt x="5010" y="11814"/>
                  <a:pt x="5955" y="11814"/>
                </a:cubicBezTo>
                <a:cubicBezTo>
                  <a:pt x="6900" y="11814"/>
                  <a:pt x="7688" y="11027"/>
                  <a:pt x="7688" y="10019"/>
                </a:cubicBezTo>
                <a:cubicBezTo>
                  <a:pt x="7688" y="9200"/>
                  <a:pt x="7090" y="8506"/>
                  <a:pt x="6302" y="8349"/>
                </a:cubicBezTo>
                <a:lnTo>
                  <a:pt x="6302" y="7624"/>
                </a:lnTo>
                <a:lnTo>
                  <a:pt x="9452" y="7624"/>
                </a:lnTo>
                <a:cubicBezTo>
                  <a:pt x="9641" y="7624"/>
                  <a:pt x="9799" y="7782"/>
                  <a:pt x="9799" y="7971"/>
                </a:cubicBezTo>
                <a:lnTo>
                  <a:pt x="9799" y="8380"/>
                </a:lnTo>
                <a:cubicBezTo>
                  <a:pt x="9011" y="8538"/>
                  <a:pt x="8444" y="9231"/>
                  <a:pt x="8444" y="10082"/>
                </a:cubicBezTo>
                <a:cubicBezTo>
                  <a:pt x="8444" y="11027"/>
                  <a:pt x="9232" y="11846"/>
                  <a:pt x="10177" y="11846"/>
                </a:cubicBezTo>
                <a:cubicBezTo>
                  <a:pt x="11122" y="11846"/>
                  <a:pt x="11910" y="11058"/>
                  <a:pt x="11910" y="10082"/>
                </a:cubicBezTo>
                <a:cubicBezTo>
                  <a:pt x="11910" y="9231"/>
                  <a:pt x="11311" y="8538"/>
                  <a:pt x="10524" y="8380"/>
                </a:cubicBezTo>
                <a:lnTo>
                  <a:pt x="10524" y="7971"/>
                </a:lnTo>
                <a:cubicBezTo>
                  <a:pt x="10524" y="7404"/>
                  <a:pt x="10051" y="6963"/>
                  <a:pt x="9484" y="6963"/>
                </a:cubicBezTo>
                <a:lnTo>
                  <a:pt x="6333" y="6963"/>
                </a:lnTo>
                <a:lnTo>
                  <a:pt x="6333" y="6207"/>
                </a:lnTo>
                <a:cubicBezTo>
                  <a:pt x="7909" y="6049"/>
                  <a:pt x="9106" y="4726"/>
                  <a:pt x="9106" y="3088"/>
                </a:cubicBezTo>
                <a:cubicBezTo>
                  <a:pt x="9106" y="1355"/>
                  <a:pt x="7688"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59" name="Google Shape;15859;p83"/>
          <p:cNvGrpSpPr/>
          <p:nvPr/>
        </p:nvGrpSpPr>
        <p:grpSpPr>
          <a:xfrm>
            <a:off x="8840544" y="3864149"/>
            <a:ext cx="467161" cy="464329"/>
            <a:chOff x="5045775" y="1946400"/>
            <a:chExt cx="296950" cy="295150"/>
          </a:xfrm>
        </p:grpSpPr>
        <p:sp>
          <p:nvSpPr>
            <p:cNvPr id="15860" name="Google Shape;15860;p83"/>
            <p:cNvSpPr/>
            <p:nvPr/>
          </p:nvSpPr>
          <p:spPr>
            <a:xfrm>
              <a:off x="5113500" y="1998600"/>
              <a:ext cx="160700" cy="155950"/>
            </a:xfrm>
            <a:custGeom>
              <a:avLst/>
              <a:gdLst/>
              <a:ahLst/>
              <a:cxnLst/>
              <a:rect l="l" t="t" r="r" b="b"/>
              <a:pathLst>
                <a:path w="6428" h="6238" extrusionOk="0">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1" name="Google Shape;15861;p83"/>
            <p:cNvSpPr/>
            <p:nvPr/>
          </p:nvSpPr>
          <p:spPr>
            <a:xfrm>
              <a:off x="5045775" y="1946400"/>
              <a:ext cx="296950" cy="295150"/>
            </a:xfrm>
            <a:custGeom>
              <a:avLst/>
              <a:gdLst/>
              <a:ahLst/>
              <a:cxnLst/>
              <a:rect l="l" t="t" r="r" b="b"/>
              <a:pathLst>
                <a:path w="11878" h="11806" extrusionOk="0">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62" name="Google Shape;15862;p83"/>
          <p:cNvGrpSpPr/>
          <p:nvPr/>
        </p:nvGrpSpPr>
        <p:grpSpPr>
          <a:xfrm>
            <a:off x="8838675" y="4542585"/>
            <a:ext cx="470899" cy="411431"/>
            <a:chOff x="5046550" y="2327025"/>
            <a:chExt cx="299325" cy="261525"/>
          </a:xfrm>
        </p:grpSpPr>
        <p:sp>
          <p:nvSpPr>
            <p:cNvPr id="15863" name="Google Shape;15863;p83"/>
            <p:cNvSpPr/>
            <p:nvPr/>
          </p:nvSpPr>
          <p:spPr>
            <a:xfrm>
              <a:off x="5046550" y="2448325"/>
              <a:ext cx="297750" cy="140225"/>
            </a:xfrm>
            <a:custGeom>
              <a:avLst/>
              <a:gdLst/>
              <a:ahLst/>
              <a:cxnLst/>
              <a:rect l="l" t="t" r="r" b="b"/>
              <a:pathLst>
                <a:path w="11910" h="5609" extrusionOk="0">
                  <a:moveTo>
                    <a:pt x="4569" y="1386"/>
                  </a:moveTo>
                  <a:cubicBezTo>
                    <a:pt x="4538" y="1575"/>
                    <a:pt x="4506" y="1828"/>
                    <a:pt x="4443" y="2111"/>
                  </a:cubicBezTo>
                  <a:lnTo>
                    <a:pt x="757" y="2111"/>
                  </a:lnTo>
                  <a:lnTo>
                    <a:pt x="757" y="1386"/>
                  </a:lnTo>
                  <a:close/>
                  <a:moveTo>
                    <a:pt x="11185" y="1386"/>
                  </a:moveTo>
                  <a:lnTo>
                    <a:pt x="11185" y="2111"/>
                  </a:lnTo>
                  <a:lnTo>
                    <a:pt x="7530" y="2111"/>
                  </a:lnTo>
                  <a:cubicBezTo>
                    <a:pt x="7467" y="1828"/>
                    <a:pt x="7436" y="1575"/>
                    <a:pt x="7373" y="1386"/>
                  </a:cubicBezTo>
                  <a:close/>
                  <a:moveTo>
                    <a:pt x="5955" y="725"/>
                  </a:moveTo>
                  <a:cubicBezTo>
                    <a:pt x="6270" y="725"/>
                    <a:pt x="6396" y="788"/>
                    <a:pt x="6491" y="1071"/>
                  </a:cubicBezTo>
                  <a:cubicBezTo>
                    <a:pt x="6743" y="1639"/>
                    <a:pt x="6900" y="2804"/>
                    <a:pt x="7247" y="4852"/>
                  </a:cubicBezTo>
                  <a:lnTo>
                    <a:pt x="4664" y="4852"/>
                  </a:lnTo>
                  <a:cubicBezTo>
                    <a:pt x="5010" y="2804"/>
                    <a:pt x="5168" y="1639"/>
                    <a:pt x="5388" y="1071"/>
                  </a:cubicBezTo>
                  <a:cubicBezTo>
                    <a:pt x="5514" y="788"/>
                    <a:pt x="5640" y="725"/>
                    <a:pt x="5955" y="725"/>
                  </a:cubicBezTo>
                  <a:close/>
                  <a:moveTo>
                    <a:pt x="5955" y="0"/>
                  </a:moveTo>
                  <a:cubicBezTo>
                    <a:pt x="5357" y="0"/>
                    <a:pt x="5010" y="221"/>
                    <a:pt x="4758" y="725"/>
                  </a:cubicBezTo>
                  <a:lnTo>
                    <a:pt x="347" y="725"/>
                  </a:lnTo>
                  <a:cubicBezTo>
                    <a:pt x="158" y="725"/>
                    <a:pt x="1" y="882"/>
                    <a:pt x="1" y="1071"/>
                  </a:cubicBezTo>
                  <a:lnTo>
                    <a:pt x="1" y="2458"/>
                  </a:lnTo>
                  <a:cubicBezTo>
                    <a:pt x="1" y="2647"/>
                    <a:pt x="158" y="2804"/>
                    <a:pt x="347" y="2804"/>
                  </a:cubicBezTo>
                  <a:lnTo>
                    <a:pt x="4254" y="2804"/>
                  </a:lnTo>
                  <a:cubicBezTo>
                    <a:pt x="4191" y="3371"/>
                    <a:pt x="4065" y="4064"/>
                    <a:pt x="3907" y="4884"/>
                  </a:cubicBezTo>
                  <a:lnTo>
                    <a:pt x="3498" y="4884"/>
                  </a:lnTo>
                  <a:cubicBezTo>
                    <a:pt x="3309" y="4884"/>
                    <a:pt x="3151" y="5041"/>
                    <a:pt x="3151" y="5262"/>
                  </a:cubicBezTo>
                  <a:cubicBezTo>
                    <a:pt x="3151" y="5451"/>
                    <a:pt x="3309" y="5608"/>
                    <a:pt x="3498" y="5608"/>
                  </a:cubicBezTo>
                  <a:lnTo>
                    <a:pt x="8350" y="5608"/>
                  </a:lnTo>
                  <a:cubicBezTo>
                    <a:pt x="8539" y="5608"/>
                    <a:pt x="8696" y="5451"/>
                    <a:pt x="8696" y="5262"/>
                  </a:cubicBezTo>
                  <a:cubicBezTo>
                    <a:pt x="8696" y="5041"/>
                    <a:pt x="8539" y="4884"/>
                    <a:pt x="8350" y="4884"/>
                  </a:cubicBezTo>
                  <a:lnTo>
                    <a:pt x="7972" y="4884"/>
                  </a:lnTo>
                  <a:cubicBezTo>
                    <a:pt x="7814" y="4064"/>
                    <a:pt x="7688" y="3403"/>
                    <a:pt x="7593" y="2804"/>
                  </a:cubicBezTo>
                  <a:lnTo>
                    <a:pt x="11500" y="2804"/>
                  </a:lnTo>
                  <a:cubicBezTo>
                    <a:pt x="11689" y="2804"/>
                    <a:pt x="11847" y="2647"/>
                    <a:pt x="11847" y="2458"/>
                  </a:cubicBezTo>
                  <a:lnTo>
                    <a:pt x="11847" y="1071"/>
                  </a:lnTo>
                  <a:cubicBezTo>
                    <a:pt x="11910" y="882"/>
                    <a:pt x="11752" y="725"/>
                    <a:pt x="11532" y="725"/>
                  </a:cubicBezTo>
                  <a:lnTo>
                    <a:pt x="7121" y="725"/>
                  </a:lnTo>
                  <a:cubicBezTo>
                    <a:pt x="6900" y="252"/>
                    <a:pt x="6554"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4" name="Google Shape;15864;p83"/>
            <p:cNvSpPr/>
            <p:nvPr/>
          </p:nvSpPr>
          <p:spPr>
            <a:xfrm>
              <a:off x="5241900" y="2327025"/>
              <a:ext cx="103975" cy="121325"/>
            </a:xfrm>
            <a:custGeom>
              <a:avLst/>
              <a:gdLst/>
              <a:ahLst/>
              <a:cxnLst/>
              <a:rect l="l" t="t" r="r" b="b"/>
              <a:pathLst>
                <a:path w="4159" h="4853" extrusionOk="0">
                  <a:moveTo>
                    <a:pt x="1985" y="725"/>
                  </a:moveTo>
                  <a:cubicBezTo>
                    <a:pt x="2394" y="725"/>
                    <a:pt x="2709" y="1040"/>
                    <a:pt x="2709" y="1450"/>
                  </a:cubicBezTo>
                  <a:cubicBezTo>
                    <a:pt x="2709" y="1828"/>
                    <a:pt x="2394" y="2143"/>
                    <a:pt x="1985" y="2143"/>
                  </a:cubicBezTo>
                  <a:cubicBezTo>
                    <a:pt x="1607" y="2143"/>
                    <a:pt x="1292" y="1828"/>
                    <a:pt x="1292" y="1450"/>
                  </a:cubicBezTo>
                  <a:cubicBezTo>
                    <a:pt x="1292" y="1040"/>
                    <a:pt x="1638" y="725"/>
                    <a:pt x="1985" y="725"/>
                  </a:cubicBezTo>
                  <a:close/>
                  <a:moveTo>
                    <a:pt x="1985" y="2804"/>
                  </a:moveTo>
                  <a:cubicBezTo>
                    <a:pt x="2741" y="2804"/>
                    <a:pt x="3371" y="3435"/>
                    <a:pt x="3371" y="4191"/>
                  </a:cubicBezTo>
                  <a:lnTo>
                    <a:pt x="630" y="4191"/>
                  </a:lnTo>
                  <a:cubicBezTo>
                    <a:pt x="630" y="3435"/>
                    <a:pt x="1260" y="2804"/>
                    <a:pt x="1985" y="2804"/>
                  </a:cubicBezTo>
                  <a:close/>
                  <a:moveTo>
                    <a:pt x="2048" y="1"/>
                  </a:moveTo>
                  <a:cubicBezTo>
                    <a:pt x="1292" y="1"/>
                    <a:pt x="662" y="631"/>
                    <a:pt x="662" y="1387"/>
                  </a:cubicBezTo>
                  <a:cubicBezTo>
                    <a:pt x="662" y="1765"/>
                    <a:pt x="819" y="2111"/>
                    <a:pt x="1040" y="2332"/>
                  </a:cubicBezTo>
                  <a:cubicBezTo>
                    <a:pt x="410" y="2710"/>
                    <a:pt x="0" y="3372"/>
                    <a:pt x="0" y="4159"/>
                  </a:cubicBezTo>
                  <a:lnTo>
                    <a:pt x="0" y="4506"/>
                  </a:lnTo>
                  <a:cubicBezTo>
                    <a:pt x="0" y="4695"/>
                    <a:pt x="158" y="4852"/>
                    <a:pt x="347" y="4852"/>
                  </a:cubicBezTo>
                  <a:lnTo>
                    <a:pt x="3812" y="4852"/>
                  </a:lnTo>
                  <a:cubicBezTo>
                    <a:pt x="4001" y="4852"/>
                    <a:pt x="4159" y="4695"/>
                    <a:pt x="4159" y="4506"/>
                  </a:cubicBezTo>
                  <a:lnTo>
                    <a:pt x="4159" y="4159"/>
                  </a:lnTo>
                  <a:cubicBezTo>
                    <a:pt x="4096" y="3403"/>
                    <a:pt x="3655" y="2710"/>
                    <a:pt x="3025" y="2332"/>
                  </a:cubicBezTo>
                  <a:cubicBezTo>
                    <a:pt x="3245" y="2111"/>
                    <a:pt x="3403" y="1765"/>
                    <a:pt x="3403" y="1387"/>
                  </a:cubicBezTo>
                  <a:cubicBezTo>
                    <a:pt x="3403" y="631"/>
                    <a:pt x="2772"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5" name="Google Shape;15865;p83"/>
            <p:cNvSpPr/>
            <p:nvPr/>
          </p:nvSpPr>
          <p:spPr>
            <a:xfrm>
              <a:off x="5048925" y="2328600"/>
              <a:ext cx="103975" cy="121325"/>
            </a:xfrm>
            <a:custGeom>
              <a:avLst/>
              <a:gdLst/>
              <a:ahLst/>
              <a:cxnLst/>
              <a:rect l="l" t="t" r="r" b="b"/>
              <a:pathLst>
                <a:path w="4159" h="4853" extrusionOk="0">
                  <a:moveTo>
                    <a:pt x="2048" y="662"/>
                  </a:moveTo>
                  <a:cubicBezTo>
                    <a:pt x="2426" y="662"/>
                    <a:pt x="2741" y="977"/>
                    <a:pt x="2741" y="1387"/>
                  </a:cubicBezTo>
                  <a:cubicBezTo>
                    <a:pt x="2741" y="1765"/>
                    <a:pt x="2426" y="2080"/>
                    <a:pt x="2048" y="2080"/>
                  </a:cubicBezTo>
                  <a:cubicBezTo>
                    <a:pt x="1639" y="2080"/>
                    <a:pt x="1324" y="1765"/>
                    <a:pt x="1324" y="1387"/>
                  </a:cubicBezTo>
                  <a:cubicBezTo>
                    <a:pt x="1324" y="977"/>
                    <a:pt x="1670" y="662"/>
                    <a:pt x="2048" y="662"/>
                  </a:cubicBezTo>
                  <a:close/>
                  <a:moveTo>
                    <a:pt x="2048" y="2710"/>
                  </a:moveTo>
                  <a:cubicBezTo>
                    <a:pt x="2773" y="2710"/>
                    <a:pt x="3403" y="3340"/>
                    <a:pt x="3403" y="4096"/>
                  </a:cubicBezTo>
                  <a:lnTo>
                    <a:pt x="662" y="4096"/>
                  </a:lnTo>
                  <a:cubicBezTo>
                    <a:pt x="662" y="3340"/>
                    <a:pt x="1292" y="2710"/>
                    <a:pt x="2048" y="2710"/>
                  </a:cubicBezTo>
                  <a:close/>
                  <a:moveTo>
                    <a:pt x="2111" y="1"/>
                  </a:moveTo>
                  <a:cubicBezTo>
                    <a:pt x="1355" y="1"/>
                    <a:pt x="725" y="631"/>
                    <a:pt x="725" y="1387"/>
                  </a:cubicBezTo>
                  <a:cubicBezTo>
                    <a:pt x="725" y="1733"/>
                    <a:pt x="882" y="2080"/>
                    <a:pt x="1134" y="2332"/>
                  </a:cubicBezTo>
                  <a:cubicBezTo>
                    <a:pt x="410" y="2647"/>
                    <a:pt x="0" y="3340"/>
                    <a:pt x="0" y="4128"/>
                  </a:cubicBezTo>
                  <a:lnTo>
                    <a:pt x="0" y="4474"/>
                  </a:lnTo>
                  <a:cubicBezTo>
                    <a:pt x="0" y="4695"/>
                    <a:pt x="158" y="4852"/>
                    <a:pt x="347" y="4852"/>
                  </a:cubicBezTo>
                  <a:lnTo>
                    <a:pt x="3812" y="4852"/>
                  </a:lnTo>
                  <a:cubicBezTo>
                    <a:pt x="4001" y="4852"/>
                    <a:pt x="4159" y="4695"/>
                    <a:pt x="4159" y="4474"/>
                  </a:cubicBezTo>
                  <a:lnTo>
                    <a:pt x="4159" y="4128"/>
                  </a:lnTo>
                  <a:cubicBezTo>
                    <a:pt x="4159" y="3340"/>
                    <a:pt x="3718" y="2678"/>
                    <a:pt x="3088" y="2332"/>
                  </a:cubicBezTo>
                  <a:cubicBezTo>
                    <a:pt x="3340" y="2080"/>
                    <a:pt x="3497" y="1733"/>
                    <a:pt x="3497" y="1387"/>
                  </a:cubicBezTo>
                  <a:cubicBezTo>
                    <a:pt x="3497" y="631"/>
                    <a:pt x="2867" y="1"/>
                    <a:pt x="21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66" name="Google Shape;15866;p83"/>
          <p:cNvSpPr/>
          <p:nvPr/>
        </p:nvSpPr>
        <p:spPr>
          <a:xfrm>
            <a:off x="8943822" y="5113729"/>
            <a:ext cx="260247" cy="467161"/>
          </a:xfrm>
          <a:custGeom>
            <a:avLst/>
            <a:gdLst/>
            <a:ahLst/>
            <a:cxnLst/>
            <a:rect l="l" t="t" r="r" b="b"/>
            <a:pathLst>
              <a:path w="6617" h="11878" extrusionOk="0">
                <a:moveTo>
                  <a:pt x="2962" y="725"/>
                </a:moveTo>
                <a:lnTo>
                  <a:pt x="2489" y="2111"/>
                </a:lnTo>
                <a:lnTo>
                  <a:pt x="1575" y="2111"/>
                </a:lnTo>
                <a:lnTo>
                  <a:pt x="1103" y="725"/>
                </a:lnTo>
                <a:close/>
                <a:moveTo>
                  <a:pt x="3277" y="3529"/>
                </a:moveTo>
                <a:lnTo>
                  <a:pt x="5892" y="6144"/>
                </a:lnTo>
                <a:lnTo>
                  <a:pt x="5892" y="6616"/>
                </a:lnTo>
                <a:lnTo>
                  <a:pt x="5419" y="6616"/>
                </a:lnTo>
                <a:lnTo>
                  <a:pt x="3434" y="4663"/>
                </a:lnTo>
                <a:lnTo>
                  <a:pt x="3277" y="3529"/>
                </a:lnTo>
                <a:close/>
                <a:moveTo>
                  <a:pt x="2458" y="2804"/>
                </a:moveTo>
                <a:lnTo>
                  <a:pt x="3434" y="9357"/>
                </a:lnTo>
                <a:lnTo>
                  <a:pt x="2048" y="10964"/>
                </a:lnTo>
                <a:lnTo>
                  <a:pt x="693" y="9357"/>
                </a:lnTo>
                <a:lnTo>
                  <a:pt x="1670" y="2804"/>
                </a:lnTo>
                <a:close/>
                <a:moveTo>
                  <a:pt x="693" y="0"/>
                </a:moveTo>
                <a:cubicBezTo>
                  <a:pt x="567" y="0"/>
                  <a:pt x="473" y="32"/>
                  <a:pt x="410" y="158"/>
                </a:cubicBezTo>
                <a:cubicBezTo>
                  <a:pt x="315" y="252"/>
                  <a:pt x="315" y="378"/>
                  <a:pt x="378" y="473"/>
                </a:cubicBezTo>
                <a:lnTo>
                  <a:pt x="1040" y="2489"/>
                </a:lnTo>
                <a:lnTo>
                  <a:pt x="0" y="9389"/>
                </a:lnTo>
                <a:cubicBezTo>
                  <a:pt x="0" y="9452"/>
                  <a:pt x="0" y="9578"/>
                  <a:pt x="95" y="9672"/>
                </a:cubicBezTo>
                <a:lnTo>
                  <a:pt x="1828" y="11751"/>
                </a:lnTo>
                <a:cubicBezTo>
                  <a:pt x="1891" y="11814"/>
                  <a:pt x="1985" y="11877"/>
                  <a:pt x="2080" y="11877"/>
                </a:cubicBezTo>
                <a:cubicBezTo>
                  <a:pt x="2206" y="11877"/>
                  <a:pt x="2300" y="11814"/>
                  <a:pt x="2363" y="11751"/>
                </a:cubicBezTo>
                <a:lnTo>
                  <a:pt x="4096" y="9672"/>
                </a:lnTo>
                <a:cubicBezTo>
                  <a:pt x="4190" y="9578"/>
                  <a:pt x="4190" y="9483"/>
                  <a:pt x="4190" y="9389"/>
                </a:cubicBezTo>
                <a:lnTo>
                  <a:pt x="3623" y="5797"/>
                </a:lnTo>
                <a:lnTo>
                  <a:pt x="5041" y="7183"/>
                </a:lnTo>
                <a:cubicBezTo>
                  <a:pt x="5136" y="7246"/>
                  <a:pt x="5199" y="7309"/>
                  <a:pt x="5293" y="7309"/>
                </a:cubicBezTo>
                <a:lnTo>
                  <a:pt x="6270" y="7309"/>
                </a:lnTo>
                <a:cubicBezTo>
                  <a:pt x="6459" y="7309"/>
                  <a:pt x="6616" y="7152"/>
                  <a:pt x="6616" y="6931"/>
                </a:cubicBezTo>
                <a:lnTo>
                  <a:pt x="6616" y="5955"/>
                </a:lnTo>
                <a:cubicBezTo>
                  <a:pt x="6616" y="5892"/>
                  <a:pt x="6585" y="5766"/>
                  <a:pt x="6490" y="5734"/>
                </a:cubicBezTo>
                <a:lnTo>
                  <a:pt x="3119" y="2426"/>
                </a:lnTo>
                <a:lnTo>
                  <a:pt x="3749" y="473"/>
                </a:lnTo>
                <a:cubicBezTo>
                  <a:pt x="3781" y="378"/>
                  <a:pt x="3749" y="252"/>
                  <a:pt x="3718" y="158"/>
                </a:cubicBezTo>
                <a:cubicBezTo>
                  <a:pt x="3623" y="95"/>
                  <a:pt x="3560" y="0"/>
                  <a:pt x="34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67" name="Google Shape;15867;p83"/>
          <p:cNvGrpSpPr/>
          <p:nvPr/>
        </p:nvGrpSpPr>
        <p:grpSpPr>
          <a:xfrm>
            <a:off x="10608806" y="5115035"/>
            <a:ext cx="468420" cy="464684"/>
            <a:chOff x="6167350" y="2672800"/>
            <a:chExt cx="297750" cy="295375"/>
          </a:xfrm>
        </p:grpSpPr>
        <p:sp>
          <p:nvSpPr>
            <p:cNvPr id="15868" name="Google Shape;15868;p83"/>
            <p:cNvSpPr/>
            <p:nvPr/>
          </p:nvSpPr>
          <p:spPr>
            <a:xfrm>
              <a:off x="6167350" y="2672800"/>
              <a:ext cx="226850" cy="295375"/>
            </a:xfrm>
            <a:custGeom>
              <a:avLst/>
              <a:gdLst/>
              <a:ahLst/>
              <a:cxnLst/>
              <a:rect l="l" t="t" r="r" b="b"/>
              <a:pathLst>
                <a:path w="9074" h="11815" extrusionOk="0">
                  <a:moveTo>
                    <a:pt x="4537" y="725"/>
                  </a:moveTo>
                  <a:cubicBezTo>
                    <a:pt x="4758" y="725"/>
                    <a:pt x="4915" y="882"/>
                    <a:pt x="4915" y="1071"/>
                  </a:cubicBezTo>
                  <a:cubicBezTo>
                    <a:pt x="4915" y="1260"/>
                    <a:pt x="5073" y="1418"/>
                    <a:pt x="5262" y="1418"/>
                  </a:cubicBezTo>
                  <a:lnTo>
                    <a:pt x="5955" y="1418"/>
                  </a:lnTo>
                  <a:cubicBezTo>
                    <a:pt x="6175" y="1418"/>
                    <a:pt x="6333" y="1575"/>
                    <a:pt x="6333" y="1796"/>
                  </a:cubicBezTo>
                  <a:cubicBezTo>
                    <a:pt x="6333" y="1985"/>
                    <a:pt x="6175" y="2142"/>
                    <a:pt x="5955" y="2142"/>
                  </a:cubicBezTo>
                  <a:lnTo>
                    <a:pt x="3119" y="2142"/>
                  </a:lnTo>
                  <a:cubicBezTo>
                    <a:pt x="2930" y="2142"/>
                    <a:pt x="2773" y="1985"/>
                    <a:pt x="2773" y="1796"/>
                  </a:cubicBezTo>
                  <a:cubicBezTo>
                    <a:pt x="2773" y="1575"/>
                    <a:pt x="2930" y="1418"/>
                    <a:pt x="3151" y="1418"/>
                  </a:cubicBezTo>
                  <a:lnTo>
                    <a:pt x="3844" y="1418"/>
                  </a:lnTo>
                  <a:cubicBezTo>
                    <a:pt x="4033" y="1418"/>
                    <a:pt x="4191" y="1260"/>
                    <a:pt x="4191" y="1071"/>
                  </a:cubicBezTo>
                  <a:cubicBezTo>
                    <a:pt x="4191" y="882"/>
                    <a:pt x="4348" y="725"/>
                    <a:pt x="4537" y="725"/>
                  </a:cubicBezTo>
                  <a:close/>
                  <a:moveTo>
                    <a:pt x="8066" y="2111"/>
                  </a:moveTo>
                  <a:cubicBezTo>
                    <a:pt x="8255" y="2111"/>
                    <a:pt x="8412" y="2268"/>
                    <a:pt x="8412" y="2458"/>
                  </a:cubicBezTo>
                  <a:lnTo>
                    <a:pt x="8412" y="10806"/>
                  </a:lnTo>
                  <a:lnTo>
                    <a:pt x="8381" y="10806"/>
                  </a:lnTo>
                  <a:cubicBezTo>
                    <a:pt x="8381" y="10995"/>
                    <a:pt x="8223" y="11153"/>
                    <a:pt x="8034" y="11153"/>
                  </a:cubicBezTo>
                  <a:lnTo>
                    <a:pt x="1040" y="11153"/>
                  </a:lnTo>
                  <a:cubicBezTo>
                    <a:pt x="851" y="11153"/>
                    <a:pt x="693" y="10995"/>
                    <a:pt x="693" y="10806"/>
                  </a:cubicBezTo>
                  <a:lnTo>
                    <a:pt x="693" y="2458"/>
                  </a:lnTo>
                  <a:cubicBezTo>
                    <a:pt x="693" y="2268"/>
                    <a:pt x="851" y="2111"/>
                    <a:pt x="1040" y="2111"/>
                  </a:cubicBezTo>
                  <a:lnTo>
                    <a:pt x="2143" y="2111"/>
                  </a:lnTo>
                  <a:cubicBezTo>
                    <a:pt x="2300" y="2489"/>
                    <a:pt x="2647" y="2804"/>
                    <a:pt x="3119" y="2804"/>
                  </a:cubicBezTo>
                  <a:lnTo>
                    <a:pt x="5986" y="2804"/>
                  </a:lnTo>
                  <a:cubicBezTo>
                    <a:pt x="6396" y="2804"/>
                    <a:pt x="6805" y="2521"/>
                    <a:pt x="6963" y="2111"/>
                  </a:cubicBezTo>
                  <a:close/>
                  <a:moveTo>
                    <a:pt x="4506" y="0"/>
                  </a:moveTo>
                  <a:cubicBezTo>
                    <a:pt x="4096" y="0"/>
                    <a:pt x="3686" y="284"/>
                    <a:pt x="3529" y="725"/>
                  </a:cubicBezTo>
                  <a:lnTo>
                    <a:pt x="3088" y="725"/>
                  </a:lnTo>
                  <a:cubicBezTo>
                    <a:pt x="2678" y="725"/>
                    <a:pt x="2269" y="1008"/>
                    <a:pt x="2111" y="1418"/>
                  </a:cubicBezTo>
                  <a:lnTo>
                    <a:pt x="1009" y="1418"/>
                  </a:lnTo>
                  <a:cubicBezTo>
                    <a:pt x="410" y="1418"/>
                    <a:pt x="0" y="1890"/>
                    <a:pt x="0" y="2458"/>
                  </a:cubicBezTo>
                  <a:lnTo>
                    <a:pt x="0" y="10806"/>
                  </a:lnTo>
                  <a:cubicBezTo>
                    <a:pt x="0" y="11405"/>
                    <a:pt x="473" y="11814"/>
                    <a:pt x="1009" y="11814"/>
                  </a:cubicBezTo>
                  <a:lnTo>
                    <a:pt x="7971" y="11814"/>
                  </a:lnTo>
                  <a:cubicBezTo>
                    <a:pt x="8570" y="11814"/>
                    <a:pt x="9011" y="11342"/>
                    <a:pt x="9011" y="10806"/>
                  </a:cubicBezTo>
                  <a:lnTo>
                    <a:pt x="9011" y="2458"/>
                  </a:lnTo>
                  <a:cubicBezTo>
                    <a:pt x="9074" y="1859"/>
                    <a:pt x="8601" y="1418"/>
                    <a:pt x="8034" y="1418"/>
                  </a:cubicBezTo>
                  <a:lnTo>
                    <a:pt x="6931" y="1418"/>
                  </a:lnTo>
                  <a:cubicBezTo>
                    <a:pt x="6774" y="1040"/>
                    <a:pt x="6396" y="725"/>
                    <a:pt x="5923" y="725"/>
                  </a:cubicBezTo>
                  <a:lnTo>
                    <a:pt x="5545" y="725"/>
                  </a:lnTo>
                  <a:cubicBezTo>
                    <a:pt x="5514" y="567"/>
                    <a:pt x="5388" y="441"/>
                    <a:pt x="5262" y="315"/>
                  </a:cubicBezTo>
                  <a:cubicBezTo>
                    <a:pt x="5073" y="126"/>
                    <a:pt x="4789" y="0"/>
                    <a:pt x="45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9" name="Google Shape;15869;p83"/>
            <p:cNvSpPr/>
            <p:nvPr/>
          </p:nvSpPr>
          <p:spPr>
            <a:xfrm>
              <a:off x="6201225" y="2762575"/>
              <a:ext cx="52775" cy="49650"/>
            </a:xfrm>
            <a:custGeom>
              <a:avLst/>
              <a:gdLst/>
              <a:ahLst/>
              <a:cxnLst/>
              <a:rect l="l" t="t" r="r" b="b"/>
              <a:pathLst>
                <a:path w="2111" h="1986" extrusionOk="0">
                  <a:moveTo>
                    <a:pt x="406" y="1"/>
                  </a:moveTo>
                  <a:cubicBezTo>
                    <a:pt x="315" y="1"/>
                    <a:pt x="221" y="32"/>
                    <a:pt x="158" y="95"/>
                  </a:cubicBezTo>
                  <a:cubicBezTo>
                    <a:pt x="63" y="190"/>
                    <a:pt x="63" y="442"/>
                    <a:pt x="158" y="568"/>
                  </a:cubicBezTo>
                  <a:lnTo>
                    <a:pt x="599" y="977"/>
                  </a:lnTo>
                  <a:lnTo>
                    <a:pt x="158" y="1418"/>
                  </a:lnTo>
                  <a:cubicBezTo>
                    <a:pt x="0" y="1544"/>
                    <a:pt x="0" y="1733"/>
                    <a:pt x="158" y="1891"/>
                  </a:cubicBezTo>
                  <a:cubicBezTo>
                    <a:pt x="221" y="1954"/>
                    <a:pt x="315" y="1985"/>
                    <a:pt x="406" y="1985"/>
                  </a:cubicBezTo>
                  <a:cubicBezTo>
                    <a:pt x="496" y="1985"/>
                    <a:pt x="583" y="1954"/>
                    <a:pt x="630" y="1891"/>
                  </a:cubicBezTo>
                  <a:lnTo>
                    <a:pt x="1071" y="1450"/>
                  </a:lnTo>
                  <a:lnTo>
                    <a:pt x="1512" y="1891"/>
                  </a:lnTo>
                  <a:cubicBezTo>
                    <a:pt x="1575" y="1954"/>
                    <a:pt x="1662" y="1985"/>
                    <a:pt x="1749" y="1985"/>
                  </a:cubicBezTo>
                  <a:cubicBezTo>
                    <a:pt x="1835" y="1985"/>
                    <a:pt x="1922" y="1954"/>
                    <a:pt x="1985" y="1891"/>
                  </a:cubicBezTo>
                  <a:cubicBezTo>
                    <a:pt x="2111" y="1765"/>
                    <a:pt x="2111" y="1544"/>
                    <a:pt x="1985" y="1418"/>
                  </a:cubicBezTo>
                  <a:lnTo>
                    <a:pt x="1544" y="977"/>
                  </a:lnTo>
                  <a:lnTo>
                    <a:pt x="1985" y="568"/>
                  </a:lnTo>
                  <a:cubicBezTo>
                    <a:pt x="2111" y="442"/>
                    <a:pt x="2111" y="190"/>
                    <a:pt x="1985" y="95"/>
                  </a:cubicBezTo>
                  <a:cubicBezTo>
                    <a:pt x="1922" y="32"/>
                    <a:pt x="1835" y="1"/>
                    <a:pt x="1749" y="1"/>
                  </a:cubicBezTo>
                  <a:cubicBezTo>
                    <a:pt x="1662" y="1"/>
                    <a:pt x="1575" y="32"/>
                    <a:pt x="1512" y="95"/>
                  </a:cubicBezTo>
                  <a:lnTo>
                    <a:pt x="1071" y="505"/>
                  </a:lnTo>
                  <a:lnTo>
                    <a:pt x="630" y="95"/>
                  </a:lnTo>
                  <a:cubicBezTo>
                    <a:pt x="583" y="32"/>
                    <a:pt x="496" y="1"/>
                    <a:pt x="4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0" name="Google Shape;15870;p83"/>
            <p:cNvSpPr/>
            <p:nvPr/>
          </p:nvSpPr>
          <p:spPr>
            <a:xfrm>
              <a:off x="6308325" y="2882300"/>
              <a:ext cx="51225" cy="49650"/>
            </a:xfrm>
            <a:custGeom>
              <a:avLst/>
              <a:gdLst/>
              <a:ahLst/>
              <a:cxnLst/>
              <a:rect l="l" t="t" r="r" b="b"/>
              <a:pathLst>
                <a:path w="2049" h="1986" extrusionOk="0">
                  <a:moveTo>
                    <a:pt x="363" y="0"/>
                  </a:moveTo>
                  <a:cubicBezTo>
                    <a:pt x="276" y="0"/>
                    <a:pt x="190" y="32"/>
                    <a:pt x="127" y="95"/>
                  </a:cubicBezTo>
                  <a:cubicBezTo>
                    <a:pt x="1" y="221"/>
                    <a:pt x="1" y="441"/>
                    <a:pt x="127" y="567"/>
                  </a:cubicBezTo>
                  <a:lnTo>
                    <a:pt x="568" y="1009"/>
                  </a:lnTo>
                  <a:lnTo>
                    <a:pt x="127" y="1450"/>
                  </a:lnTo>
                  <a:cubicBezTo>
                    <a:pt x="1" y="1544"/>
                    <a:pt x="1" y="1796"/>
                    <a:pt x="127" y="1891"/>
                  </a:cubicBezTo>
                  <a:cubicBezTo>
                    <a:pt x="190" y="1954"/>
                    <a:pt x="276" y="1985"/>
                    <a:pt x="363" y="1985"/>
                  </a:cubicBezTo>
                  <a:cubicBezTo>
                    <a:pt x="450" y="1985"/>
                    <a:pt x="536" y="1954"/>
                    <a:pt x="599" y="1891"/>
                  </a:cubicBezTo>
                  <a:lnTo>
                    <a:pt x="1040" y="1481"/>
                  </a:lnTo>
                  <a:lnTo>
                    <a:pt x="1481" y="1891"/>
                  </a:lnTo>
                  <a:cubicBezTo>
                    <a:pt x="1529" y="1954"/>
                    <a:pt x="1615" y="1985"/>
                    <a:pt x="1706" y="1985"/>
                  </a:cubicBezTo>
                  <a:cubicBezTo>
                    <a:pt x="1797" y="1985"/>
                    <a:pt x="1891" y="1954"/>
                    <a:pt x="1954" y="1891"/>
                  </a:cubicBezTo>
                  <a:cubicBezTo>
                    <a:pt x="2049" y="1796"/>
                    <a:pt x="2049" y="1544"/>
                    <a:pt x="1954" y="1450"/>
                  </a:cubicBezTo>
                  <a:lnTo>
                    <a:pt x="1513" y="1009"/>
                  </a:lnTo>
                  <a:lnTo>
                    <a:pt x="1954" y="567"/>
                  </a:lnTo>
                  <a:cubicBezTo>
                    <a:pt x="2049" y="441"/>
                    <a:pt x="2049" y="252"/>
                    <a:pt x="1954" y="95"/>
                  </a:cubicBezTo>
                  <a:cubicBezTo>
                    <a:pt x="1891" y="32"/>
                    <a:pt x="1804" y="0"/>
                    <a:pt x="1718" y="0"/>
                  </a:cubicBezTo>
                  <a:cubicBezTo>
                    <a:pt x="1631" y="0"/>
                    <a:pt x="1544" y="32"/>
                    <a:pt x="1481" y="95"/>
                  </a:cubicBezTo>
                  <a:lnTo>
                    <a:pt x="1040" y="536"/>
                  </a:lnTo>
                  <a:lnTo>
                    <a:pt x="599" y="95"/>
                  </a:lnTo>
                  <a:cubicBezTo>
                    <a:pt x="536" y="32"/>
                    <a:pt x="450" y="0"/>
                    <a:pt x="36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1" name="Google Shape;15871;p83"/>
            <p:cNvSpPr/>
            <p:nvPr/>
          </p:nvSpPr>
          <p:spPr>
            <a:xfrm>
              <a:off x="6200425" y="2759425"/>
              <a:ext cx="156775" cy="174875"/>
            </a:xfrm>
            <a:custGeom>
              <a:avLst/>
              <a:gdLst/>
              <a:ahLst/>
              <a:cxnLst/>
              <a:rect l="l" t="t" r="r" b="b"/>
              <a:pathLst>
                <a:path w="6271" h="6995" extrusionOk="0">
                  <a:moveTo>
                    <a:pt x="1103" y="5609"/>
                  </a:moveTo>
                  <a:cubicBezTo>
                    <a:pt x="1292" y="5609"/>
                    <a:pt x="1450" y="5766"/>
                    <a:pt x="1450" y="5955"/>
                  </a:cubicBezTo>
                  <a:cubicBezTo>
                    <a:pt x="1450" y="6144"/>
                    <a:pt x="1292" y="6302"/>
                    <a:pt x="1103" y="6302"/>
                  </a:cubicBezTo>
                  <a:cubicBezTo>
                    <a:pt x="914" y="6302"/>
                    <a:pt x="757" y="6144"/>
                    <a:pt x="757" y="5955"/>
                  </a:cubicBezTo>
                  <a:cubicBezTo>
                    <a:pt x="757" y="5766"/>
                    <a:pt x="914" y="5609"/>
                    <a:pt x="1103" y="5609"/>
                  </a:cubicBezTo>
                  <a:close/>
                  <a:moveTo>
                    <a:pt x="5325" y="1"/>
                  </a:moveTo>
                  <a:cubicBezTo>
                    <a:pt x="5230" y="1"/>
                    <a:pt x="5136" y="64"/>
                    <a:pt x="5073" y="127"/>
                  </a:cubicBezTo>
                  <a:lnTo>
                    <a:pt x="4380" y="851"/>
                  </a:lnTo>
                  <a:cubicBezTo>
                    <a:pt x="4254" y="946"/>
                    <a:pt x="4254" y="1198"/>
                    <a:pt x="4380" y="1324"/>
                  </a:cubicBezTo>
                  <a:cubicBezTo>
                    <a:pt x="4443" y="1371"/>
                    <a:pt x="4529" y="1395"/>
                    <a:pt x="4616" y="1395"/>
                  </a:cubicBezTo>
                  <a:cubicBezTo>
                    <a:pt x="4703" y="1395"/>
                    <a:pt x="4789" y="1371"/>
                    <a:pt x="4852" y="1324"/>
                  </a:cubicBezTo>
                  <a:lnTo>
                    <a:pt x="4978" y="1198"/>
                  </a:lnTo>
                  <a:lnTo>
                    <a:pt x="4978" y="2458"/>
                  </a:lnTo>
                  <a:cubicBezTo>
                    <a:pt x="4978" y="2647"/>
                    <a:pt x="4821" y="2805"/>
                    <a:pt x="4600" y="2805"/>
                  </a:cubicBezTo>
                  <a:lnTo>
                    <a:pt x="1765" y="2805"/>
                  </a:lnTo>
                  <a:cubicBezTo>
                    <a:pt x="1513" y="2805"/>
                    <a:pt x="1229" y="2931"/>
                    <a:pt x="1040" y="3120"/>
                  </a:cubicBezTo>
                  <a:cubicBezTo>
                    <a:pt x="820" y="3309"/>
                    <a:pt x="725" y="3592"/>
                    <a:pt x="725" y="3876"/>
                  </a:cubicBezTo>
                  <a:lnTo>
                    <a:pt x="725" y="4978"/>
                  </a:lnTo>
                  <a:cubicBezTo>
                    <a:pt x="316" y="5136"/>
                    <a:pt x="1" y="5482"/>
                    <a:pt x="1" y="5955"/>
                  </a:cubicBezTo>
                  <a:cubicBezTo>
                    <a:pt x="1" y="6554"/>
                    <a:pt x="473" y="6995"/>
                    <a:pt x="1040" y="6995"/>
                  </a:cubicBezTo>
                  <a:cubicBezTo>
                    <a:pt x="1607" y="6995"/>
                    <a:pt x="2048" y="6522"/>
                    <a:pt x="2048" y="5955"/>
                  </a:cubicBezTo>
                  <a:cubicBezTo>
                    <a:pt x="2048" y="5514"/>
                    <a:pt x="1765" y="5136"/>
                    <a:pt x="1355" y="4978"/>
                  </a:cubicBezTo>
                  <a:lnTo>
                    <a:pt x="1355" y="3876"/>
                  </a:lnTo>
                  <a:cubicBezTo>
                    <a:pt x="1355" y="3687"/>
                    <a:pt x="1513" y="3529"/>
                    <a:pt x="1702" y="3529"/>
                  </a:cubicBezTo>
                  <a:lnTo>
                    <a:pt x="4537" y="3529"/>
                  </a:lnTo>
                  <a:cubicBezTo>
                    <a:pt x="5136" y="3529"/>
                    <a:pt x="5545" y="3057"/>
                    <a:pt x="5545" y="2490"/>
                  </a:cubicBezTo>
                  <a:lnTo>
                    <a:pt x="5545" y="1229"/>
                  </a:lnTo>
                  <a:lnTo>
                    <a:pt x="5671" y="1355"/>
                  </a:lnTo>
                  <a:cubicBezTo>
                    <a:pt x="5734" y="1418"/>
                    <a:pt x="5821" y="1450"/>
                    <a:pt x="5908" y="1450"/>
                  </a:cubicBezTo>
                  <a:cubicBezTo>
                    <a:pt x="5994" y="1450"/>
                    <a:pt x="6081" y="1418"/>
                    <a:pt x="6144" y="1355"/>
                  </a:cubicBezTo>
                  <a:cubicBezTo>
                    <a:pt x="6270" y="1229"/>
                    <a:pt x="6270" y="1009"/>
                    <a:pt x="6144" y="883"/>
                  </a:cubicBezTo>
                  <a:lnTo>
                    <a:pt x="5545" y="127"/>
                  </a:lnTo>
                  <a:cubicBezTo>
                    <a:pt x="5482" y="64"/>
                    <a:pt x="5388" y="1"/>
                    <a:pt x="53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2" name="Google Shape;15872;p83"/>
            <p:cNvSpPr/>
            <p:nvPr/>
          </p:nvSpPr>
          <p:spPr>
            <a:xfrm>
              <a:off x="6412300" y="2742900"/>
              <a:ext cx="52800" cy="208725"/>
            </a:xfrm>
            <a:custGeom>
              <a:avLst/>
              <a:gdLst/>
              <a:ahLst/>
              <a:cxnLst/>
              <a:rect l="l" t="t" r="r" b="b"/>
              <a:pathLst>
                <a:path w="2112" h="8349" extrusionOk="0">
                  <a:moveTo>
                    <a:pt x="1009" y="662"/>
                  </a:moveTo>
                  <a:cubicBezTo>
                    <a:pt x="1229" y="662"/>
                    <a:pt x="1387" y="819"/>
                    <a:pt x="1387" y="1040"/>
                  </a:cubicBezTo>
                  <a:lnTo>
                    <a:pt x="1387" y="1386"/>
                  </a:lnTo>
                  <a:lnTo>
                    <a:pt x="662" y="1386"/>
                  </a:lnTo>
                  <a:lnTo>
                    <a:pt x="662" y="1040"/>
                  </a:lnTo>
                  <a:cubicBezTo>
                    <a:pt x="662" y="819"/>
                    <a:pt x="820" y="662"/>
                    <a:pt x="1009" y="662"/>
                  </a:cubicBezTo>
                  <a:close/>
                  <a:moveTo>
                    <a:pt x="1387" y="2048"/>
                  </a:moveTo>
                  <a:lnTo>
                    <a:pt x="1387" y="6017"/>
                  </a:lnTo>
                  <a:cubicBezTo>
                    <a:pt x="1261" y="5986"/>
                    <a:pt x="1142" y="5970"/>
                    <a:pt x="1024" y="5970"/>
                  </a:cubicBezTo>
                  <a:cubicBezTo>
                    <a:pt x="906" y="5970"/>
                    <a:pt x="788" y="5986"/>
                    <a:pt x="662" y="6017"/>
                  </a:cubicBezTo>
                  <a:lnTo>
                    <a:pt x="662" y="2048"/>
                  </a:lnTo>
                  <a:close/>
                  <a:moveTo>
                    <a:pt x="1009" y="6711"/>
                  </a:moveTo>
                  <a:cubicBezTo>
                    <a:pt x="1103" y="6711"/>
                    <a:pt x="1166" y="6711"/>
                    <a:pt x="1261" y="6742"/>
                  </a:cubicBezTo>
                  <a:lnTo>
                    <a:pt x="1009" y="7246"/>
                  </a:lnTo>
                  <a:lnTo>
                    <a:pt x="788" y="6742"/>
                  </a:lnTo>
                  <a:cubicBezTo>
                    <a:pt x="851" y="6711"/>
                    <a:pt x="946" y="6711"/>
                    <a:pt x="1009" y="6711"/>
                  </a:cubicBezTo>
                  <a:close/>
                  <a:moveTo>
                    <a:pt x="1009" y="0"/>
                  </a:moveTo>
                  <a:cubicBezTo>
                    <a:pt x="441" y="0"/>
                    <a:pt x="0" y="473"/>
                    <a:pt x="0" y="1040"/>
                  </a:cubicBezTo>
                  <a:lnTo>
                    <a:pt x="0" y="6616"/>
                  </a:lnTo>
                  <a:cubicBezTo>
                    <a:pt x="0" y="6648"/>
                    <a:pt x="0" y="6742"/>
                    <a:pt x="32" y="6774"/>
                  </a:cubicBezTo>
                  <a:lnTo>
                    <a:pt x="757" y="8160"/>
                  </a:lnTo>
                  <a:cubicBezTo>
                    <a:pt x="788" y="8286"/>
                    <a:pt x="946" y="8349"/>
                    <a:pt x="1040" y="8349"/>
                  </a:cubicBezTo>
                  <a:cubicBezTo>
                    <a:pt x="1166" y="8349"/>
                    <a:pt x="1292" y="8286"/>
                    <a:pt x="1355" y="8160"/>
                  </a:cubicBezTo>
                  <a:lnTo>
                    <a:pt x="2080" y="6774"/>
                  </a:lnTo>
                  <a:cubicBezTo>
                    <a:pt x="2111" y="6742"/>
                    <a:pt x="2111" y="6648"/>
                    <a:pt x="2111" y="6616"/>
                  </a:cubicBezTo>
                  <a:lnTo>
                    <a:pt x="2111" y="1040"/>
                  </a:lnTo>
                  <a:cubicBezTo>
                    <a:pt x="2048" y="473"/>
                    <a:pt x="1576"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73" name="Google Shape;15873;p83"/>
          <p:cNvGrpSpPr/>
          <p:nvPr/>
        </p:nvGrpSpPr>
        <p:grpSpPr>
          <a:xfrm>
            <a:off x="8263469" y="2042013"/>
            <a:ext cx="463465" cy="467161"/>
            <a:chOff x="1777925" y="1953700"/>
            <a:chExt cx="294600" cy="296950"/>
          </a:xfrm>
        </p:grpSpPr>
        <p:sp>
          <p:nvSpPr>
            <p:cNvPr id="15874" name="Google Shape;15874;p83"/>
            <p:cNvSpPr/>
            <p:nvPr/>
          </p:nvSpPr>
          <p:spPr>
            <a:xfrm>
              <a:off x="1794450" y="2052125"/>
              <a:ext cx="278075" cy="198525"/>
            </a:xfrm>
            <a:custGeom>
              <a:avLst/>
              <a:gdLst/>
              <a:ahLst/>
              <a:cxnLst/>
              <a:rect l="l" t="t" r="r" b="b"/>
              <a:pathLst>
                <a:path w="11123" h="7941" extrusionOk="0">
                  <a:moveTo>
                    <a:pt x="10545" y="1"/>
                  </a:moveTo>
                  <a:cubicBezTo>
                    <a:pt x="10499" y="1"/>
                    <a:pt x="10449" y="11"/>
                    <a:pt x="10397" y="33"/>
                  </a:cubicBezTo>
                  <a:cubicBezTo>
                    <a:pt x="10208" y="64"/>
                    <a:pt x="10145" y="253"/>
                    <a:pt x="10177" y="474"/>
                  </a:cubicBezTo>
                  <a:cubicBezTo>
                    <a:pt x="10334" y="1009"/>
                    <a:pt x="10460" y="1514"/>
                    <a:pt x="10460" y="1986"/>
                  </a:cubicBezTo>
                  <a:cubicBezTo>
                    <a:pt x="10460" y="4885"/>
                    <a:pt x="8129" y="7247"/>
                    <a:pt x="5199" y="7247"/>
                  </a:cubicBezTo>
                  <a:cubicBezTo>
                    <a:pt x="3561" y="7247"/>
                    <a:pt x="2017" y="6460"/>
                    <a:pt x="1040" y="5137"/>
                  </a:cubicBezTo>
                  <a:lnTo>
                    <a:pt x="1734" y="5137"/>
                  </a:lnTo>
                  <a:cubicBezTo>
                    <a:pt x="1954" y="5137"/>
                    <a:pt x="2112" y="4979"/>
                    <a:pt x="2112" y="4790"/>
                  </a:cubicBezTo>
                  <a:cubicBezTo>
                    <a:pt x="2112" y="4601"/>
                    <a:pt x="1954" y="4444"/>
                    <a:pt x="1734" y="4444"/>
                  </a:cubicBezTo>
                  <a:lnTo>
                    <a:pt x="379" y="4444"/>
                  </a:lnTo>
                  <a:cubicBezTo>
                    <a:pt x="158" y="4444"/>
                    <a:pt x="1" y="4601"/>
                    <a:pt x="1" y="4790"/>
                  </a:cubicBezTo>
                  <a:lnTo>
                    <a:pt x="1" y="6176"/>
                  </a:lnTo>
                  <a:cubicBezTo>
                    <a:pt x="1" y="6365"/>
                    <a:pt x="158" y="6523"/>
                    <a:pt x="379" y="6523"/>
                  </a:cubicBezTo>
                  <a:cubicBezTo>
                    <a:pt x="568" y="6523"/>
                    <a:pt x="725" y="6365"/>
                    <a:pt x="725" y="6176"/>
                  </a:cubicBezTo>
                  <a:lnTo>
                    <a:pt x="725" y="5830"/>
                  </a:lnTo>
                  <a:cubicBezTo>
                    <a:pt x="1860" y="7184"/>
                    <a:pt x="3529" y="7941"/>
                    <a:pt x="5199" y="7941"/>
                  </a:cubicBezTo>
                  <a:cubicBezTo>
                    <a:pt x="8476" y="7941"/>
                    <a:pt x="11122" y="5294"/>
                    <a:pt x="11122" y="2049"/>
                  </a:cubicBezTo>
                  <a:cubicBezTo>
                    <a:pt x="11122" y="1482"/>
                    <a:pt x="11028" y="883"/>
                    <a:pt x="10839" y="253"/>
                  </a:cubicBezTo>
                  <a:cubicBezTo>
                    <a:pt x="10814" y="109"/>
                    <a:pt x="10698" y="1"/>
                    <a:pt x="1054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5" name="Google Shape;15875;p83"/>
            <p:cNvSpPr/>
            <p:nvPr/>
          </p:nvSpPr>
          <p:spPr>
            <a:xfrm>
              <a:off x="1777925" y="1953700"/>
              <a:ext cx="278050" cy="198675"/>
            </a:xfrm>
            <a:custGeom>
              <a:avLst/>
              <a:gdLst/>
              <a:ahLst/>
              <a:cxnLst/>
              <a:rect l="l" t="t" r="r" b="b"/>
              <a:pathLst>
                <a:path w="11122" h="7947" extrusionOk="0">
                  <a:moveTo>
                    <a:pt x="5892" y="0"/>
                  </a:moveTo>
                  <a:cubicBezTo>
                    <a:pt x="2647" y="0"/>
                    <a:pt x="0" y="2615"/>
                    <a:pt x="0" y="5892"/>
                  </a:cubicBezTo>
                  <a:cubicBezTo>
                    <a:pt x="0" y="6459"/>
                    <a:pt x="63" y="7026"/>
                    <a:pt x="284" y="7656"/>
                  </a:cubicBezTo>
                  <a:cubicBezTo>
                    <a:pt x="310" y="7869"/>
                    <a:pt x="450" y="7947"/>
                    <a:pt x="606" y="7947"/>
                  </a:cubicBezTo>
                  <a:cubicBezTo>
                    <a:pt x="635" y="7947"/>
                    <a:pt x="664" y="7944"/>
                    <a:pt x="693" y="7939"/>
                  </a:cubicBezTo>
                  <a:cubicBezTo>
                    <a:pt x="914" y="7908"/>
                    <a:pt x="977" y="7719"/>
                    <a:pt x="945" y="7498"/>
                  </a:cubicBezTo>
                  <a:cubicBezTo>
                    <a:pt x="788" y="6963"/>
                    <a:pt x="662" y="6459"/>
                    <a:pt x="662" y="5923"/>
                  </a:cubicBezTo>
                  <a:cubicBezTo>
                    <a:pt x="662" y="3056"/>
                    <a:pt x="2993" y="693"/>
                    <a:pt x="5923" y="693"/>
                  </a:cubicBezTo>
                  <a:cubicBezTo>
                    <a:pt x="7561" y="693"/>
                    <a:pt x="9105" y="1481"/>
                    <a:pt x="10082" y="2773"/>
                  </a:cubicBezTo>
                  <a:lnTo>
                    <a:pt x="9389" y="2773"/>
                  </a:lnTo>
                  <a:cubicBezTo>
                    <a:pt x="9168" y="2773"/>
                    <a:pt x="9011" y="2930"/>
                    <a:pt x="9011" y="3151"/>
                  </a:cubicBezTo>
                  <a:cubicBezTo>
                    <a:pt x="9011" y="3340"/>
                    <a:pt x="9168" y="3497"/>
                    <a:pt x="9389" y="3497"/>
                  </a:cubicBezTo>
                  <a:lnTo>
                    <a:pt x="10743" y="3497"/>
                  </a:lnTo>
                  <a:cubicBezTo>
                    <a:pt x="10964" y="3497"/>
                    <a:pt x="11121" y="3340"/>
                    <a:pt x="11121" y="3151"/>
                  </a:cubicBezTo>
                  <a:lnTo>
                    <a:pt x="11121" y="1765"/>
                  </a:lnTo>
                  <a:cubicBezTo>
                    <a:pt x="11121" y="1575"/>
                    <a:pt x="10964" y="1418"/>
                    <a:pt x="10743" y="1418"/>
                  </a:cubicBezTo>
                  <a:cubicBezTo>
                    <a:pt x="10554" y="1418"/>
                    <a:pt x="10397" y="1575"/>
                    <a:pt x="10397" y="1765"/>
                  </a:cubicBezTo>
                  <a:lnTo>
                    <a:pt x="10397" y="2111"/>
                  </a:lnTo>
                  <a:cubicBezTo>
                    <a:pt x="9263" y="725"/>
                    <a:pt x="7593"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6" name="Google Shape;15876;p83"/>
            <p:cNvSpPr/>
            <p:nvPr/>
          </p:nvSpPr>
          <p:spPr>
            <a:xfrm>
              <a:off x="1829125" y="2006475"/>
              <a:ext cx="191400" cy="191400"/>
            </a:xfrm>
            <a:custGeom>
              <a:avLst/>
              <a:gdLst/>
              <a:ahLst/>
              <a:cxnLst/>
              <a:rect l="l" t="t" r="r" b="b"/>
              <a:pathLst>
                <a:path w="7656" h="7656" extrusionOk="0">
                  <a:moveTo>
                    <a:pt x="4190" y="693"/>
                  </a:moveTo>
                  <a:cubicBezTo>
                    <a:pt x="4757" y="788"/>
                    <a:pt x="5324" y="1008"/>
                    <a:pt x="5797" y="1386"/>
                  </a:cubicBezTo>
                  <a:lnTo>
                    <a:pt x="5545" y="1607"/>
                  </a:lnTo>
                  <a:cubicBezTo>
                    <a:pt x="5450" y="1733"/>
                    <a:pt x="5450" y="1953"/>
                    <a:pt x="5545" y="2079"/>
                  </a:cubicBezTo>
                  <a:cubicBezTo>
                    <a:pt x="5608" y="2142"/>
                    <a:pt x="5702" y="2174"/>
                    <a:pt x="5793" y="2174"/>
                  </a:cubicBezTo>
                  <a:cubicBezTo>
                    <a:pt x="5884" y="2174"/>
                    <a:pt x="5970" y="2142"/>
                    <a:pt x="6017" y="2079"/>
                  </a:cubicBezTo>
                  <a:lnTo>
                    <a:pt x="6270" y="1859"/>
                  </a:lnTo>
                  <a:cubicBezTo>
                    <a:pt x="6616" y="2268"/>
                    <a:pt x="6868" y="2835"/>
                    <a:pt x="6931" y="3466"/>
                  </a:cubicBezTo>
                  <a:lnTo>
                    <a:pt x="6616" y="3466"/>
                  </a:lnTo>
                  <a:cubicBezTo>
                    <a:pt x="6427" y="3466"/>
                    <a:pt x="6270" y="3623"/>
                    <a:pt x="6270" y="3812"/>
                  </a:cubicBezTo>
                  <a:cubicBezTo>
                    <a:pt x="6270" y="4001"/>
                    <a:pt x="6427" y="4159"/>
                    <a:pt x="6616" y="4159"/>
                  </a:cubicBezTo>
                  <a:lnTo>
                    <a:pt x="6931" y="4159"/>
                  </a:lnTo>
                  <a:cubicBezTo>
                    <a:pt x="6868" y="4757"/>
                    <a:pt x="6616" y="5324"/>
                    <a:pt x="6270" y="5797"/>
                  </a:cubicBezTo>
                  <a:lnTo>
                    <a:pt x="6017" y="5545"/>
                  </a:lnTo>
                  <a:cubicBezTo>
                    <a:pt x="5970" y="5482"/>
                    <a:pt x="5884" y="5450"/>
                    <a:pt x="5793" y="5450"/>
                  </a:cubicBezTo>
                  <a:cubicBezTo>
                    <a:pt x="5702" y="5450"/>
                    <a:pt x="5608" y="5482"/>
                    <a:pt x="5545" y="5545"/>
                  </a:cubicBezTo>
                  <a:cubicBezTo>
                    <a:pt x="5450" y="5671"/>
                    <a:pt x="5450" y="5923"/>
                    <a:pt x="5545" y="6017"/>
                  </a:cubicBezTo>
                  <a:lnTo>
                    <a:pt x="5797" y="6270"/>
                  </a:lnTo>
                  <a:cubicBezTo>
                    <a:pt x="5356" y="6616"/>
                    <a:pt x="4820" y="6837"/>
                    <a:pt x="4190" y="6931"/>
                  </a:cubicBezTo>
                  <a:lnTo>
                    <a:pt x="4190" y="6616"/>
                  </a:lnTo>
                  <a:cubicBezTo>
                    <a:pt x="4190" y="6427"/>
                    <a:pt x="4033" y="6270"/>
                    <a:pt x="3812" y="6270"/>
                  </a:cubicBezTo>
                  <a:cubicBezTo>
                    <a:pt x="3623" y="6270"/>
                    <a:pt x="3466" y="6427"/>
                    <a:pt x="3466" y="6616"/>
                  </a:cubicBezTo>
                  <a:lnTo>
                    <a:pt x="3466" y="6931"/>
                  </a:lnTo>
                  <a:cubicBezTo>
                    <a:pt x="2867" y="6837"/>
                    <a:pt x="2331" y="6616"/>
                    <a:pt x="1859" y="6270"/>
                  </a:cubicBezTo>
                  <a:lnTo>
                    <a:pt x="2079" y="6017"/>
                  </a:lnTo>
                  <a:cubicBezTo>
                    <a:pt x="2205" y="5891"/>
                    <a:pt x="2205" y="5671"/>
                    <a:pt x="2079" y="5545"/>
                  </a:cubicBezTo>
                  <a:cubicBezTo>
                    <a:pt x="2032" y="5482"/>
                    <a:pt x="1945" y="5450"/>
                    <a:pt x="1855" y="5450"/>
                  </a:cubicBezTo>
                  <a:cubicBezTo>
                    <a:pt x="1764" y="5450"/>
                    <a:pt x="1670" y="5482"/>
                    <a:pt x="1607" y="5545"/>
                  </a:cubicBezTo>
                  <a:lnTo>
                    <a:pt x="1386" y="5797"/>
                  </a:lnTo>
                  <a:cubicBezTo>
                    <a:pt x="1040" y="5356"/>
                    <a:pt x="788" y="4789"/>
                    <a:pt x="725" y="4159"/>
                  </a:cubicBezTo>
                  <a:lnTo>
                    <a:pt x="1040" y="4159"/>
                  </a:lnTo>
                  <a:cubicBezTo>
                    <a:pt x="1229" y="4159"/>
                    <a:pt x="1386" y="4001"/>
                    <a:pt x="1386" y="3812"/>
                  </a:cubicBezTo>
                  <a:cubicBezTo>
                    <a:pt x="1386" y="3623"/>
                    <a:pt x="1229" y="3466"/>
                    <a:pt x="1040" y="3466"/>
                  </a:cubicBezTo>
                  <a:lnTo>
                    <a:pt x="725" y="3466"/>
                  </a:lnTo>
                  <a:cubicBezTo>
                    <a:pt x="788" y="2867"/>
                    <a:pt x="1040" y="2331"/>
                    <a:pt x="1386" y="1859"/>
                  </a:cubicBezTo>
                  <a:lnTo>
                    <a:pt x="1607" y="2079"/>
                  </a:lnTo>
                  <a:cubicBezTo>
                    <a:pt x="1701" y="2174"/>
                    <a:pt x="1764" y="2205"/>
                    <a:pt x="1859" y="2205"/>
                  </a:cubicBezTo>
                  <a:cubicBezTo>
                    <a:pt x="1922" y="2205"/>
                    <a:pt x="2048" y="2174"/>
                    <a:pt x="2079" y="2079"/>
                  </a:cubicBezTo>
                  <a:cubicBezTo>
                    <a:pt x="2205" y="1953"/>
                    <a:pt x="2205" y="1733"/>
                    <a:pt x="2079" y="1607"/>
                  </a:cubicBezTo>
                  <a:lnTo>
                    <a:pt x="1859" y="1386"/>
                  </a:lnTo>
                  <a:cubicBezTo>
                    <a:pt x="2300" y="1008"/>
                    <a:pt x="2835" y="788"/>
                    <a:pt x="3466" y="693"/>
                  </a:cubicBezTo>
                  <a:lnTo>
                    <a:pt x="3466" y="1008"/>
                  </a:lnTo>
                  <a:cubicBezTo>
                    <a:pt x="3466" y="1229"/>
                    <a:pt x="3623" y="1386"/>
                    <a:pt x="3812" y="1386"/>
                  </a:cubicBezTo>
                  <a:cubicBezTo>
                    <a:pt x="4033" y="1386"/>
                    <a:pt x="4190" y="1229"/>
                    <a:pt x="4190" y="1008"/>
                  </a:cubicBezTo>
                  <a:lnTo>
                    <a:pt x="4190" y="693"/>
                  </a:lnTo>
                  <a:close/>
                  <a:moveTo>
                    <a:pt x="3812" y="0"/>
                  </a:moveTo>
                  <a:cubicBezTo>
                    <a:pt x="1733" y="0"/>
                    <a:pt x="0" y="1701"/>
                    <a:pt x="0" y="3812"/>
                  </a:cubicBezTo>
                  <a:cubicBezTo>
                    <a:pt x="0" y="5923"/>
                    <a:pt x="1701" y="7656"/>
                    <a:pt x="3812" y="7656"/>
                  </a:cubicBezTo>
                  <a:cubicBezTo>
                    <a:pt x="5923" y="7656"/>
                    <a:pt x="7656" y="5954"/>
                    <a:pt x="7656" y="3812"/>
                  </a:cubicBezTo>
                  <a:cubicBezTo>
                    <a:pt x="7656" y="1733"/>
                    <a:pt x="5954" y="0"/>
                    <a:pt x="38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7" name="Google Shape;15877;p83"/>
            <p:cNvSpPr/>
            <p:nvPr/>
          </p:nvSpPr>
          <p:spPr>
            <a:xfrm>
              <a:off x="1915750" y="2058450"/>
              <a:ext cx="35475" cy="52800"/>
            </a:xfrm>
            <a:custGeom>
              <a:avLst/>
              <a:gdLst/>
              <a:ahLst/>
              <a:cxnLst/>
              <a:rect l="l" t="t" r="r" b="b"/>
              <a:pathLst>
                <a:path w="1419" h="2112" extrusionOk="0">
                  <a:moveTo>
                    <a:pt x="347" y="0"/>
                  </a:moveTo>
                  <a:cubicBezTo>
                    <a:pt x="158" y="0"/>
                    <a:pt x="1" y="158"/>
                    <a:pt x="1" y="378"/>
                  </a:cubicBezTo>
                  <a:lnTo>
                    <a:pt x="1" y="1733"/>
                  </a:lnTo>
                  <a:cubicBezTo>
                    <a:pt x="1" y="1954"/>
                    <a:pt x="158" y="2111"/>
                    <a:pt x="347" y="2111"/>
                  </a:cubicBezTo>
                  <a:lnTo>
                    <a:pt x="1072" y="2111"/>
                  </a:lnTo>
                  <a:cubicBezTo>
                    <a:pt x="1261" y="2111"/>
                    <a:pt x="1418" y="1954"/>
                    <a:pt x="1418" y="1733"/>
                  </a:cubicBezTo>
                  <a:cubicBezTo>
                    <a:pt x="1418" y="1544"/>
                    <a:pt x="1261" y="1387"/>
                    <a:pt x="1072" y="1387"/>
                  </a:cubicBezTo>
                  <a:lnTo>
                    <a:pt x="725" y="1387"/>
                  </a:lnTo>
                  <a:lnTo>
                    <a:pt x="725" y="378"/>
                  </a:ln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78" name="Google Shape;15878;p83"/>
          <p:cNvGrpSpPr/>
          <p:nvPr/>
        </p:nvGrpSpPr>
        <p:grpSpPr>
          <a:xfrm>
            <a:off x="8284549" y="2645864"/>
            <a:ext cx="421303" cy="463465"/>
            <a:chOff x="1790525" y="2319150"/>
            <a:chExt cx="267800" cy="294600"/>
          </a:xfrm>
        </p:grpSpPr>
        <p:sp>
          <p:nvSpPr>
            <p:cNvPr id="15879" name="Google Shape;15879;p83"/>
            <p:cNvSpPr/>
            <p:nvPr/>
          </p:nvSpPr>
          <p:spPr>
            <a:xfrm>
              <a:off x="1881100" y="2423125"/>
              <a:ext cx="88225" cy="155175"/>
            </a:xfrm>
            <a:custGeom>
              <a:avLst/>
              <a:gdLst/>
              <a:ahLst/>
              <a:cxnLst/>
              <a:rect l="l" t="t" r="r" b="b"/>
              <a:pathLst>
                <a:path w="3529" h="6207" extrusionOk="0">
                  <a:moveTo>
                    <a:pt x="1418" y="1323"/>
                  </a:moveTo>
                  <a:lnTo>
                    <a:pt x="1418" y="2741"/>
                  </a:lnTo>
                  <a:lnTo>
                    <a:pt x="1072" y="2741"/>
                  </a:lnTo>
                  <a:cubicBezTo>
                    <a:pt x="882" y="2741"/>
                    <a:pt x="725" y="2583"/>
                    <a:pt x="725" y="2394"/>
                  </a:cubicBezTo>
                  <a:lnTo>
                    <a:pt x="725" y="1701"/>
                  </a:lnTo>
                  <a:cubicBezTo>
                    <a:pt x="725" y="1481"/>
                    <a:pt x="882" y="1323"/>
                    <a:pt x="1072" y="1323"/>
                  </a:cubicBezTo>
                  <a:close/>
                  <a:moveTo>
                    <a:pt x="2458" y="3466"/>
                  </a:moveTo>
                  <a:cubicBezTo>
                    <a:pt x="2647" y="3466"/>
                    <a:pt x="2804" y="3623"/>
                    <a:pt x="2804" y="3812"/>
                  </a:cubicBezTo>
                  <a:lnTo>
                    <a:pt x="2804" y="4537"/>
                  </a:lnTo>
                  <a:cubicBezTo>
                    <a:pt x="2804" y="4726"/>
                    <a:pt x="2647" y="4883"/>
                    <a:pt x="2458" y="4883"/>
                  </a:cubicBezTo>
                  <a:lnTo>
                    <a:pt x="2111" y="4883"/>
                  </a:lnTo>
                  <a:lnTo>
                    <a:pt x="2111" y="3466"/>
                  </a:lnTo>
                  <a:close/>
                  <a:moveTo>
                    <a:pt x="1796" y="0"/>
                  </a:moveTo>
                  <a:cubicBezTo>
                    <a:pt x="1576" y="0"/>
                    <a:pt x="1418" y="158"/>
                    <a:pt x="1418" y="347"/>
                  </a:cubicBezTo>
                  <a:lnTo>
                    <a:pt x="1418" y="693"/>
                  </a:lnTo>
                  <a:lnTo>
                    <a:pt x="1072" y="693"/>
                  </a:lnTo>
                  <a:cubicBezTo>
                    <a:pt x="473" y="693"/>
                    <a:pt x="63" y="1166"/>
                    <a:pt x="63" y="1733"/>
                  </a:cubicBezTo>
                  <a:lnTo>
                    <a:pt x="63" y="2426"/>
                  </a:lnTo>
                  <a:cubicBezTo>
                    <a:pt x="63" y="3025"/>
                    <a:pt x="536" y="3466"/>
                    <a:pt x="1072" y="3466"/>
                  </a:cubicBezTo>
                  <a:lnTo>
                    <a:pt x="1418" y="3466"/>
                  </a:lnTo>
                  <a:lnTo>
                    <a:pt x="1418" y="4852"/>
                  </a:lnTo>
                  <a:lnTo>
                    <a:pt x="1072" y="4852"/>
                  </a:lnTo>
                  <a:cubicBezTo>
                    <a:pt x="882" y="4852"/>
                    <a:pt x="725" y="4694"/>
                    <a:pt x="725" y="4474"/>
                  </a:cubicBezTo>
                  <a:cubicBezTo>
                    <a:pt x="725" y="4285"/>
                    <a:pt x="567" y="4127"/>
                    <a:pt x="378" y="4127"/>
                  </a:cubicBezTo>
                  <a:cubicBezTo>
                    <a:pt x="158" y="4127"/>
                    <a:pt x="0" y="4285"/>
                    <a:pt x="0" y="4474"/>
                  </a:cubicBezTo>
                  <a:cubicBezTo>
                    <a:pt x="0" y="5072"/>
                    <a:pt x="473" y="5513"/>
                    <a:pt x="1040" y="5513"/>
                  </a:cubicBezTo>
                  <a:lnTo>
                    <a:pt x="1387" y="5513"/>
                  </a:lnTo>
                  <a:lnTo>
                    <a:pt x="1387" y="5860"/>
                  </a:lnTo>
                  <a:cubicBezTo>
                    <a:pt x="1387" y="6049"/>
                    <a:pt x="1544" y="6207"/>
                    <a:pt x="1733" y="6207"/>
                  </a:cubicBezTo>
                  <a:cubicBezTo>
                    <a:pt x="1954" y="6207"/>
                    <a:pt x="2111" y="6049"/>
                    <a:pt x="2111" y="5860"/>
                  </a:cubicBezTo>
                  <a:lnTo>
                    <a:pt x="2111" y="5545"/>
                  </a:lnTo>
                  <a:lnTo>
                    <a:pt x="2458" y="5545"/>
                  </a:lnTo>
                  <a:cubicBezTo>
                    <a:pt x="3056" y="5545"/>
                    <a:pt x="3466" y="5072"/>
                    <a:pt x="3466" y="4537"/>
                  </a:cubicBezTo>
                  <a:lnTo>
                    <a:pt x="3466" y="3812"/>
                  </a:lnTo>
                  <a:cubicBezTo>
                    <a:pt x="3466" y="3214"/>
                    <a:pt x="2993" y="2804"/>
                    <a:pt x="2458" y="2804"/>
                  </a:cubicBezTo>
                  <a:lnTo>
                    <a:pt x="2111" y="2804"/>
                  </a:lnTo>
                  <a:lnTo>
                    <a:pt x="2111" y="1386"/>
                  </a:lnTo>
                  <a:lnTo>
                    <a:pt x="2458" y="1386"/>
                  </a:lnTo>
                  <a:cubicBezTo>
                    <a:pt x="2647" y="1386"/>
                    <a:pt x="2804" y="1544"/>
                    <a:pt x="2804" y="1733"/>
                  </a:cubicBezTo>
                  <a:cubicBezTo>
                    <a:pt x="2804" y="1922"/>
                    <a:pt x="2962" y="2079"/>
                    <a:pt x="3151" y="2079"/>
                  </a:cubicBezTo>
                  <a:cubicBezTo>
                    <a:pt x="3371" y="2079"/>
                    <a:pt x="3529" y="1922"/>
                    <a:pt x="3529" y="1733"/>
                  </a:cubicBezTo>
                  <a:cubicBezTo>
                    <a:pt x="3529" y="1134"/>
                    <a:pt x="3056" y="693"/>
                    <a:pt x="2489" y="693"/>
                  </a:cubicBezTo>
                  <a:lnTo>
                    <a:pt x="2143" y="693"/>
                  </a:lnTo>
                  <a:lnTo>
                    <a:pt x="2143" y="347"/>
                  </a:lnTo>
                  <a:cubicBezTo>
                    <a:pt x="2143" y="158"/>
                    <a:pt x="1985"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0" name="Google Shape;15880;p83"/>
            <p:cNvSpPr/>
            <p:nvPr/>
          </p:nvSpPr>
          <p:spPr>
            <a:xfrm>
              <a:off x="1790525" y="2319150"/>
              <a:ext cx="267800" cy="294600"/>
            </a:xfrm>
            <a:custGeom>
              <a:avLst/>
              <a:gdLst/>
              <a:ahLst/>
              <a:cxnLst/>
              <a:rect l="l" t="t" r="r" b="b"/>
              <a:pathLst>
                <a:path w="10712" h="11784" extrusionOk="0">
                  <a:moveTo>
                    <a:pt x="6427" y="662"/>
                  </a:moveTo>
                  <a:cubicBezTo>
                    <a:pt x="6837" y="662"/>
                    <a:pt x="7152" y="977"/>
                    <a:pt x="7152" y="1355"/>
                  </a:cubicBezTo>
                  <a:cubicBezTo>
                    <a:pt x="7152" y="1765"/>
                    <a:pt x="6837" y="2080"/>
                    <a:pt x="6427" y="2080"/>
                  </a:cubicBezTo>
                  <a:lnTo>
                    <a:pt x="6427" y="1702"/>
                  </a:lnTo>
                  <a:cubicBezTo>
                    <a:pt x="6427" y="1513"/>
                    <a:pt x="6270" y="1355"/>
                    <a:pt x="6081" y="1355"/>
                  </a:cubicBezTo>
                  <a:lnTo>
                    <a:pt x="4695" y="1355"/>
                  </a:lnTo>
                  <a:cubicBezTo>
                    <a:pt x="4505" y="1355"/>
                    <a:pt x="4348" y="1513"/>
                    <a:pt x="4348" y="1702"/>
                  </a:cubicBezTo>
                  <a:lnTo>
                    <a:pt x="4348" y="2080"/>
                  </a:lnTo>
                  <a:cubicBezTo>
                    <a:pt x="3938" y="2017"/>
                    <a:pt x="3623" y="1765"/>
                    <a:pt x="3623" y="1355"/>
                  </a:cubicBezTo>
                  <a:cubicBezTo>
                    <a:pt x="3623" y="977"/>
                    <a:pt x="3938" y="662"/>
                    <a:pt x="4348" y="662"/>
                  </a:cubicBezTo>
                  <a:close/>
                  <a:moveTo>
                    <a:pt x="5734" y="2017"/>
                  </a:moveTo>
                  <a:lnTo>
                    <a:pt x="5734" y="2741"/>
                  </a:lnTo>
                  <a:lnTo>
                    <a:pt x="5010" y="2741"/>
                  </a:lnTo>
                  <a:lnTo>
                    <a:pt x="5010" y="2017"/>
                  </a:lnTo>
                  <a:close/>
                  <a:moveTo>
                    <a:pt x="1418" y="1985"/>
                  </a:moveTo>
                  <a:lnTo>
                    <a:pt x="1859" y="2489"/>
                  </a:lnTo>
                  <a:lnTo>
                    <a:pt x="1355" y="2930"/>
                  </a:lnTo>
                  <a:lnTo>
                    <a:pt x="914" y="2426"/>
                  </a:lnTo>
                  <a:lnTo>
                    <a:pt x="1418" y="1985"/>
                  </a:lnTo>
                  <a:close/>
                  <a:moveTo>
                    <a:pt x="9357" y="1985"/>
                  </a:moveTo>
                  <a:lnTo>
                    <a:pt x="9861" y="2426"/>
                  </a:lnTo>
                  <a:lnTo>
                    <a:pt x="9420" y="2930"/>
                  </a:lnTo>
                  <a:lnTo>
                    <a:pt x="8916" y="2489"/>
                  </a:lnTo>
                  <a:lnTo>
                    <a:pt x="9357" y="1985"/>
                  </a:lnTo>
                  <a:close/>
                  <a:moveTo>
                    <a:pt x="5356" y="3434"/>
                  </a:moveTo>
                  <a:cubicBezTo>
                    <a:pt x="7467" y="3434"/>
                    <a:pt x="9200" y="5167"/>
                    <a:pt x="9200" y="7278"/>
                  </a:cubicBezTo>
                  <a:cubicBezTo>
                    <a:pt x="9200" y="9389"/>
                    <a:pt x="7498" y="11090"/>
                    <a:pt x="5356" y="11090"/>
                  </a:cubicBezTo>
                  <a:cubicBezTo>
                    <a:pt x="3277" y="11090"/>
                    <a:pt x="1544" y="9357"/>
                    <a:pt x="1544" y="7278"/>
                  </a:cubicBezTo>
                  <a:cubicBezTo>
                    <a:pt x="1576" y="5136"/>
                    <a:pt x="3277" y="3434"/>
                    <a:pt x="5356" y="3434"/>
                  </a:cubicBezTo>
                  <a:close/>
                  <a:moveTo>
                    <a:pt x="4316" y="0"/>
                  </a:moveTo>
                  <a:cubicBezTo>
                    <a:pt x="3560" y="0"/>
                    <a:pt x="2930" y="631"/>
                    <a:pt x="2930" y="1387"/>
                  </a:cubicBezTo>
                  <a:cubicBezTo>
                    <a:pt x="2930" y="2143"/>
                    <a:pt x="3560" y="2773"/>
                    <a:pt x="4316" y="2773"/>
                  </a:cubicBezTo>
                  <a:lnTo>
                    <a:pt x="4316" y="2899"/>
                  </a:lnTo>
                  <a:cubicBezTo>
                    <a:pt x="3749" y="3025"/>
                    <a:pt x="3214" y="3277"/>
                    <a:pt x="2741" y="3592"/>
                  </a:cubicBezTo>
                  <a:lnTo>
                    <a:pt x="2269" y="3056"/>
                  </a:lnTo>
                  <a:lnTo>
                    <a:pt x="2521" y="2804"/>
                  </a:lnTo>
                  <a:cubicBezTo>
                    <a:pt x="2741" y="2678"/>
                    <a:pt x="2741" y="2458"/>
                    <a:pt x="2615" y="2332"/>
                  </a:cubicBezTo>
                  <a:lnTo>
                    <a:pt x="1702" y="1292"/>
                  </a:lnTo>
                  <a:cubicBezTo>
                    <a:pt x="1631" y="1203"/>
                    <a:pt x="1530" y="1165"/>
                    <a:pt x="1432" y="1165"/>
                  </a:cubicBezTo>
                  <a:cubicBezTo>
                    <a:pt x="1357" y="1165"/>
                    <a:pt x="1284" y="1188"/>
                    <a:pt x="1229" y="1229"/>
                  </a:cubicBezTo>
                  <a:lnTo>
                    <a:pt x="158" y="2143"/>
                  </a:lnTo>
                  <a:cubicBezTo>
                    <a:pt x="0" y="2269"/>
                    <a:pt x="0" y="2489"/>
                    <a:pt x="126" y="2615"/>
                  </a:cubicBezTo>
                  <a:lnTo>
                    <a:pt x="1040" y="3687"/>
                  </a:lnTo>
                  <a:cubicBezTo>
                    <a:pt x="1106" y="3770"/>
                    <a:pt x="1199" y="3809"/>
                    <a:pt x="1291" y="3809"/>
                  </a:cubicBezTo>
                  <a:cubicBezTo>
                    <a:pt x="1372" y="3809"/>
                    <a:pt x="1453" y="3778"/>
                    <a:pt x="1513" y="3718"/>
                  </a:cubicBezTo>
                  <a:lnTo>
                    <a:pt x="1796" y="3498"/>
                  </a:lnTo>
                  <a:lnTo>
                    <a:pt x="2269" y="4033"/>
                  </a:lnTo>
                  <a:cubicBezTo>
                    <a:pt x="1387" y="4852"/>
                    <a:pt x="882" y="6018"/>
                    <a:pt x="882" y="7278"/>
                  </a:cubicBezTo>
                  <a:cubicBezTo>
                    <a:pt x="882" y="9735"/>
                    <a:pt x="2899" y="11783"/>
                    <a:pt x="5356" y="11783"/>
                  </a:cubicBezTo>
                  <a:cubicBezTo>
                    <a:pt x="7845" y="11783"/>
                    <a:pt x="9861" y="9735"/>
                    <a:pt x="9861" y="7278"/>
                  </a:cubicBezTo>
                  <a:cubicBezTo>
                    <a:pt x="9861" y="6081"/>
                    <a:pt x="9389" y="4915"/>
                    <a:pt x="8475" y="4033"/>
                  </a:cubicBezTo>
                  <a:lnTo>
                    <a:pt x="8948" y="3498"/>
                  </a:lnTo>
                  <a:lnTo>
                    <a:pt x="9231" y="3718"/>
                  </a:lnTo>
                  <a:cubicBezTo>
                    <a:pt x="9306" y="3778"/>
                    <a:pt x="9387" y="3809"/>
                    <a:pt x="9465" y="3809"/>
                  </a:cubicBezTo>
                  <a:cubicBezTo>
                    <a:pt x="9553" y="3809"/>
                    <a:pt x="9637" y="3770"/>
                    <a:pt x="9704" y="3687"/>
                  </a:cubicBezTo>
                  <a:lnTo>
                    <a:pt x="10617" y="2615"/>
                  </a:lnTo>
                  <a:cubicBezTo>
                    <a:pt x="10712" y="2458"/>
                    <a:pt x="10712" y="2269"/>
                    <a:pt x="10554" y="2143"/>
                  </a:cubicBezTo>
                  <a:lnTo>
                    <a:pt x="9515" y="1229"/>
                  </a:lnTo>
                  <a:cubicBezTo>
                    <a:pt x="9446" y="1188"/>
                    <a:pt x="9365" y="1165"/>
                    <a:pt x="9288" y="1165"/>
                  </a:cubicBezTo>
                  <a:cubicBezTo>
                    <a:pt x="9189" y="1165"/>
                    <a:pt x="9095" y="1203"/>
                    <a:pt x="9042" y="1292"/>
                  </a:cubicBezTo>
                  <a:lnTo>
                    <a:pt x="8129" y="2332"/>
                  </a:lnTo>
                  <a:cubicBezTo>
                    <a:pt x="8003" y="2489"/>
                    <a:pt x="8003" y="2710"/>
                    <a:pt x="8160" y="2804"/>
                  </a:cubicBezTo>
                  <a:lnTo>
                    <a:pt x="8444" y="3056"/>
                  </a:lnTo>
                  <a:lnTo>
                    <a:pt x="7971" y="3592"/>
                  </a:lnTo>
                  <a:cubicBezTo>
                    <a:pt x="7498" y="3245"/>
                    <a:pt x="6931" y="3025"/>
                    <a:pt x="6396" y="2899"/>
                  </a:cubicBezTo>
                  <a:lnTo>
                    <a:pt x="6396" y="2773"/>
                  </a:lnTo>
                  <a:cubicBezTo>
                    <a:pt x="7152" y="2773"/>
                    <a:pt x="7782" y="2143"/>
                    <a:pt x="7782" y="1387"/>
                  </a:cubicBezTo>
                  <a:cubicBezTo>
                    <a:pt x="7782" y="631"/>
                    <a:pt x="7152" y="0"/>
                    <a:pt x="63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81" name="Google Shape;15881;p83"/>
          <p:cNvSpPr/>
          <p:nvPr/>
        </p:nvSpPr>
        <p:spPr>
          <a:xfrm>
            <a:off x="8261538" y="3233044"/>
            <a:ext cx="467201" cy="467161"/>
          </a:xfrm>
          <a:custGeom>
            <a:avLst/>
            <a:gdLst/>
            <a:ahLst/>
            <a:cxnLst/>
            <a:rect l="l" t="t" r="r" b="b"/>
            <a:pathLst>
              <a:path w="11879" h="11878" extrusionOk="0">
                <a:moveTo>
                  <a:pt x="5892" y="693"/>
                </a:moveTo>
                <a:cubicBezTo>
                  <a:pt x="6302" y="693"/>
                  <a:pt x="6617" y="1008"/>
                  <a:pt x="6617" y="1418"/>
                </a:cubicBezTo>
                <a:cubicBezTo>
                  <a:pt x="6617" y="1796"/>
                  <a:pt x="6302" y="2111"/>
                  <a:pt x="5892" y="2111"/>
                </a:cubicBezTo>
                <a:cubicBezTo>
                  <a:pt x="5514" y="2111"/>
                  <a:pt x="5199" y="1796"/>
                  <a:pt x="5199" y="1418"/>
                </a:cubicBezTo>
                <a:cubicBezTo>
                  <a:pt x="5231" y="1008"/>
                  <a:pt x="5546" y="693"/>
                  <a:pt x="5892" y="693"/>
                </a:cubicBezTo>
                <a:close/>
                <a:moveTo>
                  <a:pt x="5892" y="2741"/>
                </a:moveTo>
                <a:cubicBezTo>
                  <a:pt x="6837" y="2741"/>
                  <a:pt x="7625" y="3529"/>
                  <a:pt x="7625" y="4505"/>
                </a:cubicBezTo>
                <a:lnTo>
                  <a:pt x="7625" y="5545"/>
                </a:lnTo>
                <a:lnTo>
                  <a:pt x="4159" y="5545"/>
                </a:lnTo>
                <a:lnTo>
                  <a:pt x="4159" y="4505"/>
                </a:lnTo>
                <a:cubicBezTo>
                  <a:pt x="4159" y="3529"/>
                  <a:pt x="4947" y="2741"/>
                  <a:pt x="5892" y="2741"/>
                </a:cubicBezTo>
                <a:close/>
                <a:moveTo>
                  <a:pt x="8381" y="5104"/>
                </a:moveTo>
                <a:cubicBezTo>
                  <a:pt x="9326" y="5356"/>
                  <a:pt x="9767" y="5703"/>
                  <a:pt x="9767" y="5892"/>
                </a:cubicBezTo>
                <a:cubicBezTo>
                  <a:pt x="9767" y="6238"/>
                  <a:pt x="8381" y="6931"/>
                  <a:pt x="5955" y="6931"/>
                </a:cubicBezTo>
                <a:cubicBezTo>
                  <a:pt x="5898" y="6932"/>
                  <a:pt x="5842" y="6932"/>
                  <a:pt x="5787" y="6932"/>
                </a:cubicBezTo>
                <a:cubicBezTo>
                  <a:pt x="3434" y="6932"/>
                  <a:pt x="2112" y="6292"/>
                  <a:pt x="2112" y="5892"/>
                </a:cubicBezTo>
                <a:cubicBezTo>
                  <a:pt x="2112" y="5703"/>
                  <a:pt x="2553" y="5388"/>
                  <a:pt x="3498" y="5104"/>
                </a:cubicBezTo>
                <a:lnTo>
                  <a:pt x="3498" y="5892"/>
                </a:lnTo>
                <a:cubicBezTo>
                  <a:pt x="3498" y="6081"/>
                  <a:pt x="3655" y="6238"/>
                  <a:pt x="3844" y="6238"/>
                </a:cubicBezTo>
                <a:lnTo>
                  <a:pt x="8034" y="6238"/>
                </a:lnTo>
                <a:cubicBezTo>
                  <a:pt x="8223" y="6238"/>
                  <a:pt x="8381" y="6081"/>
                  <a:pt x="8381" y="5892"/>
                </a:cubicBezTo>
                <a:lnTo>
                  <a:pt x="8381" y="5104"/>
                </a:lnTo>
                <a:close/>
                <a:moveTo>
                  <a:pt x="1765" y="10428"/>
                </a:moveTo>
                <a:cubicBezTo>
                  <a:pt x="2427" y="10428"/>
                  <a:pt x="2805" y="10680"/>
                  <a:pt x="2805" y="10775"/>
                </a:cubicBezTo>
                <a:cubicBezTo>
                  <a:pt x="2805" y="10869"/>
                  <a:pt x="2427" y="11121"/>
                  <a:pt x="1765" y="11121"/>
                </a:cubicBezTo>
                <a:cubicBezTo>
                  <a:pt x="1072" y="11121"/>
                  <a:pt x="694" y="10869"/>
                  <a:pt x="694" y="10775"/>
                </a:cubicBezTo>
                <a:cubicBezTo>
                  <a:pt x="694" y="10712"/>
                  <a:pt x="1072" y="10428"/>
                  <a:pt x="1765" y="10428"/>
                </a:cubicBezTo>
                <a:close/>
                <a:moveTo>
                  <a:pt x="5955" y="10428"/>
                </a:moveTo>
                <a:cubicBezTo>
                  <a:pt x="6617" y="10428"/>
                  <a:pt x="6963" y="10712"/>
                  <a:pt x="6963" y="10775"/>
                </a:cubicBezTo>
                <a:cubicBezTo>
                  <a:pt x="6963" y="10869"/>
                  <a:pt x="6617" y="11121"/>
                  <a:pt x="5955" y="11121"/>
                </a:cubicBezTo>
                <a:cubicBezTo>
                  <a:pt x="5262" y="11121"/>
                  <a:pt x="4915" y="10869"/>
                  <a:pt x="4915" y="10775"/>
                </a:cubicBezTo>
                <a:cubicBezTo>
                  <a:pt x="4915" y="10712"/>
                  <a:pt x="5262" y="10428"/>
                  <a:pt x="5955" y="10428"/>
                </a:cubicBezTo>
                <a:close/>
                <a:moveTo>
                  <a:pt x="10082" y="10428"/>
                </a:moveTo>
                <a:cubicBezTo>
                  <a:pt x="10775" y="10428"/>
                  <a:pt x="11153" y="10680"/>
                  <a:pt x="11153" y="10775"/>
                </a:cubicBezTo>
                <a:cubicBezTo>
                  <a:pt x="11153" y="10869"/>
                  <a:pt x="10775" y="11121"/>
                  <a:pt x="10082" y="11121"/>
                </a:cubicBezTo>
                <a:cubicBezTo>
                  <a:pt x="9421" y="11121"/>
                  <a:pt x="9043" y="10869"/>
                  <a:pt x="9043" y="10775"/>
                </a:cubicBezTo>
                <a:cubicBezTo>
                  <a:pt x="9043" y="10712"/>
                  <a:pt x="9421" y="10428"/>
                  <a:pt x="10082" y="10428"/>
                </a:cubicBezTo>
                <a:close/>
                <a:moveTo>
                  <a:pt x="5987" y="0"/>
                </a:moveTo>
                <a:cubicBezTo>
                  <a:pt x="5231" y="0"/>
                  <a:pt x="4600" y="630"/>
                  <a:pt x="4600" y="1355"/>
                </a:cubicBezTo>
                <a:cubicBezTo>
                  <a:pt x="4600" y="1733"/>
                  <a:pt x="4726" y="2016"/>
                  <a:pt x="4947" y="2300"/>
                </a:cubicBezTo>
                <a:cubicBezTo>
                  <a:pt x="4159" y="2710"/>
                  <a:pt x="3624" y="3497"/>
                  <a:pt x="3561" y="4442"/>
                </a:cubicBezTo>
                <a:cubicBezTo>
                  <a:pt x="2742" y="4631"/>
                  <a:pt x="1481" y="5072"/>
                  <a:pt x="1481" y="5923"/>
                </a:cubicBezTo>
                <a:cubicBezTo>
                  <a:pt x="1481" y="6679"/>
                  <a:pt x="2427" y="7120"/>
                  <a:pt x="3151" y="7309"/>
                </a:cubicBezTo>
                <a:lnTo>
                  <a:pt x="1954" y="9798"/>
                </a:lnTo>
                <a:lnTo>
                  <a:pt x="1828" y="9798"/>
                </a:lnTo>
                <a:cubicBezTo>
                  <a:pt x="851" y="9798"/>
                  <a:pt x="64" y="10239"/>
                  <a:pt x="64" y="10806"/>
                </a:cubicBezTo>
                <a:cubicBezTo>
                  <a:pt x="1" y="11373"/>
                  <a:pt x="725" y="11846"/>
                  <a:pt x="1765" y="11846"/>
                </a:cubicBezTo>
                <a:cubicBezTo>
                  <a:pt x="2679" y="11846"/>
                  <a:pt x="3498" y="11436"/>
                  <a:pt x="3498" y="10806"/>
                </a:cubicBezTo>
                <a:cubicBezTo>
                  <a:pt x="3498" y="10334"/>
                  <a:pt x="3057" y="10019"/>
                  <a:pt x="2584" y="9924"/>
                </a:cubicBezTo>
                <a:lnTo>
                  <a:pt x="3781" y="7498"/>
                </a:lnTo>
                <a:cubicBezTo>
                  <a:pt x="4317" y="7624"/>
                  <a:pt x="4947" y="7656"/>
                  <a:pt x="5577" y="7719"/>
                </a:cubicBezTo>
                <a:lnTo>
                  <a:pt x="5577" y="9830"/>
                </a:lnTo>
                <a:cubicBezTo>
                  <a:pt x="4947" y="9924"/>
                  <a:pt x="4222" y="10239"/>
                  <a:pt x="4222" y="10869"/>
                </a:cubicBezTo>
                <a:cubicBezTo>
                  <a:pt x="4222" y="11499"/>
                  <a:pt x="5041" y="11877"/>
                  <a:pt x="5955" y="11877"/>
                </a:cubicBezTo>
                <a:cubicBezTo>
                  <a:pt x="6837" y="11877"/>
                  <a:pt x="7688" y="11499"/>
                  <a:pt x="7688" y="10869"/>
                </a:cubicBezTo>
                <a:cubicBezTo>
                  <a:pt x="7688" y="10239"/>
                  <a:pt x="6932" y="9924"/>
                  <a:pt x="6302" y="9830"/>
                </a:cubicBezTo>
                <a:lnTo>
                  <a:pt x="6302" y="7719"/>
                </a:lnTo>
                <a:cubicBezTo>
                  <a:pt x="6932" y="7719"/>
                  <a:pt x="7562" y="7624"/>
                  <a:pt x="8097" y="7498"/>
                </a:cubicBezTo>
                <a:lnTo>
                  <a:pt x="9295" y="9924"/>
                </a:lnTo>
                <a:cubicBezTo>
                  <a:pt x="8822" y="10082"/>
                  <a:pt x="8381" y="10334"/>
                  <a:pt x="8381" y="10806"/>
                </a:cubicBezTo>
                <a:cubicBezTo>
                  <a:pt x="8381" y="11436"/>
                  <a:pt x="9200" y="11846"/>
                  <a:pt x="10114" y="11846"/>
                </a:cubicBezTo>
                <a:cubicBezTo>
                  <a:pt x="11090" y="11846"/>
                  <a:pt x="11878" y="11405"/>
                  <a:pt x="11878" y="10806"/>
                </a:cubicBezTo>
                <a:cubicBezTo>
                  <a:pt x="11878" y="10239"/>
                  <a:pt x="11153" y="9798"/>
                  <a:pt x="10114" y="9798"/>
                </a:cubicBezTo>
                <a:lnTo>
                  <a:pt x="9988" y="9798"/>
                </a:lnTo>
                <a:lnTo>
                  <a:pt x="8822" y="7309"/>
                </a:lnTo>
                <a:cubicBezTo>
                  <a:pt x="9515" y="7120"/>
                  <a:pt x="10460" y="6679"/>
                  <a:pt x="10460" y="5923"/>
                </a:cubicBezTo>
                <a:cubicBezTo>
                  <a:pt x="10460" y="5072"/>
                  <a:pt x="9200" y="4631"/>
                  <a:pt x="8381" y="4442"/>
                </a:cubicBezTo>
                <a:cubicBezTo>
                  <a:pt x="8350" y="3497"/>
                  <a:pt x="7782" y="2710"/>
                  <a:pt x="6995" y="2300"/>
                </a:cubicBezTo>
                <a:cubicBezTo>
                  <a:pt x="7247" y="2080"/>
                  <a:pt x="7341" y="1764"/>
                  <a:pt x="7341" y="1355"/>
                </a:cubicBezTo>
                <a:cubicBezTo>
                  <a:pt x="7341" y="630"/>
                  <a:pt x="6711" y="0"/>
                  <a:pt x="59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82" name="Google Shape;15882;p83"/>
          <p:cNvGrpSpPr/>
          <p:nvPr/>
        </p:nvGrpSpPr>
        <p:grpSpPr>
          <a:xfrm>
            <a:off x="6488515" y="3863951"/>
            <a:ext cx="465943" cy="464723"/>
            <a:chOff x="3599700" y="1954475"/>
            <a:chExt cx="296175" cy="295400"/>
          </a:xfrm>
        </p:grpSpPr>
        <p:sp>
          <p:nvSpPr>
            <p:cNvPr id="15883" name="Google Shape;15883;p83"/>
            <p:cNvSpPr/>
            <p:nvPr/>
          </p:nvSpPr>
          <p:spPr>
            <a:xfrm>
              <a:off x="3599700" y="1954475"/>
              <a:ext cx="296175" cy="295400"/>
            </a:xfrm>
            <a:custGeom>
              <a:avLst/>
              <a:gdLst/>
              <a:ahLst/>
              <a:cxnLst/>
              <a:rect l="l" t="t" r="r" b="b"/>
              <a:pathLst>
                <a:path w="11847" h="11816" extrusionOk="0">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4" name="Google Shape;15884;p83"/>
            <p:cNvSpPr/>
            <p:nvPr/>
          </p:nvSpPr>
          <p:spPr>
            <a:xfrm>
              <a:off x="3825750" y="2075775"/>
              <a:ext cx="35450" cy="17350"/>
            </a:xfrm>
            <a:custGeom>
              <a:avLst/>
              <a:gdLst/>
              <a:ahLst/>
              <a:cxnLst/>
              <a:rect l="l" t="t" r="r" b="b"/>
              <a:pathLst>
                <a:path w="1418" h="694" extrusionOk="0">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5" name="Google Shape;15885;p83"/>
            <p:cNvSpPr/>
            <p:nvPr/>
          </p:nvSpPr>
          <p:spPr>
            <a:xfrm>
              <a:off x="3633550" y="2075775"/>
              <a:ext cx="35475" cy="17350"/>
            </a:xfrm>
            <a:custGeom>
              <a:avLst/>
              <a:gdLst/>
              <a:ahLst/>
              <a:cxnLst/>
              <a:rect l="l" t="t" r="r" b="b"/>
              <a:pathLst>
                <a:path w="1419" h="694" extrusionOk="0">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86" name="Google Shape;15886;p83"/>
          <p:cNvGrpSpPr/>
          <p:nvPr/>
        </p:nvGrpSpPr>
        <p:grpSpPr>
          <a:xfrm>
            <a:off x="6489756" y="4516569"/>
            <a:ext cx="463465" cy="463465"/>
            <a:chOff x="3601275" y="2319150"/>
            <a:chExt cx="294600" cy="294600"/>
          </a:xfrm>
        </p:grpSpPr>
        <p:sp>
          <p:nvSpPr>
            <p:cNvPr id="15887" name="Google Shape;15887;p83"/>
            <p:cNvSpPr/>
            <p:nvPr/>
          </p:nvSpPr>
          <p:spPr>
            <a:xfrm>
              <a:off x="3601275" y="2319150"/>
              <a:ext cx="294600" cy="294600"/>
            </a:xfrm>
            <a:custGeom>
              <a:avLst/>
              <a:gdLst/>
              <a:ahLst/>
              <a:cxnLst/>
              <a:rect l="l" t="t" r="r" b="b"/>
              <a:pathLst>
                <a:path w="11784" h="11784" extrusionOk="0">
                  <a:moveTo>
                    <a:pt x="8223" y="694"/>
                  </a:moveTo>
                  <a:cubicBezTo>
                    <a:pt x="8696" y="725"/>
                    <a:pt x="9168" y="914"/>
                    <a:pt x="9546" y="1198"/>
                  </a:cubicBezTo>
                  <a:lnTo>
                    <a:pt x="7057" y="3687"/>
                  </a:lnTo>
                  <a:cubicBezTo>
                    <a:pt x="6774" y="3498"/>
                    <a:pt x="6459" y="3340"/>
                    <a:pt x="6144" y="3245"/>
                  </a:cubicBezTo>
                  <a:lnTo>
                    <a:pt x="8223" y="694"/>
                  </a:lnTo>
                  <a:close/>
                  <a:moveTo>
                    <a:pt x="10523" y="1198"/>
                  </a:moveTo>
                  <a:cubicBezTo>
                    <a:pt x="10838" y="1576"/>
                    <a:pt x="11027" y="2111"/>
                    <a:pt x="11027" y="2615"/>
                  </a:cubicBezTo>
                  <a:lnTo>
                    <a:pt x="8286" y="4852"/>
                  </a:lnTo>
                  <a:lnTo>
                    <a:pt x="7561" y="4159"/>
                  </a:lnTo>
                  <a:lnTo>
                    <a:pt x="10523" y="1198"/>
                  </a:lnTo>
                  <a:close/>
                  <a:moveTo>
                    <a:pt x="5592" y="3923"/>
                  </a:moveTo>
                  <a:cubicBezTo>
                    <a:pt x="6033" y="3923"/>
                    <a:pt x="6474" y="4096"/>
                    <a:pt x="6805" y="4443"/>
                  </a:cubicBezTo>
                  <a:cubicBezTo>
                    <a:pt x="7498" y="5104"/>
                    <a:pt x="7498" y="6207"/>
                    <a:pt x="6805" y="6869"/>
                  </a:cubicBezTo>
                  <a:cubicBezTo>
                    <a:pt x="6474" y="7199"/>
                    <a:pt x="6033" y="7365"/>
                    <a:pt x="5592" y="7365"/>
                  </a:cubicBezTo>
                  <a:cubicBezTo>
                    <a:pt x="5151" y="7365"/>
                    <a:pt x="4710" y="7199"/>
                    <a:pt x="4379" y="6869"/>
                  </a:cubicBezTo>
                  <a:cubicBezTo>
                    <a:pt x="3718" y="6207"/>
                    <a:pt x="3718" y="5104"/>
                    <a:pt x="4379" y="4443"/>
                  </a:cubicBezTo>
                  <a:cubicBezTo>
                    <a:pt x="4710" y="4096"/>
                    <a:pt x="5151" y="3923"/>
                    <a:pt x="5592" y="3923"/>
                  </a:cubicBezTo>
                  <a:close/>
                  <a:moveTo>
                    <a:pt x="8034" y="5577"/>
                  </a:moveTo>
                  <a:lnTo>
                    <a:pt x="8191" y="5734"/>
                  </a:lnTo>
                  <a:cubicBezTo>
                    <a:pt x="8696" y="6270"/>
                    <a:pt x="9326" y="6742"/>
                    <a:pt x="10019" y="7058"/>
                  </a:cubicBezTo>
                  <a:lnTo>
                    <a:pt x="9420" y="7278"/>
                  </a:lnTo>
                  <a:cubicBezTo>
                    <a:pt x="9263" y="7310"/>
                    <a:pt x="9168" y="7467"/>
                    <a:pt x="9168" y="7593"/>
                  </a:cubicBezTo>
                  <a:lnTo>
                    <a:pt x="9168" y="8066"/>
                  </a:lnTo>
                  <a:cubicBezTo>
                    <a:pt x="8601" y="7814"/>
                    <a:pt x="8034" y="7467"/>
                    <a:pt x="7561" y="7058"/>
                  </a:cubicBezTo>
                  <a:cubicBezTo>
                    <a:pt x="7876" y="6648"/>
                    <a:pt x="8034" y="6175"/>
                    <a:pt x="8034" y="5608"/>
                  </a:cubicBezTo>
                  <a:lnTo>
                    <a:pt x="8034" y="5577"/>
                  </a:lnTo>
                  <a:close/>
                  <a:moveTo>
                    <a:pt x="3245" y="6081"/>
                  </a:moveTo>
                  <a:cubicBezTo>
                    <a:pt x="3308" y="6427"/>
                    <a:pt x="3466" y="6806"/>
                    <a:pt x="3655" y="7058"/>
                  </a:cubicBezTo>
                  <a:lnTo>
                    <a:pt x="1197" y="9546"/>
                  </a:lnTo>
                  <a:cubicBezTo>
                    <a:pt x="882" y="9200"/>
                    <a:pt x="662" y="8696"/>
                    <a:pt x="630" y="8160"/>
                  </a:cubicBezTo>
                  <a:lnTo>
                    <a:pt x="3245" y="6081"/>
                  </a:lnTo>
                  <a:close/>
                  <a:moveTo>
                    <a:pt x="7057" y="7593"/>
                  </a:moveTo>
                  <a:cubicBezTo>
                    <a:pt x="7435" y="8066"/>
                    <a:pt x="7813" y="8601"/>
                    <a:pt x="8034" y="9200"/>
                  </a:cubicBezTo>
                  <a:lnTo>
                    <a:pt x="7561" y="9200"/>
                  </a:lnTo>
                  <a:cubicBezTo>
                    <a:pt x="7404" y="9200"/>
                    <a:pt x="7278" y="9263"/>
                    <a:pt x="7246" y="9420"/>
                  </a:cubicBezTo>
                  <a:lnTo>
                    <a:pt x="7057" y="10019"/>
                  </a:lnTo>
                  <a:cubicBezTo>
                    <a:pt x="6742" y="9357"/>
                    <a:pt x="6270" y="8727"/>
                    <a:pt x="5766" y="8223"/>
                  </a:cubicBezTo>
                  <a:lnTo>
                    <a:pt x="5608" y="8066"/>
                  </a:lnTo>
                  <a:lnTo>
                    <a:pt x="5640" y="8066"/>
                  </a:lnTo>
                  <a:cubicBezTo>
                    <a:pt x="6144" y="8066"/>
                    <a:pt x="6648" y="7877"/>
                    <a:pt x="7057" y="7593"/>
                  </a:cubicBezTo>
                  <a:close/>
                  <a:moveTo>
                    <a:pt x="4096" y="7625"/>
                  </a:moveTo>
                  <a:lnTo>
                    <a:pt x="4820" y="8318"/>
                  </a:lnTo>
                  <a:lnTo>
                    <a:pt x="2552" y="11090"/>
                  </a:lnTo>
                  <a:cubicBezTo>
                    <a:pt x="2048" y="11059"/>
                    <a:pt x="1575" y="10901"/>
                    <a:pt x="1134" y="10586"/>
                  </a:cubicBezTo>
                  <a:lnTo>
                    <a:pt x="4096" y="7625"/>
                  </a:lnTo>
                  <a:close/>
                  <a:moveTo>
                    <a:pt x="8160" y="0"/>
                  </a:moveTo>
                  <a:cubicBezTo>
                    <a:pt x="8034" y="0"/>
                    <a:pt x="7971" y="63"/>
                    <a:pt x="7876" y="126"/>
                  </a:cubicBezTo>
                  <a:lnTo>
                    <a:pt x="5356" y="3245"/>
                  </a:lnTo>
                  <a:cubicBezTo>
                    <a:pt x="4852" y="3308"/>
                    <a:pt x="4348" y="3529"/>
                    <a:pt x="3938" y="3970"/>
                  </a:cubicBezTo>
                  <a:cubicBezTo>
                    <a:pt x="3592" y="4317"/>
                    <a:pt x="3340" y="4758"/>
                    <a:pt x="3277" y="5262"/>
                  </a:cubicBezTo>
                  <a:lnTo>
                    <a:pt x="126" y="7782"/>
                  </a:lnTo>
                  <a:cubicBezTo>
                    <a:pt x="32" y="7845"/>
                    <a:pt x="0" y="7940"/>
                    <a:pt x="0" y="8066"/>
                  </a:cubicBezTo>
                  <a:cubicBezTo>
                    <a:pt x="0" y="8790"/>
                    <a:pt x="284" y="9546"/>
                    <a:pt x="756" y="10114"/>
                  </a:cubicBezTo>
                  <a:lnTo>
                    <a:pt x="473" y="10366"/>
                  </a:lnTo>
                  <a:cubicBezTo>
                    <a:pt x="410" y="10460"/>
                    <a:pt x="347" y="10523"/>
                    <a:pt x="347" y="10618"/>
                  </a:cubicBezTo>
                  <a:cubicBezTo>
                    <a:pt x="347" y="10681"/>
                    <a:pt x="410" y="10807"/>
                    <a:pt x="473" y="10838"/>
                  </a:cubicBezTo>
                  <a:cubicBezTo>
                    <a:pt x="1103" y="11468"/>
                    <a:pt x="1922" y="11783"/>
                    <a:pt x="2804" y="11783"/>
                  </a:cubicBezTo>
                  <a:cubicBezTo>
                    <a:pt x="2930" y="11783"/>
                    <a:pt x="2993" y="11752"/>
                    <a:pt x="3088" y="11657"/>
                  </a:cubicBezTo>
                  <a:lnTo>
                    <a:pt x="5388" y="8790"/>
                  </a:lnTo>
                  <a:cubicBezTo>
                    <a:pt x="6018" y="9452"/>
                    <a:pt x="6553" y="10303"/>
                    <a:pt x="6805" y="11153"/>
                  </a:cubicBezTo>
                  <a:cubicBezTo>
                    <a:pt x="6868" y="11311"/>
                    <a:pt x="7026" y="11405"/>
                    <a:pt x="7120" y="11405"/>
                  </a:cubicBezTo>
                  <a:cubicBezTo>
                    <a:pt x="7278" y="11405"/>
                    <a:pt x="7404" y="11311"/>
                    <a:pt x="7435" y="11153"/>
                  </a:cubicBezTo>
                  <a:lnTo>
                    <a:pt x="7845" y="9924"/>
                  </a:lnTo>
                  <a:lnTo>
                    <a:pt x="8601" y="9924"/>
                  </a:lnTo>
                  <a:cubicBezTo>
                    <a:pt x="8696" y="9924"/>
                    <a:pt x="8790" y="9893"/>
                    <a:pt x="8853" y="9767"/>
                  </a:cubicBezTo>
                  <a:cubicBezTo>
                    <a:pt x="8948" y="9704"/>
                    <a:pt x="8948" y="9578"/>
                    <a:pt x="8916" y="9452"/>
                  </a:cubicBezTo>
                  <a:cubicBezTo>
                    <a:pt x="8790" y="9137"/>
                    <a:pt x="8664" y="8822"/>
                    <a:pt x="8507" y="8507"/>
                  </a:cubicBezTo>
                  <a:lnTo>
                    <a:pt x="8507" y="8507"/>
                  </a:lnTo>
                  <a:cubicBezTo>
                    <a:pt x="8822" y="8664"/>
                    <a:pt x="9137" y="8790"/>
                    <a:pt x="9452" y="8916"/>
                  </a:cubicBezTo>
                  <a:cubicBezTo>
                    <a:pt x="9489" y="8926"/>
                    <a:pt x="9526" y="8929"/>
                    <a:pt x="9561" y="8929"/>
                  </a:cubicBezTo>
                  <a:cubicBezTo>
                    <a:pt x="9646" y="8929"/>
                    <a:pt x="9722" y="8907"/>
                    <a:pt x="9767" y="8885"/>
                  </a:cubicBezTo>
                  <a:cubicBezTo>
                    <a:pt x="9861" y="8790"/>
                    <a:pt x="9924" y="8727"/>
                    <a:pt x="9924" y="8601"/>
                  </a:cubicBezTo>
                  <a:lnTo>
                    <a:pt x="9924" y="7845"/>
                  </a:lnTo>
                  <a:lnTo>
                    <a:pt x="11153" y="7467"/>
                  </a:lnTo>
                  <a:cubicBezTo>
                    <a:pt x="11310" y="7404"/>
                    <a:pt x="11373" y="7247"/>
                    <a:pt x="11373" y="7152"/>
                  </a:cubicBezTo>
                  <a:cubicBezTo>
                    <a:pt x="11373" y="6995"/>
                    <a:pt x="11310" y="6869"/>
                    <a:pt x="11153" y="6837"/>
                  </a:cubicBezTo>
                  <a:cubicBezTo>
                    <a:pt x="10271" y="6553"/>
                    <a:pt x="9452" y="6049"/>
                    <a:pt x="8790" y="5419"/>
                  </a:cubicBezTo>
                  <a:lnTo>
                    <a:pt x="11657" y="3088"/>
                  </a:lnTo>
                  <a:cubicBezTo>
                    <a:pt x="11689" y="2962"/>
                    <a:pt x="11783" y="2867"/>
                    <a:pt x="11783" y="2773"/>
                  </a:cubicBezTo>
                  <a:cubicBezTo>
                    <a:pt x="11783" y="1922"/>
                    <a:pt x="11436" y="1072"/>
                    <a:pt x="10838" y="442"/>
                  </a:cubicBezTo>
                  <a:cubicBezTo>
                    <a:pt x="10775" y="379"/>
                    <a:pt x="10688" y="347"/>
                    <a:pt x="10602" y="347"/>
                  </a:cubicBezTo>
                  <a:cubicBezTo>
                    <a:pt x="10515" y="347"/>
                    <a:pt x="10428" y="379"/>
                    <a:pt x="10365" y="442"/>
                  </a:cubicBezTo>
                  <a:lnTo>
                    <a:pt x="10082" y="725"/>
                  </a:lnTo>
                  <a:cubicBezTo>
                    <a:pt x="9546" y="284"/>
                    <a:pt x="8853" y="0"/>
                    <a:pt x="816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8" name="Google Shape;15888;p83"/>
            <p:cNvSpPr/>
            <p:nvPr/>
          </p:nvSpPr>
          <p:spPr>
            <a:xfrm>
              <a:off x="3713900" y="2434350"/>
              <a:ext cx="55950" cy="52200"/>
            </a:xfrm>
            <a:custGeom>
              <a:avLst/>
              <a:gdLst/>
              <a:ahLst/>
              <a:cxnLst/>
              <a:rect l="l" t="t" r="r" b="b"/>
              <a:pathLst>
                <a:path w="2238" h="2088" extrusionOk="0">
                  <a:moveTo>
                    <a:pt x="1087" y="685"/>
                  </a:moveTo>
                  <a:cubicBezTo>
                    <a:pt x="1174" y="685"/>
                    <a:pt x="1261" y="717"/>
                    <a:pt x="1324" y="780"/>
                  </a:cubicBezTo>
                  <a:cubicBezTo>
                    <a:pt x="1450" y="874"/>
                    <a:pt x="1450" y="1126"/>
                    <a:pt x="1324" y="1252"/>
                  </a:cubicBezTo>
                  <a:cubicBezTo>
                    <a:pt x="1261" y="1300"/>
                    <a:pt x="1174" y="1323"/>
                    <a:pt x="1087" y="1323"/>
                  </a:cubicBezTo>
                  <a:cubicBezTo>
                    <a:pt x="1001" y="1323"/>
                    <a:pt x="914" y="1300"/>
                    <a:pt x="851" y="1252"/>
                  </a:cubicBezTo>
                  <a:cubicBezTo>
                    <a:pt x="725" y="1126"/>
                    <a:pt x="725" y="937"/>
                    <a:pt x="851" y="780"/>
                  </a:cubicBezTo>
                  <a:cubicBezTo>
                    <a:pt x="914" y="717"/>
                    <a:pt x="1001" y="685"/>
                    <a:pt x="1087" y="685"/>
                  </a:cubicBezTo>
                  <a:close/>
                  <a:moveTo>
                    <a:pt x="1115" y="0"/>
                  </a:moveTo>
                  <a:cubicBezTo>
                    <a:pt x="851" y="0"/>
                    <a:pt x="583" y="102"/>
                    <a:pt x="378" y="307"/>
                  </a:cubicBezTo>
                  <a:cubicBezTo>
                    <a:pt x="0" y="685"/>
                    <a:pt x="0" y="1347"/>
                    <a:pt x="378" y="1756"/>
                  </a:cubicBezTo>
                  <a:cubicBezTo>
                    <a:pt x="583" y="1977"/>
                    <a:pt x="851" y="2087"/>
                    <a:pt x="1115" y="2087"/>
                  </a:cubicBezTo>
                  <a:cubicBezTo>
                    <a:pt x="1379" y="2087"/>
                    <a:pt x="1639" y="1977"/>
                    <a:pt x="1828" y="1756"/>
                  </a:cubicBezTo>
                  <a:cubicBezTo>
                    <a:pt x="2237" y="1347"/>
                    <a:pt x="2237" y="685"/>
                    <a:pt x="1828" y="307"/>
                  </a:cubicBezTo>
                  <a:cubicBezTo>
                    <a:pt x="1639" y="102"/>
                    <a:pt x="1379" y="0"/>
                    <a:pt x="11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89" name="Google Shape;15889;p83"/>
          <p:cNvSpPr/>
          <p:nvPr/>
        </p:nvSpPr>
        <p:spPr>
          <a:xfrm>
            <a:off x="6488999" y="5114967"/>
            <a:ext cx="464723" cy="464684"/>
          </a:xfrm>
          <a:custGeom>
            <a:avLst/>
            <a:gdLst/>
            <a:ahLst/>
            <a:cxnLst/>
            <a:rect l="l" t="t" r="r" b="b"/>
            <a:pathLst>
              <a:path w="11816" h="11815" extrusionOk="0">
                <a:moveTo>
                  <a:pt x="6207" y="693"/>
                </a:moveTo>
                <a:cubicBezTo>
                  <a:pt x="7877" y="819"/>
                  <a:pt x="9326" y="1670"/>
                  <a:pt x="10208" y="2993"/>
                </a:cubicBezTo>
                <a:lnTo>
                  <a:pt x="6207" y="5293"/>
                </a:lnTo>
                <a:lnTo>
                  <a:pt x="6207" y="693"/>
                </a:lnTo>
                <a:close/>
                <a:moveTo>
                  <a:pt x="10555" y="3623"/>
                </a:moveTo>
                <a:cubicBezTo>
                  <a:pt x="10901" y="4316"/>
                  <a:pt x="11090" y="5104"/>
                  <a:pt x="11090" y="5923"/>
                </a:cubicBezTo>
                <a:cubicBezTo>
                  <a:pt x="11090" y="7026"/>
                  <a:pt x="10744" y="8097"/>
                  <a:pt x="10114" y="8979"/>
                </a:cubicBezTo>
                <a:lnTo>
                  <a:pt x="6491" y="5986"/>
                </a:lnTo>
                <a:lnTo>
                  <a:pt x="10555" y="3623"/>
                </a:lnTo>
                <a:close/>
                <a:moveTo>
                  <a:pt x="5546" y="693"/>
                </a:moveTo>
                <a:lnTo>
                  <a:pt x="5546" y="5892"/>
                </a:lnTo>
                <a:cubicBezTo>
                  <a:pt x="5546" y="6018"/>
                  <a:pt x="5577" y="6081"/>
                  <a:pt x="5672" y="6175"/>
                </a:cubicBezTo>
                <a:lnTo>
                  <a:pt x="9673" y="9483"/>
                </a:lnTo>
                <a:cubicBezTo>
                  <a:pt x="8728" y="10491"/>
                  <a:pt x="7373" y="11121"/>
                  <a:pt x="5892" y="11121"/>
                </a:cubicBezTo>
                <a:cubicBezTo>
                  <a:pt x="3025" y="11121"/>
                  <a:pt x="662" y="8822"/>
                  <a:pt x="662" y="5892"/>
                </a:cubicBezTo>
                <a:cubicBezTo>
                  <a:pt x="662" y="3151"/>
                  <a:pt x="2836" y="851"/>
                  <a:pt x="5546" y="693"/>
                </a:cubicBezTo>
                <a:close/>
                <a:moveTo>
                  <a:pt x="5892" y="0"/>
                </a:moveTo>
                <a:cubicBezTo>
                  <a:pt x="2647" y="0"/>
                  <a:pt x="1" y="2615"/>
                  <a:pt x="1" y="5892"/>
                </a:cubicBezTo>
                <a:cubicBezTo>
                  <a:pt x="1" y="9168"/>
                  <a:pt x="2647" y="11814"/>
                  <a:pt x="5892" y="11814"/>
                </a:cubicBezTo>
                <a:cubicBezTo>
                  <a:pt x="9169" y="11814"/>
                  <a:pt x="11815" y="9168"/>
                  <a:pt x="11815" y="5892"/>
                </a:cubicBezTo>
                <a:cubicBezTo>
                  <a:pt x="11815" y="2678"/>
                  <a:pt x="9137"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90" name="Google Shape;15890;p83"/>
          <p:cNvGrpSpPr/>
          <p:nvPr/>
        </p:nvGrpSpPr>
        <p:grpSpPr>
          <a:xfrm>
            <a:off x="9449359" y="3863362"/>
            <a:ext cx="437428" cy="465903"/>
            <a:chOff x="5421475" y="1945825"/>
            <a:chExt cx="278050" cy="296150"/>
          </a:xfrm>
        </p:grpSpPr>
        <p:sp>
          <p:nvSpPr>
            <p:cNvPr id="15891" name="Google Shape;15891;p83"/>
            <p:cNvSpPr/>
            <p:nvPr/>
          </p:nvSpPr>
          <p:spPr>
            <a:xfrm>
              <a:off x="5472650" y="1999375"/>
              <a:ext cx="172525" cy="242600"/>
            </a:xfrm>
            <a:custGeom>
              <a:avLst/>
              <a:gdLst/>
              <a:ahLst/>
              <a:cxnLst/>
              <a:rect l="l" t="t" r="r" b="b"/>
              <a:pathLst>
                <a:path w="6901" h="9704" extrusionOk="0">
                  <a:moveTo>
                    <a:pt x="1765" y="1355"/>
                  </a:moveTo>
                  <a:cubicBezTo>
                    <a:pt x="1986" y="1355"/>
                    <a:pt x="2143" y="1513"/>
                    <a:pt x="2143" y="1702"/>
                  </a:cubicBezTo>
                  <a:lnTo>
                    <a:pt x="2143" y="2048"/>
                  </a:lnTo>
                  <a:lnTo>
                    <a:pt x="1765" y="2048"/>
                  </a:lnTo>
                  <a:cubicBezTo>
                    <a:pt x="1671" y="2048"/>
                    <a:pt x="1545" y="2048"/>
                    <a:pt x="1419" y="2111"/>
                  </a:cubicBezTo>
                  <a:lnTo>
                    <a:pt x="1419" y="1702"/>
                  </a:lnTo>
                  <a:cubicBezTo>
                    <a:pt x="1419" y="1513"/>
                    <a:pt x="1576" y="1355"/>
                    <a:pt x="1765" y="1355"/>
                  </a:cubicBezTo>
                  <a:close/>
                  <a:moveTo>
                    <a:pt x="3151" y="631"/>
                  </a:moveTo>
                  <a:cubicBezTo>
                    <a:pt x="3341" y="631"/>
                    <a:pt x="3498" y="788"/>
                    <a:pt x="3498" y="1009"/>
                  </a:cubicBezTo>
                  <a:lnTo>
                    <a:pt x="3498" y="2111"/>
                  </a:lnTo>
                  <a:cubicBezTo>
                    <a:pt x="3404" y="2048"/>
                    <a:pt x="3277" y="2017"/>
                    <a:pt x="3151" y="2017"/>
                  </a:cubicBezTo>
                  <a:lnTo>
                    <a:pt x="2805" y="2017"/>
                  </a:lnTo>
                  <a:lnTo>
                    <a:pt x="2805" y="1009"/>
                  </a:lnTo>
                  <a:cubicBezTo>
                    <a:pt x="2805" y="788"/>
                    <a:pt x="2962" y="631"/>
                    <a:pt x="3151" y="631"/>
                  </a:cubicBezTo>
                  <a:close/>
                  <a:moveTo>
                    <a:pt x="4538" y="1355"/>
                  </a:moveTo>
                  <a:cubicBezTo>
                    <a:pt x="4727" y="1355"/>
                    <a:pt x="4884" y="1513"/>
                    <a:pt x="4884" y="1702"/>
                  </a:cubicBezTo>
                  <a:lnTo>
                    <a:pt x="4884" y="3088"/>
                  </a:lnTo>
                  <a:cubicBezTo>
                    <a:pt x="4884" y="3277"/>
                    <a:pt x="4727" y="3435"/>
                    <a:pt x="4538" y="3435"/>
                  </a:cubicBezTo>
                  <a:cubicBezTo>
                    <a:pt x="4349" y="3435"/>
                    <a:pt x="4191" y="3277"/>
                    <a:pt x="4191" y="3088"/>
                  </a:cubicBezTo>
                  <a:lnTo>
                    <a:pt x="4191" y="1702"/>
                  </a:lnTo>
                  <a:cubicBezTo>
                    <a:pt x="4191" y="1513"/>
                    <a:pt x="4349" y="1355"/>
                    <a:pt x="4538" y="1355"/>
                  </a:cubicBezTo>
                  <a:close/>
                  <a:moveTo>
                    <a:pt x="5924" y="2017"/>
                  </a:moveTo>
                  <a:cubicBezTo>
                    <a:pt x="6113" y="2017"/>
                    <a:pt x="6270" y="2174"/>
                    <a:pt x="6270" y="2363"/>
                  </a:cubicBezTo>
                  <a:lnTo>
                    <a:pt x="6270" y="3088"/>
                  </a:lnTo>
                  <a:cubicBezTo>
                    <a:pt x="6270" y="3277"/>
                    <a:pt x="6113" y="3435"/>
                    <a:pt x="5924" y="3435"/>
                  </a:cubicBezTo>
                  <a:cubicBezTo>
                    <a:pt x="5703" y="3435"/>
                    <a:pt x="5546" y="3277"/>
                    <a:pt x="5546" y="3088"/>
                  </a:cubicBezTo>
                  <a:lnTo>
                    <a:pt x="5546" y="2363"/>
                  </a:lnTo>
                  <a:cubicBezTo>
                    <a:pt x="5546" y="2174"/>
                    <a:pt x="5703" y="2017"/>
                    <a:pt x="5924" y="2017"/>
                  </a:cubicBezTo>
                  <a:close/>
                  <a:moveTo>
                    <a:pt x="3120" y="2741"/>
                  </a:moveTo>
                  <a:cubicBezTo>
                    <a:pt x="3309" y="2741"/>
                    <a:pt x="3467" y="2899"/>
                    <a:pt x="3467" y="3088"/>
                  </a:cubicBezTo>
                  <a:cubicBezTo>
                    <a:pt x="3467" y="3277"/>
                    <a:pt x="3309" y="3435"/>
                    <a:pt x="3120" y="3435"/>
                  </a:cubicBezTo>
                  <a:lnTo>
                    <a:pt x="1734" y="3435"/>
                  </a:lnTo>
                  <a:cubicBezTo>
                    <a:pt x="1545" y="3435"/>
                    <a:pt x="1387" y="3592"/>
                    <a:pt x="1387" y="3781"/>
                  </a:cubicBezTo>
                  <a:cubicBezTo>
                    <a:pt x="1387" y="4002"/>
                    <a:pt x="1545" y="4159"/>
                    <a:pt x="1734" y="4159"/>
                  </a:cubicBezTo>
                  <a:cubicBezTo>
                    <a:pt x="2679" y="4159"/>
                    <a:pt x="3467" y="4947"/>
                    <a:pt x="3467" y="5892"/>
                  </a:cubicBezTo>
                  <a:cubicBezTo>
                    <a:pt x="3467" y="6081"/>
                    <a:pt x="3624" y="6238"/>
                    <a:pt x="3845" y="6238"/>
                  </a:cubicBezTo>
                  <a:cubicBezTo>
                    <a:pt x="4034" y="6238"/>
                    <a:pt x="4191" y="6081"/>
                    <a:pt x="4191" y="5892"/>
                  </a:cubicBezTo>
                  <a:cubicBezTo>
                    <a:pt x="4191" y="5167"/>
                    <a:pt x="3876" y="4537"/>
                    <a:pt x="3435" y="4096"/>
                  </a:cubicBezTo>
                  <a:cubicBezTo>
                    <a:pt x="3593" y="4065"/>
                    <a:pt x="3750" y="4002"/>
                    <a:pt x="3876" y="3876"/>
                  </a:cubicBezTo>
                  <a:cubicBezTo>
                    <a:pt x="4065" y="4033"/>
                    <a:pt x="4317" y="4159"/>
                    <a:pt x="4569" y="4159"/>
                  </a:cubicBezTo>
                  <a:cubicBezTo>
                    <a:pt x="4853" y="4159"/>
                    <a:pt x="5073" y="4033"/>
                    <a:pt x="5294" y="3876"/>
                  </a:cubicBezTo>
                  <a:cubicBezTo>
                    <a:pt x="5483" y="4033"/>
                    <a:pt x="5703" y="4159"/>
                    <a:pt x="5987" y="4159"/>
                  </a:cubicBezTo>
                  <a:cubicBezTo>
                    <a:pt x="6113" y="4159"/>
                    <a:pt x="6239" y="4096"/>
                    <a:pt x="6333" y="4065"/>
                  </a:cubicBezTo>
                  <a:lnTo>
                    <a:pt x="6333" y="5167"/>
                  </a:lnTo>
                  <a:cubicBezTo>
                    <a:pt x="6333" y="5923"/>
                    <a:pt x="5861" y="6554"/>
                    <a:pt x="5199" y="6774"/>
                  </a:cubicBezTo>
                  <a:cubicBezTo>
                    <a:pt x="5042" y="6837"/>
                    <a:pt x="4979" y="6995"/>
                    <a:pt x="4979" y="7089"/>
                  </a:cubicBezTo>
                  <a:lnTo>
                    <a:pt x="4979" y="7562"/>
                  </a:lnTo>
                  <a:lnTo>
                    <a:pt x="2206" y="7562"/>
                  </a:lnTo>
                  <a:lnTo>
                    <a:pt x="2206" y="7089"/>
                  </a:lnTo>
                  <a:cubicBezTo>
                    <a:pt x="2206" y="6932"/>
                    <a:pt x="2143" y="6837"/>
                    <a:pt x="1986" y="6774"/>
                  </a:cubicBezTo>
                  <a:cubicBezTo>
                    <a:pt x="1261" y="6554"/>
                    <a:pt x="820" y="5892"/>
                    <a:pt x="820" y="5167"/>
                  </a:cubicBezTo>
                  <a:lnTo>
                    <a:pt x="820" y="3750"/>
                  </a:lnTo>
                  <a:lnTo>
                    <a:pt x="726" y="3750"/>
                  </a:lnTo>
                  <a:cubicBezTo>
                    <a:pt x="726" y="3151"/>
                    <a:pt x="1198" y="2741"/>
                    <a:pt x="1734" y="2741"/>
                  </a:cubicBezTo>
                  <a:close/>
                  <a:moveTo>
                    <a:pt x="5199" y="8286"/>
                  </a:moveTo>
                  <a:cubicBezTo>
                    <a:pt x="5388" y="8286"/>
                    <a:pt x="5546" y="8444"/>
                    <a:pt x="5546" y="8633"/>
                  </a:cubicBezTo>
                  <a:lnTo>
                    <a:pt x="5546" y="8979"/>
                  </a:lnTo>
                  <a:lnTo>
                    <a:pt x="1387" y="8979"/>
                  </a:lnTo>
                  <a:lnTo>
                    <a:pt x="1387" y="8633"/>
                  </a:lnTo>
                  <a:cubicBezTo>
                    <a:pt x="1387" y="8444"/>
                    <a:pt x="1545" y="8286"/>
                    <a:pt x="1734" y="8286"/>
                  </a:cubicBezTo>
                  <a:close/>
                  <a:moveTo>
                    <a:pt x="3120" y="1"/>
                  </a:moveTo>
                  <a:cubicBezTo>
                    <a:pt x="2647" y="1"/>
                    <a:pt x="2269" y="316"/>
                    <a:pt x="2143" y="757"/>
                  </a:cubicBezTo>
                  <a:cubicBezTo>
                    <a:pt x="2017" y="725"/>
                    <a:pt x="1891" y="694"/>
                    <a:pt x="1734" y="694"/>
                  </a:cubicBezTo>
                  <a:cubicBezTo>
                    <a:pt x="1167" y="694"/>
                    <a:pt x="726" y="1166"/>
                    <a:pt x="726" y="1702"/>
                  </a:cubicBezTo>
                  <a:lnTo>
                    <a:pt x="726" y="2426"/>
                  </a:lnTo>
                  <a:cubicBezTo>
                    <a:pt x="285" y="2678"/>
                    <a:pt x="1" y="3214"/>
                    <a:pt x="1" y="3750"/>
                  </a:cubicBezTo>
                  <a:lnTo>
                    <a:pt x="1" y="5136"/>
                  </a:lnTo>
                  <a:cubicBezTo>
                    <a:pt x="1" y="6081"/>
                    <a:pt x="568" y="6932"/>
                    <a:pt x="1387" y="7341"/>
                  </a:cubicBezTo>
                  <a:lnTo>
                    <a:pt x="1387" y="7656"/>
                  </a:lnTo>
                  <a:cubicBezTo>
                    <a:pt x="1009" y="7814"/>
                    <a:pt x="694" y="8160"/>
                    <a:pt x="694" y="8633"/>
                  </a:cubicBezTo>
                  <a:lnTo>
                    <a:pt x="694" y="9357"/>
                  </a:lnTo>
                  <a:cubicBezTo>
                    <a:pt x="694" y="9546"/>
                    <a:pt x="852" y="9704"/>
                    <a:pt x="1041" y="9704"/>
                  </a:cubicBezTo>
                  <a:lnTo>
                    <a:pt x="5892" y="9704"/>
                  </a:lnTo>
                  <a:cubicBezTo>
                    <a:pt x="6081" y="9704"/>
                    <a:pt x="6239" y="9546"/>
                    <a:pt x="6239" y="9357"/>
                  </a:cubicBezTo>
                  <a:lnTo>
                    <a:pt x="6239" y="8633"/>
                  </a:lnTo>
                  <a:cubicBezTo>
                    <a:pt x="6239" y="8192"/>
                    <a:pt x="5955" y="7814"/>
                    <a:pt x="5514" y="7656"/>
                  </a:cubicBezTo>
                  <a:lnTo>
                    <a:pt x="5514" y="7341"/>
                  </a:lnTo>
                  <a:cubicBezTo>
                    <a:pt x="6365" y="6932"/>
                    <a:pt x="6901" y="6081"/>
                    <a:pt x="6901" y="5136"/>
                  </a:cubicBezTo>
                  <a:lnTo>
                    <a:pt x="6901" y="2363"/>
                  </a:lnTo>
                  <a:cubicBezTo>
                    <a:pt x="6901" y="1796"/>
                    <a:pt x="6428" y="1355"/>
                    <a:pt x="5892" y="1355"/>
                  </a:cubicBezTo>
                  <a:cubicBezTo>
                    <a:pt x="5766" y="1355"/>
                    <a:pt x="5609" y="1387"/>
                    <a:pt x="5483" y="1418"/>
                  </a:cubicBezTo>
                  <a:cubicBezTo>
                    <a:pt x="5357" y="1009"/>
                    <a:pt x="4979" y="694"/>
                    <a:pt x="4506" y="694"/>
                  </a:cubicBezTo>
                  <a:cubicBezTo>
                    <a:pt x="4380" y="694"/>
                    <a:pt x="4223" y="725"/>
                    <a:pt x="4097" y="757"/>
                  </a:cubicBezTo>
                  <a:cubicBezTo>
                    <a:pt x="4002" y="316"/>
                    <a:pt x="3593"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2" name="Google Shape;15892;p83"/>
            <p:cNvSpPr/>
            <p:nvPr/>
          </p:nvSpPr>
          <p:spPr>
            <a:xfrm>
              <a:off x="5559300" y="1945825"/>
              <a:ext cx="18150" cy="44125"/>
            </a:xfrm>
            <a:custGeom>
              <a:avLst/>
              <a:gdLst/>
              <a:ahLst/>
              <a:cxnLst/>
              <a:rect l="l" t="t" r="r" b="b"/>
              <a:pathLst>
                <a:path w="726" h="1765" extrusionOk="0">
                  <a:moveTo>
                    <a:pt x="379" y="0"/>
                  </a:moveTo>
                  <a:cubicBezTo>
                    <a:pt x="158" y="0"/>
                    <a:pt x="1" y="158"/>
                    <a:pt x="1" y="347"/>
                  </a:cubicBezTo>
                  <a:lnTo>
                    <a:pt x="1" y="1418"/>
                  </a:lnTo>
                  <a:cubicBezTo>
                    <a:pt x="1" y="1607"/>
                    <a:pt x="158" y="1764"/>
                    <a:pt x="379" y="1764"/>
                  </a:cubicBezTo>
                  <a:cubicBezTo>
                    <a:pt x="568" y="1764"/>
                    <a:pt x="725" y="1607"/>
                    <a:pt x="725" y="1418"/>
                  </a:cubicBezTo>
                  <a:lnTo>
                    <a:pt x="725" y="347"/>
                  </a:ln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3" name="Google Shape;15893;p83"/>
            <p:cNvSpPr/>
            <p:nvPr/>
          </p:nvSpPr>
          <p:spPr>
            <a:xfrm>
              <a:off x="5611275" y="1963925"/>
              <a:ext cx="35475" cy="34500"/>
            </a:xfrm>
            <a:custGeom>
              <a:avLst/>
              <a:gdLst/>
              <a:ahLst/>
              <a:cxnLst/>
              <a:rect l="l" t="t" r="r" b="b"/>
              <a:pathLst>
                <a:path w="1419" h="1380" extrusionOk="0">
                  <a:moveTo>
                    <a:pt x="1076" y="1"/>
                  </a:moveTo>
                  <a:cubicBezTo>
                    <a:pt x="985" y="1"/>
                    <a:pt x="899" y="32"/>
                    <a:pt x="851" y="95"/>
                  </a:cubicBezTo>
                  <a:lnTo>
                    <a:pt x="127" y="788"/>
                  </a:lnTo>
                  <a:cubicBezTo>
                    <a:pt x="1" y="914"/>
                    <a:pt x="1" y="1166"/>
                    <a:pt x="127" y="1261"/>
                  </a:cubicBezTo>
                  <a:cubicBezTo>
                    <a:pt x="190" y="1340"/>
                    <a:pt x="284" y="1379"/>
                    <a:pt x="375" y="1379"/>
                  </a:cubicBezTo>
                  <a:cubicBezTo>
                    <a:pt x="466" y="1379"/>
                    <a:pt x="552" y="1340"/>
                    <a:pt x="599" y="1261"/>
                  </a:cubicBezTo>
                  <a:lnTo>
                    <a:pt x="1324" y="568"/>
                  </a:lnTo>
                  <a:cubicBezTo>
                    <a:pt x="1419" y="442"/>
                    <a:pt x="1419" y="221"/>
                    <a:pt x="1324" y="95"/>
                  </a:cubicBezTo>
                  <a:cubicBezTo>
                    <a:pt x="1261" y="32"/>
                    <a:pt x="1167" y="1"/>
                    <a:pt x="10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4" name="Google Shape;15894;p83"/>
            <p:cNvSpPr/>
            <p:nvPr/>
          </p:nvSpPr>
          <p:spPr>
            <a:xfrm>
              <a:off x="5664050" y="2067900"/>
              <a:ext cx="35475" cy="17350"/>
            </a:xfrm>
            <a:custGeom>
              <a:avLst/>
              <a:gdLst/>
              <a:ahLst/>
              <a:cxnLst/>
              <a:rect l="l" t="t" r="r" b="b"/>
              <a:pathLst>
                <a:path w="1419" h="694" extrusionOk="0">
                  <a:moveTo>
                    <a:pt x="347" y="0"/>
                  </a:moveTo>
                  <a:cubicBezTo>
                    <a:pt x="158" y="0"/>
                    <a:pt x="1" y="158"/>
                    <a:pt x="1" y="347"/>
                  </a:cubicBezTo>
                  <a:cubicBezTo>
                    <a:pt x="1" y="536"/>
                    <a:pt x="158" y="694"/>
                    <a:pt x="347" y="694"/>
                  </a:cubicBezTo>
                  <a:lnTo>
                    <a:pt x="1040" y="694"/>
                  </a:lnTo>
                  <a:cubicBezTo>
                    <a:pt x="1261" y="694"/>
                    <a:pt x="1418" y="536"/>
                    <a:pt x="1418" y="347"/>
                  </a:cubicBezTo>
                  <a:cubicBezTo>
                    <a:pt x="1418" y="158"/>
                    <a:pt x="1261"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5" name="Google Shape;15895;p83"/>
            <p:cNvSpPr/>
            <p:nvPr/>
          </p:nvSpPr>
          <p:spPr>
            <a:xfrm>
              <a:off x="5421475" y="2067900"/>
              <a:ext cx="35450" cy="17350"/>
            </a:xfrm>
            <a:custGeom>
              <a:avLst/>
              <a:gdLst/>
              <a:ahLst/>
              <a:cxnLst/>
              <a:rect l="l" t="t" r="r" b="b"/>
              <a:pathLst>
                <a:path w="1418" h="694" extrusionOk="0">
                  <a:moveTo>
                    <a:pt x="378" y="0"/>
                  </a:moveTo>
                  <a:cubicBezTo>
                    <a:pt x="158" y="0"/>
                    <a:pt x="0" y="158"/>
                    <a:pt x="0" y="347"/>
                  </a:cubicBezTo>
                  <a:cubicBezTo>
                    <a:pt x="0" y="536"/>
                    <a:pt x="158" y="694"/>
                    <a:pt x="378"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6" name="Google Shape;15896;p83"/>
            <p:cNvSpPr/>
            <p:nvPr/>
          </p:nvSpPr>
          <p:spPr>
            <a:xfrm>
              <a:off x="5490000" y="1963925"/>
              <a:ext cx="35450" cy="33900"/>
            </a:xfrm>
            <a:custGeom>
              <a:avLst/>
              <a:gdLst/>
              <a:ahLst/>
              <a:cxnLst/>
              <a:rect l="l" t="t" r="r" b="b"/>
              <a:pathLst>
                <a:path w="1418" h="1356" extrusionOk="0">
                  <a:moveTo>
                    <a:pt x="343" y="1"/>
                  </a:moveTo>
                  <a:cubicBezTo>
                    <a:pt x="252" y="1"/>
                    <a:pt x="158" y="32"/>
                    <a:pt x="95" y="95"/>
                  </a:cubicBezTo>
                  <a:cubicBezTo>
                    <a:pt x="0" y="221"/>
                    <a:pt x="0" y="442"/>
                    <a:pt x="95" y="568"/>
                  </a:cubicBezTo>
                  <a:lnTo>
                    <a:pt x="819" y="1261"/>
                  </a:lnTo>
                  <a:cubicBezTo>
                    <a:pt x="866" y="1324"/>
                    <a:pt x="953" y="1356"/>
                    <a:pt x="1044" y="1356"/>
                  </a:cubicBezTo>
                  <a:cubicBezTo>
                    <a:pt x="1134" y="1356"/>
                    <a:pt x="1229" y="1324"/>
                    <a:pt x="1292" y="1261"/>
                  </a:cubicBezTo>
                  <a:cubicBezTo>
                    <a:pt x="1418" y="1166"/>
                    <a:pt x="1418" y="914"/>
                    <a:pt x="1292" y="788"/>
                  </a:cubicBezTo>
                  <a:lnTo>
                    <a:pt x="567" y="95"/>
                  </a:lnTo>
                  <a:cubicBezTo>
                    <a:pt x="520" y="32"/>
                    <a:pt x="433"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7" name="Google Shape;15897;p83"/>
            <p:cNvSpPr/>
            <p:nvPr/>
          </p:nvSpPr>
          <p:spPr>
            <a:xfrm>
              <a:off x="5437225" y="1997650"/>
              <a:ext cx="37825" cy="26325"/>
            </a:xfrm>
            <a:custGeom>
              <a:avLst/>
              <a:gdLst/>
              <a:ahLst/>
              <a:cxnLst/>
              <a:rect l="l" t="t" r="r" b="b"/>
              <a:pathLst>
                <a:path w="1513" h="1053" extrusionOk="0">
                  <a:moveTo>
                    <a:pt x="422" y="0"/>
                  </a:moveTo>
                  <a:cubicBezTo>
                    <a:pt x="285" y="0"/>
                    <a:pt x="140" y="81"/>
                    <a:pt x="95" y="196"/>
                  </a:cubicBezTo>
                  <a:cubicBezTo>
                    <a:pt x="0" y="353"/>
                    <a:pt x="95" y="574"/>
                    <a:pt x="252" y="668"/>
                  </a:cubicBezTo>
                  <a:lnTo>
                    <a:pt x="945" y="1015"/>
                  </a:lnTo>
                  <a:cubicBezTo>
                    <a:pt x="989" y="1041"/>
                    <a:pt x="1039" y="1052"/>
                    <a:pt x="1091" y="1052"/>
                  </a:cubicBezTo>
                  <a:cubicBezTo>
                    <a:pt x="1227" y="1052"/>
                    <a:pt x="1372" y="971"/>
                    <a:pt x="1418" y="857"/>
                  </a:cubicBezTo>
                  <a:cubicBezTo>
                    <a:pt x="1512" y="700"/>
                    <a:pt x="1418" y="479"/>
                    <a:pt x="1260" y="385"/>
                  </a:cubicBezTo>
                  <a:lnTo>
                    <a:pt x="567" y="38"/>
                  </a:lnTo>
                  <a:cubicBezTo>
                    <a:pt x="524" y="12"/>
                    <a:pt x="473" y="0"/>
                    <a:pt x="42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8" name="Google Shape;15898;p83"/>
            <p:cNvSpPr/>
            <p:nvPr/>
          </p:nvSpPr>
          <p:spPr>
            <a:xfrm>
              <a:off x="5645150" y="1998300"/>
              <a:ext cx="37825" cy="26900"/>
            </a:xfrm>
            <a:custGeom>
              <a:avLst/>
              <a:gdLst/>
              <a:ahLst/>
              <a:cxnLst/>
              <a:rect l="l" t="t" r="r" b="b"/>
              <a:pathLst>
                <a:path w="1513" h="1076" extrusionOk="0">
                  <a:moveTo>
                    <a:pt x="1098" y="0"/>
                  </a:moveTo>
                  <a:cubicBezTo>
                    <a:pt x="1046" y="0"/>
                    <a:pt x="994" y="14"/>
                    <a:pt x="946" y="44"/>
                  </a:cubicBezTo>
                  <a:lnTo>
                    <a:pt x="253" y="422"/>
                  </a:lnTo>
                  <a:cubicBezTo>
                    <a:pt x="95" y="485"/>
                    <a:pt x="1" y="674"/>
                    <a:pt x="95" y="894"/>
                  </a:cubicBezTo>
                  <a:cubicBezTo>
                    <a:pt x="142" y="1011"/>
                    <a:pt x="258" y="1076"/>
                    <a:pt x="405" y="1076"/>
                  </a:cubicBezTo>
                  <a:cubicBezTo>
                    <a:pt x="456" y="1076"/>
                    <a:pt x="511" y="1068"/>
                    <a:pt x="568" y="1052"/>
                  </a:cubicBezTo>
                  <a:lnTo>
                    <a:pt x="1261" y="674"/>
                  </a:lnTo>
                  <a:cubicBezTo>
                    <a:pt x="1418" y="611"/>
                    <a:pt x="1513" y="422"/>
                    <a:pt x="1418" y="201"/>
                  </a:cubicBezTo>
                  <a:cubicBezTo>
                    <a:pt x="1331" y="71"/>
                    <a:pt x="1214" y="0"/>
                    <a:pt x="10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99" name="Google Shape;15899;p83"/>
          <p:cNvSpPr/>
          <p:nvPr/>
        </p:nvSpPr>
        <p:spPr>
          <a:xfrm>
            <a:off x="9432435" y="4514031"/>
            <a:ext cx="470899" cy="468420"/>
          </a:xfrm>
          <a:custGeom>
            <a:avLst/>
            <a:gdLst/>
            <a:ahLst/>
            <a:cxnLst/>
            <a:rect l="l" t="t" r="r" b="b"/>
            <a:pathLst>
              <a:path w="11973" h="11910" extrusionOk="0">
                <a:moveTo>
                  <a:pt x="11027" y="662"/>
                </a:moveTo>
                <a:lnTo>
                  <a:pt x="11027" y="1387"/>
                </a:lnTo>
                <a:lnTo>
                  <a:pt x="8601" y="1387"/>
                </a:lnTo>
                <a:cubicBezTo>
                  <a:pt x="8412" y="1387"/>
                  <a:pt x="8255" y="1229"/>
                  <a:pt x="8255" y="1040"/>
                </a:cubicBezTo>
                <a:cubicBezTo>
                  <a:pt x="8255" y="820"/>
                  <a:pt x="8412" y="662"/>
                  <a:pt x="8601" y="662"/>
                </a:cubicBezTo>
                <a:close/>
                <a:moveTo>
                  <a:pt x="10366" y="2048"/>
                </a:moveTo>
                <a:lnTo>
                  <a:pt x="10366" y="2773"/>
                </a:lnTo>
                <a:lnTo>
                  <a:pt x="7940" y="2773"/>
                </a:lnTo>
                <a:cubicBezTo>
                  <a:pt x="7926" y="2775"/>
                  <a:pt x="7912" y="2776"/>
                  <a:pt x="7899" y="2776"/>
                </a:cubicBezTo>
                <a:cubicBezTo>
                  <a:pt x="7728" y="2776"/>
                  <a:pt x="7593" y="2599"/>
                  <a:pt x="7593" y="2395"/>
                </a:cubicBezTo>
                <a:cubicBezTo>
                  <a:pt x="7593" y="2206"/>
                  <a:pt x="7751" y="2048"/>
                  <a:pt x="7940" y="2048"/>
                </a:cubicBezTo>
                <a:close/>
                <a:moveTo>
                  <a:pt x="11027" y="3466"/>
                </a:moveTo>
                <a:lnTo>
                  <a:pt x="11027" y="4191"/>
                </a:lnTo>
                <a:lnTo>
                  <a:pt x="8601" y="4191"/>
                </a:lnTo>
                <a:cubicBezTo>
                  <a:pt x="8412" y="4191"/>
                  <a:pt x="8255" y="4033"/>
                  <a:pt x="8255" y="3812"/>
                </a:cubicBezTo>
                <a:cubicBezTo>
                  <a:pt x="8255" y="3623"/>
                  <a:pt x="8412" y="3466"/>
                  <a:pt x="8601" y="3466"/>
                </a:cubicBezTo>
                <a:close/>
                <a:moveTo>
                  <a:pt x="1292" y="4884"/>
                </a:moveTo>
                <a:lnTo>
                  <a:pt x="1292" y="5608"/>
                </a:lnTo>
                <a:lnTo>
                  <a:pt x="568" y="5608"/>
                </a:lnTo>
                <a:lnTo>
                  <a:pt x="568" y="4884"/>
                </a:lnTo>
                <a:close/>
                <a:moveTo>
                  <a:pt x="11027" y="4884"/>
                </a:moveTo>
                <a:lnTo>
                  <a:pt x="11027" y="5608"/>
                </a:lnTo>
                <a:lnTo>
                  <a:pt x="6207" y="5608"/>
                </a:lnTo>
                <a:lnTo>
                  <a:pt x="6207" y="4884"/>
                </a:lnTo>
                <a:close/>
                <a:moveTo>
                  <a:pt x="3718" y="2080"/>
                </a:moveTo>
                <a:cubicBezTo>
                  <a:pt x="4663" y="2080"/>
                  <a:pt x="5482" y="2867"/>
                  <a:pt x="5482" y="3844"/>
                </a:cubicBezTo>
                <a:lnTo>
                  <a:pt x="5482" y="5955"/>
                </a:lnTo>
                <a:cubicBezTo>
                  <a:pt x="5482" y="6144"/>
                  <a:pt x="5325" y="6301"/>
                  <a:pt x="5136" y="6301"/>
                </a:cubicBezTo>
                <a:lnTo>
                  <a:pt x="2300" y="6301"/>
                </a:lnTo>
                <a:cubicBezTo>
                  <a:pt x="2111" y="6301"/>
                  <a:pt x="1954" y="6144"/>
                  <a:pt x="1954" y="5955"/>
                </a:cubicBezTo>
                <a:lnTo>
                  <a:pt x="1954" y="3844"/>
                </a:lnTo>
                <a:cubicBezTo>
                  <a:pt x="1954" y="2899"/>
                  <a:pt x="2742" y="2080"/>
                  <a:pt x="3718" y="2080"/>
                </a:cubicBezTo>
                <a:close/>
                <a:moveTo>
                  <a:pt x="11027" y="6301"/>
                </a:moveTo>
                <a:lnTo>
                  <a:pt x="11027" y="7688"/>
                </a:lnTo>
                <a:lnTo>
                  <a:pt x="7593" y="7688"/>
                </a:lnTo>
                <a:lnTo>
                  <a:pt x="7593" y="6301"/>
                </a:lnTo>
                <a:lnTo>
                  <a:pt x="8948" y="6301"/>
                </a:lnTo>
                <a:lnTo>
                  <a:pt x="8948" y="6648"/>
                </a:lnTo>
                <a:cubicBezTo>
                  <a:pt x="8948" y="6868"/>
                  <a:pt x="9106" y="7026"/>
                  <a:pt x="9326" y="7026"/>
                </a:cubicBezTo>
                <a:cubicBezTo>
                  <a:pt x="9515" y="7026"/>
                  <a:pt x="9673" y="6868"/>
                  <a:pt x="9673" y="6648"/>
                </a:cubicBezTo>
                <a:lnTo>
                  <a:pt x="9673" y="6301"/>
                </a:lnTo>
                <a:close/>
                <a:moveTo>
                  <a:pt x="4443" y="8349"/>
                </a:moveTo>
                <a:cubicBezTo>
                  <a:pt x="4852" y="8349"/>
                  <a:pt x="5293" y="8633"/>
                  <a:pt x="5419" y="9074"/>
                </a:cubicBezTo>
                <a:lnTo>
                  <a:pt x="2080" y="9074"/>
                </a:lnTo>
                <a:cubicBezTo>
                  <a:pt x="2237" y="8664"/>
                  <a:pt x="2616" y="8349"/>
                  <a:pt x="3057" y="8349"/>
                </a:cubicBezTo>
                <a:close/>
                <a:moveTo>
                  <a:pt x="11027" y="8349"/>
                </a:moveTo>
                <a:lnTo>
                  <a:pt x="11027" y="9735"/>
                </a:lnTo>
                <a:lnTo>
                  <a:pt x="7593" y="9735"/>
                </a:lnTo>
                <a:lnTo>
                  <a:pt x="7593" y="8349"/>
                </a:lnTo>
                <a:lnTo>
                  <a:pt x="8948" y="8349"/>
                </a:lnTo>
                <a:lnTo>
                  <a:pt x="8948" y="8696"/>
                </a:lnTo>
                <a:cubicBezTo>
                  <a:pt x="8948" y="8916"/>
                  <a:pt x="9106" y="9074"/>
                  <a:pt x="9326" y="9074"/>
                </a:cubicBezTo>
                <a:cubicBezTo>
                  <a:pt x="9515" y="9074"/>
                  <a:pt x="9673" y="8916"/>
                  <a:pt x="9673" y="8696"/>
                </a:cubicBezTo>
                <a:lnTo>
                  <a:pt x="9673" y="8349"/>
                </a:lnTo>
                <a:close/>
                <a:moveTo>
                  <a:pt x="8633" y="0"/>
                </a:moveTo>
                <a:cubicBezTo>
                  <a:pt x="8066" y="0"/>
                  <a:pt x="7625" y="473"/>
                  <a:pt x="7625" y="1040"/>
                </a:cubicBezTo>
                <a:cubicBezTo>
                  <a:pt x="7625" y="1135"/>
                  <a:pt x="7656" y="1292"/>
                  <a:pt x="7688" y="1418"/>
                </a:cubicBezTo>
                <a:cubicBezTo>
                  <a:pt x="7278" y="1544"/>
                  <a:pt x="6963" y="1922"/>
                  <a:pt x="6963" y="2395"/>
                </a:cubicBezTo>
                <a:cubicBezTo>
                  <a:pt x="6963" y="2678"/>
                  <a:pt x="7058" y="2962"/>
                  <a:pt x="7278" y="3151"/>
                </a:cubicBezTo>
                <a:cubicBezTo>
                  <a:pt x="7373" y="3308"/>
                  <a:pt x="7530" y="3403"/>
                  <a:pt x="7751" y="3434"/>
                </a:cubicBezTo>
                <a:cubicBezTo>
                  <a:pt x="7688" y="3560"/>
                  <a:pt x="7656" y="3655"/>
                  <a:pt x="7656" y="3812"/>
                </a:cubicBezTo>
                <a:cubicBezTo>
                  <a:pt x="7656" y="3939"/>
                  <a:pt x="7688" y="4065"/>
                  <a:pt x="7751" y="4191"/>
                </a:cubicBezTo>
                <a:lnTo>
                  <a:pt x="6270" y="4191"/>
                </a:lnTo>
                <a:lnTo>
                  <a:pt x="6270" y="3812"/>
                </a:lnTo>
                <a:cubicBezTo>
                  <a:pt x="6270" y="2489"/>
                  <a:pt x="5167" y="1387"/>
                  <a:pt x="3844" y="1387"/>
                </a:cubicBezTo>
                <a:cubicBezTo>
                  <a:pt x="2490" y="1387"/>
                  <a:pt x="1387" y="2489"/>
                  <a:pt x="1387" y="3812"/>
                </a:cubicBezTo>
                <a:lnTo>
                  <a:pt x="1387" y="4191"/>
                </a:lnTo>
                <a:lnTo>
                  <a:pt x="379" y="4191"/>
                </a:lnTo>
                <a:cubicBezTo>
                  <a:pt x="158" y="4191"/>
                  <a:pt x="1" y="4348"/>
                  <a:pt x="1" y="4537"/>
                </a:cubicBezTo>
                <a:lnTo>
                  <a:pt x="1" y="11500"/>
                </a:lnTo>
                <a:cubicBezTo>
                  <a:pt x="1" y="11689"/>
                  <a:pt x="158" y="11846"/>
                  <a:pt x="379" y="11846"/>
                </a:cubicBezTo>
                <a:cubicBezTo>
                  <a:pt x="568" y="11846"/>
                  <a:pt x="725" y="11689"/>
                  <a:pt x="725" y="11500"/>
                </a:cubicBezTo>
                <a:lnTo>
                  <a:pt x="725" y="6301"/>
                </a:lnTo>
                <a:lnTo>
                  <a:pt x="1481" y="6301"/>
                </a:lnTo>
                <a:cubicBezTo>
                  <a:pt x="1639" y="6711"/>
                  <a:pt x="1985" y="7026"/>
                  <a:pt x="2458" y="7026"/>
                </a:cubicBezTo>
                <a:lnTo>
                  <a:pt x="3529" y="7026"/>
                </a:lnTo>
                <a:lnTo>
                  <a:pt x="3529" y="7719"/>
                </a:lnTo>
                <a:lnTo>
                  <a:pt x="3151" y="7719"/>
                </a:lnTo>
                <a:cubicBezTo>
                  <a:pt x="2237" y="7719"/>
                  <a:pt x="1387" y="8507"/>
                  <a:pt x="1387" y="9452"/>
                </a:cubicBezTo>
                <a:cubicBezTo>
                  <a:pt x="1387" y="9641"/>
                  <a:pt x="1544" y="9798"/>
                  <a:pt x="1733" y="9798"/>
                </a:cubicBezTo>
                <a:lnTo>
                  <a:pt x="3529" y="9798"/>
                </a:lnTo>
                <a:lnTo>
                  <a:pt x="3529" y="10523"/>
                </a:lnTo>
                <a:lnTo>
                  <a:pt x="2458" y="10523"/>
                </a:lnTo>
                <a:cubicBezTo>
                  <a:pt x="1859" y="10523"/>
                  <a:pt x="1418" y="10996"/>
                  <a:pt x="1418" y="11531"/>
                </a:cubicBezTo>
                <a:cubicBezTo>
                  <a:pt x="1418" y="11752"/>
                  <a:pt x="1576" y="11909"/>
                  <a:pt x="1796" y="11909"/>
                </a:cubicBezTo>
                <a:cubicBezTo>
                  <a:pt x="1985" y="11909"/>
                  <a:pt x="2143" y="11752"/>
                  <a:pt x="2143" y="11531"/>
                </a:cubicBezTo>
                <a:cubicBezTo>
                  <a:pt x="2143" y="11342"/>
                  <a:pt x="2300" y="11185"/>
                  <a:pt x="2490" y="11185"/>
                </a:cubicBezTo>
                <a:lnTo>
                  <a:pt x="3561" y="11185"/>
                </a:lnTo>
                <a:lnTo>
                  <a:pt x="3561" y="11531"/>
                </a:lnTo>
                <a:cubicBezTo>
                  <a:pt x="3561" y="11752"/>
                  <a:pt x="3718" y="11909"/>
                  <a:pt x="3907" y="11909"/>
                </a:cubicBezTo>
                <a:cubicBezTo>
                  <a:pt x="4096" y="11909"/>
                  <a:pt x="4254" y="11752"/>
                  <a:pt x="4254" y="11531"/>
                </a:cubicBezTo>
                <a:lnTo>
                  <a:pt x="4254" y="11185"/>
                </a:lnTo>
                <a:lnTo>
                  <a:pt x="5325" y="11185"/>
                </a:lnTo>
                <a:cubicBezTo>
                  <a:pt x="5514" y="11185"/>
                  <a:pt x="5672" y="11342"/>
                  <a:pt x="5672" y="11531"/>
                </a:cubicBezTo>
                <a:cubicBezTo>
                  <a:pt x="5672" y="11752"/>
                  <a:pt x="5829" y="11909"/>
                  <a:pt x="6050" y="11909"/>
                </a:cubicBezTo>
                <a:cubicBezTo>
                  <a:pt x="6239" y="11909"/>
                  <a:pt x="6396" y="11752"/>
                  <a:pt x="6396" y="11531"/>
                </a:cubicBezTo>
                <a:cubicBezTo>
                  <a:pt x="6396" y="10964"/>
                  <a:pt x="5924" y="10523"/>
                  <a:pt x="5356" y="10523"/>
                </a:cubicBezTo>
                <a:lnTo>
                  <a:pt x="4317" y="10523"/>
                </a:lnTo>
                <a:lnTo>
                  <a:pt x="4317" y="9798"/>
                </a:lnTo>
                <a:lnTo>
                  <a:pt x="6081" y="9798"/>
                </a:lnTo>
                <a:cubicBezTo>
                  <a:pt x="6270" y="9798"/>
                  <a:pt x="6428" y="9641"/>
                  <a:pt x="6428" y="9452"/>
                </a:cubicBezTo>
                <a:cubicBezTo>
                  <a:pt x="6428" y="8507"/>
                  <a:pt x="5640" y="7719"/>
                  <a:pt x="4663" y="7719"/>
                </a:cubicBezTo>
                <a:lnTo>
                  <a:pt x="4317" y="7719"/>
                </a:lnTo>
                <a:lnTo>
                  <a:pt x="4317" y="7026"/>
                </a:lnTo>
                <a:lnTo>
                  <a:pt x="5356" y="7026"/>
                </a:lnTo>
                <a:cubicBezTo>
                  <a:pt x="5798" y="7026"/>
                  <a:pt x="6207" y="6742"/>
                  <a:pt x="6365" y="6301"/>
                </a:cubicBezTo>
                <a:lnTo>
                  <a:pt x="7089" y="6301"/>
                </a:lnTo>
                <a:lnTo>
                  <a:pt x="7089" y="11500"/>
                </a:lnTo>
                <a:cubicBezTo>
                  <a:pt x="7089" y="11689"/>
                  <a:pt x="7247" y="11846"/>
                  <a:pt x="7467" y="11846"/>
                </a:cubicBezTo>
                <a:cubicBezTo>
                  <a:pt x="7656" y="11846"/>
                  <a:pt x="7814" y="11689"/>
                  <a:pt x="7814" y="11500"/>
                </a:cubicBezTo>
                <a:lnTo>
                  <a:pt x="7814" y="10492"/>
                </a:lnTo>
                <a:lnTo>
                  <a:pt x="11279" y="10492"/>
                </a:lnTo>
                <a:lnTo>
                  <a:pt x="11279" y="11500"/>
                </a:lnTo>
                <a:cubicBezTo>
                  <a:pt x="11279" y="11689"/>
                  <a:pt x="11437" y="11846"/>
                  <a:pt x="11626" y="11846"/>
                </a:cubicBezTo>
                <a:cubicBezTo>
                  <a:pt x="11815" y="11846"/>
                  <a:pt x="11972" y="11689"/>
                  <a:pt x="11972" y="11500"/>
                </a:cubicBezTo>
                <a:lnTo>
                  <a:pt x="11972" y="3151"/>
                </a:lnTo>
                <a:cubicBezTo>
                  <a:pt x="11972" y="2962"/>
                  <a:pt x="11815" y="2804"/>
                  <a:pt x="11626" y="2804"/>
                </a:cubicBezTo>
                <a:lnTo>
                  <a:pt x="11279" y="2804"/>
                </a:lnTo>
                <a:lnTo>
                  <a:pt x="11279" y="2080"/>
                </a:lnTo>
                <a:lnTo>
                  <a:pt x="11626" y="2080"/>
                </a:lnTo>
                <a:cubicBezTo>
                  <a:pt x="11815" y="2080"/>
                  <a:pt x="11972" y="1922"/>
                  <a:pt x="11972" y="1733"/>
                </a:cubicBezTo>
                <a:lnTo>
                  <a:pt x="11972" y="347"/>
                </a:lnTo>
                <a:cubicBezTo>
                  <a:pt x="11752" y="158"/>
                  <a:pt x="11594" y="0"/>
                  <a:pt x="1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00" name="Google Shape;15900;p83"/>
          <p:cNvGrpSpPr/>
          <p:nvPr/>
        </p:nvGrpSpPr>
        <p:grpSpPr>
          <a:xfrm>
            <a:off x="9434493" y="5197431"/>
            <a:ext cx="467161" cy="299891"/>
            <a:chOff x="5411225" y="2726350"/>
            <a:chExt cx="296950" cy="190625"/>
          </a:xfrm>
        </p:grpSpPr>
        <p:sp>
          <p:nvSpPr>
            <p:cNvPr id="15901" name="Google Shape;15901;p83"/>
            <p:cNvSpPr/>
            <p:nvPr/>
          </p:nvSpPr>
          <p:spPr>
            <a:xfrm>
              <a:off x="5534100" y="2794875"/>
              <a:ext cx="52000" cy="51225"/>
            </a:xfrm>
            <a:custGeom>
              <a:avLst/>
              <a:gdLst/>
              <a:ahLst/>
              <a:cxnLst/>
              <a:rect l="l" t="t" r="r" b="b"/>
              <a:pathLst>
                <a:path w="2080" h="2049" extrusionOk="0">
                  <a:moveTo>
                    <a:pt x="1009" y="662"/>
                  </a:moveTo>
                  <a:cubicBezTo>
                    <a:pt x="1229" y="662"/>
                    <a:pt x="1387" y="851"/>
                    <a:pt x="1387" y="1040"/>
                  </a:cubicBezTo>
                  <a:cubicBezTo>
                    <a:pt x="1387" y="1229"/>
                    <a:pt x="1229" y="1387"/>
                    <a:pt x="1009" y="1387"/>
                  </a:cubicBezTo>
                  <a:cubicBezTo>
                    <a:pt x="819" y="1387"/>
                    <a:pt x="662" y="1229"/>
                    <a:pt x="662" y="1040"/>
                  </a:cubicBezTo>
                  <a:cubicBezTo>
                    <a:pt x="662" y="851"/>
                    <a:pt x="819" y="662"/>
                    <a:pt x="1009" y="662"/>
                  </a:cubicBezTo>
                  <a:close/>
                  <a:moveTo>
                    <a:pt x="1009" y="0"/>
                  </a:moveTo>
                  <a:cubicBezTo>
                    <a:pt x="441" y="0"/>
                    <a:pt x="0" y="473"/>
                    <a:pt x="0" y="1040"/>
                  </a:cubicBezTo>
                  <a:cubicBezTo>
                    <a:pt x="0" y="1639"/>
                    <a:pt x="473" y="2048"/>
                    <a:pt x="1009" y="2048"/>
                  </a:cubicBezTo>
                  <a:cubicBezTo>
                    <a:pt x="1607" y="2048"/>
                    <a:pt x="2048" y="1576"/>
                    <a:pt x="2048" y="1040"/>
                  </a:cubicBezTo>
                  <a:cubicBezTo>
                    <a:pt x="2080" y="473"/>
                    <a:pt x="1607"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2" name="Google Shape;15902;p83"/>
            <p:cNvSpPr/>
            <p:nvPr/>
          </p:nvSpPr>
          <p:spPr>
            <a:xfrm>
              <a:off x="5411225" y="2726350"/>
              <a:ext cx="296950" cy="190625"/>
            </a:xfrm>
            <a:custGeom>
              <a:avLst/>
              <a:gdLst/>
              <a:ahLst/>
              <a:cxnLst/>
              <a:rect l="l" t="t" r="r" b="b"/>
              <a:pathLst>
                <a:path w="11878" h="7625" extrusionOk="0">
                  <a:moveTo>
                    <a:pt x="5924" y="662"/>
                  </a:moveTo>
                  <a:cubicBezTo>
                    <a:pt x="7404" y="662"/>
                    <a:pt x="8759" y="1576"/>
                    <a:pt x="9641" y="2332"/>
                  </a:cubicBezTo>
                  <a:cubicBezTo>
                    <a:pt x="9736" y="2395"/>
                    <a:pt x="9830" y="2489"/>
                    <a:pt x="9925" y="2584"/>
                  </a:cubicBezTo>
                  <a:cubicBezTo>
                    <a:pt x="8696" y="2080"/>
                    <a:pt x="7278" y="1733"/>
                    <a:pt x="5924" y="1733"/>
                  </a:cubicBezTo>
                  <a:cubicBezTo>
                    <a:pt x="4569" y="1733"/>
                    <a:pt x="3183" y="2080"/>
                    <a:pt x="1954" y="2584"/>
                  </a:cubicBezTo>
                  <a:cubicBezTo>
                    <a:pt x="2048" y="2521"/>
                    <a:pt x="2111" y="2458"/>
                    <a:pt x="2206" y="2395"/>
                  </a:cubicBezTo>
                  <a:cubicBezTo>
                    <a:pt x="3151" y="1544"/>
                    <a:pt x="4474" y="662"/>
                    <a:pt x="5924" y="662"/>
                  </a:cubicBezTo>
                  <a:close/>
                  <a:moveTo>
                    <a:pt x="5924" y="2426"/>
                  </a:moveTo>
                  <a:cubicBezTo>
                    <a:pt x="6333" y="2426"/>
                    <a:pt x="6711" y="2489"/>
                    <a:pt x="7089" y="2521"/>
                  </a:cubicBezTo>
                  <a:cubicBezTo>
                    <a:pt x="7467" y="2836"/>
                    <a:pt x="7656" y="3308"/>
                    <a:pt x="7656" y="3813"/>
                  </a:cubicBezTo>
                  <a:cubicBezTo>
                    <a:pt x="7656" y="4758"/>
                    <a:pt x="6869" y="5545"/>
                    <a:pt x="5924" y="5545"/>
                  </a:cubicBezTo>
                  <a:cubicBezTo>
                    <a:pt x="4978" y="5545"/>
                    <a:pt x="4191" y="4758"/>
                    <a:pt x="4191" y="3813"/>
                  </a:cubicBezTo>
                  <a:cubicBezTo>
                    <a:pt x="4191" y="3308"/>
                    <a:pt x="4411" y="2836"/>
                    <a:pt x="4789" y="2521"/>
                  </a:cubicBezTo>
                  <a:cubicBezTo>
                    <a:pt x="5136" y="2489"/>
                    <a:pt x="5545" y="2426"/>
                    <a:pt x="5924" y="2426"/>
                  </a:cubicBezTo>
                  <a:close/>
                  <a:moveTo>
                    <a:pt x="3781" y="2710"/>
                  </a:moveTo>
                  <a:lnTo>
                    <a:pt x="3781" y="2710"/>
                  </a:lnTo>
                  <a:cubicBezTo>
                    <a:pt x="3624" y="3056"/>
                    <a:pt x="3498" y="3434"/>
                    <a:pt x="3498" y="3813"/>
                  </a:cubicBezTo>
                  <a:cubicBezTo>
                    <a:pt x="3498" y="5167"/>
                    <a:pt x="4600" y="6270"/>
                    <a:pt x="5924" y="6270"/>
                  </a:cubicBezTo>
                  <a:cubicBezTo>
                    <a:pt x="7278" y="6270"/>
                    <a:pt x="8381" y="5167"/>
                    <a:pt x="8381" y="3813"/>
                  </a:cubicBezTo>
                  <a:cubicBezTo>
                    <a:pt x="8381" y="3434"/>
                    <a:pt x="8286" y="3056"/>
                    <a:pt x="8097" y="2710"/>
                  </a:cubicBezTo>
                  <a:lnTo>
                    <a:pt x="8097" y="2710"/>
                  </a:lnTo>
                  <a:cubicBezTo>
                    <a:pt x="9137" y="2993"/>
                    <a:pt x="10145" y="3434"/>
                    <a:pt x="11027" y="3907"/>
                  </a:cubicBezTo>
                  <a:cubicBezTo>
                    <a:pt x="10744" y="4222"/>
                    <a:pt x="10240" y="4789"/>
                    <a:pt x="9547" y="5356"/>
                  </a:cubicBezTo>
                  <a:cubicBezTo>
                    <a:pt x="8601" y="6144"/>
                    <a:pt x="7310" y="6932"/>
                    <a:pt x="5924" y="6932"/>
                  </a:cubicBezTo>
                  <a:cubicBezTo>
                    <a:pt x="4474" y="6932"/>
                    <a:pt x="3088" y="6018"/>
                    <a:pt x="2237" y="5262"/>
                  </a:cubicBezTo>
                  <a:cubicBezTo>
                    <a:pt x="1607" y="4726"/>
                    <a:pt x="1135" y="4222"/>
                    <a:pt x="851" y="3907"/>
                  </a:cubicBezTo>
                  <a:cubicBezTo>
                    <a:pt x="1733" y="3371"/>
                    <a:pt x="2710" y="2962"/>
                    <a:pt x="3781" y="2710"/>
                  </a:cubicBezTo>
                  <a:close/>
                  <a:moveTo>
                    <a:pt x="5924" y="0"/>
                  </a:moveTo>
                  <a:cubicBezTo>
                    <a:pt x="4411" y="0"/>
                    <a:pt x="2931" y="820"/>
                    <a:pt x="1765" y="1796"/>
                  </a:cubicBezTo>
                  <a:cubicBezTo>
                    <a:pt x="725" y="2678"/>
                    <a:pt x="95" y="3592"/>
                    <a:pt x="64" y="3624"/>
                  </a:cubicBezTo>
                  <a:cubicBezTo>
                    <a:pt x="1" y="3750"/>
                    <a:pt x="1" y="3907"/>
                    <a:pt x="64" y="4002"/>
                  </a:cubicBezTo>
                  <a:cubicBezTo>
                    <a:pt x="95" y="4065"/>
                    <a:pt x="725" y="4915"/>
                    <a:pt x="1765" y="5829"/>
                  </a:cubicBezTo>
                  <a:cubicBezTo>
                    <a:pt x="2931" y="6805"/>
                    <a:pt x="4348" y="7625"/>
                    <a:pt x="5924" y="7625"/>
                  </a:cubicBezTo>
                  <a:cubicBezTo>
                    <a:pt x="7436" y="7625"/>
                    <a:pt x="8759" y="6900"/>
                    <a:pt x="9925" y="5955"/>
                  </a:cubicBezTo>
                  <a:cubicBezTo>
                    <a:pt x="10712" y="5325"/>
                    <a:pt x="11374" y="4600"/>
                    <a:pt x="11815" y="4002"/>
                  </a:cubicBezTo>
                  <a:cubicBezTo>
                    <a:pt x="11878" y="3907"/>
                    <a:pt x="11878" y="3750"/>
                    <a:pt x="11815" y="3624"/>
                  </a:cubicBezTo>
                  <a:cubicBezTo>
                    <a:pt x="11752" y="3592"/>
                    <a:pt x="11122" y="2710"/>
                    <a:pt x="10114" y="1796"/>
                  </a:cubicBezTo>
                  <a:cubicBezTo>
                    <a:pt x="8916" y="820"/>
                    <a:pt x="7499" y="0"/>
                    <a:pt x="59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03" name="Google Shape;15903;p83"/>
          <p:cNvGrpSpPr/>
          <p:nvPr/>
        </p:nvGrpSpPr>
        <p:grpSpPr>
          <a:xfrm>
            <a:off x="8247872" y="5716461"/>
            <a:ext cx="468381" cy="435187"/>
            <a:chOff x="6524150" y="1938725"/>
            <a:chExt cx="297725" cy="276625"/>
          </a:xfrm>
        </p:grpSpPr>
        <p:sp>
          <p:nvSpPr>
            <p:cNvPr id="15904" name="Google Shape;15904;p83"/>
            <p:cNvSpPr/>
            <p:nvPr/>
          </p:nvSpPr>
          <p:spPr>
            <a:xfrm>
              <a:off x="6524150" y="2025375"/>
              <a:ext cx="297725" cy="189975"/>
            </a:xfrm>
            <a:custGeom>
              <a:avLst/>
              <a:gdLst/>
              <a:ahLst/>
              <a:cxnLst/>
              <a:rect l="l" t="t" r="r" b="b"/>
              <a:pathLst>
                <a:path w="11909" h="7599" extrusionOk="0">
                  <a:moveTo>
                    <a:pt x="9767" y="2079"/>
                  </a:moveTo>
                  <a:lnTo>
                    <a:pt x="9767" y="5198"/>
                  </a:lnTo>
                  <a:cubicBezTo>
                    <a:pt x="9735" y="5041"/>
                    <a:pt x="9672" y="4915"/>
                    <a:pt x="9546" y="4789"/>
                  </a:cubicBezTo>
                  <a:lnTo>
                    <a:pt x="7813" y="3056"/>
                  </a:lnTo>
                  <a:cubicBezTo>
                    <a:pt x="7624" y="2867"/>
                    <a:pt x="7341" y="2741"/>
                    <a:pt x="7057" y="2741"/>
                  </a:cubicBezTo>
                  <a:lnTo>
                    <a:pt x="6018" y="2741"/>
                  </a:lnTo>
                  <a:cubicBezTo>
                    <a:pt x="5923" y="2741"/>
                    <a:pt x="5797" y="2836"/>
                    <a:pt x="5734" y="2930"/>
                  </a:cubicBezTo>
                  <a:lnTo>
                    <a:pt x="5482" y="3403"/>
                  </a:lnTo>
                  <a:cubicBezTo>
                    <a:pt x="5293" y="3812"/>
                    <a:pt x="4883" y="4001"/>
                    <a:pt x="4505" y="4001"/>
                  </a:cubicBezTo>
                  <a:lnTo>
                    <a:pt x="5356" y="2269"/>
                  </a:lnTo>
                  <a:cubicBezTo>
                    <a:pt x="5419" y="2143"/>
                    <a:pt x="5576" y="2079"/>
                    <a:pt x="5671" y="2079"/>
                  </a:cubicBezTo>
                  <a:close/>
                  <a:moveTo>
                    <a:pt x="1418" y="2079"/>
                  </a:moveTo>
                  <a:lnTo>
                    <a:pt x="1418" y="5545"/>
                  </a:lnTo>
                  <a:lnTo>
                    <a:pt x="725" y="5545"/>
                  </a:lnTo>
                  <a:lnTo>
                    <a:pt x="725" y="2079"/>
                  </a:lnTo>
                  <a:close/>
                  <a:moveTo>
                    <a:pt x="11153" y="2079"/>
                  </a:moveTo>
                  <a:lnTo>
                    <a:pt x="11153" y="5545"/>
                  </a:lnTo>
                  <a:lnTo>
                    <a:pt x="10460" y="5545"/>
                  </a:lnTo>
                  <a:lnTo>
                    <a:pt x="10460" y="2079"/>
                  </a:lnTo>
                  <a:close/>
                  <a:moveTo>
                    <a:pt x="6931" y="630"/>
                  </a:moveTo>
                  <a:cubicBezTo>
                    <a:pt x="6774" y="1008"/>
                    <a:pt x="6427" y="1323"/>
                    <a:pt x="5955" y="1323"/>
                  </a:cubicBezTo>
                  <a:lnTo>
                    <a:pt x="5671" y="1323"/>
                  </a:lnTo>
                  <a:cubicBezTo>
                    <a:pt x="5293" y="1323"/>
                    <a:pt x="4946" y="1575"/>
                    <a:pt x="4726" y="1922"/>
                  </a:cubicBezTo>
                  <a:lnTo>
                    <a:pt x="3655" y="4064"/>
                  </a:lnTo>
                  <a:cubicBezTo>
                    <a:pt x="3623" y="4127"/>
                    <a:pt x="3623" y="4253"/>
                    <a:pt x="3655" y="4316"/>
                  </a:cubicBezTo>
                  <a:cubicBezTo>
                    <a:pt x="3718" y="4411"/>
                    <a:pt x="3781" y="4474"/>
                    <a:pt x="3875" y="4537"/>
                  </a:cubicBezTo>
                  <a:cubicBezTo>
                    <a:pt x="4088" y="4627"/>
                    <a:pt x="4310" y="4670"/>
                    <a:pt x="4532" y="4670"/>
                  </a:cubicBezTo>
                  <a:cubicBezTo>
                    <a:pt x="5165" y="4670"/>
                    <a:pt x="5785" y="4316"/>
                    <a:pt x="6112" y="3686"/>
                  </a:cubicBezTo>
                  <a:lnTo>
                    <a:pt x="6238" y="3434"/>
                  </a:lnTo>
                  <a:lnTo>
                    <a:pt x="7026" y="3434"/>
                  </a:lnTo>
                  <a:cubicBezTo>
                    <a:pt x="7089" y="3434"/>
                    <a:pt x="7215" y="3466"/>
                    <a:pt x="7246" y="3529"/>
                  </a:cubicBezTo>
                  <a:lnTo>
                    <a:pt x="8979" y="5261"/>
                  </a:lnTo>
                  <a:cubicBezTo>
                    <a:pt x="9137" y="5419"/>
                    <a:pt x="9137" y="5545"/>
                    <a:pt x="9105" y="5640"/>
                  </a:cubicBezTo>
                  <a:cubicBezTo>
                    <a:pt x="9105" y="5671"/>
                    <a:pt x="9042" y="5829"/>
                    <a:pt x="8885" y="5860"/>
                  </a:cubicBezTo>
                  <a:lnTo>
                    <a:pt x="5576" y="6805"/>
                  </a:lnTo>
                  <a:cubicBezTo>
                    <a:pt x="5543" y="6814"/>
                    <a:pt x="5507" y="6818"/>
                    <a:pt x="5470" y="6818"/>
                  </a:cubicBezTo>
                  <a:cubicBezTo>
                    <a:pt x="5371" y="6818"/>
                    <a:pt x="5268" y="6788"/>
                    <a:pt x="5198" y="6742"/>
                  </a:cubicBezTo>
                  <a:lnTo>
                    <a:pt x="4096" y="5640"/>
                  </a:lnTo>
                  <a:cubicBezTo>
                    <a:pt x="4033" y="5545"/>
                    <a:pt x="3938" y="5514"/>
                    <a:pt x="3875" y="5514"/>
                  </a:cubicBezTo>
                  <a:lnTo>
                    <a:pt x="2111" y="5514"/>
                  </a:lnTo>
                  <a:lnTo>
                    <a:pt x="2111" y="2048"/>
                  </a:lnTo>
                  <a:lnTo>
                    <a:pt x="2741" y="2048"/>
                  </a:lnTo>
                  <a:cubicBezTo>
                    <a:pt x="3119" y="2048"/>
                    <a:pt x="3466" y="1796"/>
                    <a:pt x="3686" y="1449"/>
                  </a:cubicBezTo>
                  <a:lnTo>
                    <a:pt x="4001" y="819"/>
                  </a:lnTo>
                  <a:cubicBezTo>
                    <a:pt x="4064" y="693"/>
                    <a:pt x="4190" y="630"/>
                    <a:pt x="4316" y="630"/>
                  </a:cubicBezTo>
                  <a:close/>
                  <a:moveTo>
                    <a:pt x="4316" y="0"/>
                  </a:moveTo>
                  <a:cubicBezTo>
                    <a:pt x="3907" y="0"/>
                    <a:pt x="3560" y="221"/>
                    <a:pt x="3371" y="599"/>
                  </a:cubicBezTo>
                  <a:lnTo>
                    <a:pt x="3056" y="1229"/>
                  </a:lnTo>
                  <a:cubicBezTo>
                    <a:pt x="2962" y="1323"/>
                    <a:pt x="2836" y="1418"/>
                    <a:pt x="2741" y="1418"/>
                  </a:cubicBezTo>
                  <a:lnTo>
                    <a:pt x="378" y="1418"/>
                  </a:lnTo>
                  <a:cubicBezTo>
                    <a:pt x="158" y="1418"/>
                    <a:pt x="0" y="1575"/>
                    <a:pt x="0" y="1764"/>
                  </a:cubicBezTo>
                  <a:lnTo>
                    <a:pt x="0" y="5955"/>
                  </a:lnTo>
                  <a:cubicBezTo>
                    <a:pt x="0" y="6144"/>
                    <a:pt x="158" y="6301"/>
                    <a:pt x="378" y="6301"/>
                  </a:cubicBezTo>
                  <a:lnTo>
                    <a:pt x="3718" y="6301"/>
                  </a:lnTo>
                  <a:lnTo>
                    <a:pt x="4694" y="7278"/>
                  </a:lnTo>
                  <a:cubicBezTo>
                    <a:pt x="4894" y="7477"/>
                    <a:pt x="5139" y="7598"/>
                    <a:pt x="5410" y="7598"/>
                  </a:cubicBezTo>
                  <a:cubicBezTo>
                    <a:pt x="5525" y="7598"/>
                    <a:pt x="5644" y="7577"/>
                    <a:pt x="5766" y="7530"/>
                  </a:cubicBezTo>
                  <a:lnTo>
                    <a:pt x="9074" y="6553"/>
                  </a:lnTo>
                  <a:cubicBezTo>
                    <a:pt x="9263" y="6522"/>
                    <a:pt x="9420" y="6396"/>
                    <a:pt x="9578" y="6238"/>
                  </a:cubicBezTo>
                  <a:lnTo>
                    <a:pt x="11562" y="6238"/>
                  </a:lnTo>
                  <a:cubicBezTo>
                    <a:pt x="11751" y="6238"/>
                    <a:pt x="11909" y="6081"/>
                    <a:pt x="11909" y="5892"/>
                  </a:cubicBezTo>
                  <a:lnTo>
                    <a:pt x="11909" y="1733"/>
                  </a:lnTo>
                  <a:cubicBezTo>
                    <a:pt x="11877" y="1544"/>
                    <a:pt x="11720" y="1386"/>
                    <a:pt x="11499" y="1386"/>
                  </a:cubicBezTo>
                  <a:lnTo>
                    <a:pt x="7341" y="1386"/>
                  </a:lnTo>
                  <a:cubicBezTo>
                    <a:pt x="7561" y="1103"/>
                    <a:pt x="7687" y="693"/>
                    <a:pt x="7687" y="347"/>
                  </a:cubicBezTo>
                  <a:cubicBezTo>
                    <a:pt x="7687" y="158"/>
                    <a:pt x="7530" y="0"/>
                    <a:pt x="73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5" name="Google Shape;15905;p83"/>
            <p:cNvSpPr/>
            <p:nvPr/>
          </p:nvSpPr>
          <p:spPr>
            <a:xfrm>
              <a:off x="6664325" y="1938725"/>
              <a:ext cx="17375" cy="43350"/>
            </a:xfrm>
            <a:custGeom>
              <a:avLst/>
              <a:gdLst/>
              <a:ahLst/>
              <a:cxnLst/>
              <a:rect l="l" t="t" r="r" b="b"/>
              <a:pathLst>
                <a:path w="695" h="1734" extrusionOk="0">
                  <a:moveTo>
                    <a:pt x="348" y="1"/>
                  </a:moveTo>
                  <a:cubicBezTo>
                    <a:pt x="159" y="1"/>
                    <a:pt x="1" y="158"/>
                    <a:pt x="1" y="347"/>
                  </a:cubicBezTo>
                  <a:lnTo>
                    <a:pt x="1" y="1355"/>
                  </a:lnTo>
                  <a:cubicBezTo>
                    <a:pt x="1" y="1576"/>
                    <a:pt x="159" y="1733"/>
                    <a:pt x="348" y="1733"/>
                  </a:cubicBezTo>
                  <a:cubicBezTo>
                    <a:pt x="537" y="1733"/>
                    <a:pt x="694" y="1576"/>
                    <a:pt x="694" y="1355"/>
                  </a:cubicBezTo>
                  <a:lnTo>
                    <a:pt x="694" y="347"/>
                  </a:lnTo>
                  <a:cubicBezTo>
                    <a:pt x="694" y="158"/>
                    <a:pt x="537"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6" name="Google Shape;15906;p83"/>
            <p:cNvSpPr/>
            <p:nvPr/>
          </p:nvSpPr>
          <p:spPr>
            <a:xfrm>
              <a:off x="6594250" y="1972800"/>
              <a:ext cx="35450" cy="35275"/>
            </a:xfrm>
            <a:custGeom>
              <a:avLst/>
              <a:gdLst/>
              <a:ahLst/>
              <a:cxnLst/>
              <a:rect l="l" t="t" r="r" b="b"/>
              <a:pathLst>
                <a:path w="1418" h="1411" extrusionOk="0">
                  <a:moveTo>
                    <a:pt x="374" y="0"/>
                  </a:moveTo>
                  <a:cubicBezTo>
                    <a:pt x="291" y="0"/>
                    <a:pt x="205" y="40"/>
                    <a:pt x="126" y="118"/>
                  </a:cubicBezTo>
                  <a:cubicBezTo>
                    <a:pt x="0" y="244"/>
                    <a:pt x="0" y="496"/>
                    <a:pt x="126" y="591"/>
                  </a:cubicBezTo>
                  <a:lnTo>
                    <a:pt x="819" y="1316"/>
                  </a:lnTo>
                  <a:cubicBezTo>
                    <a:pt x="882" y="1379"/>
                    <a:pt x="969" y="1410"/>
                    <a:pt x="1055" y="1410"/>
                  </a:cubicBezTo>
                  <a:cubicBezTo>
                    <a:pt x="1142" y="1410"/>
                    <a:pt x="1229" y="1379"/>
                    <a:pt x="1292" y="1316"/>
                  </a:cubicBezTo>
                  <a:cubicBezTo>
                    <a:pt x="1418" y="1190"/>
                    <a:pt x="1418" y="969"/>
                    <a:pt x="1292" y="843"/>
                  </a:cubicBezTo>
                  <a:lnTo>
                    <a:pt x="599" y="118"/>
                  </a:lnTo>
                  <a:cubicBezTo>
                    <a:pt x="536" y="40"/>
                    <a:pt x="457" y="0"/>
                    <a:pt x="3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7" name="Google Shape;15907;p83"/>
            <p:cNvSpPr/>
            <p:nvPr/>
          </p:nvSpPr>
          <p:spPr>
            <a:xfrm>
              <a:off x="6715525" y="1972800"/>
              <a:ext cx="35475" cy="35275"/>
            </a:xfrm>
            <a:custGeom>
              <a:avLst/>
              <a:gdLst/>
              <a:ahLst/>
              <a:cxnLst/>
              <a:rect l="l" t="t" r="r" b="b"/>
              <a:pathLst>
                <a:path w="1419" h="1411" extrusionOk="0">
                  <a:moveTo>
                    <a:pt x="1056" y="0"/>
                  </a:moveTo>
                  <a:cubicBezTo>
                    <a:pt x="970" y="0"/>
                    <a:pt x="883" y="40"/>
                    <a:pt x="820" y="118"/>
                  </a:cubicBezTo>
                  <a:lnTo>
                    <a:pt x="127" y="843"/>
                  </a:lnTo>
                  <a:cubicBezTo>
                    <a:pt x="1" y="969"/>
                    <a:pt x="1" y="1190"/>
                    <a:pt x="127" y="1316"/>
                  </a:cubicBezTo>
                  <a:cubicBezTo>
                    <a:pt x="174" y="1379"/>
                    <a:pt x="261" y="1410"/>
                    <a:pt x="351" y="1410"/>
                  </a:cubicBezTo>
                  <a:cubicBezTo>
                    <a:pt x="442" y="1410"/>
                    <a:pt x="536" y="1379"/>
                    <a:pt x="599" y="1316"/>
                  </a:cubicBezTo>
                  <a:lnTo>
                    <a:pt x="1293" y="591"/>
                  </a:lnTo>
                  <a:cubicBezTo>
                    <a:pt x="1419" y="496"/>
                    <a:pt x="1419" y="244"/>
                    <a:pt x="1293" y="118"/>
                  </a:cubicBezTo>
                  <a:cubicBezTo>
                    <a:pt x="1230" y="40"/>
                    <a:pt x="1143" y="0"/>
                    <a:pt x="1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08" name="Google Shape;15908;p83"/>
          <p:cNvGrpSpPr/>
          <p:nvPr/>
        </p:nvGrpSpPr>
        <p:grpSpPr>
          <a:xfrm>
            <a:off x="8850049" y="2042622"/>
            <a:ext cx="467201" cy="465943"/>
            <a:chOff x="2141000" y="1954475"/>
            <a:chExt cx="296975" cy="296175"/>
          </a:xfrm>
        </p:grpSpPr>
        <p:sp>
          <p:nvSpPr>
            <p:cNvPr id="15909" name="Google Shape;15909;p83"/>
            <p:cNvSpPr/>
            <p:nvPr/>
          </p:nvSpPr>
          <p:spPr>
            <a:xfrm>
              <a:off x="2280425" y="1989925"/>
              <a:ext cx="104775" cy="68550"/>
            </a:xfrm>
            <a:custGeom>
              <a:avLst/>
              <a:gdLst/>
              <a:ahLst/>
              <a:cxnLst/>
              <a:rect l="l" t="t" r="r" b="b"/>
              <a:pathLst>
                <a:path w="4191" h="2742" extrusionOk="0">
                  <a:moveTo>
                    <a:pt x="347" y="0"/>
                  </a:moveTo>
                  <a:cubicBezTo>
                    <a:pt x="158" y="0"/>
                    <a:pt x="0" y="158"/>
                    <a:pt x="0" y="347"/>
                  </a:cubicBezTo>
                  <a:cubicBezTo>
                    <a:pt x="0" y="505"/>
                    <a:pt x="158" y="662"/>
                    <a:pt x="315" y="662"/>
                  </a:cubicBezTo>
                  <a:lnTo>
                    <a:pt x="2426" y="662"/>
                  </a:lnTo>
                  <a:cubicBezTo>
                    <a:pt x="2615" y="662"/>
                    <a:pt x="2773" y="820"/>
                    <a:pt x="2773" y="1009"/>
                  </a:cubicBezTo>
                  <a:lnTo>
                    <a:pt x="2773" y="1576"/>
                  </a:lnTo>
                  <a:lnTo>
                    <a:pt x="2678" y="1450"/>
                  </a:lnTo>
                  <a:cubicBezTo>
                    <a:pt x="2615" y="1387"/>
                    <a:pt x="2521" y="1355"/>
                    <a:pt x="2430" y="1355"/>
                  </a:cubicBezTo>
                  <a:cubicBezTo>
                    <a:pt x="2340" y="1355"/>
                    <a:pt x="2253" y="1387"/>
                    <a:pt x="2206" y="1450"/>
                  </a:cubicBezTo>
                  <a:cubicBezTo>
                    <a:pt x="2080" y="1576"/>
                    <a:pt x="2080" y="1796"/>
                    <a:pt x="2206" y="1922"/>
                  </a:cubicBezTo>
                  <a:lnTo>
                    <a:pt x="2899" y="2647"/>
                  </a:lnTo>
                  <a:cubicBezTo>
                    <a:pt x="2993" y="2710"/>
                    <a:pt x="3056" y="2741"/>
                    <a:pt x="3151" y="2741"/>
                  </a:cubicBezTo>
                  <a:cubicBezTo>
                    <a:pt x="3214" y="2741"/>
                    <a:pt x="3340" y="2710"/>
                    <a:pt x="3371" y="2647"/>
                  </a:cubicBezTo>
                  <a:lnTo>
                    <a:pt x="4096" y="1922"/>
                  </a:lnTo>
                  <a:cubicBezTo>
                    <a:pt x="4191" y="1796"/>
                    <a:pt x="4191" y="1576"/>
                    <a:pt x="4096" y="1450"/>
                  </a:cubicBezTo>
                  <a:cubicBezTo>
                    <a:pt x="4033" y="1387"/>
                    <a:pt x="3938" y="1355"/>
                    <a:pt x="3848" y="1355"/>
                  </a:cubicBezTo>
                  <a:cubicBezTo>
                    <a:pt x="3757" y="1355"/>
                    <a:pt x="3671" y="1387"/>
                    <a:pt x="3623" y="1450"/>
                  </a:cubicBezTo>
                  <a:lnTo>
                    <a:pt x="3497" y="1576"/>
                  </a:lnTo>
                  <a:lnTo>
                    <a:pt x="3497" y="1009"/>
                  </a:lnTo>
                  <a:cubicBezTo>
                    <a:pt x="3497" y="442"/>
                    <a:pt x="3025"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0" name="Google Shape;15910;p83"/>
            <p:cNvSpPr/>
            <p:nvPr/>
          </p:nvSpPr>
          <p:spPr>
            <a:xfrm>
              <a:off x="2174875" y="2145875"/>
              <a:ext cx="105575" cy="69325"/>
            </a:xfrm>
            <a:custGeom>
              <a:avLst/>
              <a:gdLst/>
              <a:ahLst/>
              <a:cxnLst/>
              <a:rect l="l" t="t" r="r" b="b"/>
              <a:pathLst>
                <a:path w="4223" h="2773" extrusionOk="0">
                  <a:moveTo>
                    <a:pt x="1056" y="0"/>
                  </a:moveTo>
                  <a:cubicBezTo>
                    <a:pt x="969" y="0"/>
                    <a:pt x="883" y="32"/>
                    <a:pt x="820" y="95"/>
                  </a:cubicBezTo>
                  <a:lnTo>
                    <a:pt x="95" y="820"/>
                  </a:lnTo>
                  <a:cubicBezTo>
                    <a:pt x="1" y="914"/>
                    <a:pt x="1" y="1166"/>
                    <a:pt x="95" y="1292"/>
                  </a:cubicBezTo>
                  <a:cubicBezTo>
                    <a:pt x="158" y="1339"/>
                    <a:pt x="253" y="1363"/>
                    <a:pt x="343" y="1363"/>
                  </a:cubicBezTo>
                  <a:cubicBezTo>
                    <a:pt x="434" y="1363"/>
                    <a:pt x="521" y="1339"/>
                    <a:pt x="568" y="1292"/>
                  </a:cubicBezTo>
                  <a:lnTo>
                    <a:pt x="694" y="1166"/>
                  </a:lnTo>
                  <a:lnTo>
                    <a:pt x="694" y="1702"/>
                  </a:lnTo>
                  <a:cubicBezTo>
                    <a:pt x="757" y="2300"/>
                    <a:pt x="1229" y="2773"/>
                    <a:pt x="1765" y="2773"/>
                  </a:cubicBezTo>
                  <a:lnTo>
                    <a:pt x="3844" y="2773"/>
                  </a:lnTo>
                  <a:cubicBezTo>
                    <a:pt x="4065" y="2773"/>
                    <a:pt x="4222" y="2615"/>
                    <a:pt x="4222" y="2426"/>
                  </a:cubicBezTo>
                  <a:cubicBezTo>
                    <a:pt x="4222" y="2237"/>
                    <a:pt x="4065" y="2080"/>
                    <a:pt x="3844" y="2080"/>
                  </a:cubicBezTo>
                  <a:lnTo>
                    <a:pt x="1765" y="2080"/>
                  </a:lnTo>
                  <a:cubicBezTo>
                    <a:pt x="1576" y="2080"/>
                    <a:pt x="1418" y="1922"/>
                    <a:pt x="1418" y="1702"/>
                  </a:cubicBezTo>
                  <a:lnTo>
                    <a:pt x="1418" y="1166"/>
                  </a:lnTo>
                  <a:lnTo>
                    <a:pt x="1544" y="1292"/>
                  </a:lnTo>
                  <a:cubicBezTo>
                    <a:pt x="1592" y="1339"/>
                    <a:pt x="1678" y="1363"/>
                    <a:pt x="1769" y="1363"/>
                  </a:cubicBezTo>
                  <a:cubicBezTo>
                    <a:pt x="1859" y="1363"/>
                    <a:pt x="1954" y="1339"/>
                    <a:pt x="2017" y="1292"/>
                  </a:cubicBezTo>
                  <a:cubicBezTo>
                    <a:pt x="2112" y="1166"/>
                    <a:pt x="2112" y="914"/>
                    <a:pt x="2017" y="820"/>
                  </a:cubicBezTo>
                  <a:lnTo>
                    <a:pt x="1292" y="95"/>
                  </a:lnTo>
                  <a:cubicBezTo>
                    <a:pt x="1229" y="32"/>
                    <a:pt x="1143" y="0"/>
                    <a:pt x="1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1" name="Google Shape;15911;p83"/>
            <p:cNvSpPr/>
            <p:nvPr/>
          </p:nvSpPr>
          <p:spPr>
            <a:xfrm>
              <a:off x="2141000" y="1954475"/>
              <a:ext cx="139450" cy="174100"/>
            </a:xfrm>
            <a:custGeom>
              <a:avLst/>
              <a:gdLst/>
              <a:ahLst/>
              <a:cxnLst/>
              <a:rect l="l" t="t" r="r" b="b"/>
              <a:pathLst>
                <a:path w="5578" h="6964" extrusionOk="0">
                  <a:moveTo>
                    <a:pt x="2773" y="694"/>
                  </a:moveTo>
                  <a:cubicBezTo>
                    <a:pt x="3372" y="694"/>
                    <a:pt x="3782" y="1166"/>
                    <a:pt x="3782" y="1734"/>
                  </a:cubicBezTo>
                  <a:cubicBezTo>
                    <a:pt x="3782" y="2301"/>
                    <a:pt x="3309" y="2742"/>
                    <a:pt x="2773" y="2742"/>
                  </a:cubicBezTo>
                  <a:cubicBezTo>
                    <a:pt x="2175" y="2742"/>
                    <a:pt x="1734" y="2269"/>
                    <a:pt x="1734" y="1734"/>
                  </a:cubicBezTo>
                  <a:cubicBezTo>
                    <a:pt x="1734" y="1166"/>
                    <a:pt x="2206" y="694"/>
                    <a:pt x="2773" y="694"/>
                  </a:cubicBezTo>
                  <a:close/>
                  <a:moveTo>
                    <a:pt x="2773" y="3466"/>
                  </a:moveTo>
                  <a:cubicBezTo>
                    <a:pt x="3908" y="3466"/>
                    <a:pt x="4853" y="4411"/>
                    <a:pt x="4853" y="5546"/>
                  </a:cubicBezTo>
                  <a:lnTo>
                    <a:pt x="4853" y="6270"/>
                  </a:lnTo>
                  <a:lnTo>
                    <a:pt x="694" y="6270"/>
                  </a:lnTo>
                  <a:lnTo>
                    <a:pt x="694" y="5546"/>
                  </a:lnTo>
                  <a:cubicBezTo>
                    <a:pt x="694" y="4411"/>
                    <a:pt x="1639" y="3466"/>
                    <a:pt x="2773" y="3466"/>
                  </a:cubicBezTo>
                  <a:close/>
                  <a:moveTo>
                    <a:pt x="2805" y="1"/>
                  </a:moveTo>
                  <a:cubicBezTo>
                    <a:pt x="1860" y="1"/>
                    <a:pt x="1072" y="788"/>
                    <a:pt x="1072" y="1734"/>
                  </a:cubicBezTo>
                  <a:cubicBezTo>
                    <a:pt x="1072" y="2238"/>
                    <a:pt x="1324" y="2710"/>
                    <a:pt x="1671" y="3025"/>
                  </a:cubicBezTo>
                  <a:cubicBezTo>
                    <a:pt x="726" y="3466"/>
                    <a:pt x="64" y="4443"/>
                    <a:pt x="64" y="5577"/>
                  </a:cubicBezTo>
                  <a:lnTo>
                    <a:pt x="64" y="6617"/>
                  </a:lnTo>
                  <a:cubicBezTo>
                    <a:pt x="1" y="6806"/>
                    <a:pt x="159" y="6963"/>
                    <a:pt x="379" y="6963"/>
                  </a:cubicBezTo>
                  <a:lnTo>
                    <a:pt x="5199" y="6963"/>
                  </a:lnTo>
                  <a:cubicBezTo>
                    <a:pt x="5420" y="6963"/>
                    <a:pt x="5577" y="6806"/>
                    <a:pt x="5577" y="6617"/>
                  </a:cubicBezTo>
                  <a:lnTo>
                    <a:pt x="5577" y="5577"/>
                  </a:lnTo>
                  <a:cubicBezTo>
                    <a:pt x="5577" y="4443"/>
                    <a:pt x="4884" y="3498"/>
                    <a:pt x="3939" y="3025"/>
                  </a:cubicBezTo>
                  <a:cubicBezTo>
                    <a:pt x="4317" y="2710"/>
                    <a:pt x="4538" y="2238"/>
                    <a:pt x="4538" y="1734"/>
                  </a:cubicBezTo>
                  <a:cubicBezTo>
                    <a:pt x="4538" y="788"/>
                    <a:pt x="3750" y="1"/>
                    <a:pt x="28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2" name="Google Shape;15912;p83"/>
            <p:cNvSpPr/>
            <p:nvPr/>
          </p:nvSpPr>
          <p:spPr>
            <a:xfrm>
              <a:off x="2298525" y="2076550"/>
              <a:ext cx="139450" cy="174100"/>
            </a:xfrm>
            <a:custGeom>
              <a:avLst/>
              <a:gdLst/>
              <a:ahLst/>
              <a:cxnLst/>
              <a:rect l="l" t="t" r="r" b="b"/>
              <a:pathLst>
                <a:path w="5578" h="6964" extrusionOk="0">
                  <a:moveTo>
                    <a:pt x="2773" y="663"/>
                  </a:moveTo>
                  <a:cubicBezTo>
                    <a:pt x="3372" y="663"/>
                    <a:pt x="3782" y="1135"/>
                    <a:pt x="3782" y="1702"/>
                  </a:cubicBezTo>
                  <a:cubicBezTo>
                    <a:pt x="3782" y="2238"/>
                    <a:pt x="3309" y="2710"/>
                    <a:pt x="2773" y="2710"/>
                  </a:cubicBezTo>
                  <a:cubicBezTo>
                    <a:pt x="2175" y="2710"/>
                    <a:pt x="1734" y="2238"/>
                    <a:pt x="1734" y="1702"/>
                  </a:cubicBezTo>
                  <a:cubicBezTo>
                    <a:pt x="1734" y="1135"/>
                    <a:pt x="2175" y="663"/>
                    <a:pt x="2773" y="663"/>
                  </a:cubicBezTo>
                  <a:close/>
                  <a:moveTo>
                    <a:pt x="2773" y="3467"/>
                  </a:moveTo>
                  <a:cubicBezTo>
                    <a:pt x="3908" y="3467"/>
                    <a:pt x="4853" y="4412"/>
                    <a:pt x="4853" y="5546"/>
                  </a:cubicBezTo>
                  <a:lnTo>
                    <a:pt x="4853" y="6270"/>
                  </a:lnTo>
                  <a:lnTo>
                    <a:pt x="694" y="6270"/>
                  </a:lnTo>
                  <a:lnTo>
                    <a:pt x="694" y="5546"/>
                  </a:lnTo>
                  <a:cubicBezTo>
                    <a:pt x="694" y="4412"/>
                    <a:pt x="1639" y="3467"/>
                    <a:pt x="2773" y="3467"/>
                  </a:cubicBezTo>
                  <a:close/>
                  <a:moveTo>
                    <a:pt x="2773" y="1"/>
                  </a:moveTo>
                  <a:cubicBezTo>
                    <a:pt x="1828" y="1"/>
                    <a:pt x="1041" y="789"/>
                    <a:pt x="1041" y="1734"/>
                  </a:cubicBezTo>
                  <a:cubicBezTo>
                    <a:pt x="1041" y="2238"/>
                    <a:pt x="1261" y="2710"/>
                    <a:pt x="1608" y="3025"/>
                  </a:cubicBezTo>
                  <a:cubicBezTo>
                    <a:pt x="663" y="3467"/>
                    <a:pt x="1" y="4443"/>
                    <a:pt x="1" y="5546"/>
                  </a:cubicBezTo>
                  <a:lnTo>
                    <a:pt x="1" y="6617"/>
                  </a:lnTo>
                  <a:cubicBezTo>
                    <a:pt x="1" y="6806"/>
                    <a:pt x="159" y="6964"/>
                    <a:pt x="379" y="6964"/>
                  </a:cubicBezTo>
                  <a:lnTo>
                    <a:pt x="5199" y="6964"/>
                  </a:lnTo>
                  <a:cubicBezTo>
                    <a:pt x="5420" y="6964"/>
                    <a:pt x="5577" y="6806"/>
                    <a:pt x="5577" y="6617"/>
                  </a:cubicBezTo>
                  <a:lnTo>
                    <a:pt x="5577" y="5546"/>
                  </a:lnTo>
                  <a:cubicBezTo>
                    <a:pt x="5514" y="4412"/>
                    <a:pt x="4853" y="3467"/>
                    <a:pt x="3908" y="3025"/>
                  </a:cubicBezTo>
                  <a:cubicBezTo>
                    <a:pt x="4254" y="2710"/>
                    <a:pt x="4506" y="2238"/>
                    <a:pt x="4506" y="1734"/>
                  </a:cubicBezTo>
                  <a:cubicBezTo>
                    <a:pt x="4506" y="789"/>
                    <a:pt x="3719" y="1"/>
                    <a:pt x="27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13" name="Google Shape;15913;p83"/>
          <p:cNvGrpSpPr/>
          <p:nvPr/>
        </p:nvGrpSpPr>
        <p:grpSpPr>
          <a:xfrm>
            <a:off x="8841396" y="2645076"/>
            <a:ext cx="484507" cy="465037"/>
            <a:chOff x="2140225" y="2318650"/>
            <a:chExt cx="307975" cy="295600"/>
          </a:xfrm>
        </p:grpSpPr>
        <p:sp>
          <p:nvSpPr>
            <p:cNvPr id="15914" name="Google Shape;15914;p83"/>
            <p:cNvSpPr/>
            <p:nvPr/>
          </p:nvSpPr>
          <p:spPr>
            <a:xfrm>
              <a:off x="2281200" y="2353025"/>
              <a:ext cx="104000" cy="121300"/>
            </a:xfrm>
            <a:custGeom>
              <a:avLst/>
              <a:gdLst/>
              <a:ahLst/>
              <a:cxnLst/>
              <a:rect l="l" t="t" r="r" b="b"/>
              <a:pathLst>
                <a:path w="4160" h="4852" extrusionOk="0">
                  <a:moveTo>
                    <a:pt x="2080" y="662"/>
                  </a:moveTo>
                  <a:cubicBezTo>
                    <a:pt x="2490" y="662"/>
                    <a:pt x="2805" y="977"/>
                    <a:pt x="2805" y="1386"/>
                  </a:cubicBezTo>
                  <a:cubicBezTo>
                    <a:pt x="2805" y="1764"/>
                    <a:pt x="2490" y="2079"/>
                    <a:pt x="2080" y="2079"/>
                  </a:cubicBezTo>
                  <a:cubicBezTo>
                    <a:pt x="1702" y="2079"/>
                    <a:pt x="1387" y="1764"/>
                    <a:pt x="1387" y="1386"/>
                  </a:cubicBezTo>
                  <a:cubicBezTo>
                    <a:pt x="1387" y="977"/>
                    <a:pt x="1702" y="662"/>
                    <a:pt x="2080" y="662"/>
                  </a:cubicBezTo>
                  <a:close/>
                  <a:moveTo>
                    <a:pt x="2080" y="2773"/>
                  </a:moveTo>
                  <a:cubicBezTo>
                    <a:pt x="2836" y="2773"/>
                    <a:pt x="3466" y="3403"/>
                    <a:pt x="3466" y="4127"/>
                  </a:cubicBezTo>
                  <a:lnTo>
                    <a:pt x="662" y="4127"/>
                  </a:lnTo>
                  <a:cubicBezTo>
                    <a:pt x="662" y="3403"/>
                    <a:pt x="1293" y="2773"/>
                    <a:pt x="2080" y="2773"/>
                  </a:cubicBezTo>
                  <a:close/>
                  <a:moveTo>
                    <a:pt x="2112" y="0"/>
                  </a:moveTo>
                  <a:cubicBezTo>
                    <a:pt x="1387" y="0"/>
                    <a:pt x="757" y="630"/>
                    <a:pt x="757" y="1386"/>
                  </a:cubicBezTo>
                  <a:cubicBezTo>
                    <a:pt x="757" y="1733"/>
                    <a:pt x="915" y="2079"/>
                    <a:pt x="1135" y="2332"/>
                  </a:cubicBezTo>
                  <a:cubicBezTo>
                    <a:pt x="505" y="2678"/>
                    <a:pt x="64" y="3340"/>
                    <a:pt x="64" y="4127"/>
                  </a:cubicBezTo>
                  <a:lnTo>
                    <a:pt x="64" y="4505"/>
                  </a:lnTo>
                  <a:cubicBezTo>
                    <a:pt x="1" y="4694"/>
                    <a:pt x="158" y="4852"/>
                    <a:pt x="347" y="4852"/>
                  </a:cubicBezTo>
                  <a:lnTo>
                    <a:pt x="3813" y="4852"/>
                  </a:lnTo>
                  <a:cubicBezTo>
                    <a:pt x="4002" y="4852"/>
                    <a:pt x="4160" y="4694"/>
                    <a:pt x="4160" y="4505"/>
                  </a:cubicBezTo>
                  <a:lnTo>
                    <a:pt x="4160" y="4127"/>
                  </a:lnTo>
                  <a:cubicBezTo>
                    <a:pt x="4160" y="3340"/>
                    <a:pt x="3750" y="2678"/>
                    <a:pt x="3120" y="2332"/>
                  </a:cubicBezTo>
                  <a:cubicBezTo>
                    <a:pt x="3340" y="2079"/>
                    <a:pt x="3498" y="1733"/>
                    <a:pt x="3498" y="1386"/>
                  </a:cubicBezTo>
                  <a:cubicBezTo>
                    <a:pt x="3498" y="630"/>
                    <a:pt x="2868" y="0"/>
                    <a:pt x="21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5" name="Google Shape;15915;p83"/>
            <p:cNvSpPr/>
            <p:nvPr/>
          </p:nvSpPr>
          <p:spPr>
            <a:xfrm>
              <a:off x="2140225" y="2318650"/>
              <a:ext cx="307975" cy="295600"/>
            </a:xfrm>
            <a:custGeom>
              <a:avLst/>
              <a:gdLst/>
              <a:ahLst/>
              <a:cxnLst/>
              <a:rect l="l" t="t" r="r" b="b"/>
              <a:pathLst>
                <a:path w="12319" h="11824" extrusionOk="0">
                  <a:moveTo>
                    <a:pt x="7712" y="682"/>
                  </a:moveTo>
                  <a:cubicBezTo>
                    <a:pt x="8607" y="682"/>
                    <a:pt x="9499" y="1029"/>
                    <a:pt x="10177" y="1690"/>
                  </a:cubicBezTo>
                  <a:cubicBezTo>
                    <a:pt x="11468" y="2982"/>
                    <a:pt x="11531" y="5187"/>
                    <a:pt x="10177" y="6573"/>
                  </a:cubicBezTo>
                  <a:cubicBezTo>
                    <a:pt x="9500" y="7266"/>
                    <a:pt x="8627" y="7590"/>
                    <a:pt x="7754" y="7590"/>
                  </a:cubicBezTo>
                  <a:cubicBezTo>
                    <a:pt x="6839" y="7590"/>
                    <a:pt x="5923" y="7234"/>
                    <a:pt x="5230" y="6573"/>
                  </a:cubicBezTo>
                  <a:cubicBezTo>
                    <a:pt x="3939" y="5282"/>
                    <a:pt x="3876" y="3045"/>
                    <a:pt x="5325" y="1659"/>
                  </a:cubicBezTo>
                  <a:cubicBezTo>
                    <a:pt x="6001" y="997"/>
                    <a:pt x="6858" y="682"/>
                    <a:pt x="7712" y="682"/>
                  </a:cubicBezTo>
                  <a:close/>
                  <a:moveTo>
                    <a:pt x="4128" y="6258"/>
                  </a:moveTo>
                  <a:cubicBezTo>
                    <a:pt x="4285" y="6573"/>
                    <a:pt x="4537" y="6857"/>
                    <a:pt x="4758" y="7078"/>
                  </a:cubicBezTo>
                  <a:cubicBezTo>
                    <a:pt x="5010" y="7330"/>
                    <a:pt x="5293" y="7550"/>
                    <a:pt x="5577" y="7708"/>
                  </a:cubicBezTo>
                  <a:lnTo>
                    <a:pt x="5136" y="8180"/>
                  </a:lnTo>
                  <a:cubicBezTo>
                    <a:pt x="5073" y="8243"/>
                    <a:pt x="4978" y="8275"/>
                    <a:pt x="4888" y="8275"/>
                  </a:cubicBezTo>
                  <a:cubicBezTo>
                    <a:pt x="4797" y="8275"/>
                    <a:pt x="4710" y="8243"/>
                    <a:pt x="4663" y="8180"/>
                  </a:cubicBezTo>
                  <a:lnTo>
                    <a:pt x="3655" y="7204"/>
                  </a:lnTo>
                  <a:cubicBezTo>
                    <a:pt x="3498" y="7078"/>
                    <a:pt x="3498" y="6857"/>
                    <a:pt x="3655" y="6731"/>
                  </a:cubicBezTo>
                  <a:lnTo>
                    <a:pt x="4128" y="6258"/>
                  </a:lnTo>
                  <a:close/>
                  <a:moveTo>
                    <a:pt x="3403" y="7960"/>
                  </a:moveTo>
                  <a:lnTo>
                    <a:pt x="3876" y="8432"/>
                  </a:lnTo>
                  <a:lnTo>
                    <a:pt x="3309" y="8968"/>
                  </a:lnTo>
                  <a:lnTo>
                    <a:pt x="2836" y="8495"/>
                  </a:lnTo>
                  <a:lnTo>
                    <a:pt x="3403" y="7960"/>
                  </a:lnTo>
                  <a:close/>
                  <a:moveTo>
                    <a:pt x="2363" y="8968"/>
                  </a:moveTo>
                  <a:lnTo>
                    <a:pt x="2836" y="9440"/>
                  </a:lnTo>
                  <a:lnTo>
                    <a:pt x="1292" y="10984"/>
                  </a:lnTo>
                  <a:cubicBezTo>
                    <a:pt x="1245" y="11047"/>
                    <a:pt x="1158" y="11079"/>
                    <a:pt x="1068" y="11079"/>
                  </a:cubicBezTo>
                  <a:cubicBezTo>
                    <a:pt x="977" y="11079"/>
                    <a:pt x="883" y="11047"/>
                    <a:pt x="820" y="10984"/>
                  </a:cubicBezTo>
                  <a:cubicBezTo>
                    <a:pt x="725" y="10858"/>
                    <a:pt x="725" y="10669"/>
                    <a:pt x="820" y="10512"/>
                  </a:cubicBezTo>
                  <a:lnTo>
                    <a:pt x="2363" y="8968"/>
                  </a:lnTo>
                  <a:close/>
                  <a:moveTo>
                    <a:pt x="7731" y="1"/>
                  </a:moveTo>
                  <a:cubicBezTo>
                    <a:pt x="6669" y="1"/>
                    <a:pt x="5604" y="403"/>
                    <a:pt x="4789" y="1218"/>
                  </a:cubicBezTo>
                  <a:cubicBezTo>
                    <a:pt x="3592" y="2446"/>
                    <a:pt x="3309" y="4179"/>
                    <a:pt x="3844" y="5628"/>
                  </a:cubicBezTo>
                  <a:lnTo>
                    <a:pt x="3182" y="6290"/>
                  </a:lnTo>
                  <a:cubicBezTo>
                    <a:pt x="2867" y="6605"/>
                    <a:pt x="2804" y="7078"/>
                    <a:pt x="2993" y="7487"/>
                  </a:cubicBezTo>
                  <a:lnTo>
                    <a:pt x="410" y="10071"/>
                  </a:lnTo>
                  <a:cubicBezTo>
                    <a:pt x="0" y="10480"/>
                    <a:pt x="0" y="11142"/>
                    <a:pt x="410" y="11520"/>
                  </a:cubicBezTo>
                  <a:cubicBezTo>
                    <a:pt x="580" y="11721"/>
                    <a:pt x="826" y="11823"/>
                    <a:pt x="1081" y="11823"/>
                  </a:cubicBezTo>
                  <a:cubicBezTo>
                    <a:pt x="1345" y="11823"/>
                    <a:pt x="1619" y="11713"/>
                    <a:pt x="1828" y="11488"/>
                  </a:cubicBezTo>
                  <a:lnTo>
                    <a:pt x="4411" y="8905"/>
                  </a:lnTo>
                  <a:cubicBezTo>
                    <a:pt x="4565" y="8976"/>
                    <a:pt x="4727" y="9011"/>
                    <a:pt x="4887" y="9011"/>
                  </a:cubicBezTo>
                  <a:cubicBezTo>
                    <a:pt x="5153" y="9011"/>
                    <a:pt x="5411" y="8913"/>
                    <a:pt x="5608" y="8716"/>
                  </a:cubicBezTo>
                  <a:lnTo>
                    <a:pt x="6270" y="8023"/>
                  </a:lnTo>
                  <a:cubicBezTo>
                    <a:pt x="6736" y="8205"/>
                    <a:pt x="7231" y="8296"/>
                    <a:pt x="7729" y="8296"/>
                  </a:cubicBezTo>
                  <a:cubicBezTo>
                    <a:pt x="8781" y="8296"/>
                    <a:pt x="9847" y="7890"/>
                    <a:pt x="10681" y="7078"/>
                  </a:cubicBezTo>
                  <a:cubicBezTo>
                    <a:pt x="12319" y="5439"/>
                    <a:pt x="12287" y="2793"/>
                    <a:pt x="10681" y="1218"/>
                  </a:cubicBezTo>
                  <a:cubicBezTo>
                    <a:pt x="9873" y="410"/>
                    <a:pt x="8804" y="1"/>
                    <a:pt x="77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16" name="Google Shape;15916;p83"/>
          <p:cNvGrpSpPr/>
          <p:nvPr/>
        </p:nvGrpSpPr>
        <p:grpSpPr>
          <a:xfrm>
            <a:off x="8848810" y="3233741"/>
            <a:ext cx="469679" cy="465903"/>
            <a:chOff x="2139425" y="2682250"/>
            <a:chExt cx="298550" cy="296150"/>
          </a:xfrm>
        </p:grpSpPr>
        <p:sp>
          <p:nvSpPr>
            <p:cNvPr id="15917" name="Google Shape;15917;p83"/>
            <p:cNvSpPr/>
            <p:nvPr/>
          </p:nvSpPr>
          <p:spPr>
            <a:xfrm>
              <a:off x="2139425" y="2787000"/>
              <a:ext cx="159125" cy="191400"/>
            </a:xfrm>
            <a:custGeom>
              <a:avLst/>
              <a:gdLst/>
              <a:ahLst/>
              <a:cxnLst/>
              <a:rect l="l" t="t" r="r" b="b"/>
              <a:pathLst>
                <a:path w="6365" h="7656" extrusionOk="0">
                  <a:moveTo>
                    <a:pt x="3214" y="630"/>
                  </a:moveTo>
                  <a:cubicBezTo>
                    <a:pt x="3813" y="630"/>
                    <a:pt x="4286" y="1103"/>
                    <a:pt x="4286" y="1670"/>
                  </a:cubicBezTo>
                  <a:cubicBezTo>
                    <a:pt x="4286" y="2206"/>
                    <a:pt x="3813" y="2678"/>
                    <a:pt x="3214" y="2678"/>
                  </a:cubicBezTo>
                  <a:cubicBezTo>
                    <a:pt x="2647" y="2678"/>
                    <a:pt x="2175" y="2206"/>
                    <a:pt x="2175" y="1670"/>
                  </a:cubicBezTo>
                  <a:cubicBezTo>
                    <a:pt x="2175" y="1166"/>
                    <a:pt x="2647" y="630"/>
                    <a:pt x="3214" y="630"/>
                  </a:cubicBezTo>
                  <a:close/>
                  <a:moveTo>
                    <a:pt x="3183" y="3403"/>
                  </a:moveTo>
                  <a:cubicBezTo>
                    <a:pt x="4538" y="3403"/>
                    <a:pt x="5609" y="4506"/>
                    <a:pt x="5609" y="5829"/>
                  </a:cubicBezTo>
                  <a:lnTo>
                    <a:pt x="5609" y="6931"/>
                  </a:lnTo>
                  <a:lnTo>
                    <a:pt x="757" y="6931"/>
                  </a:lnTo>
                  <a:lnTo>
                    <a:pt x="757" y="5829"/>
                  </a:lnTo>
                  <a:cubicBezTo>
                    <a:pt x="757" y="4506"/>
                    <a:pt x="1860" y="3403"/>
                    <a:pt x="3183" y="3403"/>
                  </a:cubicBezTo>
                  <a:close/>
                  <a:moveTo>
                    <a:pt x="3183" y="0"/>
                  </a:moveTo>
                  <a:cubicBezTo>
                    <a:pt x="2238" y="0"/>
                    <a:pt x="1419" y="788"/>
                    <a:pt x="1419" y="1733"/>
                  </a:cubicBezTo>
                  <a:cubicBezTo>
                    <a:pt x="1419" y="2206"/>
                    <a:pt x="1608" y="2678"/>
                    <a:pt x="1954" y="2993"/>
                  </a:cubicBezTo>
                  <a:cubicBezTo>
                    <a:pt x="820" y="3466"/>
                    <a:pt x="1" y="4569"/>
                    <a:pt x="1" y="5892"/>
                  </a:cubicBezTo>
                  <a:lnTo>
                    <a:pt x="1" y="7309"/>
                  </a:lnTo>
                  <a:cubicBezTo>
                    <a:pt x="64" y="7498"/>
                    <a:pt x="222" y="7656"/>
                    <a:pt x="442" y="7656"/>
                  </a:cubicBezTo>
                  <a:lnTo>
                    <a:pt x="6018" y="7656"/>
                  </a:lnTo>
                  <a:cubicBezTo>
                    <a:pt x="6207" y="7656"/>
                    <a:pt x="6365" y="7498"/>
                    <a:pt x="6365" y="7309"/>
                  </a:cubicBezTo>
                  <a:lnTo>
                    <a:pt x="6365" y="5892"/>
                  </a:lnTo>
                  <a:cubicBezTo>
                    <a:pt x="6365" y="4569"/>
                    <a:pt x="5546" y="3466"/>
                    <a:pt x="4412" y="2993"/>
                  </a:cubicBezTo>
                  <a:cubicBezTo>
                    <a:pt x="4758" y="2647"/>
                    <a:pt x="4947" y="2206"/>
                    <a:pt x="4947" y="1733"/>
                  </a:cubicBezTo>
                  <a:cubicBezTo>
                    <a:pt x="4947" y="788"/>
                    <a:pt x="4160" y="0"/>
                    <a:pt x="31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8" name="Google Shape;15918;p83"/>
            <p:cNvSpPr/>
            <p:nvPr/>
          </p:nvSpPr>
          <p:spPr>
            <a:xfrm>
              <a:off x="2280425" y="2682250"/>
              <a:ext cx="157550" cy="155975"/>
            </a:xfrm>
            <a:custGeom>
              <a:avLst/>
              <a:gdLst/>
              <a:ahLst/>
              <a:cxnLst/>
              <a:rect l="l" t="t" r="r" b="b"/>
              <a:pathLst>
                <a:path w="6302" h="6239" extrusionOk="0">
                  <a:moveTo>
                    <a:pt x="3182" y="662"/>
                  </a:moveTo>
                  <a:cubicBezTo>
                    <a:pt x="4506" y="662"/>
                    <a:pt x="5608" y="1764"/>
                    <a:pt x="5608" y="3088"/>
                  </a:cubicBezTo>
                  <a:cubicBezTo>
                    <a:pt x="5577" y="4442"/>
                    <a:pt x="4474" y="5545"/>
                    <a:pt x="3151" y="5545"/>
                  </a:cubicBezTo>
                  <a:cubicBezTo>
                    <a:pt x="2710" y="5545"/>
                    <a:pt x="2300" y="5419"/>
                    <a:pt x="1954" y="5230"/>
                  </a:cubicBezTo>
                  <a:cubicBezTo>
                    <a:pt x="1891" y="5198"/>
                    <a:pt x="1796" y="5198"/>
                    <a:pt x="1733" y="5198"/>
                  </a:cubicBezTo>
                  <a:lnTo>
                    <a:pt x="946" y="5388"/>
                  </a:lnTo>
                  <a:lnTo>
                    <a:pt x="1166" y="4663"/>
                  </a:lnTo>
                  <a:cubicBezTo>
                    <a:pt x="1198" y="4568"/>
                    <a:pt x="1166" y="4474"/>
                    <a:pt x="1135" y="4411"/>
                  </a:cubicBezTo>
                  <a:cubicBezTo>
                    <a:pt x="883" y="4001"/>
                    <a:pt x="725" y="3560"/>
                    <a:pt x="725" y="3088"/>
                  </a:cubicBezTo>
                  <a:cubicBezTo>
                    <a:pt x="725" y="1764"/>
                    <a:pt x="1828" y="662"/>
                    <a:pt x="3182" y="662"/>
                  </a:cubicBezTo>
                  <a:close/>
                  <a:moveTo>
                    <a:pt x="3151" y="0"/>
                  </a:moveTo>
                  <a:cubicBezTo>
                    <a:pt x="1418" y="0"/>
                    <a:pt x="32" y="1418"/>
                    <a:pt x="32" y="3088"/>
                  </a:cubicBezTo>
                  <a:cubicBezTo>
                    <a:pt x="32" y="3655"/>
                    <a:pt x="158" y="4159"/>
                    <a:pt x="410" y="4631"/>
                  </a:cubicBezTo>
                  <a:lnTo>
                    <a:pt x="32" y="5766"/>
                  </a:lnTo>
                  <a:cubicBezTo>
                    <a:pt x="0" y="5892"/>
                    <a:pt x="32" y="6018"/>
                    <a:pt x="95" y="6144"/>
                  </a:cubicBezTo>
                  <a:cubicBezTo>
                    <a:pt x="189" y="6207"/>
                    <a:pt x="315" y="6238"/>
                    <a:pt x="473" y="6238"/>
                  </a:cubicBezTo>
                  <a:lnTo>
                    <a:pt x="1765" y="5923"/>
                  </a:lnTo>
                  <a:cubicBezTo>
                    <a:pt x="2206" y="6175"/>
                    <a:pt x="2678" y="6238"/>
                    <a:pt x="3182" y="6238"/>
                  </a:cubicBezTo>
                  <a:cubicBezTo>
                    <a:pt x="4915" y="6238"/>
                    <a:pt x="6301" y="4820"/>
                    <a:pt x="6301" y="3151"/>
                  </a:cubicBezTo>
                  <a:cubicBezTo>
                    <a:pt x="6238" y="1418"/>
                    <a:pt x="4884"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9" name="Google Shape;15919;p83"/>
            <p:cNvSpPr/>
            <p:nvPr/>
          </p:nvSpPr>
          <p:spPr>
            <a:xfrm>
              <a:off x="2349725" y="2725550"/>
              <a:ext cx="18150" cy="17375"/>
            </a:xfrm>
            <a:custGeom>
              <a:avLst/>
              <a:gdLst/>
              <a:ahLst/>
              <a:cxnLst/>
              <a:rect l="l" t="t" r="r" b="b"/>
              <a:pathLst>
                <a:path w="726" h="695" extrusionOk="0">
                  <a:moveTo>
                    <a:pt x="379" y="1"/>
                  </a:moveTo>
                  <a:cubicBezTo>
                    <a:pt x="158" y="1"/>
                    <a:pt x="1" y="158"/>
                    <a:pt x="1" y="348"/>
                  </a:cubicBezTo>
                  <a:cubicBezTo>
                    <a:pt x="1" y="537"/>
                    <a:pt x="158" y="694"/>
                    <a:pt x="379" y="694"/>
                  </a:cubicBezTo>
                  <a:cubicBezTo>
                    <a:pt x="568" y="694"/>
                    <a:pt x="725" y="537"/>
                    <a:pt x="725" y="348"/>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0" name="Google Shape;15920;p83"/>
            <p:cNvSpPr/>
            <p:nvPr/>
          </p:nvSpPr>
          <p:spPr>
            <a:xfrm>
              <a:off x="2349725" y="2751550"/>
              <a:ext cx="18150" cy="52800"/>
            </a:xfrm>
            <a:custGeom>
              <a:avLst/>
              <a:gdLst/>
              <a:ahLst/>
              <a:cxnLst/>
              <a:rect l="l" t="t" r="r" b="b"/>
              <a:pathLst>
                <a:path w="726" h="2112" extrusionOk="0">
                  <a:moveTo>
                    <a:pt x="379" y="1"/>
                  </a:moveTo>
                  <a:cubicBezTo>
                    <a:pt x="158" y="1"/>
                    <a:pt x="1" y="158"/>
                    <a:pt x="1" y="379"/>
                  </a:cubicBezTo>
                  <a:lnTo>
                    <a:pt x="1" y="1733"/>
                  </a:lnTo>
                  <a:cubicBezTo>
                    <a:pt x="1" y="1954"/>
                    <a:pt x="158" y="2111"/>
                    <a:pt x="379" y="2111"/>
                  </a:cubicBezTo>
                  <a:cubicBezTo>
                    <a:pt x="568" y="2111"/>
                    <a:pt x="725" y="1954"/>
                    <a:pt x="725" y="1733"/>
                  </a:cubicBezTo>
                  <a:lnTo>
                    <a:pt x="725" y="379"/>
                  </a:ln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21" name="Google Shape;15921;p83"/>
          <p:cNvGrpSpPr/>
          <p:nvPr/>
        </p:nvGrpSpPr>
        <p:grpSpPr>
          <a:xfrm>
            <a:off x="7068293" y="3919721"/>
            <a:ext cx="467201" cy="353184"/>
            <a:chOff x="3962775" y="1990700"/>
            <a:chExt cx="296975" cy="224500"/>
          </a:xfrm>
        </p:grpSpPr>
        <p:sp>
          <p:nvSpPr>
            <p:cNvPr id="15922" name="Google Shape;15922;p83"/>
            <p:cNvSpPr/>
            <p:nvPr/>
          </p:nvSpPr>
          <p:spPr>
            <a:xfrm>
              <a:off x="4216400" y="2093100"/>
              <a:ext cx="43350" cy="18150"/>
            </a:xfrm>
            <a:custGeom>
              <a:avLst/>
              <a:gdLst/>
              <a:ahLst/>
              <a:cxnLst/>
              <a:rect l="l" t="t" r="r" b="b"/>
              <a:pathLst>
                <a:path w="1734" h="726" extrusionOk="0">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3" name="Google Shape;15923;p83"/>
            <p:cNvSpPr/>
            <p:nvPr/>
          </p:nvSpPr>
          <p:spPr>
            <a:xfrm>
              <a:off x="4206950" y="2129325"/>
              <a:ext cx="35475" cy="33900"/>
            </a:xfrm>
            <a:custGeom>
              <a:avLst/>
              <a:gdLst/>
              <a:ahLst/>
              <a:cxnLst/>
              <a:rect l="l" t="t" r="r" b="b"/>
              <a:pathLst>
                <a:path w="1419" h="1356" extrusionOk="0">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4" name="Google Shape;15924;p83"/>
            <p:cNvSpPr/>
            <p:nvPr/>
          </p:nvSpPr>
          <p:spPr>
            <a:xfrm>
              <a:off x="4207750" y="2041900"/>
              <a:ext cx="35450" cy="34500"/>
            </a:xfrm>
            <a:custGeom>
              <a:avLst/>
              <a:gdLst/>
              <a:ahLst/>
              <a:cxnLst/>
              <a:rect l="l" t="t" r="r" b="b"/>
              <a:pathLst>
                <a:path w="1418" h="1380" extrusionOk="0">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5" name="Google Shape;15925;p83"/>
            <p:cNvSpPr/>
            <p:nvPr/>
          </p:nvSpPr>
          <p:spPr>
            <a:xfrm>
              <a:off x="3962775" y="1990700"/>
              <a:ext cx="226075" cy="224500"/>
            </a:xfrm>
            <a:custGeom>
              <a:avLst/>
              <a:gdLst/>
              <a:ahLst/>
              <a:cxnLst/>
              <a:rect l="l" t="t" r="r" b="b"/>
              <a:pathLst>
                <a:path w="9043" h="8980" extrusionOk="0">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26" name="Google Shape;15926;p83"/>
          <p:cNvGrpSpPr/>
          <p:nvPr/>
        </p:nvGrpSpPr>
        <p:grpSpPr>
          <a:xfrm>
            <a:off x="7068922" y="4515330"/>
            <a:ext cx="465943" cy="465943"/>
            <a:chOff x="3963575" y="2317575"/>
            <a:chExt cx="296175" cy="296175"/>
          </a:xfrm>
        </p:grpSpPr>
        <p:sp>
          <p:nvSpPr>
            <p:cNvPr id="15927" name="Google Shape;15927;p83"/>
            <p:cNvSpPr/>
            <p:nvPr/>
          </p:nvSpPr>
          <p:spPr>
            <a:xfrm>
              <a:off x="3963575" y="2317575"/>
              <a:ext cx="296175" cy="296175"/>
            </a:xfrm>
            <a:custGeom>
              <a:avLst/>
              <a:gdLst/>
              <a:ahLst/>
              <a:cxnLst/>
              <a:rect l="l" t="t" r="r" b="b"/>
              <a:pathLst>
                <a:path w="11847" h="11847" extrusionOk="0">
                  <a:moveTo>
                    <a:pt x="9483" y="1418"/>
                  </a:moveTo>
                  <a:cubicBezTo>
                    <a:pt x="9672" y="1418"/>
                    <a:pt x="9830" y="1576"/>
                    <a:pt x="9830" y="1765"/>
                  </a:cubicBezTo>
                  <a:lnTo>
                    <a:pt x="9830" y="2836"/>
                  </a:lnTo>
                  <a:lnTo>
                    <a:pt x="788" y="2836"/>
                  </a:lnTo>
                  <a:lnTo>
                    <a:pt x="788" y="1765"/>
                  </a:lnTo>
                  <a:lnTo>
                    <a:pt x="725" y="1765"/>
                  </a:lnTo>
                  <a:cubicBezTo>
                    <a:pt x="725" y="1576"/>
                    <a:pt x="883" y="1418"/>
                    <a:pt x="1072" y="1418"/>
                  </a:cubicBezTo>
                  <a:lnTo>
                    <a:pt x="1418" y="1418"/>
                  </a:lnTo>
                  <a:lnTo>
                    <a:pt x="1418" y="1765"/>
                  </a:lnTo>
                  <a:cubicBezTo>
                    <a:pt x="1418" y="1954"/>
                    <a:pt x="1576" y="2143"/>
                    <a:pt x="1765" y="2143"/>
                  </a:cubicBezTo>
                  <a:cubicBezTo>
                    <a:pt x="1954" y="2143"/>
                    <a:pt x="2111" y="1954"/>
                    <a:pt x="2111" y="1765"/>
                  </a:cubicBezTo>
                  <a:lnTo>
                    <a:pt x="2111" y="1418"/>
                  </a:lnTo>
                  <a:lnTo>
                    <a:pt x="3498" y="1418"/>
                  </a:lnTo>
                  <a:lnTo>
                    <a:pt x="3498" y="1765"/>
                  </a:lnTo>
                  <a:cubicBezTo>
                    <a:pt x="3498" y="1954"/>
                    <a:pt x="3655" y="2143"/>
                    <a:pt x="3844" y="2143"/>
                  </a:cubicBezTo>
                  <a:cubicBezTo>
                    <a:pt x="4065" y="2143"/>
                    <a:pt x="4222" y="1954"/>
                    <a:pt x="4222" y="1765"/>
                  </a:cubicBezTo>
                  <a:lnTo>
                    <a:pt x="4222" y="1418"/>
                  </a:lnTo>
                  <a:lnTo>
                    <a:pt x="6333" y="1418"/>
                  </a:lnTo>
                  <a:lnTo>
                    <a:pt x="6333" y="1765"/>
                  </a:lnTo>
                  <a:cubicBezTo>
                    <a:pt x="6333" y="1954"/>
                    <a:pt x="6490" y="2143"/>
                    <a:pt x="6680" y="2143"/>
                  </a:cubicBezTo>
                  <a:cubicBezTo>
                    <a:pt x="6900" y="2143"/>
                    <a:pt x="7058" y="1954"/>
                    <a:pt x="7058" y="1765"/>
                  </a:cubicBezTo>
                  <a:lnTo>
                    <a:pt x="7058" y="1418"/>
                  </a:lnTo>
                  <a:lnTo>
                    <a:pt x="8412" y="1418"/>
                  </a:lnTo>
                  <a:lnTo>
                    <a:pt x="8412" y="1765"/>
                  </a:lnTo>
                  <a:cubicBezTo>
                    <a:pt x="8412" y="1954"/>
                    <a:pt x="8570" y="2143"/>
                    <a:pt x="8790" y="2143"/>
                  </a:cubicBezTo>
                  <a:cubicBezTo>
                    <a:pt x="8979" y="2143"/>
                    <a:pt x="9137" y="1954"/>
                    <a:pt x="9137" y="1765"/>
                  </a:cubicBezTo>
                  <a:lnTo>
                    <a:pt x="9137" y="1418"/>
                  </a:lnTo>
                  <a:close/>
                  <a:moveTo>
                    <a:pt x="9767" y="3497"/>
                  </a:moveTo>
                  <a:lnTo>
                    <a:pt x="9767" y="7026"/>
                  </a:lnTo>
                  <a:cubicBezTo>
                    <a:pt x="9641" y="7026"/>
                    <a:pt x="9546" y="6963"/>
                    <a:pt x="9420" y="6963"/>
                  </a:cubicBezTo>
                  <a:cubicBezTo>
                    <a:pt x="8066" y="6963"/>
                    <a:pt x="6963" y="8066"/>
                    <a:pt x="6963" y="9420"/>
                  </a:cubicBezTo>
                  <a:cubicBezTo>
                    <a:pt x="6963" y="9546"/>
                    <a:pt x="6963" y="9641"/>
                    <a:pt x="7026" y="9767"/>
                  </a:cubicBezTo>
                  <a:lnTo>
                    <a:pt x="1040" y="9767"/>
                  </a:lnTo>
                  <a:cubicBezTo>
                    <a:pt x="820" y="9767"/>
                    <a:pt x="662" y="9609"/>
                    <a:pt x="662" y="9420"/>
                  </a:cubicBezTo>
                  <a:lnTo>
                    <a:pt x="662" y="3497"/>
                  </a:lnTo>
                  <a:close/>
                  <a:moveTo>
                    <a:pt x="9420" y="7688"/>
                  </a:moveTo>
                  <a:cubicBezTo>
                    <a:pt x="10366" y="7688"/>
                    <a:pt x="11153" y="8475"/>
                    <a:pt x="11153" y="9420"/>
                  </a:cubicBezTo>
                  <a:cubicBezTo>
                    <a:pt x="11153" y="10397"/>
                    <a:pt x="10366" y="11185"/>
                    <a:pt x="9420" y="11185"/>
                  </a:cubicBezTo>
                  <a:cubicBezTo>
                    <a:pt x="8475" y="11185"/>
                    <a:pt x="7688" y="10397"/>
                    <a:pt x="7688" y="9420"/>
                  </a:cubicBezTo>
                  <a:cubicBezTo>
                    <a:pt x="7688" y="8475"/>
                    <a:pt x="8475" y="7688"/>
                    <a:pt x="9420" y="7688"/>
                  </a:cubicBezTo>
                  <a:close/>
                  <a:moveTo>
                    <a:pt x="1733" y="0"/>
                  </a:moveTo>
                  <a:cubicBezTo>
                    <a:pt x="1544" y="0"/>
                    <a:pt x="1387" y="158"/>
                    <a:pt x="1387" y="347"/>
                  </a:cubicBezTo>
                  <a:lnTo>
                    <a:pt x="1387" y="725"/>
                  </a:lnTo>
                  <a:lnTo>
                    <a:pt x="1040" y="725"/>
                  </a:lnTo>
                  <a:cubicBezTo>
                    <a:pt x="442" y="725"/>
                    <a:pt x="0" y="1166"/>
                    <a:pt x="0" y="1733"/>
                  </a:cubicBezTo>
                  <a:lnTo>
                    <a:pt x="0" y="9389"/>
                  </a:lnTo>
                  <a:cubicBezTo>
                    <a:pt x="0" y="9956"/>
                    <a:pt x="473" y="10429"/>
                    <a:pt x="1040" y="10429"/>
                  </a:cubicBezTo>
                  <a:lnTo>
                    <a:pt x="7215" y="10429"/>
                  </a:lnTo>
                  <a:cubicBezTo>
                    <a:pt x="7593" y="11279"/>
                    <a:pt x="8444" y="11846"/>
                    <a:pt x="9420" y="11846"/>
                  </a:cubicBezTo>
                  <a:cubicBezTo>
                    <a:pt x="10744" y="11846"/>
                    <a:pt x="11846" y="10744"/>
                    <a:pt x="11846" y="9420"/>
                  </a:cubicBezTo>
                  <a:cubicBezTo>
                    <a:pt x="11846" y="8444"/>
                    <a:pt x="11311" y="7593"/>
                    <a:pt x="10492" y="7215"/>
                  </a:cubicBezTo>
                  <a:lnTo>
                    <a:pt x="10492" y="1733"/>
                  </a:lnTo>
                  <a:cubicBezTo>
                    <a:pt x="10492" y="1135"/>
                    <a:pt x="10019" y="725"/>
                    <a:pt x="9452" y="725"/>
                  </a:cubicBezTo>
                  <a:lnTo>
                    <a:pt x="9105" y="725"/>
                  </a:lnTo>
                  <a:lnTo>
                    <a:pt x="9105" y="347"/>
                  </a:lnTo>
                  <a:cubicBezTo>
                    <a:pt x="9105" y="158"/>
                    <a:pt x="8948" y="0"/>
                    <a:pt x="8759" y="0"/>
                  </a:cubicBezTo>
                  <a:cubicBezTo>
                    <a:pt x="8538" y="0"/>
                    <a:pt x="8381" y="158"/>
                    <a:pt x="8381" y="347"/>
                  </a:cubicBezTo>
                  <a:lnTo>
                    <a:pt x="8381" y="725"/>
                  </a:lnTo>
                  <a:lnTo>
                    <a:pt x="7026" y="725"/>
                  </a:lnTo>
                  <a:lnTo>
                    <a:pt x="7026" y="347"/>
                  </a:lnTo>
                  <a:cubicBezTo>
                    <a:pt x="7026" y="158"/>
                    <a:pt x="6869" y="0"/>
                    <a:pt x="6648" y="0"/>
                  </a:cubicBezTo>
                  <a:cubicBezTo>
                    <a:pt x="6459" y="0"/>
                    <a:pt x="6301" y="158"/>
                    <a:pt x="6301" y="347"/>
                  </a:cubicBezTo>
                  <a:lnTo>
                    <a:pt x="6301" y="725"/>
                  </a:lnTo>
                  <a:lnTo>
                    <a:pt x="4191" y="725"/>
                  </a:lnTo>
                  <a:lnTo>
                    <a:pt x="4191" y="347"/>
                  </a:lnTo>
                  <a:cubicBezTo>
                    <a:pt x="4191" y="158"/>
                    <a:pt x="4033" y="0"/>
                    <a:pt x="3813" y="0"/>
                  </a:cubicBezTo>
                  <a:cubicBezTo>
                    <a:pt x="3624" y="0"/>
                    <a:pt x="3466" y="158"/>
                    <a:pt x="3466" y="347"/>
                  </a:cubicBezTo>
                  <a:lnTo>
                    <a:pt x="3466" y="725"/>
                  </a:lnTo>
                  <a:lnTo>
                    <a:pt x="2080" y="725"/>
                  </a:ln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8" name="Google Shape;15928;p83"/>
            <p:cNvSpPr/>
            <p:nvPr/>
          </p:nvSpPr>
          <p:spPr>
            <a:xfrm>
              <a:off x="4190400" y="2526300"/>
              <a:ext cx="34700" cy="35450"/>
            </a:xfrm>
            <a:custGeom>
              <a:avLst/>
              <a:gdLst/>
              <a:ahLst/>
              <a:cxnLst/>
              <a:rect l="l" t="t" r="r" b="b"/>
              <a:pathLst>
                <a:path w="1388" h="1418" extrusionOk="0">
                  <a:moveTo>
                    <a:pt x="347" y="0"/>
                  </a:moveTo>
                  <a:cubicBezTo>
                    <a:pt x="158" y="0"/>
                    <a:pt x="1" y="158"/>
                    <a:pt x="1" y="347"/>
                  </a:cubicBezTo>
                  <a:lnTo>
                    <a:pt x="1" y="1071"/>
                  </a:lnTo>
                  <a:cubicBezTo>
                    <a:pt x="1" y="1260"/>
                    <a:pt x="127" y="1418"/>
                    <a:pt x="347" y="1418"/>
                  </a:cubicBezTo>
                  <a:lnTo>
                    <a:pt x="1041" y="1418"/>
                  </a:lnTo>
                  <a:cubicBezTo>
                    <a:pt x="1261" y="1418"/>
                    <a:pt x="1387" y="1260"/>
                    <a:pt x="1387" y="1071"/>
                  </a:cubicBezTo>
                  <a:cubicBezTo>
                    <a:pt x="1387" y="882"/>
                    <a:pt x="1261" y="725"/>
                    <a:pt x="1041" y="725"/>
                  </a:cubicBezTo>
                  <a:lnTo>
                    <a:pt x="694" y="725"/>
                  </a:lnTo>
                  <a:lnTo>
                    <a:pt x="694" y="347"/>
                  </a:ln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9" name="Google Shape;15929;p83"/>
            <p:cNvSpPr/>
            <p:nvPr/>
          </p:nvSpPr>
          <p:spPr>
            <a:xfrm>
              <a:off x="39982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0" name="Google Shape;15930;p83"/>
            <p:cNvSpPr/>
            <p:nvPr/>
          </p:nvSpPr>
          <p:spPr>
            <a:xfrm>
              <a:off x="4050225" y="24215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1" name="Google Shape;15931;p83"/>
            <p:cNvSpPr/>
            <p:nvPr/>
          </p:nvSpPr>
          <p:spPr>
            <a:xfrm>
              <a:off x="4102200" y="24215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2" name="Google Shape;15932;p83"/>
            <p:cNvSpPr/>
            <p:nvPr/>
          </p:nvSpPr>
          <p:spPr>
            <a:xfrm>
              <a:off x="4155750"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3" name="Google Shape;15933;p83"/>
            <p:cNvSpPr/>
            <p:nvPr/>
          </p:nvSpPr>
          <p:spPr>
            <a:xfrm>
              <a:off x="3998225"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4" name="Google Shape;15934;p83"/>
            <p:cNvSpPr/>
            <p:nvPr/>
          </p:nvSpPr>
          <p:spPr>
            <a:xfrm>
              <a:off x="4050225" y="2456975"/>
              <a:ext cx="35450" cy="18150"/>
            </a:xfrm>
            <a:custGeom>
              <a:avLst/>
              <a:gdLst/>
              <a:ahLst/>
              <a:cxnLst/>
              <a:rect l="l" t="t" r="r" b="b"/>
              <a:pathLst>
                <a:path w="1418" h="726" extrusionOk="0">
                  <a:moveTo>
                    <a:pt x="347" y="1"/>
                  </a:moveTo>
                  <a:cubicBezTo>
                    <a:pt x="158" y="1"/>
                    <a:pt x="0" y="158"/>
                    <a:pt x="0" y="379"/>
                  </a:cubicBezTo>
                  <a:cubicBezTo>
                    <a:pt x="0" y="568"/>
                    <a:pt x="158" y="725"/>
                    <a:pt x="347" y="725"/>
                  </a:cubicBezTo>
                  <a:lnTo>
                    <a:pt x="1071" y="725"/>
                  </a:lnTo>
                  <a:cubicBezTo>
                    <a:pt x="1260" y="725"/>
                    <a:pt x="1418" y="568"/>
                    <a:pt x="1418" y="379"/>
                  </a:cubicBezTo>
                  <a:cubicBezTo>
                    <a:pt x="1418" y="158"/>
                    <a:pt x="1260" y="1"/>
                    <a:pt x="10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5" name="Google Shape;15935;p83"/>
            <p:cNvSpPr/>
            <p:nvPr/>
          </p:nvSpPr>
          <p:spPr>
            <a:xfrm>
              <a:off x="4102200" y="2456975"/>
              <a:ext cx="35475" cy="18150"/>
            </a:xfrm>
            <a:custGeom>
              <a:avLst/>
              <a:gdLst/>
              <a:ahLst/>
              <a:cxnLst/>
              <a:rect l="l" t="t" r="r" b="b"/>
              <a:pathLst>
                <a:path w="1419" h="726" extrusionOk="0">
                  <a:moveTo>
                    <a:pt x="378" y="1"/>
                  </a:moveTo>
                  <a:cubicBezTo>
                    <a:pt x="158" y="1"/>
                    <a:pt x="0" y="158"/>
                    <a:pt x="0" y="379"/>
                  </a:cubicBezTo>
                  <a:cubicBezTo>
                    <a:pt x="0" y="568"/>
                    <a:pt x="158" y="725"/>
                    <a:pt x="378"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6" name="Google Shape;15936;p83"/>
            <p:cNvSpPr/>
            <p:nvPr/>
          </p:nvSpPr>
          <p:spPr>
            <a:xfrm>
              <a:off x="4155750"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7" name="Google Shape;15937;p83"/>
            <p:cNvSpPr/>
            <p:nvPr/>
          </p:nvSpPr>
          <p:spPr>
            <a:xfrm>
              <a:off x="3998225" y="24916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8" name="Google Shape;15938;p83"/>
            <p:cNvSpPr/>
            <p:nvPr/>
          </p:nvSpPr>
          <p:spPr>
            <a:xfrm>
              <a:off x="4050225" y="24916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9" name="Google Shape;15939;p83"/>
            <p:cNvSpPr/>
            <p:nvPr/>
          </p:nvSpPr>
          <p:spPr>
            <a:xfrm>
              <a:off x="4102200" y="24916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0" name="Google Shape;15940;p83"/>
            <p:cNvSpPr/>
            <p:nvPr/>
          </p:nvSpPr>
          <p:spPr>
            <a:xfrm>
              <a:off x="3998225" y="2526300"/>
              <a:ext cx="35475" cy="18125"/>
            </a:xfrm>
            <a:custGeom>
              <a:avLst/>
              <a:gdLst/>
              <a:ahLst/>
              <a:cxnLst/>
              <a:rect l="l" t="t" r="r" b="b"/>
              <a:pathLst>
                <a:path w="1419" h="725" extrusionOk="0">
                  <a:moveTo>
                    <a:pt x="347" y="0"/>
                  </a:moveTo>
                  <a:cubicBezTo>
                    <a:pt x="158" y="0"/>
                    <a:pt x="1" y="158"/>
                    <a:pt x="1" y="347"/>
                  </a:cubicBezTo>
                  <a:cubicBezTo>
                    <a:pt x="1"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1" name="Google Shape;15941;p83"/>
            <p:cNvSpPr/>
            <p:nvPr/>
          </p:nvSpPr>
          <p:spPr>
            <a:xfrm>
              <a:off x="4050225" y="2526300"/>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2" name="Google Shape;15942;p83"/>
            <p:cNvSpPr/>
            <p:nvPr/>
          </p:nvSpPr>
          <p:spPr>
            <a:xfrm>
              <a:off x="4102200" y="2526300"/>
              <a:ext cx="35475" cy="18125"/>
            </a:xfrm>
            <a:custGeom>
              <a:avLst/>
              <a:gdLst/>
              <a:ahLst/>
              <a:cxnLst/>
              <a:rect l="l" t="t" r="r" b="b"/>
              <a:pathLst>
                <a:path w="1419" h="725" extrusionOk="0">
                  <a:moveTo>
                    <a:pt x="378" y="0"/>
                  </a:moveTo>
                  <a:cubicBezTo>
                    <a:pt x="158" y="0"/>
                    <a:pt x="0" y="158"/>
                    <a:pt x="0" y="347"/>
                  </a:cubicBezTo>
                  <a:cubicBezTo>
                    <a:pt x="0" y="567"/>
                    <a:pt x="158" y="725"/>
                    <a:pt x="378"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43" name="Google Shape;15943;p83"/>
          <p:cNvGrpSpPr/>
          <p:nvPr/>
        </p:nvGrpSpPr>
        <p:grpSpPr>
          <a:xfrm>
            <a:off x="7068922" y="5115035"/>
            <a:ext cx="465943" cy="464684"/>
            <a:chOff x="3962775" y="2683025"/>
            <a:chExt cx="296175" cy="295375"/>
          </a:xfrm>
        </p:grpSpPr>
        <p:sp>
          <p:nvSpPr>
            <p:cNvPr id="15944" name="Google Shape;15944;p83"/>
            <p:cNvSpPr/>
            <p:nvPr/>
          </p:nvSpPr>
          <p:spPr>
            <a:xfrm>
              <a:off x="3962775" y="2838200"/>
              <a:ext cx="296175" cy="140200"/>
            </a:xfrm>
            <a:custGeom>
              <a:avLst/>
              <a:gdLst/>
              <a:ahLst/>
              <a:cxnLst/>
              <a:rect l="l" t="t" r="r" b="b"/>
              <a:pathLst>
                <a:path w="11847" h="5608" extrusionOk="0">
                  <a:moveTo>
                    <a:pt x="3530" y="3466"/>
                  </a:moveTo>
                  <a:lnTo>
                    <a:pt x="3530" y="4883"/>
                  </a:lnTo>
                  <a:lnTo>
                    <a:pt x="757" y="4883"/>
                  </a:lnTo>
                  <a:lnTo>
                    <a:pt x="757" y="3466"/>
                  </a:lnTo>
                  <a:close/>
                  <a:moveTo>
                    <a:pt x="7688" y="725"/>
                  </a:moveTo>
                  <a:lnTo>
                    <a:pt x="7688" y="4883"/>
                  </a:lnTo>
                  <a:lnTo>
                    <a:pt x="4223" y="4883"/>
                  </a:lnTo>
                  <a:lnTo>
                    <a:pt x="4223" y="725"/>
                  </a:lnTo>
                  <a:close/>
                  <a:moveTo>
                    <a:pt x="11185" y="2111"/>
                  </a:moveTo>
                  <a:lnTo>
                    <a:pt x="11185" y="4883"/>
                  </a:lnTo>
                  <a:lnTo>
                    <a:pt x="8381" y="4883"/>
                  </a:lnTo>
                  <a:lnTo>
                    <a:pt x="8381" y="2111"/>
                  </a:lnTo>
                  <a:close/>
                  <a:moveTo>
                    <a:pt x="3845" y="0"/>
                  </a:moveTo>
                  <a:cubicBezTo>
                    <a:pt x="3656" y="0"/>
                    <a:pt x="3498" y="158"/>
                    <a:pt x="3498" y="378"/>
                  </a:cubicBezTo>
                  <a:lnTo>
                    <a:pt x="3498" y="2804"/>
                  </a:lnTo>
                  <a:lnTo>
                    <a:pt x="348" y="2804"/>
                  </a:lnTo>
                  <a:cubicBezTo>
                    <a:pt x="158" y="2804"/>
                    <a:pt x="1" y="2962"/>
                    <a:pt x="1" y="3151"/>
                  </a:cubicBezTo>
                  <a:lnTo>
                    <a:pt x="1" y="5261"/>
                  </a:lnTo>
                  <a:cubicBezTo>
                    <a:pt x="1" y="5450"/>
                    <a:pt x="158" y="5608"/>
                    <a:pt x="348" y="5608"/>
                  </a:cubicBezTo>
                  <a:lnTo>
                    <a:pt x="11500" y="5608"/>
                  </a:lnTo>
                  <a:cubicBezTo>
                    <a:pt x="11689" y="5608"/>
                    <a:pt x="11847" y="5450"/>
                    <a:pt x="11847" y="5261"/>
                  </a:cubicBezTo>
                  <a:lnTo>
                    <a:pt x="11847" y="1733"/>
                  </a:lnTo>
                  <a:cubicBezTo>
                    <a:pt x="11847" y="1544"/>
                    <a:pt x="11689" y="1386"/>
                    <a:pt x="11532" y="1386"/>
                  </a:cubicBezTo>
                  <a:lnTo>
                    <a:pt x="8381" y="1386"/>
                  </a:lnTo>
                  <a:lnTo>
                    <a:pt x="8381" y="378"/>
                  </a:lnTo>
                  <a:cubicBezTo>
                    <a:pt x="8381" y="158"/>
                    <a:pt x="8224" y="0"/>
                    <a:pt x="80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5" name="Google Shape;15945;p83"/>
            <p:cNvSpPr/>
            <p:nvPr/>
          </p:nvSpPr>
          <p:spPr>
            <a:xfrm>
              <a:off x="4051000" y="2683025"/>
              <a:ext cx="122100" cy="138650"/>
            </a:xfrm>
            <a:custGeom>
              <a:avLst/>
              <a:gdLst/>
              <a:ahLst/>
              <a:cxnLst/>
              <a:rect l="l" t="t" r="r" b="b"/>
              <a:pathLst>
                <a:path w="4884" h="5546" extrusionOk="0">
                  <a:moveTo>
                    <a:pt x="2426" y="662"/>
                  </a:moveTo>
                  <a:cubicBezTo>
                    <a:pt x="2804" y="662"/>
                    <a:pt x="3120" y="977"/>
                    <a:pt x="3120" y="1387"/>
                  </a:cubicBezTo>
                  <a:cubicBezTo>
                    <a:pt x="3120" y="1765"/>
                    <a:pt x="2804" y="2080"/>
                    <a:pt x="2426" y="2080"/>
                  </a:cubicBezTo>
                  <a:cubicBezTo>
                    <a:pt x="2017" y="2080"/>
                    <a:pt x="1702" y="1765"/>
                    <a:pt x="1702" y="1387"/>
                  </a:cubicBezTo>
                  <a:cubicBezTo>
                    <a:pt x="1702" y="977"/>
                    <a:pt x="2017" y="662"/>
                    <a:pt x="2426" y="662"/>
                  </a:cubicBezTo>
                  <a:close/>
                  <a:moveTo>
                    <a:pt x="2426" y="2742"/>
                  </a:moveTo>
                  <a:cubicBezTo>
                    <a:pt x="3340" y="2742"/>
                    <a:pt x="4128" y="3529"/>
                    <a:pt x="4128" y="4474"/>
                  </a:cubicBezTo>
                  <a:lnTo>
                    <a:pt x="4128" y="4852"/>
                  </a:lnTo>
                  <a:lnTo>
                    <a:pt x="694" y="4852"/>
                  </a:lnTo>
                  <a:lnTo>
                    <a:pt x="694" y="4474"/>
                  </a:lnTo>
                  <a:cubicBezTo>
                    <a:pt x="694" y="3498"/>
                    <a:pt x="1481" y="2742"/>
                    <a:pt x="2426" y="2742"/>
                  </a:cubicBezTo>
                  <a:close/>
                  <a:moveTo>
                    <a:pt x="2489" y="1"/>
                  </a:moveTo>
                  <a:cubicBezTo>
                    <a:pt x="1733" y="1"/>
                    <a:pt x="1103" y="631"/>
                    <a:pt x="1103" y="1387"/>
                  </a:cubicBezTo>
                  <a:cubicBezTo>
                    <a:pt x="1103" y="1733"/>
                    <a:pt x="1229" y="2049"/>
                    <a:pt x="1450" y="2269"/>
                  </a:cubicBezTo>
                  <a:cubicBezTo>
                    <a:pt x="568" y="2679"/>
                    <a:pt x="1" y="3498"/>
                    <a:pt x="1" y="4474"/>
                  </a:cubicBezTo>
                  <a:lnTo>
                    <a:pt x="1" y="5199"/>
                  </a:lnTo>
                  <a:cubicBezTo>
                    <a:pt x="1" y="5388"/>
                    <a:pt x="158" y="5546"/>
                    <a:pt x="379" y="5546"/>
                  </a:cubicBezTo>
                  <a:lnTo>
                    <a:pt x="4537" y="5546"/>
                  </a:lnTo>
                  <a:cubicBezTo>
                    <a:pt x="4726" y="5546"/>
                    <a:pt x="4884" y="5388"/>
                    <a:pt x="4884" y="5199"/>
                  </a:cubicBezTo>
                  <a:lnTo>
                    <a:pt x="4884" y="4474"/>
                  </a:lnTo>
                  <a:cubicBezTo>
                    <a:pt x="4884" y="3498"/>
                    <a:pt x="4348" y="2679"/>
                    <a:pt x="3529" y="2269"/>
                  </a:cubicBezTo>
                  <a:cubicBezTo>
                    <a:pt x="3750" y="2049"/>
                    <a:pt x="3876" y="1733"/>
                    <a:pt x="3876" y="1387"/>
                  </a:cubicBezTo>
                  <a:cubicBezTo>
                    <a:pt x="3876" y="631"/>
                    <a:pt x="3246" y="1"/>
                    <a:pt x="24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6" name="Google Shape;15946;p83"/>
            <p:cNvSpPr/>
            <p:nvPr/>
          </p:nvSpPr>
          <p:spPr>
            <a:xfrm>
              <a:off x="4084875" y="2873200"/>
              <a:ext cx="52800" cy="69775"/>
            </a:xfrm>
            <a:custGeom>
              <a:avLst/>
              <a:gdLst/>
              <a:ahLst/>
              <a:cxnLst/>
              <a:rect l="l" t="t" r="r" b="b"/>
              <a:pathLst>
                <a:path w="2112" h="2791" extrusionOk="0">
                  <a:moveTo>
                    <a:pt x="1095" y="0"/>
                  </a:moveTo>
                  <a:cubicBezTo>
                    <a:pt x="1001" y="0"/>
                    <a:pt x="903" y="28"/>
                    <a:pt x="819" y="112"/>
                  </a:cubicBezTo>
                  <a:lnTo>
                    <a:pt x="126" y="805"/>
                  </a:lnTo>
                  <a:cubicBezTo>
                    <a:pt x="0" y="931"/>
                    <a:pt x="0" y="1184"/>
                    <a:pt x="126" y="1278"/>
                  </a:cubicBezTo>
                  <a:cubicBezTo>
                    <a:pt x="205" y="1341"/>
                    <a:pt x="292" y="1373"/>
                    <a:pt x="378" y="1373"/>
                  </a:cubicBezTo>
                  <a:cubicBezTo>
                    <a:pt x="465" y="1373"/>
                    <a:pt x="552" y="1341"/>
                    <a:pt x="630" y="1278"/>
                  </a:cubicBezTo>
                  <a:lnTo>
                    <a:pt x="756" y="1184"/>
                  </a:lnTo>
                  <a:lnTo>
                    <a:pt x="756" y="2066"/>
                  </a:lnTo>
                  <a:lnTo>
                    <a:pt x="378" y="2066"/>
                  </a:lnTo>
                  <a:cubicBezTo>
                    <a:pt x="189" y="2066"/>
                    <a:pt x="32" y="2223"/>
                    <a:pt x="32" y="2444"/>
                  </a:cubicBezTo>
                  <a:cubicBezTo>
                    <a:pt x="32" y="2633"/>
                    <a:pt x="189" y="2790"/>
                    <a:pt x="378" y="2790"/>
                  </a:cubicBezTo>
                  <a:lnTo>
                    <a:pt x="1765" y="2790"/>
                  </a:lnTo>
                  <a:cubicBezTo>
                    <a:pt x="1954" y="2790"/>
                    <a:pt x="2111" y="2633"/>
                    <a:pt x="2111" y="2444"/>
                  </a:cubicBezTo>
                  <a:cubicBezTo>
                    <a:pt x="2111" y="2223"/>
                    <a:pt x="1954" y="2066"/>
                    <a:pt x="1765" y="2066"/>
                  </a:cubicBezTo>
                  <a:lnTo>
                    <a:pt x="1418" y="2066"/>
                  </a:lnTo>
                  <a:lnTo>
                    <a:pt x="1418" y="333"/>
                  </a:lnTo>
                  <a:cubicBezTo>
                    <a:pt x="1418" y="175"/>
                    <a:pt x="1323" y="81"/>
                    <a:pt x="1229" y="18"/>
                  </a:cubicBezTo>
                  <a:cubicBezTo>
                    <a:pt x="1187" y="7"/>
                    <a:pt x="1141" y="0"/>
                    <a:pt x="10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47" name="Google Shape;15947;p83"/>
          <p:cNvSpPr/>
          <p:nvPr/>
        </p:nvSpPr>
        <p:spPr>
          <a:xfrm>
            <a:off x="10017701" y="3863922"/>
            <a:ext cx="472156" cy="464684"/>
          </a:xfrm>
          <a:custGeom>
            <a:avLst/>
            <a:gdLst/>
            <a:ahLst/>
            <a:cxnLst/>
            <a:rect l="l" t="t" r="r" b="b"/>
            <a:pathLst>
              <a:path w="12005" h="11815" extrusionOk="0">
                <a:moveTo>
                  <a:pt x="6003" y="693"/>
                </a:moveTo>
                <a:cubicBezTo>
                  <a:pt x="6089" y="693"/>
                  <a:pt x="6176" y="725"/>
                  <a:pt x="6239" y="788"/>
                </a:cubicBezTo>
                <a:lnTo>
                  <a:pt x="8444" y="2993"/>
                </a:lnTo>
                <a:lnTo>
                  <a:pt x="7972" y="3466"/>
                </a:lnTo>
                <a:lnTo>
                  <a:pt x="7751" y="3214"/>
                </a:lnTo>
                <a:cubicBezTo>
                  <a:pt x="7562" y="3025"/>
                  <a:pt x="7279" y="2899"/>
                  <a:pt x="6995" y="2899"/>
                </a:cubicBezTo>
                <a:cubicBezTo>
                  <a:pt x="6711" y="2899"/>
                  <a:pt x="6459" y="3025"/>
                  <a:pt x="6239" y="3214"/>
                </a:cubicBezTo>
                <a:cubicBezTo>
                  <a:pt x="5861" y="3623"/>
                  <a:pt x="5861" y="4285"/>
                  <a:pt x="6239" y="4663"/>
                </a:cubicBezTo>
                <a:lnTo>
                  <a:pt x="6491" y="4915"/>
                </a:lnTo>
                <a:lnTo>
                  <a:pt x="6018" y="5388"/>
                </a:lnTo>
                <a:lnTo>
                  <a:pt x="5262" y="4631"/>
                </a:lnTo>
                <a:cubicBezTo>
                  <a:pt x="5199" y="4568"/>
                  <a:pt x="5113" y="4537"/>
                  <a:pt x="5026" y="4537"/>
                </a:cubicBezTo>
                <a:cubicBezTo>
                  <a:pt x="4939" y="4537"/>
                  <a:pt x="4853" y="4568"/>
                  <a:pt x="4790" y="4631"/>
                </a:cubicBezTo>
                <a:lnTo>
                  <a:pt x="4317" y="5104"/>
                </a:lnTo>
                <a:cubicBezTo>
                  <a:pt x="4254" y="5167"/>
                  <a:pt x="4167" y="5198"/>
                  <a:pt x="4081" y="5198"/>
                </a:cubicBezTo>
                <a:cubicBezTo>
                  <a:pt x="3994" y="5198"/>
                  <a:pt x="3907" y="5167"/>
                  <a:pt x="3844" y="5104"/>
                </a:cubicBezTo>
                <a:cubicBezTo>
                  <a:pt x="3718" y="4978"/>
                  <a:pt x="3718" y="4757"/>
                  <a:pt x="3844" y="4631"/>
                </a:cubicBezTo>
                <a:lnTo>
                  <a:pt x="4317" y="4159"/>
                </a:lnTo>
                <a:cubicBezTo>
                  <a:pt x="4443" y="4033"/>
                  <a:pt x="4443" y="3812"/>
                  <a:pt x="4317" y="3686"/>
                </a:cubicBezTo>
                <a:lnTo>
                  <a:pt x="3624" y="2993"/>
                </a:lnTo>
                <a:lnTo>
                  <a:pt x="5766" y="788"/>
                </a:lnTo>
                <a:cubicBezTo>
                  <a:pt x="5829" y="725"/>
                  <a:pt x="5916" y="693"/>
                  <a:pt x="6003" y="693"/>
                </a:cubicBezTo>
                <a:close/>
                <a:moveTo>
                  <a:pt x="3088" y="3466"/>
                </a:moveTo>
                <a:lnTo>
                  <a:pt x="3561" y="3938"/>
                </a:lnTo>
                <a:lnTo>
                  <a:pt x="3340" y="4159"/>
                </a:lnTo>
                <a:cubicBezTo>
                  <a:pt x="2931" y="4568"/>
                  <a:pt x="2931" y="5230"/>
                  <a:pt x="3340" y="5608"/>
                </a:cubicBezTo>
                <a:cubicBezTo>
                  <a:pt x="3529" y="5813"/>
                  <a:pt x="3797" y="5915"/>
                  <a:pt x="4065" y="5915"/>
                </a:cubicBezTo>
                <a:cubicBezTo>
                  <a:pt x="4333" y="5915"/>
                  <a:pt x="4601" y="5813"/>
                  <a:pt x="4790" y="5608"/>
                </a:cubicBezTo>
                <a:lnTo>
                  <a:pt x="5042" y="5388"/>
                </a:lnTo>
                <a:lnTo>
                  <a:pt x="5514" y="5860"/>
                </a:lnTo>
                <a:lnTo>
                  <a:pt x="4758" y="6616"/>
                </a:lnTo>
                <a:cubicBezTo>
                  <a:pt x="4632" y="6711"/>
                  <a:pt x="4632" y="6963"/>
                  <a:pt x="4758" y="7089"/>
                </a:cubicBezTo>
                <a:lnTo>
                  <a:pt x="5231" y="7561"/>
                </a:lnTo>
                <a:cubicBezTo>
                  <a:pt x="5357" y="7656"/>
                  <a:pt x="5357" y="7908"/>
                  <a:pt x="5231" y="8002"/>
                </a:cubicBezTo>
                <a:cubicBezTo>
                  <a:pt x="5168" y="8065"/>
                  <a:pt x="5081" y="8097"/>
                  <a:pt x="4994" y="8097"/>
                </a:cubicBezTo>
                <a:cubicBezTo>
                  <a:pt x="4908" y="8097"/>
                  <a:pt x="4821" y="8065"/>
                  <a:pt x="4758" y="8002"/>
                </a:cubicBezTo>
                <a:lnTo>
                  <a:pt x="4286" y="7561"/>
                </a:lnTo>
                <a:cubicBezTo>
                  <a:pt x="4223" y="7498"/>
                  <a:pt x="4136" y="7467"/>
                  <a:pt x="4049" y="7467"/>
                </a:cubicBezTo>
                <a:cubicBezTo>
                  <a:pt x="3963" y="7467"/>
                  <a:pt x="3876" y="7498"/>
                  <a:pt x="3813" y="7561"/>
                </a:cubicBezTo>
                <a:lnTo>
                  <a:pt x="3088" y="8254"/>
                </a:lnTo>
                <a:lnTo>
                  <a:pt x="883" y="6049"/>
                </a:lnTo>
                <a:cubicBezTo>
                  <a:pt x="789" y="6018"/>
                  <a:pt x="789" y="5829"/>
                  <a:pt x="883" y="5671"/>
                </a:cubicBezTo>
                <a:lnTo>
                  <a:pt x="3088" y="3466"/>
                </a:lnTo>
                <a:close/>
                <a:moveTo>
                  <a:pt x="8917" y="3529"/>
                </a:moveTo>
                <a:lnTo>
                  <a:pt x="11122" y="5671"/>
                </a:lnTo>
                <a:cubicBezTo>
                  <a:pt x="11248" y="5766"/>
                  <a:pt x="11248" y="6018"/>
                  <a:pt x="11122" y="6144"/>
                </a:cubicBezTo>
                <a:lnTo>
                  <a:pt x="8917" y="8349"/>
                </a:lnTo>
                <a:lnTo>
                  <a:pt x="8444" y="7876"/>
                </a:lnTo>
                <a:lnTo>
                  <a:pt x="8696" y="7624"/>
                </a:lnTo>
                <a:cubicBezTo>
                  <a:pt x="9074" y="7246"/>
                  <a:pt x="9074" y="6553"/>
                  <a:pt x="8696" y="6175"/>
                </a:cubicBezTo>
                <a:cubicBezTo>
                  <a:pt x="8491" y="5970"/>
                  <a:pt x="8224" y="5868"/>
                  <a:pt x="7956" y="5868"/>
                </a:cubicBezTo>
                <a:cubicBezTo>
                  <a:pt x="7688" y="5868"/>
                  <a:pt x="7420" y="5970"/>
                  <a:pt x="7216" y="6175"/>
                </a:cubicBezTo>
                <a:lnTo>
                  <a:pt x="6995" y="6396"/>
                </a:lnTo>
                <a:lnTo>
                  <a:pt x="6522" y="5923"/>
                </a:lnTo>
                <a:lnTo>
                  <a:pt x="7279" y="5198"/>
                </a:lnTo>
                <a:cubicBezTo>
                  <a:pt x="7373" y="5072"/>
                  <a:pt x="7373" y="4820"/>
                  <a:pt x="7279" y="4726"/>
                </a:cubicBezTo>
                <a:lnTo>
                  <a:pt x="6806" y="4222"/>
                </a:lnTo>
                <a:cubicBezTo>
                  <a:pt x="6680" y="4127"/>
                  <a:pt x="6680" y="3875"/>
                  <a:pt x="6806" y="3749"/>
                </a:cubicBezTo>
                <a:cubicBezTo>
                  <a:pt x="6869" y="3686"/>
                  <a:pt x="6963" y="3655"/>
                  <a:pt x="7026" y="3655"/>
                </a:cubicBezTo>
                <a:cubicBezTo>
                  <a:pt x="7121" y="3655"/>
                  <a:pt x="7216" y="3686"/>
                  <a:pt x="7279" y="3749"/>
                </a:cubicBezTo>
                <a:lnTo>
                  <a:pt x="7751" y="4222"/>
                </a:lnTo>
                <a:cubicBezTo>
                  <a:pt x="7798" y="4285"/>
                  <a:pt x="7885" y="4316"/>
                  <a:pt x="7976" y="4316"/>
                </a:cubicBezTo>
                <a:cubicBezTo>
                  <a:pt x="8066" y="4316"/>
                  <a:pt x="8161" y="4285"/>
                  <a:pt x="8224" y="4222"/>
                </a:cubicBezTo>
                <a:lnTo>
                  <a:pt x="8917" y="3529"/>
                </a:lnTo>
                <a:close/>
                <a:moveTo>
                  <a:pt x="5987" y="6396"/>
                </a:moveTo>
                <a:lnTo>
                  <a:pt x="6711" y="7152"/>
                </a:lnTo>
                <a:cubicBezTo>
                  <a:pt x="6774" y="7215"/>
                  <a:pt x="6869" y="7246"/>
                  <a:pt x="6960" y="7246"/>
                </a:cubicBezTo>
                <a:cubicBezTo>
                  <a:pt x="7050" y="7246"/>
                  <a:pt x="7137" y="7215"/>
                  <a:pt x="7184" y="7152"/>
                </a:cubicBezTo>
                <a:lnTo>
                  <a:pt x="7657" y="6679"/>
                </a:lnTo>
                <a:cubicBezTo>
                  <a:pt x="7720" y="6616"/>
                  <a:pt x="7814" y="6585"/>
                  <a:pt x="7905" y="6585"/>
                </a:cubicBezTo>
                <a:cubicBezTo>
                  <a:pt x="7995" y="6585"/>
                  <a:pt x="8082" y="6616"/>
                  <a:pt x="8129" y="6679"/>
                </a:cubicBezTo>
                <a:cubicBezTo>
                  <a:pt x="8255" y="6805"/>
                  <a:pt x="8255" y="7026"/>
                  <a:pt x="8129" y="7152"/>
                </a:cubicBezTo>
                <a:lnTo>
                  <a:pt x="7657" y="7624"/>
                </a:lnTo>
                <a:cubicBezTo>
                  <a:pt x="7562" y="7750"/>
                  <a:pt x="7562" y="7971"/>
                  <a:pt x="7657" y="8097"/>
                </a:cubicBezTo>
                <a:lnTo>
                  <a:pt x="8381" y="8822"/>
                </a:lnTo>
                <a:lnTo>
                  <a:pt x="6239" y="11027"/>
                </a:lnTo>
                <a:cubicBezTo>
                  <a:pt x="6192" y="11074"/>
                  <a:pt x="6105" y="11098"/>
                  <a:pt x="6014" y="11098"/>
                </a:cubicBezTo>
                <a:cubicBezTo>
                  <a:pt x="5924" y="11098"/>
                  <a:pt x="5829" y="11074"/>
                  <a:pt x="5766" y="11027"/>
                </a:cubicBezTo>
                <a:lnTo>
                  <a:pt x="3561" y="8822"/>
                </a:lnTo>
                <a:lnTo>
                  <a:pt x="4034" y="8349"/>
                </a:lnTo>
                <a:lnTo>
                  <a:pt x="4286" y="8570"/>
                </a:lnTo>
                <a:cubicBezTo>
                  <a:pt x="4475" y="8774"/>
                  <a:pt x="4742" y="8877"/>
                  <a:pt x="5010" y="8877"/>
                </a:cubicBezTo>
                <a:cubicBezTo>
                  <a:pt x="5278" y="8877"/>
                  <a:pt x="5546" y="8774"/>
                  <a:pt x="5735" y="8570"/>
                </a:cubicBezTo>
                <a:cubicBezTo>
                  <a:pt x="6144" y="8191"/>
                  <a:pt x="6144" y="7498"/>
                  <a:pt x="5735" y="7120"/>
                </a:cubicBezTo>
                <a:lnTo>
                  <a:pt x="5514" y="6868"/>
                </a:lnTo>
                <a:lnTo>
                  <a:pt x="5987" y="6396"/>
                </a:lnTo>
                <a:close/>
                <a:moveTo>
                  <a:pt x="5999" y="0"/>
                </a:moveTo>
                <a:cubicBezTo>
                  <a:pt x="5735" y="0"/>
                  <a:pt x="5467" y="95"/>
                  <a:pt x="5262" y="284"/>
                </a:cubicBezTo>
                <a:lnTo>
                  <a:pt x="379" y="5167"/>
                </a:lnTo>
                <a:cubicBezTo>
                  <a:pt x="1" y="5577"/>
                  <a:pt x="1" y="6238"/>
                  <a:pt x="379" y="6648"/>
                </a:cubicBezTo>
                <a:lnTo>
                  <a:pt x="5262" y="11531"/>
                </a:lnTo>
                <a:cubicBezTo>
                  <a:pt x="5467" y="11720"/>
                  <a:pt x="5735" y="11814"/>
                  <a:pt x="5999" y="11814"/>
                </a:cubicBezTo>
                <a:cubicBezTo>
                  <a:pt x="6262" y="11814"/>
                  <a:pt x="6522" y="11720"/>
                  <a:pt x="6711" y="11531"/>
                </a:cubicBezTo>
                <a:lnTo>
                  <a:pt x="11595" y="6648"/>
                </a:lnTo>
                <a:cubicBezTo>
                  <a:pt x="12004" y="6238"/>
                  <a:pt x="12004" y="5577"/>
                  <a:pt x="11595" y="5167"/>
                </a:cubicBezTo>
                <a:lnTo>
                  <a:pt x="6711" y="284"/>
                </a:lnTo>
                <a:cubicBezTo>
                  <a:pt x="6522" y="95"/>
                  <a:pt x="6262" y="0"/>
                  <a:pt x="59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48" name="Google Shape;15948;p83"/>
          <p:cNvGrpSpPr/>
          <p:nvPr/>
        </p:nvGrpSpPr>
        <p:grpSpPr>
          <a:xfrm>
            <a:off x="10021638" y="4515958"/>
            <a:ext cx="464684" cy="464684"/>
            <a:chOff x="5775900" y="2308125"/>
            <a:chExt cx="295375" cy="295375"/>
          </a:xfrm>
        </p:grpSpPr>
        <p:sp>
          <p:nvSpPr>
            <p:cNvPr id="15949" name="Google Shape;15949;p83"/>
            <p:cNvSpPr/>
            <p:nvPr/>
          </p:nvSpPr>
          <p:spPr>
            <a:xfrm>
              <a:off x="5984625" y="2482975"/>
              <a:ext cx="18125" cy="18150"/>
            </a:xfrm>
            <a:custGeom>
              <a:avLst/>
              <a:gdLst/>
              <a:ahLst/>
              <a:cxnLst/>
              <a:rect l="l" t="t" r="r" b="b"/>
              <a:pathLst>
                <a:path w="725" h="726" extrusionOk="0">
                  <a:moveTo>
                    <a:pt x="378" y="0"/>
                  </a:moveTo>
                  <a:cubicBezTo>
                    <a:pt x="158" y="0"/>
                    <a:pt x="0" y="158"/>
                    <a:pt x="0" y="347"/>
                  </a:cubicBezTo>
                  <a:cubicBezTo>
                    <a:pt x="0" y="568"/>
                    <a:pt x="158" y="725"/>
                    <a:pt x="378" y="725"/>
                  </a:cubicBezTo>
                  <a:cubicBezTo>
                    <a:pt x="567" y="725"/>
                    <a:pt x="725" y="568"/>
                    <a:pt x="725" y="347"/>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0" name="Google Shape;15950;p83"/>
            <p:cNvSpPr/>
            <p:nvPr/>
          </p:nvSpPr>
          <p:spPr>
            <a:xfrm>
              <a:off x="5775900" y="2308125"/>
              <a:ext cx="295375" cy="295375"/>
            </a:xfrm>
            <a:custGeom>
              <a:avLst/>
              <a:gdLst/>
              <a:ahLst/>
              <a:cxnLst/>
              <a:rect l="l" t="t" r="r" b="b"/>
              <a:pathLst>
                <a:path w="11815" h="11815" extrusionOk="0">
                  <a:moveTo>
                    <a:pt x="7845" y="725"/>
                  </a:moveTo>
                  <a:cubicBezTo>
                    <a:pt x="7719" y="914"/>
                    <a:pt x="7656" y="1166"/>
                    <a:pt x="7656" y="1450"/>
                  </a:cubicBezTo>
                  <a:cubicBezTo>
                    <a:pt x="7656" y="1670"/>
                    <a:pt x="7719" y="1922"/>
                    <a:pt x="7845" y="2143"/>
                  </a:cubicBezTo>
                  <a:lnTo>
                    <a:pt x="1387" y="2143"/>
                  </a:lnTo>
                  <a:cubicBezTo>
                    <a:pt x="1009" y="2143"/>
                    <a:pt x="694" y="1828"/>
                    <a:pt x="694" y="1450"/>
                  </a:cubicBezTo>
                  <a:cubicBezTo>
                    <a:pt x="694" y="1040"/>
                    <a:pt x="1009" y="725"/>
                    <a:pt x="1387" y="725"/>
                  </a:cubicBezTo>
                  <a:close/>
                  <a:moveTo>
                    <a:pt x="6112" y="6994"/>
                  </a:moveTo>
                  <a:cubicBezTo>
                    <a:pt x="5955" y="7183"/>
                    <a:pt x="5829" y="7436"/>
                    <a:pt x="5766" y="7719"/>
                  </a:cubicBezTo>
                  <a:lnTo>
                    <a:pt x="3466" y="7719"/>
                  </a:lnTo>
                  <a:lnTo>
                    <a:pt x="3466" y="6994"/>
                  </a:lnTo>
                  <a:close/>
                  <a:moveTo>
                    <a:pt x="694" y="2678"/>
                  </a:moveTo>
                  <a:cubicBezTo>
                    <a:pt x="883" y="2773"/>
                    <a:pt x="1103" y="2867"/>
                    <a:pt x="1387" y="2867"/>
                  </a:cubicBezTo>
                  <a:lnTo>
                    <a:pt x="1387" y="10460"/>
                  </a:lnTo>
                  <a:cubicBezTo>
                    <a:pt x="1009" y="10460"/>
                    <a:pt x="694" y="10145"/>
                    <a:pt x="694" y="9767"/>
                  </a:cubicBezTo>
                  <a:lnTo>
                    <a:pt x="694" y="2678"/>
                  </a:lnTo>
                  <a:close/>
                  <a:moveTo>
                    <a:pt x="8381" y="2836"/>
                  </a:moveTo>
                  <a:lnTo>
                    <a:pt x="8381" y="5608"/>
                  </a:lnTo>
                  <a:cubicBezTo>
                    <a:pt x="7814" y="5703"/>
                    <a:pt x="7247" y="5923"/>
                    <a:pt x="6774" y="6301"/>
                  </a:cubicBezTo>
                  <a:lnTo>
                    <a:pt x="3151" y="6301"/>
                  </a:lnTo>
                  <a:cubicBezTo>
                    <a:pt x="2962" y="6301"/>
                    <a:pt x="2804" y="6459"/>
                    <a:pt x="2804" y="6648"/>
                  </a:cubicBezTo>
                  <a:lnTo>
                    <a:pt x="2804" y="8034"/>
                  </a:lnTo>
                  <a:cubicBezTo>
                    <a:pt x="2804" y="8223"/>
                    <a:pt x="2962" y="8381"/>
                    <a:pt x="3151" y="8381"/>
                  </a:cubicBezTo>
                  <a:lnTo>
                    <a:pt x="5640" y="8381"/>
                  </a:lnTo>
                  <a:lnTo>
                    <a:pt x="5640" y="8727"/>
                  </a:lnTo>
                  <a:cubicBezTo>
                    <a:pt x="5640" y="9357"/>
                    <a:pt x="5829" y="9956"/>
                    <a:pt x="6144" y="10492"/>
                  </a:cubicBezTo>
                  <a:lnTo>
                    <a:pt x="2080" y="10492"/>
                  </a:lnTo>
                  <a:lnTo>
                    <a:pt x="2080" y="10460"/>
                  </a:lnTo>
                  <a:lnTo>
                    <a:pt x="2080" y="2836"/>
                  </a:lnTo>
                  <a:close/>
                  <a:moveTo>
                    <a:pt x="8727" y="6301"/>
                  </a:moveTo>
                  <a:cubicBezTo>
                    <a:pt x="10050" y="6301"/>
                    <a:pt x="11153" y="7404"/>
                    <a:pt x="11153" y="8727"/>
                  </a:cubicBezTo>
                  <a:cubicBezTo>
                    <a:pt x="11153" y="10082"/>
                    <a:pt x="10050" y="11216"/>
                    <a:pt x="8727" y="11216"/>
                  </a:cubicBezTo>
                  <a:cubicBezTo>
                    <a:pt x="7373" y="11216"/>
                    <a:pt x="6270" y="10113"/>
                    <a:pt x="6270" y="8727"/>
                  </a:cubicBezTo>
                  <a:cubicBezTo>
                    <a:pt x="6270" y="7373"/>
                    <a:pt x="7373" y="6301"/>
                    <a:pt x="8727" y="6301"/>
                  </a:cubicBezTo>
                  <a:close/>
                  <a:moveTo>
                    <a:pt x="1387" y="0"/>
                  </a:moveTo>
                  <a:cubicBezTo>
                    <a:pt x="630" y="0"/>
                    <a:pt x="0" y="630"/>
                    <a:pt x="0" y="1355"/>
                  </a:cubicBezTo>
                  <a:lnTo>
                    <a:pt x="0" y="9704"/>
                  </a:lnTo>
                  <a:cubicBezTo>
                    <a:pt x="0" y="10460"/>
                    <a:pt x="630" y="11090"/>
                    <a:pt x="1387" y="11090"/>
                  </a:cubicBezTo>
                  <a:lnTo>
                    <a:pt x="6742" y="11090"/>
                  </a:lnTo>
                  <a:cubicBezTo>
                    <a:pt x="7310" y="11563"/>
                    <a:pt x="8003" y="11815"/>
                    <a:pt x="8727" y="11815"/>
                  </a:cubicBezTo>
                  <a:cubicBezTo>
                    <a:pt x="10460" y="11815"/>
                    <a:pt x="11815" y="10334"/>
                    <a:pt x="11815" y="8664"/>
                  </a:cubicBezTo>
                  <a:cubicBezTo>
                    <a:pt x="11815" y="7120"/>
                    <a:pt x="10618" y="5829"/>
                    <a:pt x="9074" y="5608"/>
                  </a:cubicBezTo>
                  <a:lnTo>
                    <a:pt x="9074" y="2458"/>
                  </a:lnTo>
                  <a:cubicBezTo>
                    <a:pt x="9074" y="2269"/>
                    <a:pt x="9042" y="2143"/>
                    <a:pt x="8822" y="2080"/>
                  </a:cubicBezTo>
                  <a:cubicBezTo>
                    <a:pt x="8538" y="1985"/>
                    <a:pt x="8349" y="1733"/>
                    <a:pt x="8349" y="1418"/>
                  </a:cubicBezTo>
                  <a:cubicBezTo>
                    <a:pt x="8349" y="1135"/>
                    <a:pt x="8538" y="851"/>
                    <a:pt x="8822" y="725"/>
                  </a:cubicBezTo>
                  <a:cubicBezTo>
                    <a:pt x="8979" y="694"/>
                    <a:pt x="9074" y="536"/>
                    <a:pt x="9074" y="410"/>
                  </a:cubicBezTo>
                  <a:lnTo>
                    <a:pt x="9074" y="347"/>
                  </a:lnTo>
                  <a:cubicBezTo>
                    <a:pt x="9074" y="158"/>
                    <a:pt x="8916" y="0"/>
                    <a:pt x="87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1" name="Google Shape;15951;p83"/>
            <p:cNvSpPr/>
            <p:nvPr/>
          </p:nvSpPr>
          <p:spPr>
            <a:xfrm>
              <a:off x="5984625" y="2508975"/>
              <a:ext cx="18125" cy="61450"/>
            </a:xfrm>
            <a:custGeom>
              <a:avLst/>
              <a:gdLst/>
              <a:ahLst/>
              <a:cxnLst/>
              <a:rect l="l" t="t" r="r" b="b"/>
              <a:pathLst>
                <a:path w="725" h="2458" extrusionOk="0">
                  <a:moveTo>
                    <a:pt x="378" y="0"/>
                  </a:moveTo>
                  <a:cubicBezTo>
                    <a:pt x="158" y="0"/>
                    <a:pt x="0" y="158"/>
                    <a:pt x="0" y="347"/>
                  </a:cubicBezTo>
                  <a:lnTo>
                    <a:pt x="0" y="2111"/>
                  </a:lnTo>
                  <a:cubicBezTo>
                    <a:pt x="0" y="2300"/>
                    <a:pt x="158" y="2458"/>
                    <a:pt x="378" y="2458"/>
                  </a:cubicBezTo>
                  <a:cubicBezTo>
                    <a:pt x="567" y="2458"/>
                    <a:pt x="725" y="2300"/>
                    <a:pt x="725" y="2111"/>
                  </a:cubicBezTo>
                  <a:lnTo>
                    <a:pt x="725" y="347"/>
                  </a:ln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2" name="Google Shape;15952;p83"/>
            <p:cNvSpPr/>
            <p:nvPr/>
          </p:nvSpPr>
          <p:spPr>
            <a:xfrm>
              <a:off x="5845200" y="2395550"/>
              <a:ext cx="122900" cy="17350"/>
            </a:xfrm>
            <a:custGeom>
              <a:avLst/>
              <a:gdLst/>
              <a:ahLst/>
              <a:cxnLst/>
              <a:rect l="l" t="t" r="r" b="b"/>
              <a:pathLst>
                <a:path w="4916" h="694" extrusionOk="0">
                  <a:moveTo>
                    <a:pt x="347" y="0"/>
                  </a:moveTo>
                  <a:cubicBezTo>
                    <a:pt x="158" y="0"/>
                    <a:pt x="1" y="158"/>
                    <a:pt x="1" y="347"/>
                  </a:cubicBezTo>
                  <a:cubicBezTo>
                    <a:pt x="1" y="599"/>
                    <a:pt x="158" y="694"/>
                    <a:pt x="347" y="694"/>
                  </a:cubicBezTo>
                  <a:lnTo>
                    <a:pt x="4569" y="694"/>
                  </a:lnTo>
                  <a:cubicBezTo>
                    <a:pt x="4758" y="694"/>
                    <a:pt x="4916" y="536"/>
                    <a:pt x="4916" y="347"/>
                  </a:cubicBezTo>
                  <a:cubicBezTo>
                    <a:pt x="4916" y="158"/>
                    <a:pt x="4758" y="0"/>
                    <a:pt x="45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3" name="Google Shape;15953;p83"/>
            <p:cNvSpPr/>
            <p:nvPr/>
          </p:nvSpPr>
          <p:spPr>
            <a:xfrm>
              <a:off x="5845200" y="2431000"/>
              <a:ext cx="122900" cy="17350"/>
            </a:xfrm>
            <a:custGeom>
              <a:avLst/>
              <a:gdLst/>
              <a:ahLst/>
              <a:cxnLst/>
              <a:rect l="l" t="t" r="r" b="b"/>
              <a:pathLst>
                <a:path w="4916" h="694" extrusionOk="0">
                  <a:moveTo>
                    <a:pt x="347" y="0"/>
                  </a:moveTo>
                  <a:cubicBezTo>
                    <a:pt x="158" y="0"/>
                    <a:pt x="1" y="158"/>
                    <a:pt x="1" y="347"/>
                  </a:cubicBezTo>
                  <a:cubicBezTo>
                    <a:pt x="1" y="536"/>
                    <a:pt x="158" y="693"/>
                    <a:pt x="347" y="693"/>
                  </a:cubicBezTo>
                  <a:lnTo>
                    <a:pt x="4569" y="693"/>
                  </a:lnTo>
                  <a:cubicBezTo>
                    <a:pt x="4758" y="693"/>
                    <a:pt x="4916" y="536"/>
                    <a:pt x="4916" y="347"/>
                  </a:cubicBezTo>
                  <a:cubicBezTo>
                    <a:pt x="4916" y="158"/>
                    <a:pt x="4758" y="0"/>
                    <a:pt x="45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54" name="Google Shape;15954;p83"/>
          <p:cNvGrpSpPr/>
          <p:nvPr/>
        </p:nvGrpSpPr>
        <p:grpSpPr>
          <a:xfrm>
            <a:off x="10049523" y="5114406"/>
            <a:ext cx="408915" cy="465943"/>
            <a:chOff x="5794025" y="2673575"/>
            <a:chExt cx="259925" cy="296175"/>
          </a:xfrm>
        </p:grpSpPr>
        <p:sp>
          <p:nvSpPr>
            <p:cNvPr id="15955" name="Google Shape;15955;p83"/>
            <p:cNvSpPr/>
            <p:nvPr/>
          </p:nvSpPr>
          <p:spPr>
            <a:xfrm>
              <a:off x="5794025" y="2673575"/>
              <a:ext cx="259925" cy="296175"/>
            </a:xfrm>
            <a:custGeom>
              <a:avLst/>
              <a:gdLst/>
              <a:ahLst/>
              <a:cxnLst/>
              <a:rect l="l" t="t" r="r" b="b"/>
              <a:pathLst>
                <a:path w="10397" h="11847" extrusionOk="0">
                  <a:moveTo>
                    <a:pt x="5860" y="694"/>
                  </a:moveTo>
                  <a:cubicBezTo>
                    <a:pt x="7089" y="694"/>
                    <a:pt x="8097" y="1639"/>
                    <a:pt x="8254" y="2805"/>
                  </a:cubicBezTo>
                  <a:cubicBezTo>
                    <a:pt x="8160" y="2773"/>
                    <a:pt x="8065" y="2773"/>
                    <a:pt x="7939" y="2773"/>
                  </a:cubicBezTo>
                  <a:lnTo>
                    <a:pt x="7561" y="2773"/>
                  </a:lnTo>
                  <a:cubicBezTo>
                    <a:pt x="7404" y="1985"/>
                    <a:pt x="6679" y="1387"/>
                    <a:pt x="5860" y="1387"/>
                  </a:cubicBezTo>
                  <a:lnTo>
                    <a:pt x="4474" y="1387"/>
                  </a:lnTo>
                  <a:cubicBezTo>
                    <a:pt x="3655" y="1387"/>
                    <a:pt x="2930" y="1985"/>
                    <a:pt x="2804" y="2773"/>
                  </a:cubicBezTo>
                  <a:lnTo>
                    <a:pt x="2394" y="2773"/>
                  </a:lnTo>
                  <a:cubicBezTo>
                    <a:pt x="2268" y="2773"/>
                    <a:pt x="2142" y="2773"/>
                    <a:pt x="2079" y="2805"/>
                  </a:cubicBezTo>
                  <a:cubicBezTo>
                    <a:pt x="2237" y="1639"/>
                    <a:pt x="3277" y="694"/>
                    <a:pt x="4474" y="694"/>
                  </a:cubicBezTo>
                  <a:close/>
                  <a:moveTo>
                    <a:pt x="6206" y="2143"/>
                  </a:moveTo>
                  <a:cubicBezTo>
                    <a:pt x="6616" y="2300"/>
                    <a:pt x="6931" y="2647"/>
                    <a:pt x="6931" y="3120"/>
                  </a:cubicBezTo>
                  <a:lnTo>
                    <a:pt x="6931" y="3403"/>
                  </a:lnTo>
                  <a:cubicBezTo>
                    <a:pt x="6522" y="3246"/>
                    <a:pt x="6206" y="2899"/>
                    <a:pt x="6206" y="2427"/>
                  </a:cubicBezTo>
                  <a:lnTo>
                    <a:pt x="6206" y="2143"/>
                  </a:lnTo>
                  <a:close/>
                  <a:moveTo>
                    <a:pt x="5513" y="2080"/>
                  </a:moveTo>
                  <a:lnTo>
                    <a:pt x="5513" y="2427"/>
                  </a:lnTo>
                  <a:cubicBezTo>
                    <a:pt x="5513" y="3025"/>
                    <a:pt x="5041" y="3435"/>
                    <a:pt x="4474" y="3435"/>
                  </a:cubicBezTo>
                  <a:lnTo>
                    <a:pt x="3466" y="3435"/>
                  </a:lnTo>
                  <a:lnTo>
                    <a:pt x="3466" y="3088"/>
                  </a:lnTo>
                  <a:cubicBezTo>
                    <a:pt x="3466" y="2490"/>
                    <a:pt x="3938" y="2080"/>
                    <a:pt x="4474" y="2080"/>
                  </a:cubicBezTo>
                  <a:close/>
                  <a:moveTo>
                    <a:pt x="2741" y="3435"/>
                  </a:moveTo>
                  <a:lnTo>
                    <a:pt x="2741" y="5451"/>
                  </a:lnTo>
                  <a:cubicBezTo>
                    <a:pt x="2363" y="5293"/>
                    <a:pt x="2048" y="4947"/>
                    <a:pt x="2048" y="4474"/>
                  </a:cubicBezTo>
                  <a:lnTo>
                    <a:pt x="2048" y="3813"/>
                  </a:lnTo>
                  <a:cubicBezTo>
                    <a:pt x="2048" y="3592"/>
                    <a:pt x="2205" y="3435"/>
                    <a:pt x="2394" y="3435"/>
                  </a:cubicBezTo>
                  <a:close/>
                  <a:moveTo>
                    <a:pt x="7939" y="3498"/>
                  </a:moveTo>
                  <a:cubicBezTo>
                    <a:pt x="8160" y="3498"/>
                    <a:pt x="8317" y="3655"/>
                    <a:pt x="8317" y="3844"/>
                  </a:cubicBezTo>
                  <a:lnTo>
                    <a:pt x="8317" y="4506"/>
                  </a:lnTo>
                  <a:cubicBezTo>
                    <a:pt x="8317" y="4947"/>
                    <a:pt x="8034" y="5325"/>
                    <a:pt x="7593" y="5482"/>
                  </a:cubicBezTo>
                  <a:lnTo>
                    <a:pt x="7593" y="3498"/>
                  </a:lnTo>
                  <a:close/>
                  <a:moveTo>
                    <a:pt x="5891" y="3435"/>
                  </a:moveTo>
                  <a:cubicBezTo>
                    <a:pt x="6143" y="3750"/>
                    <a:pt x="6522" y="4033"/>
                    <a:pt x="6931" y="4128"/>
                  </a:cubicBezTo>
                  <a:lnTo>
                    <a:pt x="6931" y="5892"/>
                  </a:lnTo>
                  <a:cubicBezTo>
                    <a:pt x="6931" y="6491"/>
                    <a:pt x="6459" y="6900"/>
                    <a:pt x="5891" y="6900"/>
                  </a:cubicBezTo>
                  <a:lnTo>
                    <a:pt x="4505" y="6900"/>
                  </a:lnTo>
                  <a:cubicBezTo>
                    <a:pt x="3938" y="6900"/>
                    <a:pt x="3497" y="6428"/>
                    <a:pt x="3497" y="5892"/>
                  </a:cubicBezTo>
                  <a:lnTo>
                    <a:pt x="3497" y="4159"/>
                  </a:lnTo>
                  <a:lnTo>
                    <a:pt x="4505" y="4159"/>
                  </a:lnTo>
                  <a:cubicBezTo>
                    <a:pt x="5072" y="4159"/>
                    <a:pt x="5576" y="3876"/>
                    <a:pt x="5891" y="3435"/>
                  </a:cubicBezTo>
                  <a:close/>
                  <a:moveTo>
                    <a:pt x="6238" y="7593"/>
                  </a:moveTo>
                  <a:cubicBezTo>
                    <a:pt x="6333" y="7782"/>
                    <a:pt x="6459" y="7971"/>
                    <a:pt x="6616" y="8097"/>
                  </a:cubicBezTo>
                  <a:lnTo>
                    <a:pt x="5198" y="9547"/>
                  </a:lnTo>
                  <a:lnTo>
                    <a:pt x="3718" y="8097"/>
                  </a:lnTo>
                  <a:cubicBezTo>
                    <a:pt x="3875" y="7971"/>
                    <a:pt x="4033" y="7782"/>
                    <a:pt x="4096" y="7593"/>
                  </a:cubicBezTo>
                  <a:cubicBezTo>
                    <a:pt x="4190" y="7625"/>
                    <a:pt x="4379" y="7625"/>
                    <a:pt x="4474" y="7625"/>
                  </a:cubicBezTo>
                  <a:lnTo>
                    <a:pt x="5860" y="7625"/>
                  </a:lnTo>
                  <a:cubicBezTo>
                    <a:pt x="5986" y="7625"/>
                    <a:pt x="6143" y="7625"/>
                    <a:pt x="6238" y="7593"/>
                  </a:cubicBezTo>
                  <a:close/>
                  <a:moveTo>
                    <a:pt x="2961" y="8318"/>
                  </a:moveTo>
                  <a:lnTo>
                    <a:pt x="4852" y="10177"/>
                  </a:lnTo>
                  <a:lnTo>
                    <a:pt x="4852" y="11122"/>
                  </a:lnTo>
                  <a:lnTo>
                    <a:pt x="662" y="11122"/>
                  </a:lnTo>
                  <a:lnTo>
                    <a:pt x="662" y="9358"/>
                  </a:lnTo>
                  <a:cubicBezTo>
                    <a:pt x="662" y="8759"/>
                    <a:pt x="1134" y="8318"/>
                    <a:pt x="1701" y="8318"/>
                  </a:cubicBezTo>
                  <a:close/>
                  <a:moveTo>
                    <a:pt x="8664" y="8318"/>
                  </a:moveTo>
                  <a:cubicBezTo>
                    <a:pt x="9262" y="8318"/>
                    <a:pt x="9672" y="8790"/>
                    <a:pt x="9672" y="9358"/>
                  </a:cubicBezTo>
                  <a:lnTo>
                    <a:pt x="9672" y="11122"/>
                  </a:lnTo>
                  <a:lnTo>
                    <a:pt x="5513" y="11122"/>
                  </a:lnTo>
                  <a:lnTo>
                    <a:pt x="5513" y="10177"/>
                  </a:lnTo>
                  <a:lnTo>
                    <a:pt x="7404" y="8318"/>
                  </a:lnTo>
                  <a:close/>
                  <a:moveTo>
                    <a:pt x="4537" y="1"/>
                  </a:moveTo>
                  <a:cubicBezTo>
                    <a:pt x="2804" y="1"/>
                    <a:pt x="1418" y="1418"/>
                    <a:pt x="1418" y="3120"/>
                  </a:cubicBezTo>
                  <a:lnTo>
                    <a:pt x="1418" y="4506"/>
                  </a:lnTo>
                  <a:cubicBezTo>
                    <a:pt x="1418" y="5356"/>
                    <a:pt x="2048" y="6050"/>
                    <a:pt x="2835" y="6207"/>
                  </a:cubicBezTo>
                  <a:cubicBezTo>
                    <a:pt x="2898" y="6648"/>
                    <a:pt x="3151" y="7026"/>
                    <a:pt x="3497" y="7278"/>
                  </a:cubicBezTo>
                  <a:cubicBezTo>
                    <a:pt x="3466" y="7467"/>
                    <a:pt x="3308" y="7625"/>
                    <a:pt x="3119" y="7625"/>
                  </a:cubicBezTo>
                  <a:lnTo>
                    <a:pt x="1733" y="7625"/>
                  </a:lnTo>
                  <a:cubicBezTo>
                    <a:pt x="788" y="7625"/>
                    <a:pt x="0" y="8412"/>
                    <a:pt x="0" y="9358"/>
                  </a:cubicBezTo>
                  <a:lnTo>
                    <a:pt x="0" y="11468"/>
                  </a:lnTo>
                  <a:cubicBezTo>
                    <a:pt x="0" y="11689"/>
                    <a:pt x="158" y="11846"/>
                    <a:pt x="347" y="11846"/>
                  </a:cubicBezTo>
                  <a:lnTo>
                    <a:pt x="10050" y="11846"/>
                  </a:lnTo>
                  <a:cubicBezTo>
                    <a:pt x="10239" y="11846"/>
                    <a:pt x="10397" y="11689"/>
                    <a:pt x="10397" y="11468"/>
                  </a:cubicBezTo>
                  <a:lnTo>
                    <a:pt x="10397" y="9358"/>
                  </a:lnTo>
                  <a:cubicBezTo>
                    <a:pt x="10397" y="8412"/>
                    <a:pt x="9609" y="7625"/>
                    <a:pt x="8664" y="7625"/>
                  </a:cubicBezTo>
                  <a:lnTo>
                    <a:pt x="7278" y="7625"/>
                  </a:lnTo>
                  <a:cubicBezTo>
                    <a:pt x="7089" y="7625"/>
                    <a:pt x="6931" y="7467"/>
                    <a:pt x="6931" y="7278"/>
                  </a:cubicBezTo>
                  <a:cubicBezTo>
                    <a:pt x="7278" y="7026"/>
                    <a:pt x="7530" y="6648"/>
                    <a:pt x="7593" y="6207"/>
                  </a:cubicBezTo>
                  <a:cubicBezTo>
                    <a:pt x="8380" y="6050"/>
                    <a:pt x="9010" y="5325"/>
                    <a:pt x="9010" y="4506"/>
                  </a:cubicBezTo>
                  <a:lnTo>
                    <a:pt x="9010" y="3120"/>
                  </a:lnTo>
                  <a:cubicBezTo>
                    <a:pt x="9010" y="1387"/>
                    <a:pt x="7593" y="1"/>
                    <a:pt x="58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6" name="Google Shape;15956;p83"/>
            <p:cNvSpPr/>
            <p:nvPr/>
          </p:nvSpPr>
          <p:spPr>
            <a:xfrm>
              <a:off x="5967300" y="29153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40" y="694"/>
                  </a:lnTo>
                  <a:cubicBezTo>
                    <a:pt x="1260" y="694"/>
                    <a:pt x="1418" y="536"/>
                    <a:pt x="1418" y="347"/>
                  </a:cubicBezTo>
                  <a:cubicBezTo>
                    <a:pt x="1418" y="158"/>
                    <a:pt x="1260"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57" name="Google Shape;15957;p83"/>
          <p:cNvSpPr/>
          <p:nvPr/>
        </p:nvSpPr>
        <p:spPr>
          <a:xfrm>
            <a:off x="8850637" y="5742425"/>
            <a:ext cx="465943" cy="464684"/>
          </a:xfrm>
          <a:custGeom>
            <a:avLst/>
            <a:gdLst/>
            <a:ahLst/>
            <a:cxnLst/>
            <a:rect l="l" t="t" r="r" b="b"/>
            <a:pathLst>
              <a:path w="11847" h="11815" extrusionOk="0">
                <a:moveTo>
                  <a:pt x="5892" y="693"/>
                </a:moveTo>
                <a:cubicBezTo>
                  <a:pt x="6491" y="693"/>
                  <a:pt x="6932" y="1134"/>
                  <a:pt x="6932" y="1701"/>
                </a:cubicBezTo>
                <a:cubicBezTo>
                  <a:pt x="6932" y="2269"/>
                  <a:pt x="6459" y="2710"/>
                  <a:pt x="5892" y="2710"/>
                </a:cubicBezTo>
                <a:cubicBezTo>
                  <a:pt x="5325" y="2710"/>
                  <a:pt x="4884" y="2269"/>
                  <a:pt x="4884" y="1701"/>
                </a:cubicBezTo>
                <a:cubicBezTo>
                  <a:pt x="4884" y="1134"/>
                  <a:pt x="5325" y="693"/>
                  <a:pt x="5892" y="693"/>
                </a:cubicBezTo>
                <a:close/>
                <a:moveTo>
                  <a:pt x="5892" y="3466"/>
                </a:moveTo>
                <a:cubicBezTo>
                  <a:pt x="6176" y="3466"/>
                  <a:pt x="6428" y="3497"/>
                  <a:pt x="6680" y="3592"/>
                </a:cubicBezTo>
                <a:lnTo>
                  <a:pt x="5892" y="4631"/>
                </a:lnTo>
                <a:lnTo>
                  <a:pt x="5104" y="3592"/>
                </a:lnTo>
                <a:cubicBezTo>
                  <a:pt x="5357" y="3529"/>
                  <a:pt x="5609" y="3466"/>
                  <a:pt x="5892" y="3466"/>
                </a:cubicBezTo>
                <a:close/>
                <a:moveTo>
                  <a:pt x="4222" y="2048"/>
                </a:moveTo>
                <a:cubicBezTo>
                  <a:pt x="4285" y="2426"/>
                  <a:pt x="4474" y="2710"/>
                  <a:pt x="4726" y="2962"/>
                </a:cubicBezTo>
                <a:cubicBezTo>
                  <a:pt x="4632" y="2993"/>
                  <a:pt x="4537" y="3056"/>
                  <a:pt x="4443" y="3088"/>
                </a:cubicBezTo>
                <a:cubicBezTo>
                  <a:pt x="4443" y="3088"/>
                  <a:pt x="4411" y="3088"/>
                  <a:pt x="4411" y="3119"/>
                </a:cubicBezTo>
                <a:cubicBezTo>
                  <a:pt x="3403" y="3623"/>
                  <a:pt x="2773" y="4694"/>
                  <a:pt x="2773" y="5829"/>
                </a:cubicBezTo>
                <a:lnTo>
                  <a:pt x="2773" y="6207"/>
                </a:lnTo>
                <a:lnTo>
                  <a:pt x="2143" y="6207"/>
                </a:lnTo>
                <a:lnTo>
                  <a:pt x="2647" y="2300"/>
                </a:lnTo>
                <a:cubicBezTo>
                  <a:pt x="2679" y="2174"/>
                  <a:pt x="2836" y="2048"/>
                  <a:pt x="2962" y="2048"/>
                </a:cubicBezTo>
                <a:close/>
                <a:moveTo>
                  <a:pt x="4474" y="3907"/>
                </a:moveTo>
                <a:lnTo>
                  <a:pt x="5546" y="5325"/>
                </a:lnTo>
                <a:lnTo>
                  <a:pt x="5546" y="6238"/>
                </a:lnTo>
                <a:lnTo>
                  <a:pt x="3466" y="6238"/>
                </a:lnTo>
                <a:lnTo>
                  <a:pt x="3466" y="5892"/>
                </a:lnTo>
                <a:cubicBezTo>
                  <a:pt x="3466" y="5041"/>
                  <a:pt x="3844" y="4348"/>
                  <a:pt x="4474" y="3907"/>
                </a:cubicBezTo>
                <a:close/>
                <a:moveTo>
                  <a:pt x="7278" y="3907"/>
                </a:moveTo>
                <a:cubicBezTo>
                  <a:pt x="7908" y="4348"/>
                  <a:pt x="8318" y="5104"/>
                  <a:pt x="8318" y="5892"/>
                </a:cubicBezTo>
                <a:lnTo>
                  <a:pt x="8318" y="6238"/>
                </a:lnTo>
                <a:lnTo>
                  <a:pt x="6207" y="6238"/>
                </a:lnTo>
                <a:lnTo>
                  <a:pt x="6207" y="5325"/>
                </a:lnTo>
                <a:lnTo>
                  <a:pt x="7278" y="3907"/>
                </a:lnTo>
                <a:close/>
                <a:moveTo>
                  <a:pt x="8854" y="2048"/>
                </a:moveTo>
                <a:cubicBezTo>
                  <a:pt x="9011" y="2048"/>
                  <a:pt x="9137" y="2143"/>
                  <a:pt x="9169" y="2300"/>
                </a:cubicBezTo>
                <a:lnTo>
                  <a:pt x="9673" y="6238"/>
                </a:lnTo>
                <a:lnTo>
                  <a:pt x="9043" y="6238"/>
                </a:lnTo>
                <a:lnTo>
                  <a:pt x="9043" y="5860"/>
                </a:lnTo>
                <a:cubicBezTo>
                  <a:pt x="9043" y="4694"/>
                  <a:pt x="8381" y="3655"/>
                  <a:pt x="7436" y="3151"/>
                </a:cubicBezTo>
                <a:cubicBezTo>
                  <a:pt x="7436" y="3151"/>
                  <a:pt x="7404" y="3151"/>
                  <a:pt x="7404" y="3119"/>
                </a:cubicBezTo>
                <a:cubicBezTo>
                  <a:pt x="7310" y="3088"/>
                  <a:pt x="7184" y="3056"/>
                  <a:pt x="7121" y="2993"/>
                </a:cubicBezTo>
                <a:cubicBezTo>
                  <a:pt x="7310" y="2773"/>
                  <a:pt x="7530" y="2458"/>
                  <a:pt x="7593" y="2048"/>
                </a:cubicBezTo>
                <a:close/>
                <a:moveTo>
                  <a:pt x="10744" y="6900"/>
                </a:moveTo>
                <a:cubicBezTo>
                  <a:pt x="10933" y="6900"/>
                  <a:pt x="11090" y="7057"/>
                  <a:pt x="11090" y="7246"/>
                </a:cubicBezTo>
                <a:cubicBezTo>
                  <a:pt x="11090" y="7435"/>
                  <a:pt x="10933" y="7624"/>
                  <a:pt x="10744" y="7624"/>
                </a:cubicBezTo>
                <a:lnTo>
                  <a:pt x="1009" y="7624"/>
                </a:lnTo>
                <a:cubicBezTo>
                  <a:pt x="820" y="7624"/>
                  <a:pt x="662" y="7435"/>
                  <a:pt x="662" y="7246"/>
                </a:cubicBezTo>
                <a:cubicBezTo>
                  <a:pt x="662" y="7057"/>
                  <a:pt x="820" y="6900"/>
                  <a:pt x="1009" y="6900"/>
                </a:cubicBezTo>
                <a:close/>
                <a:moveTo>
                  <a:pt x="10397" y="8317"/>
                </a:moveTo>
                <a:lnTo>
                  <a:pt x="10397" y="11121"/>
                </a:lnTo>
                <a:lnTo>
                  <a:pt x="1387" y="11121"/>
                </a:lnTo>
                <a:lnTo>
                  <a:pt x="1387" y="8317"/>
                </a:lnTo>
                <a:close/>
                <a:moveTo>
                  <a:pt x="5892" y="0"/>
                </a:moveTo>
                <a:cubicBezTo>
                  <a:pt x="5073" y="0"/>
                  <a:pt x="4380" y="599"/>
                  <a:pt x="4222" y="1386"/>
                </a:cubicBezTo>
                <a:lnTo>
                  <a:pt x="2962" y="1386"/>
                </a:lnTo>
                <a:cubicBezTo>
                  <a:pt x="2458" y="1386"/>
                  <a:pt x="2080" y="1701"/>
                  <a:pt x="1954" y="2143"/>
                </a:cubicBezTo>
                <a:lnTo>
                  <a:pt x="1954" y="2174"/>
                </a:lnTo>
                <a:lnTo>
                  <a:pt x="1450" y="6238"/>
                </a:lnTo>
                <a:lnTo>
                  <a:pt x="1072" y="6238"/>
                </a:lnTo>
                <a:cubicBezTo>
                  <a:pt x="473" y="6238"/>
                  <a:pt x="1" y="6711"/>
                  <a:pt x="1" y="7246"/>
                </a:cubicBezTo>
                <a:cubicBezTo>
                  <a:pt x="1" y="7719"/>
                  <a:pt x="316" y="8065"/>
                  <a:pt x="694" y="8254"/>
                </a:cubicBezTo>
                <a:lnTo>
                  <a:pt x="694" y="11468"/>
                </a:lnTo>
                <a:cubicBezTo>
                  <a:pt x="694" y="11657"/>
                  <a:pt x="851" y="11815"/>
                  <a:pt x="1040" y="11815"/>
                </a:cubicBezTo>
                <a:lnTo>
                  <a:pt x="10775" y="11815"/>
                </a:lnTo>
                <a:cubicBezTo>
                  <a:pt x="10996" y="11815"/>
                  <a:pt x="11153" y="11657"/>
                  <a:pt x="11153" y="11468"/>
                </a:cubicBezTo>
                <a:lnTo>
                  <a:pt x="11153" y="8254"/>
                </a:lnTo>
                <a:cubicBezTo>
                  <a:pt x="11531" y="8065"/>
                  <a:pt x="11847" y="7719"/>
                  <a:pt x="11847" y="7246"/>
                </a:cubicBezTo>
                <a:cubicBezTo>
                  <a:pt x="11815" y="6711"/>
                  <a:pt x="11342" y="6238"/>
                  <a:pt x="10744" y="6238"/>
                </a:cubicBezTo>
                <a:lnTo>
                  <a:pt x="10366" y="6238"/>
                </a:lnTo>
                <a:lnTo>
                  <a:pt x="9830" y="2174"/>
                </a:lnTo>
                <a:lnTo>
                  <a:pt x="9830" y="2143"/>
                </a:lnTo>
                <a:cubicBezTo>
                  <a:pt x="9736" y="1701"/>
                  <a:pt x="9295" y="1386"/>
                  <a:pt x="8854" y="1386"/>
                </a:cubicBezTo>
                <a:lnTo>
                  <a:pt x="7593" y="1386"/>
                </a:lnTo>
                <a:cubicBezTo>
                  <a:pt x="7436" y="599"/>
                  <a:pt x="6711"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5961"/>
        <p:cNvGrpSpPr/>
        <p:nvPr/>
      </p:nvGrpSpPr>
      <p:grpSpPr>
        <a:xfrm>
          <a:off x="0" y="0"/>
          <a:ext cx="0" cy="0"/>
          <a:chOff x="0" y="0"/>
          <a:chExt cx="0" cy="0"/>
        </a:xfrm>
      </p:grpSpPr>
      <p:sp>
        <p:nvSpPr>
          <p:cNvPr id="15962" name="Google Shape;15962;p84"/>
          <p:cNvSpPr txBox="1">
            <a:spLocks noGrp="1"/>
          </p:cNvSpPr>
          <p:nvPr>
            <p:ph type="title" idx="4294967295"/>
          </p:nvPr>
        </p:nvSpPr>
        <p:spPr>
          <a:xfrm>
            <a:off x="1132900"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5963" name="Google Shape;15963;p84"/>
          <p:cNvSpPr txBox="1">
            <a:spLocks noGrp="1"/>
          </p:cNvSpPr>
          <p:nvPr>
            <p:ph type="title" idx="4294967295"/>
          </p:nvPr>
        </p:nvSpPr>
        <p:spPr>
          <a:xfrm>
            <a:off x="6477867"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15964" name="Google Shape;15964;p84"/>
          <p:cNvGrpSpPr/>
          <p:nvPr/>
        </p:nvGrpSpPr>
        <p:grpSpPr>
          <a:xfrm>
            <a:off x="1177276" y="2045934"/>
            <a:ext cx="389923" cy="474321"/>
            <a:chOff x="-35830350" y="1912725"/>
            <a:chExt cx="241050" cy="293225"/>
          </a:xfrm>
        </p:grpSpPr>
        <p:sp>
          <p:nvSpPr>
            <p:cNvPr id="15965" name="Google Shape;15965;p84"/>
            <p:cNvSpPr/>
            <p:nvPr/>
          </p:nvSpPr>
          <p:spPr>
            <a:xfrm>
              <a:off x="-35830350" y="1912725"/>
              <a:ext cx="241050" cy="293225"/>
            </a:xfrm>
            <a:custGeom>
              <a:avLst/>
              <a:gdLst/>
              <a:ahLst/>
              <a:cxnLst/>
              <a:rect l="l" t="t" r="r" b="b"/>
              <a:pathLst>
                <a:path w="9642" h="11729" extrusionOk="0">
                  <a:moveTo>
                    <a:pt x="8665" y="694"/>
                  </a:moveTo>
                  <a:cubicBezTo>
                    <a:pt x="8822" y="726"/>
                    <a:pt x="8980" y="883"/>
                    <a:pt x="8980" y="1041"/>
                  </a:cubicBezTo>
                  <a:lnTo>
                    <a:pt x="8980" y="7562"/>
                  </a:lnTo>
                  <a:lnTo>
                    <a:pt x="2836" y="7562"/>
                  </a:lnTo>
                  <a:lnTo>
                    <a:pt x="2836" y="694"/>
                  </a:lnTo>
                  <a:close/>
                  <a:moveTo>
                    <a:pt x="2175" y="726"/>
                  </a:moveTo>
                  <a:lnTo>
                    <a:pt x="2175" y="7625"/>
                  </a:lnTo>
                  <a:lnTo>
                    <a:pt x="1828" y="7625"/>
                  </a:lnTo>
                  <a:cubicBezTo>
                    <a:pt x="1450" y="7625"/>
                    <a:pt x="1072" y="7720"/>
                    <a:pt x="788" y="7972"/>
                  </a:cubicBezTo>
                  <a:lnTo>
                    <a:pt x="788" y="1797"/>
                  </a:lnTo>
                  <a:cubicBezTo>
                    <a:pt x="788" y="1198"/>
                    <a:pt x="1261" y="726"/>
                    <a:pt x="1828" y="726"/>
                  </a:cubicBezTo>
                  <a:close/>
                  <a:moveTo>
                    <a:pt x="8791" y="8287"/>
                  </a:moveTo>
                  <a:cubicBezTo>
                    <a:pt x="8696" y="8507"/>
                    <a:pt x="8665" y="8759"/>
                    <a:pt x="8633" y="8948"/>
                  </a:cubicBezTo>
                  <a:lnTo>
                    <a:pt x="1734" y="8948"/>
                  </a:lnTo>
                  <a:cubicBezTo>
                    <a:pt x="1545" y="8948"/>
                    <a:pt x="1387" y="9106"/>
                    <a:pt x="1387" y="9295"/>
                  </a:cubicBezTo>
                  <a:cubicBezTo>
                    <a:pt x="1387" y="9515"/>
                    <a:pt x="1545" y="9673"/>
                    <a:pt x="1734" y="9673"/>
                  </a:cubicBezTo>
                  <a:lnTo>
                    <a:pt x="4821" y="9673"/>
                  </a:lnTo>
                  <a:lnTo>
                    <a:pt x="4821" y="10335"/>
                  </a:lnTo>
                  <a:lnTo>
                    <a:pt x="1860" y="10335"/>
                  </a:lnTo>
                  <a:cubicBezTo>
                    <a:pt x="1293" y="10335"/>
                    <a:pt x="757" y="9925"/>
                    <a:pt x="757" y="9295"/>
                  </a:cubicBezTo>
                  <a:cubicBezTo>
                    <a:pt x="757" y="8728"/>
                    <a:pt x="1230" y="8287"/>
                    <a:pt x="1765" y="8287"/>
                  </a:cubicBezTo>
                  <a:close/>
                  <a:moveTo>
                    <a:pt x="8665" y="9673"/>
                  </a:moveTo>
                  <a:cubicBezTo>
                    <a:pt x="8696" y="9894"/>
                    <a:pt x="8759" y="10146"/>
                    <a:pt x="8822" y="10335"/>
                  </a:cubicBezTo>
                  <a:lnTo>
                    <a:pt x="7594" y="10335"/>
                  </a:lnTo>
                  <a:lnTo>
                    <a:pt x="7594" y="9673"/>
                  </a:lnTo>
                  <a:close/>
                  <a:moveTo>
                    <a:pt x="6900" y="9673"/>
                  </a:moveTo>
                  <a:lnTo>
                    <a:pt x="6900" y="10693"/>
                  </a:lnTo>
                  <a:lnTo>
                    <a:pt x="6428" y="10398"/>
                  </a:lnTo>
                  <a:cubicBezTo>
                    <a:pt x="6396" y="10366"/>
                    <a:pt x="6302" y="10366"/>
                    <a:pt x="6239" y="10366"/>
                  </a:cubicBezTo>
                  <a:cubicBezTo>
                    <a:pt x="6144" y="10366"/>
                    <a:pt x="6113" y="10366"/>
                    <a:pt x="6018" y="10398"/>
                  </a:cubicBezTo>
                  <a:lnTo>
                    <a:pt x="5514" y="10713"/>
                  </a:lnTo>
                  <a:lnTo>
                    <a:pt x="5514" y="9673"/>
                  </a:lnTo>
                  <a:close/>
                  <a:moveTo>
                    <a:pt x="1734" y="1"/>
                  </a:moveTo>
                  <a:cubicBezTo>
                    <a:pt x="1261" y="1"/>
                    <a:pt x="820" y="222"/>
                    <a:pt x="505" y="537"/>
                  </a:cubicBezTo>
                  <a:cubicBezTo>
                    <a:pt x="190" y="820"/>
                    <a:pt x="1" y="1261"/>
                    <a:pt x="1" y="1734"/>
                  </a:cubicBezTo>
                  <a:lnTo>
                    <a:pt x="1" y="9295"/>
                  </a:lnTo>
                  <a:cubicBezTo>
                    <a:pt x="95" y="10272"/>
                    <a:pt x="946" y="10996"/>
                    <a:pt x="1860" y="10996"/>
                  </a:cubicBezTo>
                  <a:lnTo>
                    <a:pt x="4853" y="10996"/>
                  </a:lnTo>
                  <a:lnTo>
                    <a:pt x="4853" y="11343"/>
                  </a:lnTo>
                  <a:cubicBezTo>
                    <a:pt x="4853" y="11469"/>
                    <a:pt x="4916" y="11595"/>
                    <a:pt x="5042" y="11658"/>
                  </a:cubicBezTo>
                  <a:cubicBezTo>
                    <a:pt x="5099" y="11700"/>
                    <a:pt x="5155" y="11717"/>
                    <a:pt x="5209" y="11717"/>
                  </a:cubicBezTo>
                  <a:cubicBezTo>
                    <a:pt x="5275" y="11717"/>
                    <a:pt x="5336" y="11692"/>
                    <a:pt x="5388" y="11658"/>
                  </a:cubicBezTo>
                  <a:lnTo>
                    <a:pt x="6239" y="11122"/>
                  </a:lnTo>
                  <a:lnTo>
                    <a:pt x="7058" y="11658"/>
                  </a:lnTo>
                  <a:cubicBezTo>
                    <a:pt x="7121" y="11705"/>
                    <a:pt x="7176" y="11729"/>
                    <a:pt x="7231" y="11729"/>
                  </a:cubicBezTo>
                  <a:cubicBezTo>
                    <a:pt x="7286" y="11729"/>
                    <a:pt x="7342" y="11705"/>
                    <a:pt x="7405" y="11658"/>
                  </a:cubicBezTo>
                  <a:cubicBezTo>
                    <a:pt x="7531" y="11595"/>
                    <a:pt x="7594" y="11500"/>
                    <a:pt x="7594" y="11343"/>
                  </a:cubicBezTo>
                  <a:lnTo>
                    <a:pt x="7594" y="10996"/>
                  </a:lnTo>
                  <a:lnTo>
                    <a:pt x="9295" y="10996"/>
                  </a:lnTo>
                  <a:cubicBezTo>
                    <a:pt x="9421" y="10996"/>
                    <a:pt x="9547" y="10933"/>
                    <a:pt x="9578" y="10839"/>
                  </a:cubicBezTo>
                  <a:cubicBezTo>
                    <a:pt x="9641" y="10713"/>
                    <a:pt x="9641" y="10618"/>
                    <a:pt x="9578" y="10524"/>
                  </a:cubicBezTo>
                  <a:cubicBezTo>
                    <a:pt x="9169" y="9767"/>
                    <a:pt x="9169" y="8885"/>
                    <a:pt x="9578" y="8098"/>
                  </a:cubicBezTo>
                  <a:cubicBezTo>
                    <a:pt x="9610" y="8035"/>
                    <a:pt x="9610" y="8003"/>
                    <a:pt x="9610" y="7909"/>
                  </a:cubicBezTo>
                  <a:lnTo>
                    <a:pt x="9610" y="1041"/>
                  </a:lnTo>
                  <a:cubicBezTo>
                    <a:pt x="9610" y="474"/>
                    <a:pt x="9137" y="1"/>
                    <a:pt x="86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66" name="Google Shape;15966;p84"/>
            <p:cNvSpPr/>
            <p:nvPr/>
          </p:nvSpPr>
          <p:spPr>
            <a:xfrm>
              <a:off x="-35742925" y="1965500"/>
              <a:ext cx="120550" cy="119750"/>
            </a:xfrm>
            <a:custGeom>
              <a:avLst/>
              <a:gdLst/>
              <a:ahLst/>
              <a:cxnLst/>
              <a:rect l="l" t="t" r="r" b="b"/>
              <a:pathLst>
                <a:path w="4822" h="4790" extrusionOk="0">
                  <a:moveTo>
                    <a:pt x="2364" y="694"/>
                  </a:moveTo>
                  <a:cubicBezTo>
                    <a:pt x="2773" y="694"/>
                    <a:pt x="3057" y="1009"/>
                    <a:pt x="3057" y="1356"/>
                  </a:cubicBezTo>
                  <a:cubicBezTo>
                    <a:pt x="3057" y="1765"/>
                    <a:pt x="2742" y="2049"/>
                    <a:pt x="2364" y="2049"/>
                  </a:cubicBezTo>
                  <a:cubicBezTo>
                    <a:pt x="2348" y="2050"/>
                    <a:pt x="2332" y="2051"/>
                    <a:pt x="2316" y="2051"/>
                  </a:cubicBezTo>
                  <a:cubicBezTo>
                    <a:pt x="1989" y="2051"/>
                    <a:pt x="1702" y="1746"/>
                    <a:pt x="1702" y="1356"/>
                  </a:cubicBezTo>
                  <a:cubicBezTo>
                    <a:pt x="1702" y="977"/>
                    <a:pt x="2017" y="694"/>
                    <a:pt x="2364" y="694"/>
                  </a:cubicBezTo>
                  <a:close/>
                  <a:moveTo>
                    <a:pt x="2427" y="2742"/>
                  </a:moveTo>
                  <a:cubicBezTo>
                    <a:pt x="3246" y="2742"/>
                    <a:pt x="3939" y="3340"/>
                    <a:pt x="4097" y="4128"/>
                  </a:cubicBezTo>
                  <a:lnTo>
                    <a:pt x="757" y="4128"/>
                  </a:lnTo>
                  <a:cubicBezTo>
                    <a:pt x="883" y="3340"/>
                    <a:pt x="1576" y="2742"/>
                    <a:pt x="2427" y="2742"/>
                  </a:cubicBezTo>
                  <a:close/>
                  <a:moveTo>
                    <a:pt x="2427" y="1"/>
                  </a:moveTo>
                  <a:cubicBezTo>
                    <a:pt x="1671" y="1"/>
                    <a:pt x="1041" y="599"/>
                    <a:pt x="1041" y="1356"/>
                  </a:cubicBezTo>
                  <a:cubicBezTo>
                    <a:pt x="1041" y="1734"/>
                    <a:pt x="1167" y="2049"/>
                    <a:pt x="1387" y="2269"/>
                  </a:cubicBezTo>
                  <a:cubicBezTo>
                    <a:pt x="568" y="2647"/>
                    <a:pt x="32" y="3498"/>
                    <a:pt x="32" y="4443"/>
                  </a:cubicBezTo>
                  <a:cubicBezTo>
                    <a:pt x="1" y="4632"/>
                    <a:pt x="158" y="4790"/>
                    <a:pt x="379" y="4790"/>
                  </a:cubicBezTo>
                  <a:lnTo>
                    <a:pt x="4475" y="4790"/>
                  </a:lnTo>
                  <a:cubicBezTo>
                    <a:pt x="4664" y="4790"/>
                    <a:pt x="4821" y="4632"/>
                    <a:pt x="4821" y="4443"/>
                  </a:cubicBezTo>
                  <a:cubicBezTo>
                    <a:pt x="4821" y="3498"/>
                    <a:pt x="4254" y="2647"/>
                    <a:pt x="3435" y="2269"/>
                  </a:cubicBezTo>
                  <a:cubicBezTo>
                    <a:pt x="3687" y="2049"/>
                    <a:pt x="3813" y="1702"/>
                    <a:pt x="3813" y="1356"/>
                  </a:cubicBezTo>
                  <a:cubicBezTo>
                    <a:pt x="3813" y="599"/>
                    <a:pt x="3183" y="1"/>
                    <a:pt x="24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67" name="Google Shape;15967;p84"/>
          <p:cNvGrpSpPr/>
          <p:nvPr/>
        </p:nvGrpSpPr>
        <p:grpSpPr>
          <a:xfrm>
            <a:off x="1135259" y="2658732"/>
            <a:ext cx="473957" cy="471449"/>
            <a:chOff x="-35854750" y="2272675"/>
            <a:chExt cx="293000" cy="291450"/>
          </a:xfrm>
        </p:grpSpPr>
        <p:sp>
          <p:nvSpPr>
            <p:cNvPr id="15968" name="Google Shape;15968;p84"/>
            <p:cNvSpPr/>
            <p:nvPr/>
          </p:nvSpPr>
          <p:spPr>
            <a:xfrm>
              <a:off x="-35854750" y="2272675"/>
              <a:ext cx="293000" cy="291450"/>
            </a:xfrm>
            <a:custGeom>
              <a:avLst/>
              <a:gdLst/>
              <a:ahLst/>
              <a:cxnLst/>
              <a:rect l="l" t="t" r="r" b="b"/>
              <a:pathLst>
                <a:path w="11720" h="11658" extrusionOk="0">
                  <a:moveTo>
                    <a:pt x="5844" y="654"/>
                  </a:moveTo>
                  <a:cubicBezTo>
                    <a:pt x="6144" y="654"/>
                    <a:pt x="6443" y="773"/>
                    <a:pt x="6679" y="1009"/>
                  </a:cubicBezTo>
                  <a:lnTo>
                    <a:pt x="7057" y="1355"/>
                  </a:lnTo>
                  <a:lnTo>
                    <a:pt x="4600" y="1355"/>
                  </a:lnTo>
                  <a:lnTo>
                    <a:pt x="5009" y="1009"/>
                  </a:lnTo>
                  <a:cubicBezTo>
                    <a:pt x="5246" y="773"/>
                    <a:pt x="5545" y="654"/>
                    <a:pt x="5844" y="654"/>
                  </a:cubicBezTo>
                  <a:close/>
                  <a:moveTo>
                    <a:pt x="2080" y="3939"/>
                  </a:moveTo>
                  <a:lnTo>
                    <a:pt x="2080" y="6365"/>
                  </a:lnTo>
                  <a:lnTo>
                    <a:pt x="819" y="5136"/>
                  </a:lnTo>
                  <a:lnTo>
                    <a:pt x="2080" y="3939"/>
                  </a:lnTo>
                  <a:close/>
                  <a:moveTo>
                    <a:pt x="9609" y="3876"/>
                  </a:moveTo>
                  <a:lnTo>
                    <a:pt x="10869" y="5136"/>
                  </a:lnTo>
                  <a:lnTo>
                    <a:pt x="9609" y="6365"/>
                  </a:lnTo>
                  <a:lnTo>
                    <a:pt x="9609" y="3876"/>
                  </a:lnTo>
                  <a:close/>
                  <a:moveTo>
                    <a:pt x="8570" y="2080"/>
                  </a:moveTo>
                  <a:cubicBezTo>
                    <a:pt x="8790" y="2080"/>
                    <a:pt x="8948" y="2238"/>
                    <a:pt x="8948" y="2427"/>
                  </a:cubicBezTo>
                  <a:lnTo>
                    <a:pt x="8948" y="7089"/>
                  </a:lnTo>
                  <a:lnTo>
                    <a:pt x="8286" y="7751"/>
                  </a:lnTo>
                  <a:cubicBezTo>
                    <a:pt x="7593" y="7152"/>
                    <a:pt x="6774" y="6837"/>
                    <a:pt x="5860" y="6837"/>
                  </a:cubicBezTo>
                  <a:cubicBezTo>
                    <a:pt x="4978" y="6837"/>
                    <a:pt x="4127" y="7152"/>
                    <a:pt x="3466" y="7751"/>
                  </a:cubicBezTo>
                  <a:lnTo>
                    <a:pt x="2804" y="7089"/>
                  </a:lnTo>
                  <a:lnTo>
                    <a:pt x="2804" y="2427"/>
                  </a:lnTo>
                  <a:cubicBezTo>
                    <a:pt x="2804" y="2238"/>
                    <a:pt x="2962" y="2080"/>
                    <a:pt x="3119" y="2080"/>
                  </a:cubicBezTo>
                  <a:close/>
                  <a:moveTo>
                    <a:pt x="693" y="5987"/>
                  </a:moveTo>
                  <a:lnTo>
                    <a:pt x="2993" y="8223"/>
                  </a:lnTo>
                  <a:lnTo>
                    <a:pt x="693" y="10492"/>
                  </a:lnTo>
                  <a:lnTo>
                    <a:pt x="693" y="5987"/>
                  </a:lnTo>
                  <a:close/>
                  <a:moveTo>
                    <a:pt x="11027" y="5987"/>
                  </a:moveTo>
                  <a:lnTo>
                    <a:pt x="11027" y="10492"/>
                  </a:lnTo>
                  <a:lnTo>
                    <a:pt x="8727" y="8223"/>
                  </a:lnTo>
                  <a:lnTo>
                    <a:pt x="11027" y="5987"/>
                  </a:lnTo>
                  <a:close/>
                  <a:moveTo>
                    <a:pt x="5829" y="7499"/>
                  </a:moveTo>
                  <a:cubicBezTo>
                    <a:pt x="6616" y="7499"/>
                    <a:pt x="7309" y="7814"/>
                    <a:pt x="7876" y="8381"/>
                  </a:cubicBezTo>
                  <a:lnTo>
                    <a:pt x="10523" y="10964"/>
                  </a:lnTo>
                  <a:lnTo>
                    <a:pt x="1166" y="10964"/>
                  </a:lnTo>
                  <a:lnTo>
                    <a:pt x="3781" y="8381"/>
                  </a:lnTo>
                  <a:cubicBezTo>
                    <a:pt x="4316" y="7814"/>
                    <a:pt x="5041" y="7499"/>
                    <a:pt x="5829" y="7499"/>
                  </a:cubicBezTo>
                  <a:close/>
                  <a:moveTo>
                    <a:pt x="5864" y="1"/>
                  </a:moveTo>
                  <a:cubicBezTo>
                    <a:pt x="5380" y="1"/>
                    <a:pt x="4899" y="190"/>
                    <a:pt x="4537" y="568"/>
                  </a:cubicBezTo>
                  <a:lnTo>
                    <a:pt x="3655" y="1387"/>
                  </a:lnTo>
                  <a:lnTo>
                    <a:pt x="3119" y="1387"/>
                  </a:lnTo>
                  <a:cubicBezTo>
                    <a:pt x="2552" y="1387"/>
                    <a:pt x="2080" y="1859"/>
                    <a:pt x="2080" y="2427"/>
                  </a:cubicBezTo>
                  <a:lnTo>
                    <a:pt x="2080" y="2962"/>
                  </a:lnTo>
                  <a:lnTo>
                    <a:pt x="315" y="4726"/>
                  </a:lnTo>
                  <a:cubicBezTo>
                    <a:pt x="126" y="4915"/>
                    <a:pt x="0" y="5136"/>
                    <a:pt x="0" y="5420"/>
                  </a:cubicBezTo>
                  <a:lnTo>
                    <a:pt x="0" y="10618"/>
                  </a:lnTo>
                  <a:cubicBezTo>
                    <a:pt x="32" y="11216"/>
                    <a:pt x="473" y="11657"/>
                    <a:pt x="1071" y="11657"/>
                  </a:cubicBezTo>
                  <a:lnTo>
                    <a:pt x="10680" y="11657"/>
                  </a:lnTo>
                  <a:cubicBezTo>
                    <a:pt x="11216" y="11657"/>
                    <a:pt x="11720" y="11185"/>
                    <a:pt x="11720" y="10618"/>
                  </a:cubicBezTo>
                  <a:lnTo>
                    <a:pt x="11720" y="5420"/>
                  </a:lnTo>
                  <a:cubicBezTo>
                    <a:pt x="11720" y="5136"/>
                    <a:pt x="11626" y="4915"/>
                    <a:pt x="11405" y="4726"/>
                  </a:cubicBezTo>
                  <a:lnTo>
                    <a:pt x="9641" y="2962"/>
                  </a:lnTo>
                  <a:lnTo>
                    <a:pt x="9641" y="2427"/>
                  </a:lnTo>
                  <a:cubicBezTo>
                    <a:pt x="9641" y="1859"/>
                    <a:pt x="9168" y="1387"/>
                    <a:pt x="8633" y="1387"/>
                  </a:cubicBezTo>
                  <a:lnTo>
                    <a:pt x="8065" y="1387"/>
                  </a:lnTo>
                  <a:lnTo>
                    <a:pt x="7215" y="568"/>
                  </a:lnTo>
                  <a:cubicBezTo>
                    <a:pt x="6837" y="190"/>
                    <a:pt x="6348" y="1"/>
                    <a:pt x="58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69" name="Google Shape;15969;p84"/>
            <p:cNvSpPr/>
            <p:nvPr/>
          </p:nvSpPr>
          <p:spPr>
            <a:xfrm>
              <a:off x="-35733475" y="2340425"/>
              <a:ext cx="51225" cy="68550"/>
            </a:xfrm>
            <a:custGeom>
              <a:avLst/>
              <a:gdLst/>
              <a:ahLst/>
              <a:cxnLst/>
              <a:rect l="l" t="t" r="r" b="b"/>
              <a:pathLst>
                <a:path w="2049" h="2742" extrusionOk="0">
                  <a:moveTo>
                    <a:pt x="1009" y="0"/>
                  </a:moveTo>
                  <a:cubicBezTo>
                    <a:pt x="474" y="0"/>
                    <a:pt x="1" y="473"/>
                    <a:pt x="1" y="1008"/>
                  </a:cubicBezTo>
                  <a:cubicBezTo>
                    <a:pt x="1" y="1260"/>
                    <a:pt x="158" y="1418"/>
                    <a:pt x="316" y="1418"/>
                  </a:cubicBezTo>
                  <a:cubicBezTo>
                    <a:pt x="505" y="1418"/>
                    <a:pt x="663" y="1260"/>
                    <a:pt x="663" y="1040"/>
                  </a:cubicBezTo>
                  <a:cubicBezTo>
                    <a:pt x="663" y="851"/>
                    <a:pt x="820" y="693"/>
                    <a:pt x="1009" y="693"/>
                  </a:cubicBezTo>
                  <a:cubicBezTo>
                    <a:pt x="1198" y="693"/>
                    <a:pt x="1356" y="851"/>
                    <a:pt x="1356" y="1040"/>
                  </a:cubicBezTo>
                  <a:cubicBezTo>
                    <a:pt x="1356" y="1229"/>
                    <a:pt x="1293" y="1323"/>
                    <a:pt x="1135" y="1386"/>
                  </a:cubicBezTo>
                  <a:cubicBezTo>
                    <a:pt x="852" y="1449"/>
                    <a:pt x="663" y="1733"/>
                    <a:pt x="663" y="2016"/>
                  </a:cubicBezTo>
                  <a:lnTo>
                    <a:pt x="663" y="2394"/>
                  </a:lnTo>
                  <a:cubicBezTo>
                    <a:pt x="663" y="2583"/>
                    <a:pt x="820" y="2741"/>
                    <a:pt x="1009" y="2741"/>
                  </a:cubicBezTo>
                  <a:cubicBezTo>
                    <a:pt x="1230" y="2741"/>
                    <a:pt x="1387" y="2583"/>
                    <a:pt x="1387" y="2394"/>
                  </a:cubicBezTo>
                  <a:lnTo>
                    <a:pt x="1387" y="2016"/>
                  </a:lnTo>
                  <a:cubicBezTo>
                    <a:pt x="1765" y="1827"/>
                    <a:pt x="2049" y="1449"/>
                    <a:pt x="2049" y="1008"/>
                  </a:cubicBezTo>
                  <a:cubicBezTo>
                    <a:pt x="2049" y="473"/>
                    <a:pt x="1576"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0" name="Google Shape;15970;p84"/>
            <p:cNvSpPr/>
            <p:nvPr/>
          </p:nvSpPr>
          <p:spPr>
            <a:xfrm>
              <a:off x="-35716925" y="24184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62"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71" name="Google Shape;15971;p84"/>
          <p:cNvGrpSpPr/>
          <p:nvPr/>
        </p:nvGrpSpPr>
        <p:grpSpPr>
          <a:xfrm>
            <a:off x="1134611" y="3264845"/>
            <a:ext cx="475251" cy="472744"/>
            <a:chOff x="-35853975" y="2631825"/>
            <a:chExt cx="293800" cy="292250"/>
          </a:xfrm>
        </p:grpSpPr>
        <p:sp>
          <p:nvSpPr>
            <p:cNvPr id="15972" name="Google Shape;15972;p84"/>
            <p:cNvSpPr/>
            <p:nvPr/>
          </p:nvSpPr>
          <p:spPr>
            <a:xfrm>
              <a:off x="-35813025" y="2701825"/>
              <a:ext cx="201675" cy="171925"/>
            </a:xfrm>
            <a:custGeom>
              <a:avLst/>
              <a:gdLst/>
              <a:ahLst/>
              <a:cxnLst/>
              <a:rect l="l" t="t" r="r" b="b"/>
              <a:pathLst>
                <a:path w="8067" h="6877" extrusionOk="0">
                  <a:moveTo>
                    <a:pt x="1765" y="824"/>
                  </a:moveTo>
                  <a:lnTo>
                    <a:pt x="2868" y="1643"/>
                  </a:lnTo>
                  <a:lnTo>
                    <a:pt x="2238" y="2462"/>
                  </a:lnTo>
                  <a:cubicBezTo>
                    <a:pt x="2112" y="2620"/>
                    <a:pt x="2143" y="2840"/>
                    <a:pt x="2301" y="2935"/>
                  </a:cubicBezTo>
                  <a:lnTo>
                    <a:pt x="5042" y="4983"/>
                  </a:lnTo>
                  <a:cubicBezTo>
                    <a:pt x="5108" y="5035"/>
                    <a:pt x="5179" y="5060"/>
                    <a:pt x="5246" y="5060"/>
                  </a:cubicBezTo>
                  <a:cubicBezTo>
                    <a:pt x="5341" y="5060"/>
                    <a:pt x="5428" y="5011"/>
                    <a:pt x="5483" y="4920"/>
                  </a:cubicBezTo>
                  <a:lnTo>
                    <a:pt x="6113" y="4100"/>
                  </a:lnTo>
                  <a:lnTo>
                    <a:pt x="7247" y="4920"/>
                  </a:lnTo>
                  <a:lnTo>
                    <a:pt x="6554" y="5739"/>
                  </a:lnTo>
                  <a:cubicBezTo>
                    <a:pt x="6348" y="6001"/>
                    <a:pt x="6042" y="6152"/>
                    <a:pt x="5735" y="6152"/>
                  </a:cubicBezTo>
                  <a:cubicBezTo>
                    <a:pt x="5525" y="6152"/>
                    <a:pt x="5315" y="6081"/>
                    <a:pt x="5136" y="5928"/>
                  </a:cubicBezTo>
                  <a:lnTo>
                    <a:pt x="1324" y="3061"/>
                  </a:lnTo>
                  <a:cubicBezTo>
                    <a:pt x="883" y="2714"/>
                    <a:pt x="757" y="2084"/>
                    <a:pt x="1135" y="1643"/>
                  </a:cubicBezTo>
                  <a:lnTo>
                    <a:pt x="1765" y="824"/>
                  </a:lnTo>
                  <a:close/>
                  <a:moveTo>
                    <a:pt x="1647" y="1"/>
                  </a:moveTo>
                  <a:cubicBezTo>
                    <a:pt x="1540" y="1"/>
                    <a:pt x="1435" y="63"/>
                    <a:pt x="1356" y="162"/>
                  </a:cubicBezTo>
                  <a:lnTo>
                    <a:pt x="537" y="1265"/>
                  </a:lnTo>
                  <a:cubicBezTo>
                    <a:pt x="1" y="1990"/>
                    <a:pt x="95" y="3061"/>
                    <a:pt x="883" y="3659"/>
                  </a:cubicBezTo>
                  <a:lnTo>
                    <a:pt x="4727" y="6526"/>
                  </a:lnTo>
                  <a:cubicBezTo>
                    <a:pt x="5026" y="6760"/>
                    <a:pt x="5384" y="6876"/>
                    <a:pt x="5744" y="6876"/>
                  </a:cubicBezTo>
                  <a:cubicBezTo>
                    <a:pt x="6255" y="6876"/>
                    <a:pt x="6770" y="6642"/>
                    <a:pt x="7121" y="6180"/>
                  </a:cubicBezTo>
                  <a:lnTo>
                    <a:pt x="7940" y="5077"/>
                  </a:lnTo>
                  <a:cubicBezTo>
                    <a:pt x="8066" y="4888"/>
                    <a:pt x="8003" y="4668"/>
                    <a:pt x="7846" y="4573"/>
                  </a:cubicBezTo>
                  <a:lnTo>
                    <a:pt x="6207" y="3344"/>
                  </a:lnTo>
                  <a:cubicBezTo>
                    <a:pt x="6142" y="3292"/>
                    <a:pt x="6070" y="3267"/>
                    <a:pt x="6001" y="3267"/>
                  </a:cubicBezTo>
                  <a:cubicBezTo>
                    <a:pt x="5903" y="3267"/>
                    <a:pt x="5808" y="3316"/>
                    <a:pt x="5735" y="3407"/>
                  </a:cubicBezTo>
                  <a:lnTo>
                    <a:pt x="5105" y="4258"/>
                  </a:lnTo>
                  <a:lnTo>
                    <a:pt x="2931" y="2588"/>
                  </a:lnTo>
                  <a:lnTo>
                    <a:pt x="3561" y="1769"/>
                  </a:lnTo>
                  <a:cubicBezTo>
                    <a:pt x="3687" y="1612"/>
                    <a:pt x="3656" y="1423"/>
                    <a:pt x="3498" y="1297"/>
                  </a:cubicBezTo>
                  <a:lnTo>
                    <a:pt x="1828" y="68"/>
                  </a:lnTo>
                  <a:cubicBezTo>
                    <a:pt x="1770" y="22"/>
                    <a:pt x="1708" y="1"/>
                    <a:pt x="16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3" name="Google Shape;15973;p84"/>
            <p:cNvSpPr/>
            <p:nvPr/>
          </p:nvSpPr>
          <p:spPr>
            <a:xfrm>
              <a:off x="-35853975" y="2631825"/>
              <a:ext cx="293800" cy="292250"/>
            </a:xfrm>
            <a:custGeom>
              <a:avLst/>
              <a:gdLst/>
              <a:ahLst/>
              <a:cxnLst/>
              <a:rect l="l" t="t" r="r" b="b"/>
              <a:pathLst>
                <a:path w="11752" h="11690" extrusionOk="0">
                  <a:moveTo>
                    <a:pt x="5861" y="662"/>
                  </a:moveTo>
                  <a:cubicBezTo>
                    <a:pt x="8696" y="662"/>
                    <a:pt x="11027" y="2994"/>
                    <a:pt x="11027" y="5829"/>
                  </a:cubicBezTo>
                  <a:cubicBezTo>
                    <a:pt x="11027" y="6806"/>
                    <a:pt x="10744" y="7751"/>
                    <a:pt x="10240" y="8539"/>
                  </a:cubicBezTo>
                  <a:cubicBezTo>
                    <a:pt x="10177" y="8665"/>
                    <a:pt x="10114" y="8791"/>
                    <a:pt x="10177" y="8854"/>
                  </a:cubicBezTo>
                  <a:lnTo>
                    <a:pt x="10807" y="10776"/>
                  </a:lnTo>
                  <a:lnTo>
                    <a:pt x="8854" y="10145"/>
                  </a:lnTo>
                  <a:cubicBezTo>
                    <a:pt x="8837" y="10137"/>
                    <a:pt x="8815" y="10133"/>
                    <a:pt x="8792" y="10133"/>
                  </a:cubicBezTo>
                  <a:cubicBezTo>
                    <a:pt x="8728" y="10133"/>
                    <a:pt x="8648" y="10162"/>
                    <a:pt x="8602" y="10208"/>
                  </a:cubicBezTo>
                  <a:cubicBezTo>
                    <a:pt x="7751" y="10713"/>
                    <a:pt x="6806" y="10996"/>
                    <a:pt x="5861" y="10996"/>
                  </a:cubicBezTo>
                  <a:cubicBezTo>
                    <a:pt x="3025" y="10996"/>
                    <a:pt x="725" y="8665"/>
                    <a:pt x="725" y="5829"/>
                  </a:cubicBezTo>
                  <a:cubicBezTo>
                    <a:pt x="725" y="2994"/>
                    <a:pt x="3025" y="662"/>
                    <a:pt x="5861" y="662"/>
                  </a:cubicBezTo>
                  <a:close/>
                  <a:moveTo>
                    <a:pt x="5829" y="1"/>
                  </a:moveTo>
                  <a:cubicBezTo>
                    <a:pt x="2616" y="1"/>
                    <a:pt x="1" y="2647"/>
                    <a:pt x="1" y="5829"/>
                  </a:cubicBezTo>
                  <a:cubicBezTo>
                    <a:pt x="1" y="7373"/>
                    <a:pt x="599" y="8854"/>
                    <a:pt x="1733" y="9956"/>
                  </a:cubicBezTo>
                  <a:cubicBezTo>
                    <a:pt x="2836" y="11059"/>
                    <a:pt x="4285" y="11689"/>
                    <a:pt x="5861" y="11689"/>
                  </a:cubicBezTo>
                  <a:cubicBezTo>
                    <a:pt x="6900" y="11689"/>
                    <a:pt x="7908" y="11406"/>
                    <a:pt x="8822" y="10870"/>
                  </a:cubicBezTo>
                  <a:lnTo>
                    <a:pt x="11279" y="11658"/>
                  </a:lnTo>
                  <a:cubicBezTo>
                    <a:pt x="11303" y="11666"/>
                    <a:pt x="11331" y="11669"/>
                    <a:pt x="11360" y="11669"/>
                  </a:cubicBezTo>
                  <a:cubicBezTo>
                    <a:pt x="11449" y="11669"/>
                    <a:pt x="11555" y="11634"/>
                    <a:pt x="11626" y="11563"/>
                  </a:cubicBezTo>
                  <a:cubicBezTo>
                    <a:pt x="11689" y="11500"/>
                    <a:pt x="11752" y="11343"/>
                    <a:pt x="11689" y="11217"/>
                  </a:cubicBezTo>
                  <a:lnTo>
                    <a:pt x="10901" y="8791"/>
                  </a:lnTo>
                  <a:cubicBezTo>
                    <a:pt x="11469" y="7877"/>
                    <a:pt x="11752" y="6837"/>
                    <a:pt x="11752" y="5829"/>
                  </a:cubicBezTo>
                  <a:cubicBezTo>
                    <a:pt x="11689" y="2647"/>
                    <a:pt x="9074"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4" name="Google Shape;15974;p84"/>
            <p:cNvSpPr/>
            <p:nvPr/>
          </p:nvSpPr>
          <p:spPr>
            <a:xfrm>
              <a:off x="-35715350" y="2735025"/>
              <a:ext cx="49650" cy="40675"/>
            </a:xfrm>
            <a:custGeom>
              <a:avLst/>
              <a:gdLst/>
              <a:ahLst/>
              <a:cxnLst/>
              <a:rect l="l" t="t" r="r" b="b"/>
              <a:pathLst>
                <a:path w="1986" h="1627" extrusionOk="0">
                  <a:moveTo>
                    <a:pt x="410" y="0"/>
                  </a:moveTo>
                  <a:cubicBezTo>
                    <a:pt x="221" y="0"/>
                    <a:pt x="64" y="126"/>
                    <a:pt x="64" y="315"/>
                  </a:cubicBezTo>
                  <a:cubicBezTo>
                    <a:pt x="1" y="504"/>
                    <a:pt x="158" y="662"/>
                    <a:pt x="379" y="662"/>
                  </a:cubicBezTo>
                  <a:cubicBezTo>
                    <a:pt x="788" y="725"/>
                    <a:pt x="1166" y="977"/>
                    <a:pt x="1261" y="1386"/>
                  </a:cubicBezTo>
                  <a:cubicBezTo>
                    <a:pt x="1311" y="1536"/>
                    <a:pt x="1439" y="1626"/>
                    <a:pt x="1585" y="1626"/>
                  </a:cubicBezTo>
                  <a:cubicBezTo>
                    <a:pt x="1623" y="1626"/>
                    <a:pt x="1662" y="1620"/>
                    <a:pt x="1702" y="1607"/>
                  </a:cubicBezTo>
                  <a:cubicBezTo>
                    <a:pt x="1891" y="1575"/>
                    <a:pt x="1985" y="1386"/>
                    <a:pt x="1954" y="1197"/>
                  </a:cubicBezTo>
                  <a:cubicBezTo>
                    <a:pt x="1733" y="504"/>
                    <a:pt x="1103" y="32"/>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5" name="Google Shape;15975;p84"/>
            <p:cNvSpPr/>
            <p:nvPr/>
          </p:nvSpPr>
          <p:spPr>
            <a:xfrm>
              <a:off x="-35705900" y="2667275"/>
              <a:ext cx="107925" cy="101750"/>
            </a:xfrm>
            <a:custGeom>
              <a:avLst/>
              <a:gdLst/>
              <a:ahLst/>
              <a:cxnLst/>
              <a:rect l="l" t="t" r="r" b="b"/>
              <a:pathLst>
                <a:path w="4317" h="4070" extrusionOk="0">
                  <a:moveTo>
                    <a:pt x="347" y="1"/>
                  </a:moveTo>
                  <a:cubicBezTo>
                    <a:pt x="158" y="1"/>
                    <a:pt x="1" y="127"/>
                    <a:pt x="1" y="316"/>
                  </a:cubicBezTo>
                  <a:cubicBezTo>
                    <a:pt x="1" y="505"/>
                    <a:pt x="95" y="662"/>
                    <a:pt x="316" y="662"/>
                  </a:cubicBezTo>
                  <a:cubicBezTo>
                    <a:pt x="2048" y="820"/>
                    <a:pt x="3372" y="2111"/>
                    <a:pt x="3655" y="3781"/>
                  </a:cubicBezTo>
                  <a:cubicBezTo>
                    <a:pt x="3683" y="3951"/>
                    <a:pt x="3813" y="4070"/>
                    <a:pt x="3976" y="4070"/>
                  </a:cubicBezTo>
                  <a:cubicBezTo>
                    <a:pt x="3995" y="4070"/>
                    <a:pt x="4014" y="4068"/>
                    <a:pt x="4033" y="4065"/>
                  </a:cubicBezTo>
                  <a:cubicBezTo>
                    <a:pt x="4191" y="4065"/>
                    <a:pt x="4317" y="3844"/>
                    <a:pt x="4317" y="3687"/>
                  </a:cubicBezTo>
                  <a:cubicBezTo>
                    <a:pt x="4002" y="1733"/>
                    <a:pt x="2364" y="190"/>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6" name="Google Shape;15976;p84"/>
            <p:cNvSpPr/>
            <p:nvPr/>
          </p:nvSpPr>
          <p:spPr>
            <a:xfrm>
              <a:off x="-35709825" y="2700350"/>
              <a:ext cx="77200" cy="68700"/>
            </a:xfrm>
            <a:custGeom>
              <a:avLst/>
              <a:gdLst/>
              <a:ahLst/>
              <a:cxnLst/>
              <a:rect l="l" t="t" r="r" b="b"/>
              <a:pathLst>
                <a:path w="3088" h="2748" extrusionOk="0">
                  <a:moveTo>
                    <a:pt x="347" y="1"/>
                  </a:moveTo>
                  <a:cubicBezTo>
                    <a:pt x="158" y="1"/>
                    <a:pt x="0" y="127"/>
                    <a:pt x="0" y="316"/>
                  </a:cubicBezTo>
                  <a:cubicBezTo>
                    <a:pt x="0" y="536"/>
                    <a:pt x="95" y="694"/>
                    <a:pt x="315" y="725"/>
                  </a:cubicBezTo>
                  <a:cubicBezTo>
                    <a:pt x="1323" y="788"/>
                    <a:pt x="2142" y="1545"/>
                    <a:pt x="2394" y="2490"/>
                  </a:cubicBezTo>
                  <a:cubicBezTo>
                    <a:pt x="2422" y="2655"/>
                    <a:pt x="2570" y="2748"/>
                    <a:pt x="2753" y="2748"/>
                  </a:cubicBezTo>
                  <a:cubicBezTo>
                    <a:pt x="2780" y="2748"/>
                    <a:pt x="2808" y="2746"/>
                    <a:pt x="2836" y="2742"/>
                  </a:cubicBezTo>
                  <a:cubicBezTo>
                    <a:pt x="3025" y="2679"/>
                    <a:pt x="3088" y="2490"/>
                    <a:pt x="3056" y="2301"/>
                  </a:cubicBezTo>
                  <a:cubicBezTo>
                    <a:pt x="2741" y="1072"/>
                    <a:pt x="1670" y="127"/>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77" name="Google Shape;15977;p84"/>
          <p:cNvGrpSpPr/>
          <p:nvPr/>
        </p:nvGrpSpPr>
        <p:grpSpPr>
          <a:xfrm>
            <a:off x="4119417" y="2047370"/>
            <a:ext cx="471449" cy="471449"/>
            <a:chOff x="-34032200" y="1916675"/>
            <a:chExt cx="291450" cy="291450"/>
          </a:xfrm>
        </p:grpSpPr>
        <p:sp>
          <p:nvSpPr>
            <p:cNvPr id="15978" name="Google Shape;15978;p84"/>
            <p:cNvSpPr/>
            <p:nvPr/>
          </p:nvSpPr>
          <p:spPr>
            <a:xfrm>
              <a:off x="-34032200" y="1916675"/>
              <a:ext cx="291450" cy="291450"/>
            </a:xfrm>
            <a:custGeom>
              <a:avLst/>
              <a:gdLst/>
              <a:ahLst/>
              <a:cxnLst/>
              <a:rect l="l" t="t" r="r" b="b"/>
              <a:pathLst>
                <a:path w="11658" h="11658" extrusionOk="0">
                  <a:moveTo>
                    <a:pt x="6459" y="694"/>
                  </a:moveTo>
                  <a:cubicBezTo>
                    <a:pt x="6648" y="694"/>
                    <a:pt x="6806" y="851"/>
                    <a:pt x="6806" y="1040"/>
                  </a:cubicBezTo>
                  <a:lnTo>
                    <a:pt x="6806" y="1387"/>
                  </a:lnTo>
                  <a:lnTo>
                    <a:pt x="662" y="1387"/>
                  </a:lnTo>
                  <a:lnTo>
                    <a:pt x="662" y="1040"/>
                  </a:lnTo>
                  <a:cubicBezTo>
                    <a:pt x="662" y="851"/>
                    <a:pt x="820" y="694"/>
                    <a:pt x="977" y="694"/>
                  </a:cubicBezTo>
                  <a:close/>
                  <a:moveTo>
                    <a:pt x="10303" y="4096"/>
                  </a:moveTo>
                  <a:lnTo>
                    <a:pt x="8192" y="5419"/>
                  </a:lnTo>
                  <a:lnTo>
                    <a:pt x="6207" y="4096"/>
                  </a:lnTo>
                  <a:close/>
                  <a:moveTo>
                    <a:pt x="5420" y="4411"/>
                  </a:moveTo>
                  <a:lnTo>
                    <a:pt x="7971" y="6112"/>
                  </a:lnTo>
                  <a:cubicBezTo>
                    <a:pt x="8034" y="6144"/>
                    <a:pt x="8097" y="6144"/>
                    <a:pt x="8192" y="6144"/>
                  </a:cubicBezTo>
                  <a:cubicBezTo>
                    <a:pt x="8255" y="6144"/>
                    <a:pt x="8286" y="6144"/>
                    <a:pt x="8381" y="6112"/>
                  </a:cubicBezTo>
                  <a:lnTo>
                    <a:pt x="10933" y="4537"/>
                  </a:lnTo>
                  <a:lnTo>
                    <a:pt x="10933" y="7184"/>
                  </a:lnTo>
                  <a:cubicBezTo>
                    <a:pt x="10933" y="7373"/>
                    <a:pt x="10775" y="7530"/>
                    <a:pt x="10618" y="7530"/>
                  </a:cubicBezTo>
                  <a:lnTo>
                    <a:pt x="5766" y="7530"/>
                  </a:lnTo>
                  <a:cubicBezTo>
                    <a:pt x="5577" y="7530"/>
                    <a:pt x="5420" y="7373"/>
                    <a:pt x="5420" y="7184"/>
                  </a:cubicBezTo>
                  <a:lnTo>
                    <a:pt x="5420" y="4443"/>
                  </a:lnTo>
                  <a:lnTo>
                    <a:pt x="5420" y="4411"/>
                  </a:lnTo>
                  <a:close/>
                  <a:moveTo>
                    <a:pt x="6806" y="2048"/>
                  </a:moveTo>
                  <a:lnTo>
                    <a:pt x="6806" y="3435"/>
                  </a:lnTo>
                  <a:lnTo>
                    <a:pt x="5766" y="3435"/>
                  </a:lnTo>
                  <a:cubicBezTo>
                    <a:pt x="5231" y="3435"/>
                    <a:pt x="4758" y="3907"/>
                    <a:pt x="4758" y="4443"/>
                  </a:cubicBezTo>
                  <a:lnTo>
                    <a:pt x="4758" y="7184"/>
                  </a:lnTo>
                  <a:cubicBezTo>
                    <a:pt x="4758" y="7719"/>
                    <a:pt x="5231" y="8192"/>
                    <a:pt x="5766" y="8192"/>
                  </a:cubicBezTo>
                  <a:lnTo>
                    <a:pt x="6806" y="8192"/>
                  </a:lnTo>
                  <a:lnTo>
                    <a:pt x="6806" y="8916"/>
                  </a:lnTo>
                  <a:lnTo>
                    <a:pt x="662" y="8916"/>
                  </a:lnTo>
                  <a:lnTo>
                    <a:pt x="662" y="2048"/>
                  </a:lnTo>
                  <a:close/>
                  <a:moveTo>
                    <a:pt x="6774" y="9578"/>
                  </a:moveTo>
                  <a:lnTo>
                    <a:pt x="6774" y="10649"/>
                  </a:lnTo>
                  <a:cubicBezTo>
                    <a:pt x="6806" y="10838"/>
                    <a:pt x="6648" y="10996"/>
                    <a:pt x="6459" y="10996"/>
                  </a:cubicBezTo>
                  <a:lnTo>
                    <a:pt x="977" y="10996"/>
                  </a:lnTo>
                  <a:cubicBezTo>
                    <a:pt x="788" y="10996"/>
                    <a:pt x="631" y="10838"/>
                    <a:pt x="631" y="10649"/>
                  </a:cubicBezTo>
                  <a:lnTo>
                    <a:pt x="631" y="9578"/>
                  </a:lnTo>
                  <a:close/>
                  <a:moveTo>
                    <a:pt x="1009" y="1"/>
                  </a:moveTo>
                  <a:cubicBezTo>
                    <a:pt x="473" y="1"/>
                    <a:pt x="1" y="473"/>
                    <a:pt x="1" y="1040"/>
                  </a:cubicBezTo>
                  <a:lnTo>
                    <a:pt x="1" y="10649"/>
                  </a:lnTo>
                  <a:cubicBezTo>
                    <a:pt x="1" y="11185"/>
                    <a:pt x="473" y="11657"/>
                    <a:pt x="1009" y="11657"/>
                  </a:cubicBezTo>
                  <a:lnTo>
                    <a:pt x="6491" y="11657"/>
                  </a:lnTo>
                  <a:cubicBezTo>
                    <a:pt x="7026" y="11657"/>
                    <a:pt x="7499" y="11185"/>
                    <a:pt x="7499" y="10649"/>
                  </a:cubicBezTo>
                  <a:lnTo>
                    <a:pt x="7499" y="8255"/>
                  </a:lnTo>
                  <a:lnTo>
                    <a:pt x="10618" y="8255"/>
                  </a:lnTo>
                  <a:cubicBezTo>
                    <a:pt x="11185" y="8255"/>
                    <a:pt x="11658" y="7782"/>
                    <a:pt x="11658" y="7215"/>
                  </a:cubicBezTo>
                  <a:lnTo>
                    <a:pt x="11658" y="4506"/>
                  </a:lnTo>
                  <a:cubicBezTo>
                    <a:pt x="11658" y="3907"/>
                    <a:pt x="11185" y="3435"/>
                    <a:pt x="10618" y="3435"/>
                  </a:cubicBezTo>
                  <a:lnTo>
                    <a:pt x="7499" y="3435"/>
                  </a:lnTo>
                  <a:lnTo>
                    <a:pt x="7499" y="1040"/>
                  </a:lnTo>
                  <a:cubicBezTo>
                    <a:pt x="7499" y="473"/>
                    <a:pt x="7026" y="1"/>
                    <a:pt x="64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9" name="Google Shape;15979;p84"/>
            <p:cNvSpPr/>
            <p:nvPr/>
          </p:nvSpPr>
          <p:spPr>
            <a:xfrm>
              <a:off x="-33999125" y="20190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616" y="0"/>
                    <a:pt x="23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0" name="Google Shape;15980;p84"/>
            <p:cNvSpPr/>
            <p:nvPr/>
          </p:nvSpPr>
          <p:spPr>
            <a:xfrm>
              <a:off x="-33999900" y="2053725"/>
              <a:ext cx="52000" cy="18125"/>
            </a:xfrm>
            <a:custGeom>
              <a:avLst/>
              <a:gdLst/>
              <a:ahLst/>
              <a:cxnLst/>
              <a:rect l="l" t="t" r="r" b="b"/>
              <a:pathLst>
                <a:path w="2080" h="725" extrusionOk="0">
                  <a:moveTo>
                    <a:pt x="347" y="0"/>
                  </a:moveTo>
                  <a:cubicBezTo>
                    <a:pt x="158" y="0"/>
                    <a:pt x="0" y="158"/>
                    <a:pt x="0" y="347"/>
                  </a:cubicBezTo>
                  <a:cubicBezTo>
                    <a:pt x="0" y="567"/>
                    <a:pt x="158" y="725"/>
                    <a:pt x="347" y="725"/>
                  </a:cubicBezTo>
                  <a:lnTo>
                    <a:pt x="1733" y="725"/>
                  </a:lnTo>
                  <a:cubicBezTo>
                    <a:pt x="1922" y="725"/>
                    <a:pt x="2080" y="567"/>
                    <a:pt x="2080" y="347"/>
                  </a:cubicBez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1" name="Google Shape;15981;p84"/>
            <p:cNvSpPr/>
            <p:nvPr/>
          </p:nvSpPr>
          <p:spPr>
            <a:xfrm>
              <a:off x="-33999125" y="2088375"/>
              <a:ext cx="34675" cy="17350"/>
            </a:xfrm>
            <a:custGeom>
              <a:avLst/>
              <a:gdLst/>
              <a:ahLst/>
              <a:cxnLst/>
              <a:rect l="l" t="t" r="r" b="b"/>
              <a:pathLst>
                <a:path w="1387" h="694" extrusionOk="0">
                  <a:moveTo>
                    <a:pt x="347" y="1"/>
                  </a:moveTo>
                  <a:cubicBezTo>
                    <a:pt x="158" y="1"/>
                    <a:pt x="1" y="158"/>
                    <a:pt x="1" y="347"/>
                  </a:cubicBezTo>
                  <a:cubicBezTo>
                    <a:pt x="1" y="536"/>
                    <a:pt x="158" y="694"/>
                    <a:pt x="347" y="694"/>
                  </a:cubicBezTo>
                  <a:lnTo>
                    <a:pt x="1041" y="694"/>
                  </a:lnTo>
                  <a:cubicBezTo>
                    <a:pt x="1230" y="694"/>
                    <a:pt x="1387" y="536"/>
                    <a:pt x="1387" y="347"/>
                  </a:cubicBezTo>
                  <a:cubicBezTo>
                    <a:pt x="1387" y="158"/>
                    <a:pt x="1230"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82" name="Google Shape;15982;p84"/>
          <p:cNvSpPr/>
          <p:nvPr/>
        </p:nvSpPr>
        <p:spPr>
          <a:xfrm>
            <a:off x="4114686" y="2656971"/>
            <a:ext cx="472703" cy="475493"/>
          </a:xfrm>
          <a:custGeom>
            <a:avLst/>
            <a:gdLst/>
            <a:ahLst/>
            <a:cxnLst/>
            <a:rect l="l" t="t" r="r" b="b"/>
            <a:pathLst>
              <a:path w="11689" h="11758" extrusionOk="0">
                <a:moveTo>
                  <a:pt x="8538" y="2747"/>
                </a:moveTo>
                <a:cubicBezTo>
                  <a:pt x="8727" y="2747"/>
                  <a:pt x="8853" y="2905"/>
                  <a:pt x="8853" y="3094"/>
                </a:cubicBezTo>
                <a:cubicBezTo>
                  <a:pt x="8885" y="3251"/>
                  <a:pt x="8727" y="3409"/>
                  <a:pt x="8538" y="3409"/>
                </a:cubicBezTo>
                <a:cubicBezTo>
                  <a:pt x="8444" y="3409"/>
                  <a:pt x="8381" y="3377"/>
                  <a:pt x="8286" y="3346"/>
                </a:cubicBezTo>
                <a:lnTo>
                  <a:pt x="8538" y="2747"/>
                </a:lnTo>
                <a:close/>
                <a:moveTo>
                  <a:pt x="3277" y="1581"/>
                </a:moveTo>
                <a:cubicBezTo>
                  <a:pt x="3844" y="1581"/>
                  <a:pt x="4316" y="2023"/>
                  <a:pt x="4316" y="2590"/>
                </a:cubicBezTo>
                <a:cubicBezTo>
                  <a:pt x="4316" y="3157"/>
                  <a:pt x="3844" y="3598"/>
                  <a:pt x="3277" y="3598"/>
                </a:cubicBezTo>
                <a:cubicBezTo>
                  <a:pt x="2741" y="3598"/>
                  <a:pt x="2269" y="3157"/>
                  <a:pt x="2269" y="2590"/>
                </a:cubicBezTo>
                <a:cubicBezTo>
                  <a:pt x="2269" y="1991"/>
                  <a:pt x="2741" y="1581"/>
                  <a:pt x="3277" y="1581"/>
                </a:cubicBezTo>
                <a:close/>
                <a:moveTo>
                  <a:pt x="9231" y="5457"/>
                </a:moveTo>
                <a:cubicBezTo>
                  <a:pt x="9672" y="5457"/>
                  <a:pt x="10050" y="5740"/>
                  <a:pt x="10208" y="6150"/>
                </a:cubicBezTo>
                <a:lnTo>
                  <a:pt x="8286" y="6150"/>
                </a:lnTo>
                <a:cubicBezTo>
                  <a:pt x="8412" y="5772"/>
                  <a:pt x="8759" y="5457"/>
                  <a:pt x="9231" y="5457"/>
                </a:cubicBezTo>
                <a:close/>
                <a:moveTo>
                  <a:pt x="10932" y="6843"/>
                </a:moveTo>
                <a:lnTo>
                  <a:pt x="10932" y="7504"/>
                </a:lnTo>
                <a:lnTo>
                  <a:pt x="5262" y="7504"/>
                </a:lnTo>
                <a:lnTo>
                  <a:pt x="5262" y="6843"/>
                </a:lnTo>
                <a:close/>
                <a:moveTo>
                  <a:pt x="3403" y="4291"/>
                </a:moveTo>
                <a:cubicBezTo>
                  <a:pt x="4064" y="4322"/>
                  <a:pt x="4631" y="4921"/>
                  <a:pt x="4631" y="5583"/>
                </a:cubicBezTo>
                <a:lnTo>
                  <a:pt x="4631" y="7725"/>
                </a:lnTo>
                <a:cubicBezTo>
                  <a:pt x="4348" y="7567"/>
                  <a:pt x="4033" y="7441"/>
                  <a:pt x="3686" y="7441"/>
                </a:cubicBezTo>
                <a:lnTo>
                  <a:pt x="3340" y="7441"/>
                </a:lnTo>
                <a:lnTo>
                  <a:pt x="3340" y="6402"/>
                </a:lnTo>
                <a:cubicBezTo>
                  <a:pt x="3340" y="6213"/>
                  <a:pt x="3182" y="6055"/>
                  <a:pt x="2962" y="6055"/>
                </a:cubicBezTo>
                <a:cubicBezTo>
                  <a:pt x="2773" y="6055"/>
                  <a:pt x="2615" y="6213"/>
                  <a:pt x="2615" y="6402"/>
                </a:cubicBezTo>
                <a:lnTo>
                  <a:pt x="2615" y="7788"/>
                </a:lnTo>
                <a:cubicBezTo>
                  <a:pt x="2615" y="7977"/>
                  <a:pt x="2773" y="8134"/>
                  <a:pt x="2962" y="8134"/>
                </a:cubicBezTo>
                <a:lnTo>
                  <a:pt x="3655" y="8134"/>
                </a:lnTo>
                <a:cubicBezTo>
                  <a:pt x="4064" y="8134"/>
                  <a:pt x="4474" y="8418"/>
                  <a:pt x="4600" y="8828"/>
                </a:cubicBezTo>
                <a:lnTo>
                  <a:pt x="1985" y="8828"/>
                </a:lnTo>
                <a:lnTo>
                  <a:pt x="1985" y="5583"/>
                </a:lnTo>
                <a:lnTo>
                  <a:pt x="2080" y="5583"/>
                </a:lnTo>
                <a:cubicBezTo>
                  <a:pt x="2080" y="5236"/>
                  <a:pt x="2237" y="4858"/>
                  <a:pt x="2458" y="4637"/>
                </a:cubicBezTo>
                <a:cubicBezTo>
                  <a:pt x="2741" y="4385"/>
                  <a:pt x="3056" y="4291"/>
                  <a:pt x="3403" y="4291"/>
                </a:cubicBezTo>
                <a:close/>
                <a:moveTo>
                  <a:pt x="1040" y="4795"/>
                </a:moveTo>
                <a:cubicBezTo>
                  <a:pt x="1229" y="4795"/>
                  <a:pt x="1418" y="4952"/>
                  <a:pt x="1418" y="5141"/>
                </a:cubicBezTo>
                <a:lnTo>
                  <a:pt x="1418" y="9174"/>
                </a:lnTo>
                <a:lnTo>
                  <a:pt x="1418" y="9300"/>
                </a:lnTo>
                <a:cubicBezTo>
                  <a:pt x="1449" y="9458"/>
                  <a:pt x="1575" y="9521"/>
                  <a:pt x="1733" y="9521"/>
                </a:cubicBezTo>
                <a:lnTo>
                  <a:pt x="5860" y="9521"/>
                </a:lnTo>
                <a:cubicBezTo>
                  <a:pt x="6049" y="9521"/>
                  <a:pt x="6175" y="9678"/>
                  <a:pt x="6175" y="9836"/>
                </a:cubicBezTo>
                <a:lnTo>
                  <a:pt x="6175" y="10938"/>
                </a:lnTo>
                <a:lnTo>
                  <a:pt x="693" y="10938"/>
                </a:lnTo>
                <a:lnTo>
                  <a:pt x="693" y="5141"/>
                </a:lnTo>
                <a:cubicBezTo>
                  <a:pt x="693" y="4952"/>
                  <a:pt x="851" y="4795"/>
                  <a:pt x="1040" y="4795"/>
                </a:cubicBezTo>
                <a:close/>
                <a:moveTo>
                  <a:pt x="7656" y="8197"/>
                </a:moveTo>
                <a:cubicBezTo>
                  <a:pt x="7971" y="8260"/>
                  <a:pt x="8254" y="8576"/>
                  <a:pt x="8254" y="8922"/>
                </a:cubicBezTo>
                <a:lnTo>
                  <a:pt x="8254" y="10938"/>
                </a:lnTo>
                <a:lnTo>
                  <a:pt x="6868" y="10938"/>
                </a:lnTo>
                <a:lnTo>
                  <a:pt x="6868" y="9836"/>
                </a:lnTo>
                <a:cubicBezTo>
                  <a:pt x="6868" y="9269"/>
                  <a:pt x="6396" y="8796"/>
                  <a:pt x="5860" y="8796"/>
                </a:cubicBezTo>
                <a:lnTo>
                  <a:pt x="5388" y="8796"/>
                </a:lnTo>
                <a:cubicBezTo>
                  <a:pt x="5356" y="8576"/>
                  <a:pt x="5230" y="8386"/>
                  <a:pt x="5104" y="8197"/>
                </a:cubicBezTo>
                <a:close/>
                <a:moveTo>
                  <a:pt x="9185" y="1"/>
                </a:moveTo>
                <a:cubicBezTo>
                  <a:pt x="9049" y="1"/>
                  <a:pt x="8908" y="88"/>
                  <a:pt x="8885" y="227"/>
                </a:cubicBezTo>
                <a:lnTo>
                  <a:pt x="6837" y="5078"/>
                </a:lnTo>
                <a:cubicBezTo>
                  <a:pt x="6774" y="5236"/>
                  <a:pt x="6837" y="5457"/>
                  <a:pt x="7026" y="5520"/>
                </a:cubicBezTo>
                <a:cubicBezTo>
                  <a:pt x="7089" y="5520"/>
                  <a:pt x="7120" y="5551"/>
                  <a:pt x="7152" y="5551"/>
                </a:cubicBezTo>
                <a:cubicBezTo>
                  <a:pt x="7278" y="5551"/>
                  <a:pt x="7435" y="5457"/>
                  <a:pt x="7467" y="5362"/>
                </a:cubicBezTo>
                <a:lnTo>
                  <a:pt x="8034" y="4039"/>
                </a:lnTo>
                <a:cubicBezTo>
                  <a:pt x="8191" y="4133"/>
                  <a:pt x="8349" y="4165"/>
                  <a:pt x="8538" y="4165"/>
                </a:cubicBezTo>
                <a:cubicBezTo>
                  <a:pt x="8664" y="4165"/>
                  <a:pt x="8759" y="4133"/>
                  <a:pt x="8885" y="4133"/>
                </a:cubicBezTo>
                <a:lnTo>
                  <a:pt x="8885" y="4921"/>
                </a:lnTo>
                <a:cubicBezTo>
                  <a:pt x="8223" y="5047"/>
                  <a:pt x="7719" y="5583"/>
                  <a:pt x="7561" y="6244"/>
                </a:cubicBezTo>
                <a:lnTo>
                  <a:pt x="5293" y="6244"/>
                </a:lnTo>
                <a:lnTo>
                  <a:pt x="5293" y="5709"/>
                </a:lnTo>
                <a:cubicBezTo>
                  <a:pt x="5293" y="4984"/>
                  <a:pt x="4915" y="4354"/>
                  <a:pt x="4348" y="4007"/>
                </a:cubicBezTo>
                <a:cubicBezTo>
                  <a:pt x="4757" y="3692"/>
                  <a:pt x="4978" y="3220"/>
                  <a:pt x="4978" y="2653"/>
                </a:cubicBezTo>
                <a:cubicBezTo>
                  <a:pt x="4978" y="1707"/>
                  <a:pt x="4253" y="983"/>
                  <a:pt x="3308" y="983"/>
                </a:cubicBezTo>
                <a:cubicBezTo>
                  <a:pt x="2363" y="983"/>
                  <a:pt x="1607" y="1707"/>
                  <a:pt x="1607" y="2653"/>
                </a:cubicBezTo>
                <a:cubicBezTo>
                  <a:pt x="1607" y="3220"/>
                  <a:pt x="1890" y="3724"/>
                  <a:pt x="2269" y="4039"/>
                </a:cubicBezTo>
                <a:cubicBezTo>
                  <a:pt x="2143" y="4133"/>
                  <a:pt x="2080" y="4196"/>
                  <a:pt x="1985" y="4291"/>
                </a:cubicBezTo>
                <a:cubicBezTo>
                  <a:pt x="1922" y="4354"/>
                  <a:pt x="1827" y="4448"/>
                  <a:pt x="1764" y="4543"/>
                </a:cubicBezTo>
                <a:cubicBezTo>
                  <a:pt x="1575" y="4354"/>
                  <a:pt x="1323" y="4228"/>
                  <a:pt x="1008" y="4228"/>
                </a:cubicBezTo>
                <a:cubicBezTo>
                  <a:pt x="473" y="4228"/>
                  <a:pt x="0" y="4700"/>
                  <a:pt x="0" y="5268"/>
                </a:cubicBezTo>
                <a:lnTo>
                  <a:pt x="0" y="11411"/>
                </a:lnTo>
                <a:cubicBezTo>
                  <a:pt x="0" y="11600"/>
                  <a:pt x="158" y="11758"/>
                  <a:pt x="347" y="11758"/>
                </a:cubicBezTo>
                <a:lnTo>
                  <a:pt x="8570" y="11758"/>
                </a:lnTo>
                <a:cubicBezTo>
                  <a:pt x="8759" y="11758"/>
                  <a:pt x="8916" y="11600"/>
                  <a:pt x="8916" y="11411"/>
                </a:cubicBezTo>
                <a:lnTo>
                  <a:pt x="8916" y="9048"/>
                </a:lnTo>
                <a:cubicBezTo>
                  <a:pt x="8916" y="8765"/>
                  <a:pt x="8853" y="8544"/>
                  <a:pt x="8727" y="8292"/>
                </a:cubicBezTo>
                <a:lnTo>
                  <a:pt x="11342" y="8292"/>
                </a:lnTo>
                <a:cubicBezTo>
                  <a:pt x="11531" y="8292"/>
                  <a:pt x="11689" y="8134"/>
                  <a:pt x="11689" y="7945"/>
                </a:cubicBezTo>
                <a:lnTo>
                  <a:pt x="11689" y="6559"/>
                </a:lnTo>
                <a:cubicBezTo>
                  <a:pt x="11689" y="6339"/>
                  <a:pt x="11531" y="6181"/>
                  <a:pt x="11310" y="6181"/>
                </a:cubicBezTo>
                <a:lnTo>
                  <a:pt x="10901" y="6181"/>
                </a:lnTo>
                <a:cubicBezTo>
                  <a:pt x="10775" y="5520"/>
                  <a:pt x="10239" y="4984"/>
                  <a:pt x="9546" y="4826"/>
                </a:cubicBezTo>
                <a:lnTo>
                  <a:pt x="9546" y="3094"/>
                </a:lnTo>
                <a:cubicBezTo>
                  <a:pt x="9546" y="2621"/>
                  <a:pt x="9231" y="2243"/>
                  <a:pt x="8790" y="2117"/>
                </a:cubicBezTo>
                <a:lnTo>
                  <a:pt x="9515" y="447"/>
                </a:lnTo>
                <a:cubicBezTo>
                  <a:pt x="9578" y="290"/>
                  <a:pt x="9515" y="69"/>
                  <a:pt x="9326" y="38"/>
                </a:cubicBezTo>
                <a:cubicBezTo>
                  <a:pt x="9283" y="12"/>
                  <a:pt x="9234" y="1"/>
                  <a:pt x="91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83" name="Google Shape;15983;p84"/>
          <p:cNvGrpSpPr/>
          <p:nvPr/>
        </p:nvGrpSpPr>
        <p:grpSpPr>
          <a:xfrm>
            <a:off x="4118790" y="3264845"/>
            <a:ext cx="472703" cy="472744"/>
            <a:chOff x="-34032200" y="2634975"/>
            <a:chExt cx="292225" cy="292250"/>
          </a:xfrm>
        </p:grpSpPr>
        <p:sp>
          <p:nvSpPr>
            <p:cNvPr id="15984" name="Google Shape;15984;p84"/>
            <p:cNvSpPr/>
            <p:nvPr/>
          </p:nvSpPr>
          <p:spPr>
            <a:xfrm>
              <a:off x="-34032200" y="2634975"/>
              <a:ext cx="292225" cy="292250"/>
            </a:xfrm>
            <a:custGeom>
              <a:avLst/>
              <a:gdLst/>
              <a:ahLst/>
              <a:cxnLst/>
              <a:rect l="l" t="t" r="r" b="b"/>
              <a:pathLst>
                <a:path w="11689" h="11690" extrusionOk="0">
                  <a:moveTo>
                    <a:pt x="5766" y="662"/>
                  </a:moveTo>
                  <a:cubicBezTo>
                    <a:pt x="8602" y="662"/>
                    <a:pt x="10933" y="2962"/>
                    <a:pt x="10933" y="5798"/>
                  </a:cubicBezTo>
                  <a:cubicBezTo>
                    <a:pt x="10933" y="6806"/>
                    <a:pt x="10649" y="7783"/>
                    <a:pt x="10114" y="8602"/>
                  </a:cubicBezTo>
                  <a:lnTo>
                    <a:pt x="10145" y="8444"/>
                  </a:lnTo>
                  <a:cubicBezTo>
                    <a:pt x="10177" y="8350"/>
                    <a:pt x="10145" y="8224"/>
                    <a:pt x="10082" y="8129"/>
                  </a:cubicBezTo>
                  <a:cubicBezTo>
                    <a:pt x="9988" y="8066"/>
                    <a:pt x="9862" y="8035"/>
                    <a:pt x="9767" y="8035"/>
                  </a:cubicBezTo>
                  <a:lnTo>
                    <a:pt x="9641" y="8066"/>
                  </a:lnTo>
                  <a:cubicBezTo>
                    <a:pt x="10019" y="7405"/>
                    <a:pt x="10240" y="6617"/>
                    <a:pt x="10240" y="5829"/>
                  </a:cubicBezTo>
                  <a:cubicBezTo>
                    <a:pt x="10240" y="3372"/>
                    <a:pt x="8223" y="1356"/>
                    <a:pt x="5766" y="1356"/>
                  </a:cubicBezTo>
                  <a:cubicBezTo>
                    <a:pt x="5136" y="1356"/>
                    <a:pt x="4506" y="1482"/>
                    <a:pt x="3970" y="1765"/>
                  </a:cubicBezTo>
                  <a:cubicBezTo>
                    <a:pt x="3813" y="1828"/>
                    <a:pt x="3718" y="2017"/>
                    <a:pt x="3813" y="2175"/>
                  </a:cubicBezTo>
                  <a:lnTo>
                    <a:pt x="3970" y="2553"/>
                  </a:lnTo>
                  <a:lnTo>
                    <a:pt x="2710" y="2742"/>
                  </a:lnTo>
                  <a:lnTo>
                    <a:pt x="2301" y="2773"/>
                  </a:lnTo>
                  <a:cubicBezTo>
                    <a:pt x="2364" y="2647"/>
                    <a:pt x="2710" y="1324"/>
                    <a:pt x="2742" y="1198"/>
                  </a:cubicBezTo>
                  <a:lnTo>
                    <a:pt x="2836" y="1293"/>
                  </a:lnTo>
                  <a:cubicBezTo>
                    <a:pt x="2898" y="1354"/>
                    <a:pt x="2986" y="1402"/>
                    <a:pt x="3084" y="1402"/>
                  </a:cubicBezTo>
                  <a:cubicBezTo>
                    <a:pt x="3136" y="1402"/>
                    <a:pt x="3191" y="1389"/>
                    <a:pt x="3246" y="1356"/>
                  </a:cubicBezTo>
                  <a:cubicBezTo>
                    <a:pt x="4033" y="883"/>
                    <a:pt x="4915" y="662"/>
                    <a:pt x="5766" y="662"/>
                  </a:cubicBezTo>
                  <a:close/>
                  <a:moveTo>
                    <a:pt x="6144" y="2080"/>
                  </a:moveTo>
                  <a:cubicBezTo>
                    <a:pt x="7940" y="2238"/>
                    <a:pt x="9358" y="3687"/>
                    <a:pt x="9515" y="5451"/>
                  </a:cubicBezTo>
                  <a:lnTo>
                    <a:pt x="9200" y="5451"/>
                  </a:lnTo>
                  <a:cubicBezTo>
                    <a:pt x="9011" y="5451"/>
                    <a:pt x="8854" y="5609"/>
                    <a:pt x="8854" y="5829"/>
                  </a:cubicBezTo>
                  <a:cubicBezTo>
                    <a:pt x="8854" y="6018"/>
                    <a:pt x="9011" y="6176"/>
                    <a:pt x="9200" y="6176"/>
                  </a:cubicBezTo>
                  <a:lnTo>
                    <a:pt x="9515" y="6176"/>
                  </a:lnTo>
                  <a:cubicBezTo>
                    <a:pt x="9452" y="6932"/>
                    <a:pt x="9169" y="7657"/>
                    <a:pt x="8665" y="8255"/>
                  </a:cubicBezTo>
                  <a:lnTo>
                    <a:pt x="6995" y="8570"/>
                  </a:lnTo>
                  <a:cubicBezTo>
                    <a:pt x="6900" y="8602"/>
                    <a:pt x="6806" y="8665"/>
                    <a:pt x="6774" y="8759"/>
                  </a:cubicBezTo>
                  <a:cubicBezTo>
                    <a:pt x="6743" y="8885"/>
                    <a:pt x="6743" y="9011"/>
                    <a:pt x="6806" y="9074"/>
                  </a:cubicBezTo>
                  <a:lnTo>
                    <a:pt x="6995" y="9389"/>
                  </a:lnTo>
                  <a:cubicBezTo>
                    <a:pt x="6743" y="9484"/>
                    <a:pt x="6459" y="9547"/>
                    <a:pt x="6176" y="9547"/>
                  </a:cubicBezTo>
                  <a:lnTo>
                    <a:pt x="6176" y="9232"/>
                  </a:lnTo>
                  <a:cubicBezTo>
                    <a:pt x="6176" y="9043"/>
                    <a:pt x="6018" y="8885"/>
                    <a:pt x="5829" y="8885"/>
                  </a:cubicBezTo>
                  <a:cubicBezTo>
                    <a:pt x="5640" y="8885"/>
                    <a:pt x="5483" y="9043"/>
                    <a:pt x="5483" y="9232"/>
                  </a:cubicBezTo>
                  <a:lnTo>
                    <a:pt x="5483" y="9547"/>
                  </a:lnTo>
                  <a:cubicBezTo>
                    <a:pt x="3655" y="9389"/>
                    <a:pt x="2238" y="7940"/>
                    <a:pt x="2080" y="6176"/>
                  </a:cubicBezTo>
                  <a:lnTo>
                    <a:pt x="2395" y="6176"/>
                  </a:lnTo>
                  <a:cubicBezTo>
                    <a:pt x="2584" y="6176"/>
                    <a:pt x="2742" y="6018"/>
                    <a:pt x="2742" y="5829"/>
                  </a:cubicBezTo>
                  <a:cubicBezTo>
                    <a:pt x="2742" y="5609"/>
                    <a:pt x="2584" y="5451"/>
                    <a:pt x="2395" y="5451"/>
                  </a:cubicBezTo>
                  <a:lnTo>
                    <a:pt x="2080" y="5451"/>
                  </a:lnTo>
                  <a:cubicBezTo>
                    <a:pt x="2175" y="4727"/>
                    <a:pt x="2427" y="3971"/>
                    <a:pt x="2962" y="3372"/>
                  </a:cubicBezTo>
                  <a:lnTo>
                    <a:pt x="4474" y="3183"/>
                  </a:lnTo>
                  <a:cubicBezTo>
                    <a:pt x="4600" y="3183"/>
                    <a:pt x="4663" y="3088"/>
                    <a:pt x="4726" y="3025"/>
                  </a:cubicBezTo>
                  <a:cubicBezTo>
                    <a:pt x="4758" y="2931"/>
                    <a:pt x="4758" y="2836"/>
                    <a:pt x="4726" y="2710"/>
                  </a:cubicBezTo>
                  <a:lnTo>
                    <a:pt x="4506" y="2269"/>
                  </a:lnTo>
                  <a:cubicBezTo>
                    <a:pt x="4789" y="2143"/>
                    <a:pt x="5104" y="2112"/>
                    <a:pt x="5420" y="2080"/>
                  </a:cubicBezTo>
                  <a:lnTo>
                    <a:pt x="5420" y="2395"/>
                  </a:lnTo>
                  <a:cubicBezTo>
                    <a:pt x="5420" y="2584"/>
                    <a:pt x="5577" y="2742"/>
                    <a:pt x="5766" y="2742"/>
                  </a:cubicBezTo>
                  <a:cubicBezTo>
                    <a:pt x="5987" y="2742"/>
                    <a:pt x="6144" y="2584"/>
                    <a:pt x="6144" y="2395"/>
                  </a:cubicBezTo>
                  <a:lnTo>
                    <a:pt x="6144" y="2080"/>
                  </a:lnTo>
                  <a:close/>
                  <a:moveTo>
                    <a:pt x="1607" y="2899"/>
                  </a:moveTo>
                  <a:lnTo>
                    <a:pt x="1544" y="3151"/>
                  </a:lnTo>
                  <a:cubicBezTo>
                    <a:pt x="1481" y="3246"/>
                    <a:pt x="1544" y="3372"/>
                    <a:pt x="1607" y="3466"/>
                  </a:cubicBezTo>
                  <a:cubicBezTo>
                    <a:pt x="1670" y="3529"/>
                    <a:pt x="1796" y="3561"/>
                    <a:pt x="1922" y="3561"/>
                  </a:cubicBezTo>
                  <a:lnTo>
                    <a:pt x="1985" y="3561"/>
                  </a:lnTo>
                  <a:cubicBezTo>
                    <a:pt x="1607" y="4254"/>
                    <a:pt x="1387" y="5042"/>
                    <a:pt x="1387" y="5861"/>
                  </a:cubicBezTo>
                  <a:cubicBezTo>
                    <a:pt x="1387" y="8287"/>
                    <a:pt x="3372" y="10303"/>
                    <a:pt x="5829" y="10303"/>
                  </a:cubicBezTo>
                  <a:cubicBezTo>
                    <a:pt x="6459" y="10303"/>
                    <a:pt x="7089" y="10177"/>
                    <a:pt x="7688" y="9925"/>
                  </a:cubicBezTo>
                  <a:cubicBezTo>
                    <a:pt x="7751" y="9862"/>
                    <a:pt x="7845" y="9799"/>
                    <a:pt x="7877" y="9704"/>
                  </a:cubicBezTo>
                  <a:cubicBezTo>
                    <a:pt x="7908" y="9641"/>
                    <a:pt x="7877" y="9515"/>
                    <a:pt x="7845" y="9452"/>
                  </a:cubicBezTo>
                  <a:lnTo>
                    <a:pt x="7688" y="9200"/>
                  </a:lnTo>
                  <a:lnTo>
                    <a:pt x="9421" y="8854"/>
                  </a:lnTo>
                  <a:lnTo>
                    <a:pt x="9421" y="8854"/>
                  </a:lnTo>
                  <a:cubicBezTo>
                    <a:pt x="9326" y="9200"/>
                    <a:pt x="9074" y="10177"/>
                    <a:pt x="9011" y="10492"/>
                  </a:cubicBezTo>
                  <a:lnTo>
                    <a:pt x="8759" y="10303"/>
                  </a:lnTo>
                  <a:cubicBezTo>
                    <a:pt x="8708" y="10235"/>
                    <a:pt x="8640" y="10204"/>
                    <a:pt x="8567" y="10204"/>
                  </a:cubicBezTo>
                  <a:cubicBezTo>
                    <a:pt x="8505" y="10204"/>
                    <a:pt x="8439" y="10228"/>
                    <a:pt x="8381" y="10271"/>
                  </a:cubicBezTo>
                  <a:cubicBezTo>
                    <a:pt x="7593" y="10744"/>
                    <a:pt x="6680" y="10965"/>
                    <a:pt x="5829" y="10965"/>
                  </a:cubicBezTo>
                  <a:cubicBezTo>
                    <a:pt x="2994" y="10965"/>
                    <a:pt x="662" y="8665"/>
                    <a:pt x="662" y="5829"/>
                  </a:cubicBezTo>
                  <a:cubicBezTo>
                    <a:pt x="662" y="4758"/>
                    <a:pt x="977" y="3781"/>
                    <a:pt x="1607" y="2899"/>
                  </a:cubicBezTo>
                  <a:close/>
                  <a:moveTo>
                    <a:pt x="5766" y="1"/>
                  </a:moveTo>
                  <a:cubicBezTo>
                    <a:pt x="4884" y="1"/>
                    <a:pt x="3970" y="221"/>
                    <a:pt x="3151" y="662"/>
                  </a:cubicBezTo>
                  <a:lnTo>
                    <a:pt x="2836" y="316"/>
                  </a:lnTo>
                  <a:cubicBezTo>
                    <a:pt x="2765" y="245"/>
                    <a:pt x="2677" y="210"/>
                    <a:pt x="2597" y="210"/>
                  </a:cubicBezTo>
                  <a:cubicBezTo>
                    <a:pt x="2570" y="210"/>
                    <a:pt x="2545" y="214"/>
                    <a:pt x="2521" y="221"/>
                  </a:cubicBezTo>
                  <a:cubicBezTo>
                    <a:pt x="2395" y="253"/>
                    <a:pt x="2301" y="347"/>
                    <a:pt x="2269" y="473"/>
                  </a:cubicBezTo>
                  <a:lnTo>
                    <a:pt x="1985" y="1450"/>
                  </a:lnTo>
                  <a:cubicBezTo>
                    <a:pt x="694" y="2553"/>
                    <a:pt x="1" y="4160"/>
                    <a:pt x="1" y="5829"/>
                  </a:cubicBezTo>
                  <a:cubicBezTo>
                    <a:pt x="1" y="7342"/>
                    <a:pt x="599" y="8854"/>
                    <a:pt x="1733" y="9956"/>
                  </a:cubicBezTo>
                  <a:cubicBezTo>
                    <a:pt x="2836" y="11059"/>
                    <a:pt x="4285" y="11689"/>
                    <a:pt x="5861" y="11689"/>
                  </a:cubicBezTo>
                  <a:cubicBezTo>
                    <a:pt x="6774" y="11689"/>
                    <a:pt x="7719" y="11437"/>
                    <a:pt x="8539" y="11028"/>
                  </a:cubicBezTo>
                  <a:lnTo>
                    <a:pt x="8980" y="11406"/>
                  </a:lnTo>
                  <a:cubicBezTo>
                    <a:pt x="9027" y="11477"/>
                    <a:pt x="9110" y="11512"/>
                    <a:pt x="9201" y="11512"/>
                  </a:cubicBezTo>
                  <a:cubicBezTo>
                    <a:pt x="9232" y="11512"/>
                    <a:pt x="9263" y="11508"/>
                    <a:pt x="9295" y="11500"/>
                  </a:cubicBezTo>
                  <a:cubicBezTo>
                    <a:pt x="9421" y="11437"/>
                    <a:pt x="9484" y="11374"/>
                    <a:pt x="9515" y="11248"/>
                  </a:cubicBezTo>
                  <a:lnTo>
                    <a:pt x="9799" y="10114"/>
                  </a:lnTo>
                  <a:cubicBezTo>
                    <a:pt x="10996" y="9011"/>
                    <a:pt x="11689" y="7468"/>
                    <a:pt x="11689" y="5861"/>
                  </a:cubicBezTo>
                  <a:cubicBezTo>
                    <a:pt x="11658" y="2616"/>
                    <a:pt x="9011" y="1"/>
                    <a:pt x="57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5" name="Google Shape;15985;p84"/>
            <p:cNvSpPr/>
            <p:nvPr/>
          </p:nvSpPr>
          <p:spPr>
            <a:xfrm>
              <a:off x="-33947125" y="2735800"/>
              <a:ext cx="51200" cy="86675"/>
            </a:xfrm>
            <a:custGeom>
              <a:avLst/>
              <a:gdLst/>
              <a:ahLst/>
              <a:cxnLst/>
              <a:rect l="l" t="t" r="r" b="b"/>
              <a:pathLst>
                <a:path w="2048" h="3467" extrusionOk="0">
                  <a:moveTo>
                    <a:pt x="1040" y="1"/>
                  </a:moveTo>
                  <a:cubicBezTo>
                    <a:pt x="473" y="1"/>
                    <a:pt x="0" y="473"/>
                    <a:pt x="0" y="1040"/>
                  </a:cubicBezTo>
                  <a:cubicBezTo>
                    <a:pt x="0" y="1229"/>
                    <a:pt x="158" y="1387"/>
                    <a:pt x="378" y="1387"/>
                  </a:cubicBezTo>
                  <a:cubicBezTo>
                    <a:pt x="567" y="1387"/>
                    <a:pt x="725" y="1229"/>
                    <a:pt x="725" y="1040"/>
                  </a:cubicBezTo>
                  <a:cubicBezTo>
                    <a:pt x="725" y="851"/>
                    <a:pt x="882" y="662"/>
                    <a:pt x="1071" y="662"/>
                  </a:cubicBezTo>
                  <a:cubicBezTo>
                    <a:pt x="1292" y="662"/>
                    <a:pt x="1449" y="851"/>
                    <a:pt x="1449" y="1040"/>
                  </a:cubicBezTo>
                  <a:lnTo>
                    <a:pt x="1449" y="1292"/>
                  </a:lnTo>
                  <a:cubicBezTo>
                    <a:pt x="1449" y="1418"/>
                    <a:pt x="1355" y="1544"/>
                    <a:pt x="1229" y="1639"/>
                  </a:cubicBezTo>
                  <a:lnTo>
                    <a:pt x="599" y="1954"/>
                  </a:lnTo>
                  <a:cubicBezTo>
                    <a:pt x="252" y="2111"/>
                    <a:pt x="63" y="2458"/>
                    <a:pt x="63" y="2836"/>
                  </a:cubicBezTo>
                  <a:lnTo>
                    <a:pt x="63" y="3119"/>
                  </a:lnTo>
                  <a:cubicBezTo>
                    <a:pt x="0" y="3372"/>
                    <a:pt x="158" y="3466"/>
                    <a:pt x="315" y="3466"/>
                  </a:cubicBezTo>
                  <a:lnTo>
                    <a:pt x="1701" y="3466"/>
                  </a:lnTo>
                  <a:cubicBezTo>
                    <a:pt x="1891" y="3466"/>
                    <a:pt x="2048" y="3309"/>
                    <a:pt x="2048" y="3119"/>
                  </a:cubicBezTo>
                  <a:cubicBezTo>
                    <a:pt x="2048" y="2930"/>
                    <a:pt x="1891" y="2773"/>
                    <a:pt x="1701" y="2773"/>
                  </a:cubicBezTo>
                  <a:lnTo>
                    <a:pt x="693" y="2773"/>
                  </a:lnTo>
                  <a:cubicBezTo>
                    <a:pt x="725" y="2678"/>
                    <a:pt x="756" y="2584"/>
                    <a:pt x="882" y="2521"/>
                  </a:cubicBezTo>
                  <a:lnTo>
                    <a:pt x="1512" y="2206"/>
                  </a:lnTo>
                  <a:cubicBezTo>
                    <a:pt x="1859" y="2048"/>
                    <a:pt x="2048" y="1702"/>
                    <a:pt x="2048" y="1292"/>
                  </a:cubicBezTo>
                  <a:lnTo>
                    <a:pt x="2048" y="1040"/>
                  </a:lnTo>
                  <a:cubicBezTo>
                    <a:pt x="2048" y="473"/>
                    <a:pt x="1575"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6" name="Google Shape;15986;p84"/>
            <p:cNvSpPr/>
            <p:nvPr/>
          </p:nvSpPr>
          <p:spPr>
            <a:xfrm>
              <a:off x="-33878600" y="2737375"/>
              <a:ext cx="52000" cy="86675"/>
            </a:xfrm>
            <a:custGeom>
              <a:avLst/>
              <a:gdLst/>
              <a:ahLst/>
              <a:cxnLst/>
              <a:rect l="l" t="t" r="r" b="b"/>
              <a:pathLst>
                <a:path w="2080" h="3467" extrusionOk="0">
                  <a:moveTo>
                    <a:pt x="347" y="1"/>
                  </a:moveTo>
                  <a:cubicBezTo>
                    <a:pt x="158" y="1"/>
                    <a:pt x="0" y="158"/>
                    <a:pt x="0" y="347"/>
                  </a:cubicBezTo>
                  <a:lnTo>
                    <a:pt x="0" y="1733"/>
                  </a:lnTo>
                  <a:cubicBezTo>
                    <a:pt x="0" y="1922"/>
                    <a:pt x="158" y="2080"/>
                    <a:pt x="347" y="2080"/>
                  </a:cubicBezTo>
                  <a:lnTo>
                    <a:pt x="1355" y="2080"/>
                  </a:lnTo>
                  <a:lnTo>
                    <a:pt x="1355" y="3088"/>
                  </a:lnTo>
                  <a:cubicBezTo>
                    <a:pt x="1355" y="3309"/>
                    <a:pt x="1512" y="3466"/>
                    <a:pt x="1733" y="3466"/>
                  </a:cubicBezTo>
                  <a:cubicBezTo>
                    <a:pt x="1922" y="3466"/>
                    <a:pt x="2079" y="3309"/>
                    <a:pt x="2079" y="3088"/>
                  </a:cubicBezTo>
                  <a:lnTo>
                    <a:pt x="2079" y="1733"/>
                  </a:lnTo>
                  <a:lnTo>
                    <a:pt x="2079" y="347"/>
                  </a:lnTo>
                  <a:cubicBezTo>
                    <a:pt x="2079" y="158"/>
                    <a:pt x="1922" y="1"/>
                    <a:pt x="1733" y="1"/>
                  </a:cubicBezTo>
                  <a:cubicBezTo>
                    <a:pt x="1512" y="1"/>
                    <a:pt x="1355" y="158"/>
                    <a:pt x="1355" y="347"/>
                  </a:cubicBezTo>
                  <a:lnTo>
                    <a:pt x="1355" y="1355"/>
                  </a:lnTo>
                  <a:lnTo>
                    <a:pt x="693" y="1355"/>
                  </a:lnTo>
                  <a:lnTo>
                    <a:pt x="693" y="347"/>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87" name="Google Shape;15987;p84"/>
          <p:cNvGrpSpPr/>
          <p:nvPr/>
        </p:nvGrpSpPr>
        <p:grpSpPr>
          <a:xfrm>
            <a:off x="2319317" y="3886510"/>
            <a:ext cx="477839" cy="472703"/>
            <a:chOff x="-32245875" y="1938725"/>
            <a:chExt cx="295400" cy="292225"/>
          </a:xfrm>
        </p:grpSpPr>
        <p:sp>
          <p:nvSpPr>
            <p:cNvPr id="15988" name="Google Shape;15988;p84"/>
            <p:cNvSpPr/>
            <p:nvPr/>
          </p:nvSpPr>
          <p:spPr>
            <a:xfrm>
              <a:off x="-32156075" y="2042700"/>
              <a:ext cx="120525" cy="120525"/>
            </a:xfrm>
            <a:custGeom>
              <a:avLst/>
              <a:gdLst/>
              <a:ahLst/>
              <a:cxnLst/>
              <a:rect l="l" t="t" r="r" b="b"/>
              <a:pathLst>
                <a:path w="4821" h="4821" extrusionOk="0">
                  <a:moveTo>
                    <a:pt x="2395" y="725"/>
                  </a:moveTo>
                  <a:cubicBezTo>
                    <a:pt x="3340" y="725"/>
                    <a:pt x="4096" y="1481"/>
                    <a:pt x="4096" y="2426"/>
                  </a:cubicBezTo>
                  <a:cubicBezTo>
                    <a:pt x="4096" y="3308"/>
                    <a:pt x="3340" y="4096"/>
                    <a:pt x="2395" y="4096"/>
                  </a:cubicBezTo>
                  <a:cubicBezTo>
                    <a:pt x="1450" y="4096"/>
                    <a:pt x="725" y="3340"/>
                    <a:pt x="725" y="2426"/>
                  </a:cubicBezTo>
                  <a:cubicBezTo>
                    <a:pt x="725" y="1450"/>
                    <a:pt x="1450" y="725"/>
                    <a:pt x="2395" y="725"/>
                  </a:cubicBezTo>
                  <a:close/>
                  <a:moveTo>
                    <a:pt x="2395" y="0"/>
                  </a:moveTo>
                  <a:cubicBezTo>
                    <a:pt x="1072" y="0"/>
                    <a:pt x="1" y="1071"/>
                    <a:pt x="1" y="2426"/>
                  </a:cubicBezTo>
                  <a:cubicBezTo>
                    <a:pt x="1" y="3749"/>
                    <a:pt x="1072" y="4821"/>
                    <a:pt x="2395" y="4821"/>
                  </a:cubicBezTo>
                  <a:cubicBezTo>
                    <a:pt x="3750" y="4821"/>
                    <a:pt x="4821" y="3749"/>
                    <a:pt x="4821" y="2426"/>
                  </a:cubicBezTo>
                  <a:cubicBezTo>
                    <a:pt x="4758" y="1071"/>
                    <a:pt x="3718" y="0"/>
                    <a:pt x="23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9" name="Google Shape;15989;p84"/>
            <p:cNvSpPr/>
            <p:nvPr/>
          </p:nvSpPr>
          <p:spPr>
            <a:xfrm>
              <a:off x="-32105675" y="2076550"/>
              <a:ext cx="35475" cy="33900"/>
            </a:xfrm>
            <a:custGeom>
              <a:avLst/>
              <a:gdLst/>
              <a:ahLst/>
              <a:cxnLst/>
              <a:rect l="l" t="t" r="r" b="b"/>
              <a:pathLst>
                <a:path w="1419" h="1356" extrusionOk="0">
                  <a:moveTo>
                    <a:pt x="347" y="1"/>
                  </a:moveTo>
                  <a:cubicBezTo>
                    <a:pt x="158" y="1"/>
                    <a:pt x="1" y="159"/>
                    <a:pt x="1" y="348"/>
                  </a:cubicBezTo>
                  <a:lnTo>
                    <a:pt x="1" y="1009"/>
                  </a:lnTo>
                  <a:cubicBezTo>
                    <a:pt x="1" y="1230"/>
                    <a:pt x="158" y="1356"/>
                    <a:pt x="347" y="1356"/>
                  </a:cubicBezTo>
                  <a:lnTo>
                    <a:pt x="1009" y="1356"/>
                  </a:lnTo>
                  <a:cubicBezTo>
                    <a:pt x="1230" y="1356"/>
                    <a:pt x="1387" y="1198"/>
                    <a:pt x="1387" y="1009"/>
                  </a:cubicBezTo>
                  <a:cubicBezTo>
                    <a:pt x="1419" y="852"/>
                    <a:pt x="1261" y="694"/>
                    <a:pt x="1072" y="694"/>
                  </a:cubicBezTo>
                  <a:lnTo>
                    <a:pt x="694" y="694"/>
                  </a:lnTo>
                  <a:lnTo>
                    <a:pt x="694" y="348"/>
                  </a:lnTo>
                  <a:cubicBezTo>
                    <a:pt x="694" y="159"/>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0" name="Google Shape;15990;p84"/>
            <p:cNvSpPr/>
            <p:nvPr/>
          </p:nvSpPr>
          <p:spPr>
            <a:xfrm>
              <a:off x="-32245875" y="1938725"/>
              <a:ext cx="295400" cy="292225"/>
            </a:xfrm>
            <a:custGeom>
              <a:avLst/>
              <a:gdLst/>
              <a:ahLst/>
              <a:cxnLst/>
              <a:rect l="l" t="t" r="r" b="b"/>
              <a:pathLst>
                <a:path w="11816" h="11689" extrusionOk="0">
                  <a:moveTo>
                    <a:pt x="10965" y="1355"/>
                  </a:moveTo>
                  <a:cubicBezTo>
                    <a:pt x="11154" y="1355"/>
                    <a:pt x="11311" y="1544"/>
                    <a:pt x="11311" y="1733"/>
                  </a:cubicBezTo>
                  <a:lnTo>
                    <a:pt x="11311" y="2742"/>
                  </a:lnTo>
                  <a:lnTo>
                    <a:pt x="1009" y="2742"/>
                  </a:lnTo>
                  <a:lnTo>
                    <a:pt x="1009" y="1733"/>
                  </a:lnTo>
                  <a:lnTo>
                    <a:pt x="852" y="1733"/>
                  </a:lnTo>
                  <a:cubicBezTo>
                    <a:pt x="852" y="1544"/>
                    <a:pt x="1009" y="1355"/>
                    <a:pt x="1198" y="1355"/>
                  </a:cubicBezTo>
                  <a:lnTo>
                    <a:pt x="1545" y="1355"/>
                  </a:lnTo>
                  <a:lnTo>
                    <a:pt x="1545" y="1733"/>
                  </a:lnTo>
                  <a:cubicBezTo>
                    <a:pt x="1545" y="1922"/>
                    <a:pt x="1702" y="2080"/>
                    <a:pt x="1891" y="2080"/>
                  </a:cubicBezTo>
                  <a:cubicBezTo>
                    <a:pt x="2112" y="2080"/>
                    <a:pt x="2269" y="1922"/>
                    <a:pt x="2269" y="1733"/>
                  </a:cubicBezTo>
                  <a:lnTo>
                    <a:pt x="2269" y="1355"/>
                  </a:lnTo>
                  <a:lnTo>
                    <a:pt x="3624" y="1355"/>
                  </a:lnTo>
                  <a:lnTo>
                    <a:pt x="3624" y="1733"/>
                  </a:lnTo>
                  <a:cubicBezTo>
                    <a:pt x="3624" y="1922"/>
                    <a:pt x="3782" y="2080"/>
                    <a:pt x="4002" y="2080"/>
                  </a:cubicBezTo>
                  <a:cubicBezTo>
                    <a:pt x="4191" y="2080"/>
                    <a:pt x="4349" y="1922"/>
                    <a:pt x="4349" y="1733"/>
                  </a:cubicBezTo>
                  <a:lnTo>
                    <a:pt x="4349" y="1355"/>
                  </a:lnTo>
                  <a:lnTo>
                    <a:pt x="5735" y="1355"/>
                  </a:lnTo>
                  <a:lnTo>
                    <a:pt x="5735" y="1733"/>
                  </a:lnTo>
                  <a:cubicBezTo>
                    <a:pt x="5735" y="1922"/>
                    <a:pt x="5892" y="2080"/>
                    <a:pt x="6081" y="2080"/>
                  </a:cubicBezTo>
                  <a:cubicBezTo>
                    <a:pt x="6270" y="2080"/>
                    <a:pt x="6428" y="1922"/>
                    <a:pt x="6428" y="1733"/>
                  </a:cubicBezTo>
                  <a:lnTo>
                    <a:pt x="6428" y="1355"/>
                  </a:lnTo>
                  <a:lnTo>
                    <a:pt x="7814" y="1355"/>
                  </a:lnTo>
                  <a:lnTo>
                    <a:pt x="7814" y="1733"/>
                  </a:lnTo>
                  <a:cubicBezTo>
                    <a:pt x="7814" y="1922"/>
                    <a:pt x="7972" y="2080"/>
                    <a:pt x="8161" y="2080"/>
                  </a:cubicBezTo>
                  <a:cubicBezTo>
                    <a:pt x="8381" y="2080"/>
                    <a:pt x="8539" y="1922"/>
                    <a:pt x="8539" y="1733"/>
                  </a:cubicBezTo>
                  <a:lnTo>
                    <a:pt x="8539" y="1355"/>
                  </a:lnTo>
                  <a:lnTo>
                    <a:pt x="9893" y="1355"/>
                  </a:lnTo>
                  <a:lnTo>
                    <a:pt x="9893" y="1733"/>
                  </a:lnTo>
                  <a:cubicBezTo>
                    <a:pt x="9893" y="1922"/>
                    <a:pt x="10051" y="2080"/>
                    <a:pt x="10272" y="2080"/>
                  </a:cubicBezTo>
                  <a:cubicBezTo>
                    <a:pt x="10461" y="2080"/>
                    <a:pt x="10618" y="1922"/>
                    <a:pt x="10618" y="1733"/>
                  </a:cubicBezTo>
                  <a:lnTo>
                    <a:pt x="10618" y="1355"/>
                  </a:lnTo>
                  <a:close/>
                  <a:moveTo>
                    <a:pt x="11154" y="3466"/>
                  </a:moveTo>
                  <a:lnTo>
                    <a:pt x="11154" y="9641"/>
                  </a:lnTo>
                  <a:lnTo>
                    <a:pt x="852" y="9641"/>
                  </a:lnTo>
                  <a:lnTo>
                    <a:pt x="852" y="3466"/>
                  </a:lnTo>
                  <a:close/>
                  <a:moveTo>
                    <a:pt x="11154" y="10366"/>
                  </a:moveTo>
                  <a:lnTo>
                    <a:pt x="11154" y="10712"/>
                  </a:lnTo>
                  <a:cubicBezTo>
                    <a:pt x="11122" y="10870"/>
                    <a:pt x="10965" y="11027"/>
                    <a:pt x="10807" y="11027"/>
                  </a:cubicBezTo>
                  <a:lnTo>
                    <a:pt x="1198" y="11027"/>
                  </a:lnTo>
                  <a:cubicBezTo>
                    <a:pt x="1009" y="11027"/>
                    <a:pt x="852" y="10870"/>
                    <a:pt x="852" y="10649"/>
                  </a:cubicBezTo>
                  <a:lnTo>
                    <a:pt x="852" y="10366"/>
                  </a:lnTo>
                  <a:close/>
                  <a:moveTo>
                    <a:pt x="1734" y="1"/>
                  </a:moveTo>
                  <a:cubicBezTo>
                    <a:pt x="1545" y="1"/>
                    <a:pt x="1387" y="158"/>
                    <a:pt x="1387" y="347"/>
                  </a:cubicBezTo>
                  <a:lnTo>
                    <a:pt x="1387" y="694"/>
                  </a:lnTo>
                  <a:lnTo>
                    <a:pt x="1041" y="694"/>
                  </a:lnTo>
                  <a:cubicBezTo>
                    <a:pt x="474" y="694"/>
                    <a:pt x="1" y="1166"/>
                    <a:pt x="1" y="1733"/>
                  </a:cubicBezTo>
                  <a:lnTo>
                    <a:pt x="1" y="10649"/>
                  </a:lnTo>
                  <a:cubicBezTo>
                    <a:pt x="1" y="11216"/>
                    <a:pt x="474" y="11689"/>
                    <a:pt x="1041" y="11689"/>
                  </a:cubicBezTo>
                  <a:lnTo>
                    <a:pt x="10650" y="11689"/>
                  </a:lnTo>
                  <a:cubicBezTo>
                    <a:pt x="11185" y="11689"/>
                    <a:pt x="11658" y="11216"/>
                    <a:pt x="11658" y="10649"/>
                  </a:cubicBezTo>
                  <a:lnTo>
                    <a:pt x="11658" y="1733"/>
                  </a:lnTo>
                  <a:cubicBezTo>
                    <a:pt x="11815" y="1166"/>
                    <a:pt x="11343" y="694"/>
                    <a:pt x="10807" y="694"/>
                  </a:cubicBezTo>
                  <a:lnTo>
                    <a:pt x="10461" y="694"/>
                  </a:lnTo>
                  <a:lnTo>
                    <a:pt x="10461" y="347"/>
                  </a:lnTo>
                  <a:cubicBezTo>
                    <a:pt x="10461" y="158"/>
                    <a:pt x="10303" y="1"/>
                    <a:pt x="10083" y="1"/>
                  </a:cubicBezTo>
                  <a:cubicBezTo>
                    <a:pt x="9893" y="1"/>
                    <a:pt x="9736" y="158"/>
                    <a:pt x="9736" y="347"/>
                  </a:cubicBezTo>
                  <a:lnTo>
                    <a:pt x="9736" y="694"/>
                  </a:lnTo>
                  <a:lnTo>
                    <a:pt x="8350" y="694"/>
                  </a:lnTo>
                  <a:lnTo>
                    <a:pt x="8350" y="347"/>
                  </a:lnTo>
                  <a:cubicBezTo>
                    <a:pt x="8350" y="158"/>
                    <a:pt x="8192" y="1"/>
                    <a:pt x="8003" y="1"/>
                  </a:cubicBezTo>
                  <a:cubicBezTo>
                    <a:pt x="7814" y="1"/>
                    <a:pt x="7657" y="158"/>
                    <a:pt x="7657" y="347"/>
                  </a:cubicBezTo>
                  <a:lnTo>
                    <a:pt x="7657" y="694"/>
                  </a:lnTo>
                  <a:lnTo>
                    <a:pt x="6270" y="694"/>
                  </a:lnTo>
                  <a:lnTo>
                    <a:pt x="6270" y="347"/>
                  </a:lnTo>
                  <a:cubicBezTo>
                    <a:pt x="6270" y="158"/>
                    <a:pt x="6113" y="1"/>
                    <a:pt x="5924" y="1"/>
                  </a:cubicBezTo>
                  <a:cubicBezTo>
                    <a:pt x="5735" y="1"/>
                    <a:pt x="5577" y="158"/>
                    <a:pt x="5577" y="347"/>
                  </a:cubicBezTo>
                  <a:lnTo>
                    <a:pt x="5577" y="694"/>
                  </a:lnTo>
                  <a:lnTo>
                    <a:pt x="4191" y="694"/>
                  </a:lnTo>
                  <a:lnTo>
                    <a:pt x="4191" y="347"/>
                  </a:lnTo>
                  <a:cubicBezTo>
                    <a:pt x="4191" y="158"/>
                    <a:pt x="4034" y="1"/>
                    <a:pt x="3845" y="1"/>
                  </a:cubicBezTo>
                  <a:cubicBezTo>
                    <a:pt x="3624" y="1"/>
                    <a:pt x="3466" y="158"/>
                    <a:pt x="3466" y="347"/>
                  </a:cubicBezTo>
                  <a:lnTo>
                    <a:pt x="3466" y="694"/>
                  </a:lnTo>
                  <a:lnTo>
                    <a:pt x="2112" y="694"/>
                  </a:lnTo>
                  <a:lnTo>
                    <a:pt x="2112" y="347"/>
                  </a:lnTo>
                  <a:cubicBezTo>
                    <a:pt x="2112" y="158"/>
                    <a:pt x="1954"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91" name="Google Shape;15991;p84"/>
          <p:cNvGrpSpPr/>
          <p:nvPr/>
        </p:nvGrpSpPr>
        <p:grpSpPr>
          <a:xfrm>
            <a:off x="2314867" y="4512374"/>
            <a:ext cx="486736" cy="469549"/>
            <a:chOff x="-32243500" y="2299850"/>
            <a:chExt cx="300900" cy="290275"/>
          </a:xfrm>
        </p:grpSpPr>
        <p:sp>
          <p:nvSpPr>
            <p:cNvPr id="15992" name="Google Shape;15992;p84"/>
            <p:cNvSpPr/>
            <p:nvPr/>
          </p:nvSpPr>
          <p:spPr>
            <a:xfrm>
              <a:off x="-32243500" y="2299850"/>
              <a:ext cx="300900" cy="290275"/>
            </a:xfrm>
            <a:custGeom>
              <a:avLst/>
              <a:gdLst/>
              <a:ahLst/>
              <a:cxnLst/>
              <a:rect l="l" t="t" r="r" b="b"/>
              <a:pathLst>
                <a:path w="12036" h="11611" extrusionOk="0">
                  <a:moveTo>
                    <a:pt x="7955" y="654"/>
                  </a:moveTo>
                  <a:cubicBezTo>
                    <a:pt x="8743" y="654"/>
                    <a:pt x="9531" y="946"/>
                    <a:pt x="10114" y="1529"/>
                  </a:cubicBezTo>
                  <a:cubicBezTo>
                    <a:pt x="11311" y="2726"/>
                    <a:pt x="11311" y="4679"/>
                    <a:pt x="10114" y="5876"/>
                  </a:cubicBezTo>
                  <a:cubicBezTo>
                    <a:pt x="9540" y="6450"/>
                    <a:pt x="8752" y="6766"/>
                    <a:pt x="7951" y="6766"/>
                  </a:cubicBezTo>
                  <a:cubicBezTo>
                    <a:pt x="7565" y="6766"/>
                    <a:pt x="7175" y="6692"/>
                    <a:pt x="6806" y="6538"/>
                  </a:cubicBezTo>
                  <a:cubicBezTo>
                    <a:pt x="6759" y="6526"/>
                    <a:pt x="6709" y="6519"/>
                    <a:pt x="6661" y="6519"/>
                  </a:cubicBezTo>
                  <a:cubicBezTo>
                    <a:pt x="6577" y="6519"/>
                    <a:pt x="6499" y="6541"/>
                    <a:pt x="6459" y="6601"/>
                  </a:cubicBezTo>
                  <a:lnTo>
                    <a:pt x="5545" y="7514"/>
                  </a:lnTo>
                  <a:lnTo>
                    <a:pt x="4726" y="7514"/>
                  </a:lnTo>
                  <a:cubicBezTo>
                    <a:pt x="4537" y="7514"/>
                    <a:pt x="4380" y="7672"/>
                    <a:pt x="4380" y="7861"/>
                  </a:cubicBezTo>
                  <a:lnTo>
                    <a:pt x="4380" y="8460"/>
                  </a:lnTo>
                  <a:lnTo>
                    <a:pt x="3907" y="8428"/>
                  </a:lnTo>
                  <a:cubicBezTo>
                    <a:pt x="3813" y="8428"/>
                    <a:pt x="3687" y="8428"/>
                    <a:pt x="3655" y="8491"/>
                  </a:cubicBezTo>
                  <a:cubicBezTo>
                    <a:pt x="3592" y="8554"/>
                    <a:pt x="3529" y="8649"/>
                    <a:pt x="3529" y="8743"/>
                  </a:cubicBezTo>
                  <a:lnTo>
                    <a:pt x="3466" y="9531"/>
                  </a:lnTo>
                  <a:lnTo>
                    <a:pt x="2678" y="9594"/>
                  </a:lnTo>
                  <a:cubicBezTo>
                    <a:pt x="2584" y="9594"/>
                    <a:pt x="2521" y="9657"/>
                    <a:pt x="2426" y="9720"/>
                  </a:cubicBezTo>
                  <a:cubicBezTo>
                    <a:pt x="2395" y="9814"/>
                    <a:pt x="2363" y="9877"/>
                    <a:pt x="2363" y="9972"/>
                  </a:cubicBezTo>
                  <a:lnTo>
                    <a:pt x="2426" y="10665"/>
                  </a:lnTo>
                  <a:lnTo>
                    <a:pt x="2174" y="10949"/>
                  </a:lnTo>
                  <a:lnTo>
                    <a:pt x="694" y="10949"/>
                  </a:lnTo>
                  <a:lnTo>
                    <a:pt x="694" y="9499"/>
                  </a:lnTo>
                  <a:lnTo>
                    <a:pt x="757" y="9499"/>
                  </a:lnTo>
                  <a:lnTo>
                    <a:pt x="5041" y="5215"/>
                  </a:lnTo>
                  <a:cubicBezTo>
                    <a:pt x="5104" y="5120"/>
                    <a:pt x="5167" y="4963"/>
                    <a:pt x="5104" y="4837"/>
                  </a:cubicBezTo>
                  <a:cubicBezTo>
                    <a:pt x="4695" y="3702"/>
                    <a:pt x="4947" y="2411"/>
                    <a:pt x="5797" y="1529"/>
                  </a:cubicBezTo>
                  <a:cubicBezTo>
                    <a:pt x="6380" y="946"/>
                    <a:pt x="7168" y="654"/>
                    <a:pt x="7955" y="654"/>
                  </a:cubicBezTo>
                  <a:close/>
                  <a:moveTo>
                    <a:pt x="7936" y="1"/>
                  </a:moveTo>
                  <a:cubicBezTo>
                    <a:pt x="6971" y="1"/>
                    <a:pt x="6002" y="363"/>
                    <a:pt x="5262" y="1088"/>
                  </a:cubicBezTo>
                  <a:cubicBezTo>
                    <a:pt x="4285" y="2096"/>
                    <a:pt x="3939" y="3576"/>
                    <a:pt x="4380" y="4931"/>
                  </a:cubicBezTo>
                  <a:lnTo>
                    <a:pt x="126" y="9184"/>
                  </a:lnTo>
                  <a:cubicBezTo>
                    <a:pt x="32" y="9247"/>
                    <a:pt x="0" y="9342"/>
                    <a:pt x="0" y="9405"/>
                  </a:cubicBezTo>
                  <a:lnTo>
                    <a:pt x="0" y="11358"/>
                  </a:lnTo>
                  <a:cubicBezTo>
                    <a:pt x="32" y="11453"/>
                    <a:pt x="189" y="11610"/>
                    <a:pt x="379" y="11610"/>
                  </a:cubicBezTo>
                  <a:lnTo>
                    <a:pt x="2332" y="11610"/>
                  </a:lnTo>
                  <a:cubicBezTo>
                    <a:pt x="2395" y="11610"/>
                    <a:pt x="2521" y="11579"/>
                    <a:pt x="2552" y="11516"/>
                  </a:cubicBezTo>
                  <a:lnTo>
                    <a:pt x="3025" y="11043"/>
                  </a:lnTo>
                  <a:cubicBezTo>
                    <a:pt x="3119" y="10949"/>
                    <a:pt x="3151" y="10823"/>
                    <a:pt x="3119" y="10759"/>
                  </a:cubicBezTo>
                  <a:lnTo>
                    <a:pt x="3025" y="10255"/>
                  </a:lnTo>
                  <a:lnTo>
                    <a:pt x="3750" y="10161"/>
                  </a:lnTo>
                  <a:cubicBezTo>
                    <a:pt x="3907" y="10161"/>
                    <a:pt x="4002" y="10003"/>
                    <a:pt x="4065" y="9846"/>
                  </a:cubicBezTo>
                  <a:lnTo>
                    <a:pt x="4128" y="9153"/>
                  </a:lnTo>
                  <a:lnTo>
                    <a:pt x="4663" y="9216"/>
                  </a:lnTo>
                  <a:cubicBezTo>
                    <a:pt x="4726" y="9216"/>
                    <a:pt x="4852" y="9216"/>
                    <a:pt x="4915" y="9153"/>
                  </a:cubicBezTo>
                  <a:cubicBezTo>
                    <a:pt x="5010" y="9058"/>
                    <a:pt x="5041" y="8995"/>
                    <a:pt x="5041" y="8901"/>
                  </a:cubicBezTo>
                  <a:lnTo>
                    <a:pt x="5041" y="8271"/>
                  </a:lnTo>
                  <a:lnTo>
                    <a:pt x="5671" y="8271"/>
                  </a:lnTo>
                  <a:cubicBezTo>
                    <a:pt x="5734" y="8271"/>
                    <a:pt x="5829" y="8239"/>
                    <a:pt x="5892" y="8145"/>
                  </a:cubicBezTo>
                  <a:lnTo>
                    <a:pt x="6774" y="7325"/>
                  </a:lnTo>
                  <a:cubicBezTo>
                    <a:pt x="7153" y="7452"/>
                    <a:pt x="7548" y="7514"/>
                    <a:pt x="7941" y="7514"/>
                  </a:cubicBezTo>
                  <a:cubicBezTo>
                    <a:pt x="8920" y="7514"/>
                    <a:pt x="9889" y="7131"/>
                    <a:pt x="10586" y="6412"/>
                  </a:cubicBezTo>
                  <a:cubicBezTo>
                    <a:pt x="12035" y="4963"/>
                    <a:pt x="12035" y="2568"/>
                    <a:pt x="10586" y="1088"/>
                  </a:cubicBezTo>
                  <a:cubicBezTo>
                    <a:pt x="9862" y="363"/>
                    <a:pt x="8901" y="1"/>
                    <a:pt x="793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3" name="Google Shape;15993;p84"/>
            <p:cNvSpPr/>
            <p:nvPr/>
          </p:nvSpPr>
          <p:spPr>
            <a:xfrm>
              <a:off x="-32048175" y="2342775"/>
              <a:ext cx="55950" cy="51025"/>
            </a:xfrm>
            <a:custGeom>
              <a:avLst/>
              <a:gdLst/>
              <a:ahLst/>
              <a:cxnLst/>
              <a:rect l="l" t="t" r="r" b="b"/>
              <a:pathLst>
                <a:path w="2238" h="2041" extrusionOk="0">
                  <a:moveTo>
                    <a:pt x="1119" y="662"/>
                  </a:moveTo>
                  <a:cubicBezTo>
                    <a:pt x="1206" y="662"/>
                    <a:pt x="1292" y="694"/>
                    <a:pt x="1355" y="757"/>
                  </a:cubicBezTo>
                  <a:cubicBezTo>
                    <a:pt x="1481" y="883"/>
                    <a:pt x="1481" y="1135"/>
                    <a:pt x="1355" y="1229"/>
                  </a:cubicBezTo>
                  <a:cubicBezTo>
                    <a:pt x="1292" y="1292"/>
                    <a:pt x="1206" y="1324"/>
                    <a:pt x="1119" y="1324"/>
                  </a:cubicBezTo>
                  <a:cubicBezTo>
                    <a:pt x="1032" y="1324"/>
                    <a:pt x="946" y="1292"/>
                    <a:pt x="883" y="1229"/>
                  </a:cubicBezTo>
                  <a:cubicBezTo>
                    <a:pt x="725" y="1135"/>
                    <a:pt x="725" y="914"/>
                    <a:pt x="883" y="757"/>
                  </a:cubicBezTo>
                  <a:cubicBezTo>
                    <a:pt x="946" y="694"/>
                    <a:pt x="1032" y="662"/>
                    <a:pt x="1119" y="662"/>
                  </a:cubicBezTo>
                  <a:close/>
                  <a:moveTo>
                    <a:pt x="1115" y="1"/>
                  </a:moveTo>
                  <a:cubicBezTo>
                    <a:pt x="851" y="1"/>
                    <a:pt x="584" y="95"/>
                    <a:pt x="379" y="284"/>
                  </a:cubicBezTo>
                  <a:cubicBezTo>
                    <a:pt x="1" y="694"/>
                    <a:pt x="1" y="1355"/>
                    <a:pt x="379" y="1733"/>
                  </a:cubicBezTo>
                  <a:cubicBezTo>
                    <a:pt x="599" y="1938"/>
                    <a:pt x="867" y="2041"/>
                    <a:pt x="1127" y="2041"/>
                  </a:cubicBezTo>
                  <a:cubicBezTo>
                    <a:pt x="1387" y="2041"/>
                    <a:pt x="1639" y="1938"/>
                    <a:pt x="1828" y="1733"/>
                  </a:cubicBezTo>
                  <a:cubicBezTo>
                    <a:pt x="2238" y="1355"/>
                    <a:pt x="2238" y="694"/>
                    <a:pt x="1828" y="284"/>
                  </a:cubicBezTo>
                  <a:cubicBezTo>
                    <a:pt x="1639" y="95"/>
                    <a:pt x="1379" y="1"/>
                    <a:pt x="11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94" name="Google Shape;15994;p84"/>
          <p:cNvSpPr/>
          <p:nvPr/>
        </p:nvSpPr>
        <p:spPr>
          <a:xfrm>
            <a:off x="2316721" y="5126199"/>
            <a:ext cx="475251" cy="470156"/>
          </a:xfrm>
          <a:custGeom>
            <a:avLst/>
            <a:gdLst/>
            <a:ahLst/>
            <a:cxnLst/>
            <a:rect l="l" t="t" r="r" b="b"/>
            <a:pathLst>
              <a:path w="11752" h="11626" extrusionOk="0">
                <a:moveTo>
                  <a:pt x="5829" y="662"/>
                </a:moveTo>
                <a:cubicBezTo>
                  <a:pt x="6049" y="662"/>
                  <a:pt x="6207" y="819"/>
                  <a:pt x="6207" y="1008"/>
                </a:cubicBezTo>
                <a:cubicBezTo>
                  <a:pt x="6207" y="1197"/>
                  <a:pt x="6049" y="1355"/>
                  <a:pt x="5829" y="1355"/>
                </a:cubicBezTo>
                <a:cubicBezTo>
                  <a:pt x="5640" y="1355"/>
                  <a:pt x="5482" y="1197"/>
                  <a:pt x="5482" y="1008"/>
                </a:cubicBezTo>
                <a:cubicBezTo>
                  <a:pt x="5482" y="819"/>
                  <a:pt x="5640" y="662"/>
                  <a:pt x="5829" y="662"/>
                </a:cubicBezTo>
                <a:close/>
                <a:moveTo>
                  <a:pt x="5829" y="2048"/>
                </a:moveTo>
                <a:cubicBezTo>
                  <a:pt x="6743" y="2048"/>
                  <a:pt x="7625" y="2363"/>
                  <a:pt x="8255" y="2898"/>
                </a:cubicBezTo>
                <a:lnTo>
                  <a:pt x="7247" y="3875"/>
                </a:lnTo>
                <a:cubicBezTo>
                  <a:pt x="6869" y="3560"/>
                  <a:pt x="6364" y="3403"/>
                  <a:pt x="5797" y="3403"/>
                </a:cubicBezTo>
                <a:cubicBezTo>
                  <a:pt x="5325" y="3403"/>
                  <a:pt x="4821" y="3560"/>
                  <a:pt x="4380" y="3875"/>
                </a:cubicBezTo>
                <a:lnTo>
                  <a:pt x="3435" y="2930"/>
                </a:lnTo>
                <a:cubicBezTo>
                  <a:pt x="4065" y="2363"/>
                  <a:pt x="4884" y="2048"/>
                  <a:pt x="5829" y="2048"/>
                </a:cubicBezTo>
                <a:close/>
                <a:moveTo>
                  <a:pt x="4852" y="1355"/>
                </a:moveTo>
                <a:cubicBezTo>
                  <a:pt x="4852" y="1418"/>
                  <a:pt x="4884" y="1449"/>
                  <a:pt x="4884" y="1449"/>
                </a:cubicBezTo>
                <a:cubicBezTo>
                  <a:pt x="3214" y="1796"/>
                  <a:pt x="1828" y="3151"/>
                  <a:pt x="1481" y="4883"/>
                </a:cubicBezTo>
                <a:cubicBezTo>
                  <a:pt x="1450" y="4883"/>
                  <a:pt x="1387" y="4820"/>
                  <a:pt x="1387" y="4820"/>
                </a:cubicBezTo>
                <a:lnTo>
                  <a:pt x="1387" y="3718"/>
                </a:lnTo>
                <a:cubicBezTo>
                  <a:pt x="1387" y="2426"/>
                  <a:pt x="2458" y="1355"/>
                  <a:pt x="3750" y="1355"/>
                </a:cubicBezTo>
                <a:close/>
                <a:moveTo>
                  <a:pt x="7908" y="1355"/>
                </a:moveTo>
                <a:cubicBezTo>
                  <a:pt x="9200" y="1355"/>
                  <a:pt x="10240" y="2426"/>
                  <a:pt x="10240" y="3718"/>
                </a:cubicBezTo>
                <a:lnTo>
                  <a:pt x="10240" y="4820"/>
                </a:lnTo>
                <a:cubicBezTo>
                  <a:pt x="10208" y="4820"/>
                  <a:pt x="10177" y="4883"/>
                  <a:pt x="10177" y="4883"/>
                </a:cubicBezTo>
                <a:cubicBezTo>
                  <a:pt x="9830" y="3182"/>
                  <a:pt x="8475" y="1796"/>
                  <a:pt x="6743" y="1449"/>
                </a:cubicBezTo>
                <a:cubicBezTo>
                  <a:pt x="6743" y="1418"/>
                  <a:pt x="6774" y="1355"/>
                  <a:pt x="6774" y="1355"/>
                </a:cubicBezTo>
                <a:close/>
                <a:moveTo>
                  <a:pt x="10618" y="5419"/>
                </a:moveTo>
                <a:cubicBezTo>
                  <a:pt x="10807" y="5419"/>
                  <a:pt x="10964" y="5576"/>
                  <a:pt x="10964" y="5765"/>
                </a:cubicBezTo>
                <a:cubicBezTo>
                  <a:pt x="10964" y="5986"/>
                  <a:pt x="10807" y="6143"/>
                  <a:pt x="10618" y="6143"/>
                </a:cubicBezTo>
                <a:cubicBezTo>
                  <a:pt x="10397" y="6143"/>
                  <a:pt x="10240" y="5986"/>
                  <a:pt x="10240" y="5765"/>
                </a:cubicBezTo>
                <a:cubicBezTo>
                  <a:pt x="10240" y="5576"/>
                  <a:pt x="10397" y="5419"/>
                  <a:pt x="10618" y="5419"/>
                </a:cubicBezTo>
                <a:close/>
                <a:moveTo>
                  <a:pt x="1040" y="5450"/>
                </a:moveTo>
                <a:cubicBezTo>
                  <a:pt x="1229" y="5450"/>
                  <a:pt x="1387" y="5608"/>
                  <a:pt x="1387" y="5828"/>
                </a:cubicBezTo>
                <a:cubicBezTo>
                  <a:pt x="1387" y="6017"/>
                  <a:pt x="1229" y="6175"/>
                  <a:pt x="1040" y="6175"/>
                </a:cubicBezTo>
                <a:cubicBezTo>
                  <a:pt x="851" y="6175"/>
                  <a:pt x="694" y="6017"/>
                  <a:pt x="694" y="5828"/>
                </a:cubicBezTo>
                <a:cubicBezTo>
                  <a:pt x="694" y="5608"/>
                  <a:pt x="851" y="5450"/>
                  <a:pt x="1040" y="5450"/>
                </a:cubicBezTo>
                <a:close/>
                <a:moveTo>
                  <a:pt x="5829" y="4096"/>
                </a:moveTo>
                <a:cubicBezTo>
                  <a:pt x="6774" y="4096"/>
                  <a:pt x="7530" y="4820"/>
                  <a:pt x="7530" y="5765"/>
                </a:cubicBezTo>
                <a:cubicBezTo>
                  <a:pt x="7530" y="6711"/>
                  <a:pt x="6837" y="7498"/>
                  <a:pt x="5829" y="7498"/>
                </a:cubicBezTo>
                <a:cubicBezTo>
                  <a:pt x="4884" y="7498"/>
                  <a:pt x="4096" y="6711"/>
                  <a:pt x="4159" y="5734"/>
                </a:cubicBezTo>
                <a:cubicBezTo>
                  <a:pt x="4191" y="4789"/>
                  <a:pt x="4884" y="4096"/>
                  <a:pt x="5829" y="4096"/>
                </a:cubicBezTo>
                <a:close/>
                <a:moveTo>
                  <a:pt x="2930" y="3371"/>
                </a:moveTo>
                <a:lnTo>
                  <a:pt x="3876" y="4316"/>
                </a:lnTo>
                <a:cubicBezTo>
                  <a:pt x="3561" y="4757"/>
                  <a:pt x="3403" y="5261"/>
                  <a:pt x="3403" y="5765"/>
                </a:cubicBezTo>
                <a:cubicBezTo>
                  <a:pt x="3403" y="6301"/>
                  <a:pt x="3561" y="6805"/>
                  <a:pt x="3876" y="7183"/>
                </a:cubicBezTo>
                <a:lnTo>
                  <a:pt x="2899" y="8191"/>
                </a:lnTo>
                <a:cubicBezTo>
                  <a:pt x="2363" y="7561"/>
                  <a:pt x="2048" y="6711"/>
                  <a:pt x="2048" y="5765"/>
                </a:cubicBezTo>
                <a:cubicBezTo>
                  <a:pt x="2048" y="4883"/>
                  <a:pt x="2363" y="4001"/>
                  <a:pt x="2930" y="3371"/>
                </a:cubicBezTo>
                <a:close/>
                <a:moveTo>
                  <a:pt x="8759" y="3340"/>
                </a:moveTo>
                <a:cubicBezTo>
                  <a:pt x="9294" y="4001"/>
                  <a:pt x="9609" y="4820"/>
                  <a:pt x="9609" y="5734"/>
                </a:cubicBezTo>
                <a:cubicBezTo>
                  <a:pt x="9578" y="6711"/>
                  <a:pt x="9263" y="7561"/>
                  <a:pt x="8727" y="8191"/>
                </a:cubicBezTo>
                <a:lnTo>
                  <a:pt x="7782" y="7246"/>
                </a:lnTo>
                <a:cubicBezTo>
                  <a:pt x="8097" y="6805"/>
                  <a:pt x="8255" y="6301"/>
                  <a:pt x="8255" y="5765"/>
                </a:cubicBezTo>
                <a:cubicBezTo>
                  <a:pt x="8255" y="5576"/>
                  <a:pt x="8192" y="5387"/>
                  <a:pt x="8160" y="5198"/>
                </a:cubicBezTo>
                <a:cubicBezTo>
                  <a:pt x="8097" y="4883"/>
                  <a:pt x="7971" y="4600"/>
                  <a:pt x="7782" y="4316"/>
                </a:cubicBezTo>
                <a:lnTo>
                  <a:pt x="8759" y="3340"/>
                </a:lnTo>
                <a:close/>
                <a:moveTo>
                  <a:pt x="7310" y="7719"/>
                </a:moveTo>
                <a:lnTo>
                  <a:pt x="8255" y="8664"/>
                </a:lnTo>
                <a:cubicBezTo>
                  <a:pt x="7562" y="9231"/>
                  <a:pt x="6743" y="9546"/>
                  <a:pt x="5829" y="9546"/>
                </a:cubicBezTo>
                <a:cubicBezTo>
                  <a:pt x="4947" y="9546"/>
                  <a:pt x="4065" y="9231"/>
                  <a:pt x="3435" y="8695"/>
                </a:cubicBezTo>
                <a:lnTo>
                  <a:pt x="4411" y="7719"/>
                </a:lnTo>
                <a:cubicBezTo>
                  <a:pt x="4821" y="8034"/>
                  <a:pt x="5325" y="8191"/>
                  <a:pt x="5829" y="8191"/>
                </a:cubicBezTo>
                <a:cubicBezTo>
                  <a:pt x="6364" y="8191"/>
                  <a:pt x="6869" y="8034"/>
                  <a:pt x="7310" y="7719"/>
                </a:cubicBezTo>
                <a:close/>
                <a:moveTo>
                  <a:pt x="1481" y="6711"/>
                </a:moveTo>
                <a:cubicBezTo>
                  <a:pt x="1828" y="8443"/>
                  <a:pt x="3214" y="9798"/>
                  <a:pt x="4884" y="10145"/>
                </a:cubicBezTo>
                <a:cubicBezTo>
                  <a:pt x="4884" y="10176"/>
                  <a:pt x="4852" y="10239"/>
                  <a:pt x="4852" y="10271"/>
                </a:cubicBezTo>
                <a:lnTo>
                  <a:pt x="3781" y="10271"/>
                </a:lnTo>
                <a:cubicBezTo>
                  <a:pt x="2458" y="10271"/>
                  <a:pt x="1387" y="9168"/>
                  <a:pt x="1387" y="7813"/>
                </a:cubicBezTo>
                <a:lnTo>
                  <a:pt x="1387" y="6774"/>
                </a:lnTo>
                <a:cubicBezTo>
                  <a:pt x="1418" y="6774"/>
                  <a:pt x="1481" y="6711"/>
                  <a:pt x="1481" y="6711"/>
                </a:cubicBezTo>
                <a:close/>
                <a:moveTo>
                  <a:pt x="10177" y="6711"/>
                </a:moveTo>
                <a:cubicBezTo>
                  <a:pt x="10208" y="6711"/>
                  <a:pt x="10240" y="6774"/>
                  <a:pt x="10240" y="6774"/>
                </a:cubicBezTo>
                <a:lnTo>
                  <a:pt x="10240" y="7876"/>
                </a:lnTo>
                <a:cubicBezTo>
                  <a:pt x="10240" y="9168"/>
                  <a:pt x="9200" y="10271"/>
                  <a:pt x="7877" y="10271"/>
                </a:cubicBezTo>
                <a:lnTo>
                  <a:pt x="6774" y="10271"/>
                </a:lnTo>
                <a:cubicBezTo>
                  <a:pt x="6774" y="10239"/>
                  <a:pt x="6743" y="10176"/>
                  <a:pt x="6743" y="10145"/>
                </a:cubicBezTo>
                <a:cubicBezTo>
                  <a:pt x="8475" y="9798"/>
                  <a:pt x="9830" y="8412"/>
                  <a:pt x="10177" y="6711"/>
                </a:cubicBezTo>
                <a:close/>
                <a:moveTo>
                  <a:pt x="5829" y="10239"/>
                </a:moveTo>
                <a:cubicBezTo>
                  <a:pt x="6049" y="10239"/>
                  <a:pt x="6207" y="10397"/>
                  <a:pt x="6207" y="10586"/>
                </a:cubicBezTo>
                <a:cubicBezTo>
                  <a:pt x="6144" y="10775"/>
                  <a:pt x="5986" y="10932"/>
                  <a:pt x="5829" y="10932"/>
                </a:cubicBezTo>
                <a:cubicBezTo>
                  <a:pt x="5640" y="10932"/>
                  <a:pt x="5482" y="10775"/>
                  <a:pt x="5482" y="10586"/>
                </a:cubicBezTo>
                <a:cubicBezTo>
                  <a:pt x="5482" y="10397"/>
                  <a:pt x="5640" y="10239"/>
                  <a:pt x="5829" y="10239"/>
                </a:cubicBezTo>
                <a:close/>
                <a:moveTo>
                  <a:pt x="5829" y="0"/>
                </a:moveTo>
                <a:cubicBezTo>
                  <a:pt x="5388" y="0"/>
                  <a:pt x="5010" y="315"/>
                  <a:pt x="4852" y="693"/>
                </a:cubicBezTo>
                <a:lnTo>
                  <a:pt x="3813" y="693"/>
                </a:lnTo>
                <a:cubicBezTo>
                  <a:pt x="2111" y="693"/>
                  <a:pt x="725" y="2079"/>
                  <a:pt x="725" y="3781"/>
                </a:cubicBezTo>
                <a:lnTo>
                  <a:pt x="725" y="4820"/>
                </a:lnTo>
                <a:cubicBezTo>
                  <a:pt x="316" y="4946"/>
                  <a:pt x="0" y="5356"/>
                  <a:pt x="0" y="5828"/>
                </a:cubicBezTo>
                <a:cubicBezTo>
                  <a:pt x="0" y="6301"/>
                  <a:pt x="316" y="6648"/>
                  <a:pt x="725" y="6805"/>
                </a:cubicBezTo>
                <a:lnTo>
                  <a:pt x="725" y="7876"/>
                </a:lnTo>
                <a:cubicBezTo>
                  <a:pt x="725" y="9546"/>
                  <a:pt x="2111" y="10964"/>
                  <a:pt x="3813" y="10964"/>
                </a:cubicBezTo>
                <a:lnTo>
                  <a:pt x="4915" y="10964"/>
                </a:lnTo>
                <a:cubicBezTo>
                  <a:pt x="5073" y="11373"/>
                  <a:pt x="5419" y="11625"/>
                  <a:pt x="5892" y="11625"/>
                </a:cubicBezTo>
                <a:cubicBezTo>
                  <a:pt x="6333" y="11625"/>
                  <a:pt x="6711" y="11310"/>
                  <a:pt x="6869" y="10932"/>
                </a:cubicBezTo>
                <a:lnTo>
                  <a:pt x="7971" y="10932"/>
                </a:lnTo>
                <a:cubicBezTo>
                  <a:pt x="9672" y="10932"/>
                  <a:pt x="11059" y="9546"/>
                  <a:pt x="11059" y="7845"/>
                </a:cubicBezTo>
                <a:lnTo>
                  <a:pt x="11059" y="6774"/>
                </a:lnTo>
                <a:cubicBezTo>
                  <a:pt x="11216" y="6711"/>
                  <a:pt x="11311" y="6648"/>
                  <a:pt x="11437" y="6522"/>
                </a:cubicBezTo>
                <a:cubicBezTo>
                  <a:pt x="11626" y="6333"/>
                  <a:pt x="11752" y="6049"/>
                  <a:pt x="11752" y="5765"/>
                </a:cubicBezTo>
                <a:cubicBezTo>
                  <a:pt x="11752" y="5513"/>
                  <a:pt x="11626" y="5230"/>
                  <a:pt x="11437" y="5041"/>
                </a:cubicBezTo>
                <a:cubicBezTo>
                  <a:pt x="11248" y="4946"/>
                  <a:pt x="11090" y="4883"/>
                  <a:pt x="10964" y="4820"/>
                </a:cubicBezTo>
                <a:lnTo>
                  <a:pt x="10964" y="3781"/>
                </a:lnTo>
                <a:cubicBezTo>
                  <a:pt x="10964" y="2079"/>
                  <a:pt x="9578" y="693"/>
                  <a:pt x="7877" y="693"/>
                </a:cubicBezTo>
                <a:lnTo>
                  <a:pt x="6837" y="693"/>
                </a:lnTo>
                <a:cubicBezTo>
                  <a:pt x="6711" y="315"/>
                  <a:pt x="6301"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95" name="Google Shape;15995;p84"/>
          <p:cNvGrpSpPr/>
          <p:nvPr/>
        </p:nvGrpSpPr>
        <p:grpSpPr>
          <a:xfrm>
            <a:off x="1732577" y="2046095"/>
            <a:ext cx="472703" cy="473997"/>
            <a:chOff x="-35495600" y="1912725"/>
            <a:chExt cx="292225" cy="293025"/>
          </a:xfrm>
        </p:grpSpPr>
        <p:sp>
          <p:nvSpPr>
            <p:cNvPr id="15996" name="Google Shape;15996;p84"/>
            <p:cNvSpPr/>
            <p:nvPr/>
          </p:nvSpPr>
          <p:spPr>
            <a:xfrm>
              <a:off x="-35495600" y="1912725"/>
              <a:ext cx="102400" cy="293025"/>
            </a:xfrm>
            <a:custGeom>
              <a:avLst/>
              <a:gdLst/>
              <a:ahLst/>
              <a:cxnLst/>
              <a:rect l="l" t="t" r="r" b="b"/>
              <a:pathLst>
                <a:path w="4096" h="11721" extrusionOk="0">
                  <a:moveTo>
                    <a:pt x="3088" y="726"/>
                  </a:moveTo>
                  <a:cubicBezTo>
                    <a:pt x="3277" y="726"/>
                    <a:pt x="3435" y="883"/>
                    <a:pt x="3435" y="1041"/>
                  </a:cubicBezTo>
                  <a:lnTo>
                    <a:pt x="3435" y="3120"/>
                  </a:lnTo>
                  <a:cubicBezTo>
                    <a:pt x="3435" y="3309"/>
                    <a:pt x="3277" y="3467"/>
                    <a:pt x="3088" y="3467"/>
                  </a:cubicBezTo>
                  <a:lnTo>
                    <a:pt x="2710" y="3467"/>
                  </a:lnTo>
                  <a:lnTo>
                    <a:pt x="2710" y="726"/>
                  </a:lnTo>
                  <a:close/>
                  <a:moveTo>
                    <a:pt x="2080" y="757"/>
                  </a:moveTo>
                  <a:lnTo>
                    <a:pt x="2080" y="3561"/>
                  </a:lnTo>
                  <a:cubicBezTo>
                    <a:pt x="1702" y="3719"/>
                    <a:pt x="1418" y="4065"/>
                    <a:pt x="1418" y="4538"/>
                  </a:cubicBezTo>
                  <a:lnTo>
                    <a:pt x="1418" y="7310"/>
                  </a:lnTo>
                  <a:cubicBezTo>
                    <a:pt x="1418" y="7720"/>
                    <a:pt x="1702" y="8129"/>
                    <a:pt x="2080" y="8287"/>
                  </a:cubicBezTo>
                  <a:lnTo>
                    <a:pt x="2080" y="11028"/>
                  </a:lnTo>
                  <a:cubicBezTo>
                    <a:pt x="1292" y="10870"/>
                    <a:pt x="725" y="10177"/>
                    <a:pt x="725" y="9326"/>
                  </a:cubicBezTo>
                  <a:lnTo>
                    <a:pt x="725" y="2458"/>
                  </a:lnTo>
                  <a:cubicBezTo>
                    <a:pt x="725" y="1639"/>
                    <a:pt x="1292" y="915"/>
                    <a:pt x="2080" y="757"/>
                  </a:cubicBezTo>
                  <a:close/>
                  <a:moveTo>
                    <a:pt x="3136" y="8314"/>
                  </a:moveTo>
                  <a:cubicBezTo>
                    <a:pt x="3303" y="8314"/>
                    <a:pt x="3435" y="8461"/>
                    <a:pt x="3435" y="8633"/>
                  </a:cubicBezTo>
                  <a:lnTo>
                    <a:pt x="3435" y="10681"/>
                  </a:lnTo>
                  <a:cubicBezTo>
                    <a:pt x="3435" y="10870"/>
                    <a:pt x="3277" y="11028"/>
                    <a:pt x="3088" y="11028"/>
                  </a:cubicBezTo>
                  <a:lnTo>
                    <a:pt x="2710" y="11028"/>
                  </a:lnTo>
                  <a:lnTo>
                    <a:pt x="2710" y="8318"/>
                  </a:lnTo>
                  <a:lnTo>
                    <a:pt x="3088" y="8318"/>
                  </a:lnTo>
                  <a:cubicBezTo>
                    <a:pt x="3104" y="8316"/>
                    <a:pt x="3120" y="8314"/>
                    <a:pt x="3136" y="8314"/>
                  </a:cubicBezTo>
                  <a:close/>
                  <a:moveTo>
                    <a:pt x="2395" y="1"/>
                  </a:moveTo>
                  <a:cubicBezTo>
                    <a:pt x="1072" y="1"/>
                    <a:pt x="0" y="1104"/>
                    <a:pt x="0" y="2427"/>
                  </a:cubicBezTo>
                  <a:lnTo>
                    <a:pt x="0" y="9263"/>
                  </a:lnTo>
                  <a:cubicBezTo>
                    <a:pt x="0" y="10618"/>
                    <a:pt x="1072" y="11721"/>
                    <a:pt x="2395" y="11721"/>
                  </a:cubicBezTo>
                  <a:lnTo>
                    <a:pt x="3088" y="11721"/>
                  </a:lnTo>
                  <a:cubicBezTo>
                    <a:pt x="3624" y="11721"/>
                    <a:pt x="4096" y="11248"/>
                    <a:pt x="4096" y="10681"/>
                  </a:cubicBezTo>
                  <a:lnTo>
                    <a:pt x="4096" y="8633"/>
                  </a:lnTo>
                  <a:cubicBezTo>
                    <a:pt x="4096" y="8098"/>
                    <a:pt x="3624" y="7625"/>
                    <a:pt x="3088" y="7625"/>
                  </a:cubicBezTo>
                  <a:lnTo>
                    <a:pt x="2395" y="7625"/>
                  </a:lnTo>
                  <a:cubicBezTo>
                    <a:pt x="2206" y="7625"/>
                    <a:pt x="2048" y="7468"/>
                    <a:pt x="2048" y="7247"/>
                  </a:cubicBezTo>
                  <a:lnTo>
                    <a:pt x="2048" y="4506"/>
                  </a:lnTo>
                  <a:cubicBezTo>
                    <a:pt x="2048" y="4317"/>
                    <a:pt x="2206" y="4160"/>
                    <a:pt x="2395" y="4160"/>
                  </a:cubicBezTo>
                  <a:lnTo>
                    <a:pt x="3088" y="4160"/>
                  </a:lnTo>
                  <a:cubicBezTo>
                    <a:pt x="3624" y="4160"/>
                    <a:pt x="4096" y="3687"/>
                    <a:pt x="4096" y="3120"/>
                  </a:cubicBezTo>
                  <a:lnTo>
                    <a:pt x="4096" y="1041"/>
                  </a:lnTo>
                  <a:cubicBezTo>
                    <a:pt x="4096" y="474"/>
                    <a:pt x="3624"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7" name="Google Shape;15997;p84"/>
            <p:cNvSpPr/>
            <p:nvPr/>
          </p:nvSpPr>
          <p:spPr>
            <a:xfrm>
              <a:off x="-35305775" y="1912725"/>
              <a:ext cx="102400" cy="292250"/>
            </a:xfrm>
            <a:custGeom>
              <a:avLst/>
              <a:gdLst/>
              <a:ahLst/>
              <a:cxnLst/>
              <a:rect l="l" t="t" r="r" b="b"/>
              <a:pathLst>
                <a:path w="4096" h="11690" extrusionOk="0">
                  <a:moveTo>
                    <a:pt x="1386" y="694"/>
                  </a:moveTo>
                  <a:lnTo>
                    <a:pt x="1386" y="3435"/>
                  </a:lnTo>
                  <a:lnTo>
                    <a:pt x="1040" y="3435"/>
                  </a:lnTo>
                  <a:cubicBezTo>
                    <a:pt x="1023" y="3438"/>
                    <a:pt x="1007" y="3439"/>
                    <a:pt x="992" y="3439"/>
                  </a:cubicBezTo>
                  <a:cubicBezTo>
                    <a:pt x="825" y="3439"/>
                    <a:pt x="693" y="3293"/>
                    <a:pt x="693" y="3120"/>
                  </a:cubicBezTo>
                  <a:lnTo>
                    <a:pt x="693" y="1041"/>
                  </a:lnTo>
                  <a:cubicBezTo>
                    <a:pt x="693" y="852"/>
                    <a:pt x="851" y="694"/>
                    <a:pt x="1040" y="694"/>
                  </a:cubicBezTo>
                  <a:close/>
                  <a:moveTo>
                    <a:pt x="1386" y="8287"/>
                  </a:moveTo>
                  <a:lnTo>
                    <a:pt x="1386" y="10996"/>
                  </a:lnTo>
                  <a:lnTo>
                    <a:pt x="1040" y="10996"/>
                  </a:lnTo>
                  <a:cubicBezTo>
                    <a:pt x="851" y="10996"/>
                    <a:pt x="693" y="10839"/>
                    <a:pt x="693" y="10681"/>
                  </a:cubicBezTo>
                  <a:lnTo>
                    <a:pt x="693" y="8633"/>
                  </a:lnTo>
                  <a:cubicBezTo>
                    <a:pt x="693" y="8444"/>
                    <a:pt x="851" y="8287"/>
                    <a:pt x="1040" y="8287"/>
                  </a:cubicBezTo>
                  <a:close/>
                  <a:moveTo>
                    <a:pt x="2016" y="757"/>
                  </a:moveTo>
                  <a:cubicBezTo>
                    <a:pt x="2804" y="915"/>
                    <a:pt x="3403" y="1639"/>
                    <a:pt x="3403" y="2458"/>
                  </a:cubicBezTo>
                  <a:lnTo>
                    <a:pt x="3403" y="9295"/>
                  </a:lnTo>
                  <a:cubicBezTo>
                    <a:pt x="3403" y="10114"/>
                    <a:pt x="2804" y="10839"/>
                    <a:pt x="2016" y="10996"/>
                  </a:cubicBezTo>
                  <a:lnTo>
                    <a:pt x="2016" y="8255"/>
                  </a:lnTo>
                  <a:cubicBezTo>
                    <a:pt x="2426" y="8098"/>
                    <a:pt x="2678" y="7720"/>
                    <a:pt x="2678" y="7247"/>
                  </a:cubicBezTo>
                  <a:lnTo>
                    <a:pt x="2678" y="4506"/>
                  </a:lnTo>
                  <a:cubicBezTo>
                    <a:pt x="2678" y="4065"/>
                    <a:pt x="2426" y="3687"/>
                    <a:pt x="2016" y="3530"/>
                  </a:cubicBezTo>
                  <a:lnTo>
                    <a:pt x="2016" y="757"/>
                  </a:lnTo>
                  <a:close/>
                  <a:moveTo>
                    <a:pt x="1040" y="1"/>
                  </a:moveTo>
                  <a:cubicBezTo>
                    <a:pt x="473" y="1"/>
                    <a:pt x="0" y="474"/>
                    <a:pt x="0" y="1041"/>
                  </a:cubicBezTo>
                  <a:lnTo>
                    <a:pt x="0" y="3120"/>
                  </a:lnTo>
                  <a:cubicBezTo>
                    <a:pt x="0" y="3687"/>
                    <a:pt x="473" y="4128"/>
                    <a:pt x="1040" y="4128"/>
                  </a:cubicBezTo>
                  <a:lnTo>
                    <a:pt x="1701" y="4128"/>
                  </a:lnTo>
                  <a:cubicBezTo>
                    <a:pt x="1890" y="4128"/>
                    <a:pt x="2048" y="4286"/>
                    <a:pt x="2048" y="4506"/>
                  </a:cubicBezTo>
                  <a:lnTo>
                    <a:pt x="2048" y="7247"/>
                  </a:lnTo>
                  <a:cubicBezTo>
                    <a:pt x="2048" y="7436"/>
                    <a:pt x="1890" y="7625"/>
                    <a:pt x="1701" y="7625"/>
                  </a:cubicBezTo>
                  <a:lnTo>
                    <a:pt x="1040" y="7625"/>
                  </a:lnTo>
                  <a:cubicBezTo>
                    <a:pt x="473" y="7625"/>
                    <a:pt x="0" y="8098"/>
                    <a:pt x="0" y="8633"/>
                  </a:cubicBezTo>
                  <a:lnTo>
                    <a:pt x="0" y="10681"/>
                  </a:lnTo>
                  <a:cubicBezTo>
                    <a:pt x="0" y="11248"/>
                    <a:pt x="473" y="11689"/>
                    <a:pt x="1040" y="11689"/>
                  </a:cubicBezTo>
                  <a:lnTo>
                    <a:pt x="1701" y="11689"/>
                  </a:lnTo>
                  <a:cubicBezTo>
                    <a:pt x="3056" y="11689"/>
                    <a:pt x="4096" y="10650"/>
                    <a:pt x="4096" y="9295"/>
                  </a:cubicBezTo>
                  <a:lnTo>
                    <a:pt x="4096" y="2458"/>
                  </a:lnTo>
                  <a:cubicBezTo>
                    <a:pt x="4096" y="1104"/>
                    <a:pt x="2993"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8" name="Google Shape;15998;p84"/>
            <p:cNvSpPr/>
            <p:nvPr/>
          </p:nvSpPr>
          <p:spPr>
            <a:xfrm>
              <a:off x="-35427875" y="2017025"/>
              <a:ext cx="155200" cy="85800"/>
            </a:xfrm>
            <a:custGeom>
              <a:avLst/>
              <a:gdLst/>
              <a:ahLst/>
              <a:cxnLst/>
              <a:rect l="l" t="t" r="r" b="b"/>
              <a:pathLst>
                <a:path w="6208" h="3432" extrusionOk="0">
                  <a:moveTo>
                    <a:pt x="4853" y="1122"/>
                  </a:moveTo>
                  <a:lnTo>
                    <a:pt x="5420" y="1657"/>
                  </a:lnTo>
                  <a:lnTo>
                    <a:pt x="4853" y="2256"/>
                  </a:lnTo>
                  <a:cubicBezTo>
                    <a:pt x="4821" y="2130"/>
                    <a:pt x="4695" y="2035"/>
                    <a:pt x="4538" y="2035"/>
                  </a:cubicBezTo>
                  <a:lnTo>
                    <a:pt x="1734" y="2035"/>
                  </a:lnTo>
                  <a:cubicBezTo>
                    <a:pt x="1576" y="2035"/>
                    <a:pt x="1482" y="2098"/>
                    <a:pt x="1419" y="2256"/>
                  </a:cubicBezTo>
                  <a:lnTo>
                    <a:pt x="883" y="1657"/>
                  </a:lnTo>
                  <a:lnTo>
                    <a:pt x="1419" y="1122"/>
                  </a:lnTo>
                  <a:cubicBezTo>
                    <a:pt x="1482" y="1248"/>
                    <a:pt x="1576" y="1342"/>
                    <a:pt x="1734" y="1342"/>
                  </a:cubicBezTo>
                  <a:lnTo>
                    <a:pt x="4538" y="1342"/>
                  </a:lnTo>
                  <a:cubicBezTo>
                    <a:pt x="4695" y="1342"/>
                    <a:pt x="4821" y="1279"/>
                    <a:pt x="4853" y="1122"/>
                  </a:cubicBezTo>
                  <a:close/>
                  <a:moveTo>
                    <a:pt x="1715" y="0"/>
                  </a:moveTo>
                  <a:cubicBezTo>
                    <a:pt x="1631" y="0"/>
                    <a:pt x="1553" y="22"/>
                    <a:pt x="1513" y="82"/>
                  </a:cubicBezTo>
                  <a:lnTo>
                    <a:pt x="127" y="1468"/>
                  </a:lnTo>
                  <a:cubicBezTo>
                    <a:pt x="1" y="1594"/>
                    <a:pt x="1" y="1783"/>
                    <a:pt x="127" y="1941"/>
                  </a:cubicBezTo>
                  <a:lnTo>
                    <a:pt x="1513" y="3327"/>
                  </a:lnTo>
                  <a:cubicBezTo>
                    <a:pt x="1550" y="3401"/>
                    <a:pt x="1619" y="3432"/>
                    <a:pt x="1696" y="3432"/>
                  </a:cubicBezTo>
                  <a:cubicBezTo>
                    <a:pt x="1750" y="3432"/>
                    <a:pt x="1807" y="3416"/>
                    <a:pt x="1860" y="3390"/>
                  </a:cubicBezTo>
                  <a:cubicBezTo>
                    <a:pt x="1986" y="3359"/>
                    <a:pt x="2049" y="3201"/>
                    <a:pt x="2049" y="3075"/>
                  </a:cubicBezTo>
                  <a:lnTo>
                    <a:pt x="2049" y="2729"/>
                  </a:lnTo>
                  <a:lnTo>
                    <a:pt x="4160" y="2729"/>
                  </a:lnTo>
                  <a:lnTo>
                    <a:pt x="4160" y="3075"/>
                  </a:lnTo>
                  <a:cubicBezTo>
                    <a:pt x="4160" y="3233"/>
                    <a:pt x="4223" y="3359"/>
                    <a:pt x="4349" y="3390"/>
                  </a:cubicBezTo>
                  <a:cubicBezTo>
                    <a:pt x="4401" y="3416"/>
                    <a:pt x="4458" y="3432"/>
                    <a:pt x="4512" y="3432"/>
                  </a:cubicBezTo>
                  <a:cubicBezTo>
                    <a:pt x="4589" y="3432"/>
                    <a:pt x="4658" y="3401"/>
                    <a:pt x="4695" y="3327"/>
                  </a:cubicBezTo>
                  <a:lnTo>
                    <a:pt x="6081" y="1941"/>
                  </a:lnTo>
                  <a:cubicBezTo>
                    <a:pt x="6207" y="1815"/>
                    <a:pt x="6207" y="1594"/>
                    <a:pt x="6081" y="1468"/>
                  </a:cubicBezTo>
                  <a:lnTo>
                    <a:pt x="4695" y="82"/>
                  </a:lnTo>
                  <a:cubicBezTo>
                    <a:pt x="4649" y="36"/>
                    <a:pt x="4552" y="7"/>
                    <a:pt x="4454" y="7"/>
                  </a:cubicBezTo>
                  <a:cubicBezTo>
                    <a:pt x="4418" y="7"/>
                    <a:pt x="4382" y="11"/>
                    <a:pt x="4349" y="19"/>
                  </a:cubicBezTo>
                  <a:cubicBezTo>
                    <a:pt x="4223" y="51"/>
                    <a:pt x="4160" y="208"/>
                    <a:pt x="4160" y="334"/>
                  </a:cubicBezTo>
                  <a:lnTo>
                    <a:pt x="4160" y="681"/>
                  </a:lnTo>
                  <a:lnTo>
                    <a:pt x="2049" y="681"/>
                  </a:lnTo>
                  <a:lnTo>
                    <a:pt x="2049" y="334"/>
                  </a:lnTo>
                  <a:cubicBezTo>
                    <a:pt x="2049" y="177"/>
                    <a:pt x="1986" y="51"/>
                    <a:pt x="1860" y="19"/>
                  </a:cubicBezTo>
                  <a:cubicBezTo>
                    <a:pt x="1814" y="8"/>
                    <a:pt x="1763" y="0"/>
                    <a:pt x="17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99" name="Google Shape;15999;p84"/>
          <p:cNvSpPr/>
          <p:nvPr/>
        </p:nvSpPr>
        <p:spPr>
          <a:xfrm>
            <a:off x="1727021" y="2658367"/>
            <a:ext cx="475251" cy="472703"/>
          </a:xfrm>
          <a:custGeom>
            <a:avLst/>
            <a:gdLst/>
            <a:ahLst/>
            <a:cxnLst/>
            <a:rect l="l" t="t" r="r" b="b"/>
            <a:pathLst>
              <a:path w="11752" h="11689" extrusionOk="0">
                <a:moveTo>
                  <a:pt x="5860" y="662"/>
                </a:moveTo>
                <a:cubicBezTo>
                  <a:pt x="6427" y="662"/>
                  <a:pt x="6900" y="1135"/>
                  <a:pt x="6900" y="1670"/>
                </a:cubicBezTo>
                <a:cubicBezTo>
                  <a:pt x="6900" y="2238"/>
                  <a:pt x="6427" y="2710"/>
                  <a:pt x="5860" y="2710"/>
                </a:cubicBezTo>
                <a:cubicBezTo>
                  <a:pt x="5293" y="2710"/>
                  <a:pt x="4821" y="2238"/>
                  <a:pt x="4821" y="1670"/>
                </a:cubicBezTo>
                <a:cubicBezTo>
                  <a:pt x="4821" y="1135"/>
                  <a:pt x="5293" y="662"/>
                  <a:pt x="5860" y="662"/>
                </a:cubicBezTo>
                <a:close/>
                <a:moveTo>
                  <a:pt x="5860" y="3372"/>
                </a:moveTo>
                <a:cubicBezTo>
                  <a:pt x="7058" y="3403"/>
                  <a:pt x="8034" y="4317"/>
                  <a:pt x="8223" y="5451"/>
                </a:cubicBezTo>
                <a:lnTo>
                  <a:pt x="3466" y="5451"/>
                </a:lnTo>
                <a:cubicBezTo>
                  <a:pt x="3624" y="4285"/>
                  <a:pt x="4663" y="3372"/>
                  <a:pt x="5860" y="3372"/>
                </a:cubicBezTo>
                <a:close/>
                <a:moveTo>
                  <a:pt x="9420" y="7562"/>
                </a:moveTo>
                <a:cubicBezTo>
                  <a:pt x="9956" y="7562"/>
                  <a:pt x="10429" y="7814"/>
                  <a:pt x="10744" y="8223"/>
                </a:cubicBezTo>
                <a:lnTo>
                  <a:pt x="10082" y="8223"/>
                </a:lnTo>
                <a:cubicBezTo>
                  <a:pt x="9546" y="8223"/>
                  <a:pt x="9074" y="8696"/>
                  <a:pt x="9074" y="9232"/>
                </a:cubicBezTo>
                <a:cubicBezTo>
                  <a:pt x="9074" y="9799"/>
                  <a:pt x="9546" y="10271"/>
                  <a:pt x="10082" y="10271"/>
                </a:cubicBezTo>
                <a:lnTo>
                  <a:pt x="10744" y="10271"/>
                </a:lnTo>
                <a:cubicBezTo>
                  <a:pt x="10429" y="10712"/>
                  <a:pt x="9925" y="10933"/>
                  <a:pt x="9420" y="10933"/>
                </a:cubicBezTo>
                <a:cubicBezTo>
                  <a:pt x="8696" y="10933"/>
                  <a:pt x="8034" y="10460"/>
                  <a:pt x="7814" y="9799"/>
                </a:cubicBezTo>
                <a:cubicBezTo>
                  <a:pt x="7751" y="9673"/>
                  <a:pt x="7593" y="9547"/>
                  <a:pt x="7499" y="9547"/>
                </a:cubicBezTo>
                <a:lnTo>
                  <a:pt x="4222" y="9547"/>
                </a:lnTo>
                <a:cubicBezTo>
                  <a:pt x="4065" y="9547"/>
                  <a:pt x="3939" y="9641"/>
                  <a:pt x="3907" y="9799"/>
                </a:cubicBezTo>
                <a:cubicBezTo>
                  <a:pt x="3655" y="10460"/>
                  <a:pt x="2993" y="10933"/>
                  <a:pt x="2300" y="10933"/>
                </a:cubicBezTo>
                <a:cubicBezTo>
                  <a:pt x="1733" y="10933"/>
                  <a:pt x="1261" y="10649"/>
                  <a:pt x="914" y="10271"/>
                </a:cubicBezTo>
                <a:lnTo>
                  <a:pt x="1576" y="10271"/>
                </a:lnTo>
                <a:cubicBezTo>
                  <a:pt x="2143" y="10271"/>
                  <a:pt x="2615" y="9799"/>
                  <a:pt x="2615" y="9232"/>
                </a:cubicBezTo>
                <a:cubicBezTo>
                  <a:pt x="2615" y="8696"/>
                  <a:pt x="2143" y="8223"/>
                  <a:pt x="1576" y="8223"/>
                </a:cubicBezTo>
                <a:lnTo>
                  <a:pt x="914" y="8223"/>
                </a:lnTo>
                <a:cubicBezTo>
                  <a:pt x="1229" y="7782"/>
                  <a:pt x="1733" y="7562"/>
                  <a:pt x="2300" y="7562"/>
                </a:cubicBezTo>
                <a:cubicBezTo>
                  <a:pt x="2993" y="7562"/>
                  <a:pt x="3655" y="8034"/>
                  <a:pt x="3907" y="8696"/>
                </a:cubicBezTo>
                <a:cubicBezTo>
                  <a:pt x="3939" y="8822"/>
                  <a:pt x="4096" y="8917"/>
                  <a:pt x="4222" y="8917"/>
                </a:cubicBezTo>
                <a:lnTo>
                  <a:pt x="7499" y="8917"/>
                </a:lnTo>
                <a:cubicBezTo>
                  <a:pt x="7656" y="8917"/>
                  <a:pt x="7751" y="8854"/>
                  <a:pt x="7814" y="8696"/>
                </a:cubicBezTo>
                <a:cubicBezTo>
                  <a:pt x="8034" y="8034"/>
                  <a:pt x="8727" y="7562"/>
                  <a:pt x="9420" y="7562"/>
                </a:cubicBezTo>
                <a:close/>
                <a:moveTo>
                  <a:pt x="5860" y="1"/>
                </a:moveTo>
                <a:cubicBezTo>
                  <a:pt x="4915" y="1"/>
                  <a:pt x="4128" y="725"/>
                  <a:pt x="4128" y="1670"/>
                </a:cubicBezTo>
                <a:cubicBezTo>
                  <a:pt x="4128" y="2143"/>
                  <a:pt x="4348" y="2584"/>
                  <a:pt x="4663" y="2899"/>
                </a:cubicBezTo>
                <a:lnTo>
                  <a:pt x="4695" y="2931"/>
                </a:lnTo>
                <a:cubicBezTo>
                  <a:pt x="3592" y="3372"/>
                  <a:pt x="2773" y="4474"/>
                  <a:pt x="2773" y="5829"/>
                </a:cubicBezTo>
                <a:cubicBezTo>
                  <a:pt x="2773" y="6018"/>
                  <a:pt x="2930" y="6176"/>
                  <a:pt x="3119" y="6176"/>
                </a:cubicBezTo>
                <a:lnTo>
                  <a:pt x="5514" y="6176"/>
                </a:lnTo>
                <a:lnTo>
                  <a:pt x="5514" y="8255"/>
                </a:lnTo>
                <a:lnTo>
                  <a:pt x="4443" y="8255"/>
                </a:lnTo>
                <a:cubicBezTo>
                  <a:pt x="4065" y="7436"/>
                  <a:pt x="3245" y="6869"/>
                  <a:pt x="2300" y="6869"/>
                </a:cubicBezTo>
                <a:cubicBezTo>
                  <a:pt x="1261" y="6869"/>
                  <a:pt x="410" y="7499"/>
                  <a:pt x="32" y="8444"/>
                </a:cubicBezTo>
                <a:cubicBezTo>
                  <a:pt x="0" y="8570"/>
                  <a:pt x="0" y="8696"/>
                  <a:pt x="95" y="8759"/>
                </a:cubicBezTo>
                <a:cubicBezTo>
                  <a:pt x="158" y="8854"/>
                  <a:pt x="253" y="8917"/>
                  <a:pt x="347" y="8917"/>
                </a:cubicBezTo>
                <a:lnTo>
                  <a:pt x="1607" y="8917"/>
                </a:lnTo>
                <a:cubicBezTo>
                  <a:pt x="1828" y="8917"/>
                  <a:pt x="1985" y="9074"/>
                  <a:pt x="1985" y="9295"/>
                </a:cubicBezTo>
                <a:cubicBezTo>
                  <a:pt x="1985" y="9484"/>
                  <a:pt x="1828" y="9641"/>
                  <a:pt x="1607" y="9641"/>
                </a:cubicBezTo>
                <a:lnTo>
                  <a:pt x="347" y="9641"/>
                </a:lnTo>
                <a:cubicBezTo>
                  <a:pt x="253" y="9641"/>
                  <a:pt x="158" y="9673"/>
                  <a:pt x="95" y="9799"/>
                </a:cubicBezTo>
                <a:cubicBezTo>
                  <a:pt x="0" y="9862"/>
                  <a:pt x="0" y="9988"/>
                  <a:pt x="32" y="10114"/>
                </a:cubicBezTo>
                <a:cubicBezTo>
                  <a:pt x="410" y="11059"/>
                  <a:pt x="1292" y="11689"/>
                  <a:pt x="2300" y="11689"/>
                </a:cubicBezTo>
                <a:cubicBezTo>
                  <a:pt x="3182" y="11689"/>
                  <a:pt x="4065" y="11122"/>
                  <a:pt x="4443" y="10303"/>
                </a:cubicBezTo>
                <a:lnTo>
                  <a:pt x="7278" y="10303"/>
                </a:lnTo>
                <a:cubicBezTo>
                  <a:pt x="7688" y="11122"/>
                  <a:pt x="8507" y="11689"/>
                  <a:pt x="9452" y="11689"/>
                </a:cubicBezTo>
                <a:cubicBezTo>
                  <a:pt x="10492" y="11689"/>
                  <a:pt x="11342" y="11059"/>
                  <a:pt x="11689" y="10114"/>
                </a:cubicBezTo>
                <a:cubicBezTo>
                  <a:pt x="11752" y="9988"/>
                  <a:pt x="11752" y="9862"/>
                  <a:pt x="11657" y="9799"/>
                </a:cubicBezTo>
                <a:cubicBezTo>
                  <a:pt x="11594" y="9704"/>
                  <a:pt x="11500" y="9641"/>
                  <a:pt x="11374" y="9641"/>
                </a:cubicBezTo>
                <a:lnTo>
                  <a:pt x="10114" y="9641"/>
                </a:lnTo>
                <a:cubicBezTo>
                  <a:pt x="9925" y="9641"/>
                  <a:pt x="9767" y="9484"/>
                  <a:pt x="9767" y="9295"/>
                </a:cubicBezTo>
                <a:cubicBezTo>
                  <a:pt x="9767" y="9074"/>
                  <a:pt x="9925" y="8917"/>
                  <a:pt x="10114" y="8917"/>
                </a:cubicBezTo>
                <a:lnTo>
                  <a:pt x="11374" y="8917"/>
                </a:lnTo>
                <a:cubicBezTo>
                  <a:pt x="11500" y="8917"/>
                  <a:pt x="11594" y="8885"/>
                  <a:pt x="11657" y="8759"/>
                </a:cubicBezTo>
                <a:cubicBezTo>
                  <a:pt x="11752" y="8696"/>
                  <a:pt x="11752" y="8570"/>
                  <a:pt x="11689" y="8444"/>
                </a:cubicBezTo>
                <a:cubicBezTo>
                  <a:pt x="11342" y="7499"/>
                  <a:pt x="10429" y="6869"/>
                  <a:pt x="9452" y="6869"/>
                </a:cubicBezTo>
                <a:cubicBezTo>
                  <a:pt x="8538" y="6869"/>
                  <a:pt x="7688" y="7436"/>
                  <a:pt x="7278" y="8255"/>
                </a:cubicBezTo>
                <a:lnTo>
                  <a:pt x="6238" y="8255"/>
                </a:lnTo>
                <a:lnTo>
                  <a:pt x="6238" y="6176"/>
                </a:lnTo>
                <a:lnTo>
                  <a:pt x="8633" y="6176"/>
                </a:lnTo>
                <a:cubicBezTo>
                  <a:pt x="8822" y="6176"/>
                  <a:pt x="8979" y="6018"/>
                  <a:pt x="8979" y="5829"/>
                </a:cubicBezTo>
                <a:cubicBezTo>
                  <a:pt x="8979" y="4506"/>
                  <a:pt x="8192" y="3403"/>
                  <a:pt x="7058" y="2931"/>
                </a:cubicBezTo>
                <a:cubicBezTo>
                  <a:pt x="7341" y="2616"/>
                  <a:pt x="7562" y="2175"/>
                  <a:pt x="7562" y="1670"/>
                </a:cubicBezTo>
                <a:cubicBezTo>
                  <a:pt x="7562" y="725"/>
                  <a:pt x="6806" y="1"/>
                  <a:pt x="58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00" name="Google Shape;16000;p84"/>
          <p:cNvGrpSpPr/>
          <p:nvPr/>
        </p:nvGrpSpPr>
        <p:grpSpPr>
          <a:xfrm>
            <a:off x="1732577" y="3265493"/>
            <a:ext cx="472703" cy="471449"/>
            <a:chOff x="-35495600" y="2631825"/>
            <a:chExt cx="292225" cy="291450"/>
          </a:xfrm>
        </p:grpSpPr>
        <p:sp>
          <p:nvSpPr>
            <p:cNvPr id="16001" name="Google Shape;16001;p84"/>
            <p:cNvSpPr/>
            <p:nvPr/>
          </p:nvSpPr>
          <p:spPr>
            <a:xfrm>
              <a:off x="-35495600" y="2735025"/>
              <a:ext cx="137075" cy="188250"/>
            </a:xfrm>
            <a:custGeom>
              <a:avLst/>
              <a:gdLst/>
              <a:ahLst/>
              <a:cxnLst/>
              <a:rect l="l" t="t" r="r" b="b"/>
              <a:pathLst>
                <a:path w="5483" h="7530" extrusionOk="0">
                  <a:moveTo>
                    <a:pt x="4443" y="662"/>
                  </a:moveTo>
                  <a:cubicBezTo>
                    <a:pt x="4663" y="662"/>
                    <a:pt x="4821" y="819"/>
                    <a:pt x="4821" y="1040"/>
                  </a:cubicBezTo>
                  <a:lnTo>
                    <a:pt x="4821" y="1386"/>
                  </a:lnTo>
                  <a:lnTo>
                    <a:pt x="662" y="1386"/>
                  </a:lnTo>
                  <a:lnTo>
                    <a:pt x="662" y="1040"/>
                  </a:lnTo>
                  <a:cubicBezTo>
                    <a:pt x="725" y="819"/>
                    <a:pt x="820" y="662"/>
                    <a:pt x="1040" y="662"/>
                  </a:cubicBezTo>
                  <a:close/>
                  <a:moveTo>
                    <a:pt x="4821" y="2048"/>
                  </a:moveTo>
                  <a:lnTo>
                    <a:pt x="4821" y="5482"/>
                  </a:lnTo>
                  <a:lnTo>
                    <a:pt x="662" y="5482"/>
                  </a:lnTo>
                  <a:lnTo>
                    <a:pt x="662" y="2048"/>
                  </a:lnTo>
                  <a:close/>
                  <a:moveTo>
                    <a:pt x="4852" y="6143"/>
                  </a:moveTo>
                  <a:lnTo>
                    <a:pt x="4852" y="6490"/>
                  </a:lnTo>
                  <a:cubicBezTo>
                    <a:pt x="4821" y="6711"/>
                    <a:pt x="4663" y="6868"/>
                    <a:pt x="4506" y="6868"/>
                  </a:cubicBezTo>
                  <a:lnTo>
                    <a:pt x="1072" y="6868"/>
                  </a:lnTo>
                  <a:cubicBezTo>
                    <a:pt x="883" y="6868"/>
                    <a:pt x="725" y="6711"/>
                    <a:pt x="725" y="6490"/>
                  </a:cubicBezTo>
                  <a:lnTo>
                    <a:pt x="725" y="6143"/>
                  </a:lnTo>
                  <a:close/>
                  <a:moveTo>
                    <a:pt x="1040" y="0"/>
                  </a:moveTo>
                  <a:cubicBezTo>
                    <a:pt x="473" y="0"/>
                    <a:pt x="0" y="473"/>
                    <a:pt x="0" y="1040"/>
                  </a:cubicBezTo>
                  <a:lnTo>
                    <a:pt x="0" y="6490"/>
                  </a:lnTo>
                  <a:cubicBezTo>
                    <a:pt x="0" y="7057"/>
                    <a:pt x="473" y="7530"/>
                    <a:pt x="1040" y="7530"/>
                  </a:cubicBezTo>
                  <a:lnTo>
                    <a:pt x="4443" y="7530"/>
                  </a:lnTo>
                  <a:cubicBezTo>
                    <a:pt x="5010" y="7530"/>
                    <a:pt x="5482" y="7057"/>
                    <a:pt x="5482" y="6490"/>
                  </a:cubicBezTo>
                  <a:lnTo>
                    <a:pt x="5482" y="1040"/>
                  </a:lnTo>
                  <a:cubicBezTo>
                    <a:pt x="5482" y="473"/>
                    <a:pt x="5010"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2" name="Google Shape;16002;p84"/>
            <p:cNvSpPr/>
            <p:nvPr/>
          </p:nvSpPr>
          <p:spPr>
            <a:xfrm>
              <a:off x="-35339650" y="2631825"/>
              <a:ext cx="136275" cy="188275"/>
            </a:xfrm>
            <a:custGeom>
              <a:avLst/>
              <a:gdLst/>
              <a:ahLst/>
              <a:cxnLst/>
              <a:rect l="l" t="t" r="r" b="b"/>
              <a:pathLst>
                <a:path w="5451" h="7531" extrusionOk="0">
                  <a:moveTo>
                    <a:pt x="4411" y="662"/>
                  </a:moveTo>
                  <a:cubicBezTo>
                    <a:pt x="4600" y="662"/>
                    <a:pt x="4758" y="820"/>
                    <a:pt x="4758" y="1009"/>
                  </a:cubicBezTo>
                  <a:lnTo>
                    <a:pt x="4758" y="1387"/>
                  </a:lnTo>
                  <a:lnTo>
                    <a:pt x="631" y="1387"/>
                  </a:lnTo>
                  <a:lnTo>
                    <a:pt x="631" y="1009"/>
                  </a:lnTo>
                  <a:cubicBezTo>
                    <a:pt x="631" y="820"/>
                    <a:pt x="788" y="662"/>
                    <a:pt x="977" y="662"/>
                  </a:cubicBezTo>
                  <a:close/>
                  <a:moveTo>
                    <a:pt x="4758" y="2049"/>
                  </a:moveTo>
                  <a:lnTo>
                    <a:pt x="4758" y="5483"/>
                  </a:lnTo>
                  <a:lnTo>
                    <a:pt x="631" y="5483"/>
                  </a:lnTo>
                  <a:lnTo>
                    <a:pt x="631" y="2049"/>
                  </a:lnTo>
                  <a:close/>
                  <a:moveTo>
                    <a:pt x="4789" y="6144"/>
                  </a:moveTo>
                  <a:lnTo>
                    <a:pt x="4789" y="6491"/>
                  </a:lnTo>
                  <a:cubicBezTo>
                    <a:pt x="4758" y="6680"/>
                    <a:pt x="4600" y="6837"/>
                    <a:pt x="4443" y="6837"/>
                  </a:cubicBezTo>
                  <a:lnTo>
                    <a:pt x="1009" y="6837"/>
                  </a:lnTo>
                  <a:cubicBezTo>
                    <a:pt x="820" y="6837"/>
                    <a:pt x="662" y="6680"/>
                    <a:pt x="662" y="6491"/>
                  </a:cubicBezTo>
                  <a:lnTo>
                    <a:pt x="662" y="6144"/>
                  </a:lnTo>
                  <a:close/>
                  <a:moveTo>
                    <a:pt x="1009" y="1"/>
                  </a:moveTo>
                  <a:cubicBezTo>
                    <a:pt x="473" y="1"/>
                    <a:pt x="0" y="473"/>
                    <a:pt x="0" y="1009"/>
                  </a:cubicBezTo>
                  <a:lnTo>
                    <a:pt x="0" y="6491"/>
                  </a:lnTo>
                  <a:cubicBezTo>
                    <a:pt x="0" y="7058"/>
                    <a:pt x="473" y="7531"/>
                    <a:pt x="1009" y="7531"/>
                  </a:cubicBezTo>
                  <a:lnTo>
                    <a:pt x="4443" y="7531"/>
                  </a:lnTo>
                  <a:cubicBezTo>
                    <a:pt x="4978" y="7531"/>
                    <a:pt x="5451" y="7058"/>
                    <a:pt x="5451" y="6491"/>
                  </a:cubicBezTo>
                  <a:lnTo>
                    <a:pt x="5451" y="1009"/>
                  </a:lnTo>
                  <a:cubicBezTo>
                    <a:pt x="5451" y="442"/>
                    <a:pt x="4978"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3" name="Google Shape;16003;p84"/>
            <p:cNvSpPr/>
            <p:nvPr/>
          </p:nvSpPr>
          <p:spPr>
            <a:xfrm>
              <a:off x="-35341225" y="2836625"/>
              <a:ext cx="85075" cy="84500"/>
            </a:xfrm>
            <a:custGeom>
              <a:avLst/>
              <a:gdLst/>
              <a:ahLst/>
              <a:cxnLst/>
              <a:rect l="l" t="t" r="r" b="b"/>
              <a:pathLst>
                <a:path w="3403" h="3380" extrusionOk="0">
                  <a:moveTo>
                    <a:pt x="3056" y="0"/>
                  </a:moveTo>
                  <a:cubicBezTo>
                    <a:pt x="2836" y="0"/>
                    <a:pt x="2678" y="158"/>
                    <a:pt x="2678" y="347"/>
                  </a:cubicBezTo>
                  <a:lnTo>
                    <a:pt x="2678" y="1008"/>
                  </a:lnTo>
                  <a:cubicBezTo>
                    <a:pt x="2678" y="1575"/>
                    <a:pt x="2206" y="2048"/>
                    <a:pt x="1670" y="2048"/>
                  </a:cubicBezTo>
                  <a:lnTo>
                    <a:pt x="1103" y="2048"/>
                  </a:lnTo>
                  <a:lnTo>
                    <a:pt x="1229" y="1922"/>
                  </a:lnTo>
                  <a:cubicBezTo>
                    <a:pt x="1418" y="1859"/>
                    <a:pt x="1418" y="1638"/>
                    <a:pt x="1261" y="1481"/>
                  </a:cubicBezTo>
                  <a:cubicBezTo>
                    <a:pt x="1213" y="1418"/>
                    <a:pt x="1127" y="1386"/>
                    <a:pt x="1036" y="1386"/>
                  </a:cubicBezTo>
                  <a:cubicBezTo>
                    <a:pt x="946" y="1386"/>
                    <a:pt x="851" y="1418"/>
                    <a:pt x="788" y="1481"/>
                  </a:cubicBezTo>
                  <a:lnTo>
                    <a:pt x="126" y="2142"/>
                  </a:lnTo>
                  <a:cubicBezTo>
                    <a:pt x="0" y="2268"/>
                    <a:pt x="0" y="2521"/>
                    <a:pt x="126" y="2615"/>
                  </a:cubicBezTo>
                  <a:lnTo>
                    <a:pt x="788" y="3308"/>
                  </a:lnTo>
                  <a:cubicBezTo>
                    <a:pt x="851" y="3355"/>
                    <a:pt x="946" y="3379"/>
                    <a:pt x="1036" y="3379"/>
                  </a:cubicBezTo>
                  <a:cubicBezTo>
                    <a:pt x="1127" y="3379"/>
                    <a:pt x="1213" y="3355"/>
                    <a:pt x="1261" y="3308"/>
                  </a:cubicBezTo>
                  <a:cubicBezTo>
                    <a:pt x="1387" y="3182"/>
                    <a:pt x="1387" y="2930"/>
                    <a:pt x="1261" y="2836"/>
                  </a:cubicBezTo>
                  <a:lnTo>
                    <a:pt x="1166" y="2710"/>
                  </a:lnTo>
                  <a:lnTo>
                    <a:pt x="1702" y="2710"/>
                  </a:lnTo>
                  <a:cubicBezTo>
                    <a:pt x="2647" y="2710"/>
                    <a:pt x="3403" y="1953"/>
                    <a:pt x="3403" y="1008"/>
                  </a:cubicBezTo>
                  <a:lnTo>
                    <a:pt x="3403" y="347"/>
                  </a:lnTo>
                  <a:cubicBezTo>
                    <a:pt x="3403" y="158"/>
                    <a:pt x="3245" y="0"/>
                    <a:pt x="3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4" name="Google Shape;16004;p84"/>
            <p:cNvSpPr/>
            <p:nvPr/>
          </p:nvSpPr>
          <p:spPr>
            <a:xfrm>
              <a:off x="-35442050" y="2632625"/>
              <a:ext cx="84300" cy="85075"/>
            </a:xfrm>
            <a:custGeom>
              <a:avLst/>
              <a:gdLst/>
              <a:ahLst/>
              <a:cxnLst/>
              <a:rect l="l" t="t" r="r" b="b"/>
              <a:pathLst>
                <a:path w="3372" h="3403" extrusionOk="0">
                  <a:moveTo>
                    <a:pt x="2348" y="0"/>
                  </a:moveTo>
                  <a:cubicBezTo>
                    <a:pt x="2261" y="0"/>
                    <a:pt x="2175" y="32"/>
                    <a:pt x="2112" y="95"/>
                  </a:cubicBezTo>
                  <a:cubicBezTo>
                    <a:pt x="1986" y="189"/>
                    <a:pt x="1986" y="441"/>
                    <a:pt x="2112" y="567"/>
                  </a:cubicBezTo>
                  <a:lnTo>
                    <a:pt x="2238" y="662"/>
                  </a:lnTo>
                  <a:lnTo>
                    <a:pt x="1671" y="662"/>
                  </a:lnTo>
                  <a:cubicBezTo>
                    <a:pt x="725" y="662"/>
                    <a:pt x="1" y="1418"/>
                    <a:pt x="1" y="2363"/>
                  </a:cubicBezTo>
                  <a:lnTo>
                    <a:pt x="1" y="3025"/>
                  </a:lnTo>
                  <a:cubicBezTo>
                    <a:pt x="1" y="3245"/>
                    <a:pt x="158" y="3403"/>
                    <a:pt x="347" y="3403"/>
                  </a:cubicBezTo>
                  <a:cubicBezTo>
                    <a:pt x="536" y="3403"/>
                    <a:pt x="694" y="3245"/>
                    <a:pt x="694" y="3025"/>
                  </a:cubicBezTo>
                  <a:lnTo>
                    <a:pt x="694" y="2363"/>
                  </a:lnTo>
                  <a:cubicBezTo>
                    <a:pt x="694" y="1828"/>
                    <a:pt x="1166" y="1355"/>
                    <a:pt x="1734" y="1355"/>
                  </a:cubicBezTo>
                  <a:lnTo>
                    <a:pt x="2269" y="1355"/>
                  </a:lnTo>
                  <a:lnTo>
                    <a:pt x="2143" y="1450"/>
                  </a:lnTo>
                  <a:cubicBezTo>
                    <a:pt x="1954" y="1544"/>
                    <a:pt x="1954" y="1765"/>
                    <a:pt x="2112" y="1891"/>
                  </a:cubicBezTo>
                  <a:cubicBezTo>
                    <a:pt x="2175" y="1954"/>
                    <a:pt x="2261" y="1985"/>
                    <a:pt x="2348" y="1985"/>
                  </a:cubicBezTo>
                  <a:cubicBezTo>
                    <a:pt x="2435" y="1985"/>
                    <a:pt x="2521" y="1954"/>
                    <a:pt x="2584" y="1891"/>
                  </a:cubicBezTo>
                  <a:lnTo>
                    <a:pt x="3246" y="1229"/>
                  </a:lnTo>
                  <a:cubicBezTo>
                    <a:pt x="3372" y="1103"/>
                    <a:pt x="3372" y="883"/>
                    <a:pt x="3246" y="756"/>
                  </a:cubicBezTo>
                  <a:lnTo>
                    <a:pt x="2584" y="95"/>
                  </a:lnTo>
                  <a:cubicBezTo>
                    <a:pt x="2521" y="32"/>
                    <a:pt x="2435" y="0"/>
                    <a:pt x="2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05" name="Google Shape;16005;p84"/>
          <p:cNvGrpSpPr/>
          <p:nvPr/>
        </p:nvGrpSpPr>
        <p:grpSpPr>
          <a:xfrm>
            <a:off x="4716109" y="2047370"/>
            <a:ext cx="471449" cy="471449"/>
            <a:chOff x="-33673825" y="1916675"/>
            <a:chExt cx="291450" cy="291450"/>
          </a:xfrm>
        </p:grpSpPr>
        <p:sp>
          <p:nvSpPr>
            <p:cNvPr id="16006" name="Google Shape;16006;p84"/>
            <p:cNvSpPr/>
            <p:nvPr/>
          </p:nvSpPr>
          <p:spPr>
            <a:xfrm>
              <a:off x="-33486375" y="1950550"/>
              <a:ext cx="85875" cy="85075"/>
            </a:xfrm>
            <a:custGeom>
              <a:avLst/>
              <a:gdLst/>
              <a:ahLst/>
              <a:cxnLst/>
              <a:rect l="l" t="t" r="r" b="b"/>
              <a:pathLst>
                <a:path w="3435" h="3403" extrusionOk="0">
                  <a:moveTo>
                    <a:pt x="379" y="0"/>
                  </a:moveTo>
                  <a:cubicBezTo>
                    <a:pt x="158" y="0"/>
                    <a:pt x="1" y="158"/>
                    <a:pt x="1" y="347"/>
                  </a:cubicBezTo>
                  <a:cubicBezTo>
                    <a:pt x="1" y="536"/>
                    <a:pt x="158" y="693"/>
                    <a:pt x="379" y="693"/>
                  </a:cubicBezTo>
                  <a:lnTo>
                    <a:pt x="1072" y="693"/>
                  </a:lnTo>
                  <a:cubicBezTo>
                    <a:pt x="1639" y="693"/>
                    <a:pt x="2111" y="1166"/>
                    <a:pt x="2111" y="1733"/>
                  </a:cubicBezTo>
                  <a:lnTo>
                    <a:pt x="2111" y="2269"/>
                  </a:lnTo>
                  <a:lnTo>
                    <a:pt x="1985" y="2174"/>
                  </a:lnTo>
                  <a:cubicBezTo>
                    <a:pt x="1922" y="2111"/>
                    <a:pt x="1836" y="2080"/>
                    <a:pt x="1749" y="2080"/>
                  </a:cubicBezTo>
                  <a:cubicBezTo>
                    <a:pt x="1663" y="2080"/>
                    <a:pt x="1576" y="2111"/>
                    <a:pt x="1513" y="2174"/>
                  </a:cubicBezTo>
                  <a:cubicBezTo>
                    <a:pt x="1387" y="2269"/>
                    <a:pt x="1387" y="2521"/>
                    <a:pt x="1513" y="2647"/>
                  </a:cubicBezTo>
                  <a:lnTo>
                    <a:pt x="2174" y="3308"/>
                  </a:lnTo>
                  <a:cubicBezTo>
                    <a:pt x="2237" y="3371"/>
                    <a:pt x="2324" y="3403"/>
                    <a:pt x="2411" y="3403"/>
                  </a:cubicBezTo>
                  <a:cubicBezTo>
                    <a:pt x="2497" y="3403"/>
                    <a:pt x="2584" y="3371"/>
                    <a:pt x="2647" y="3308"/>
                  </a:cubicBezTo>
                  <a:lnTo>
                    <a:pt x="3309" y="2647"/>
                  </a:lnTo>
                  <a:cubicBezTo>
                    <a:pt x="3435" y="2521"/>
                    <a:pt x="3435" y="2269"/>
                    <a:pt x="3309" y="2174"/>
                  </a:cubicBezTo>
                  <a:cubicBezTo>
                    <a:pt x="3261" y="2111"/>
                    <a:pt x="3175" y="2080"/>
                    <a:pt x="3084" y="2080"/>
                  </a:cubicBezTo>
                  <a:cubicBezTo>
                    <a:pt x="2994" y="2080"/>
                    <a:pt x="2899" y="2111"/>
                    <a:pt x="2836" y="2174"/>
                  </a:cubicBezTo>
                  <a:lnTo>
                    <a:pt x="2742" y="2269"/>
                  </a:lnTo>
                  <a:lnTo>
                    <a:pt x="2742" y="1733"/>
                  </a:lnTo>
                  <a:cubicBezTo>
                    <a:pt x="2773" y="788"/>
                    <a:pt x="1985"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7" name="Google Shape;16007;p84"/>
            <p:cNvSpPr/>
            <p:nvPr/>
          </p:nvSpPr>
          <p:spPr>
            <a:xfrm>
              <a:off x="-33605300" y="2122250"/>
              <a:ext cx="85075" cy="85875"/>
            </a:xfrm>
            <a:custGeom>
              <a:avLst/>
              <a:gdLst/>
              <a:ahLst/>
              <a:cxnLst/>
              <a:rect l="l" t="t" r="r" b="b"/>
              <a:pathLst>
                <a:path w="3403" h="3435" extrusionOk="0">
                  <a:moveTo>
                    <a:pt x="1024" y="0"/>
                  </a:moveTo>
                  <a:cubicBezTo>
                    <a:pt x="938" y="0"/>
                    <a:pt x="851" y="32"/>
                    <a:pt x="788" y="95"/>
                  </a:cubicBezTo>
                  <a:lnTo>
                    <a:pt x="126" y="756"/>
                  </a:lnTo>
                  <a:cubicBezTo>
                    <a:pt x="0" y="882"/>
                    <a:pt x="0" y="1134"/>
                    <a:pt x="126" y="1229"/>
                  </a:cubicBezTo>
                  <a:cubicBezTo>
                    <a:pt x="189" y="1292"/>
                    <a:pt x="276" y="1323"/>
                    <a:pt x="363" y="1323"/>
                  </a:cubicBezTo>
                  <a:cubicBezTo>
                    <a:pt x="449" y="1323"/>
                    <a:pt x="536" y="1292"/>
                    <a:pt x="599" y="1229"/>
                  </a:cubicBezTo>
                  <a:lnTo>
                    <a:pt x="725" y="1134"/>
                  </a:lnTo>
                  <a:lnTo>
                    <a:pt x="725" y="1670"/>
                  </a:lnTo>
                  <a:cubicBezTo>
                    <a:pt x="662" y="2174"/>
                    <a:pt x="820" y="2615"/>
                    <a:pt x="1135" y="2930"/>
                  </a:cubicBezTo>
                  <a:cubicBezTo>
                    <a:pt x="1450" y="3245"/>
                    <a:pt x="1891" y="3434"/>
                    <a:pt x="2363" y="3434"/>
                  </a:cubicBezTo>
                  <a:lnTo>
                    <a:pt x="3025" y="3434"/>
                  </a:lnTo>
                  <a:cubicBezTo>
                    <a:pt x="3245" y="3434"/>
                    <a:pt x="3403" y="3277"/>
                    <a:pt x="3403" y="3088"/>
                  </a:cubicBezTo>
                  <a:cubicBezTo>
                    <a:pt x="3403" y="2899"/>
                    <a:pt x="3245" y="2741"/>
                    <a:pt x="3025" y="2741"/>
                  </a:cubicBezTo>
                  <a:lnTo>
                    <a:pt x="2363" y="2741"/>
                  </a:lnTo>
                  <a:cubicBezTo>
                    <a:pt x="1828" y="2741"/>
                    <a:pt x="1355" y="2269"/>
                    <a:pt x="1355" y="1670"/>
                  </a:cubicBezTo>
                  <a:lnTo>
                    <a:pt x="1355" y="1134"/>
                  </a:lnTo>
                  <a:lnTo>
                    <a:pt x="1450" y="1229"/>
                  </a:lnTo>
                  <a:cubicBezTo>
                    <a:pt x="1513" y="1292"/>
                    <a:pt x="1607" y="1323"/>
                    <a:pt x="1698" y="1323"/>
                  </a:cubicBezTo>
                  <a:cubicBezTo>
                    <a:pt x="1788" y="1323"/>
                    <a:pt x="1875" y="1292"/>
                    <a:pt x="1922" y="1229"/>
                  </a:cubicBezTo>
                  <a:cubicBezTo>
                    <a:pt x="2048" y="1134"/>
                    <a:pt x="2048" y="882"/>
                    <a:pt x="1922" y="756"/>
                  </a:cubicBezTo>
                  <a:lnTo>
                    <a:pt x="1261" y="95"/>
                  </a:lnTo>
                  <a:cubicBezTo>
                    <a:pt x="1198" y="32"/>
                    <a:pt x="1111" y="0"/>
                    <a:pt x="10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8" name="Google Shape;16008;p84"/>
            <p:cNvSpPr/>
            <p:nvPr/>
          </p:nvSpPr>
          <p:spPr>
            <a:xfrm>
              <a:off x="-33673825" y="1916675"/>
              <a:ext cx="189050" cy="189050"/>
            </a:xfrm>
            <a:custGeom>
              <a:avLst/>
              <a:gdLst/>
              <a:ahLst/>
              <a:cxnLst/>
              <a:rect l="l" t="t" r="r" b="b"/>
              <a:pathLst>
                <a:path w="7562" h="7562" extrusionOk="0">
                  <a:moveTo>
                    <a:pt x="3718" y="694"/>
                  </a:moveTo>
                  <a:cubicBezTo>
                    <a:pt x="5073" y="694"/>
                    <a:pt x="6144" y="1733"/>
                    <a:pt x="6144" y="3088"/>
                  </a:cubicBezTo>
                  <a:lnTo>
                    <a:pt x="6144" y="3466"/>
                  </a:lnTo>
                  <a:lnTo>
                    <a:pt x="6081" y="3466"/>
                  </a:lnTo>
                  <a:cubicBezTo>
                    <a:pt x="5986" y="2647"/>
                    <a:pt x="5262" y="2048"/>
                    <a:pt x="4411" y="2048"/>
                  </a:cubicBezTo>
                  <a:lnTo>
                    <a:pt x="3025" y="2048"/>
                  </a:lnTo>
                  <a:cubicBezTo>
                    <a:pt x="2143" y="2048"/>
                    <a:pt x="1481" y="2678"/>
                    <a:pt x="1324" y="3466"/>
                  </a:cubicBezTo>
                  <a:lnTo>
                    <a:pt x="1292" y="3466"/>
                  </a:lnTo>
                  <a:lnTo>
                    <a:pt x="1292" y="3088"/>
                  </a:lnTo>
                  <a:cubicBezTo>
                    <a:pt x="1355" y="1733"/>
                    <a:pt x="2426" y="694"/>
                    <a:pt x="3718" y="694"/>
                  </a:cubicBezTo>
                  <a:close/>
                  <a:moveTo>
                    <a:pt x="4380" y="2741"/>
                  </a:moveTo>
                  <a:cubicBezTo>
                    <a:pt x="4915" y="2741"/>
                    <a:pt x="5388" y="3214"/>
                    <a:pt x="5388" y="3750"/>
                  </a:cubicBezTo>
                  <a:lnTo>
                    <a:pt x="5388" y="4096"/>
                  </a:lnTo>
                  <a:lnTo>
                    <a:pt x="5388" y="4096"/>
                  </a:lnTo>
                  <a:cubicBezTo>
                    <a:pt x="5153" y="4096"/>
                    <a:pt x="4907" y="4091"/>
                    <a:pt x="4821" y="4033"/>
                  </a:cubicBezTo>
                  <a:cubicBezTo>
                    <a:pt x="4789" y="4002"/>
                    <a:pt x="4758" y="3876"/>
                    <a:pt x="4758" y="3781"/>
                  </a:cubicBezTo>
                  <a:cubicBezTo>
                    <a:pt x="4758" y="3592"/>
                    <a:pt x="4600" y="3435"/>
                    <a:pt x="4411" y="3435"/>
                  </a:cubicBezTo>
                  <a:cubicBezTo>
                    <a:pt x="4191" y="3435"/>
                    <a:pt x="4033" y="3592"/>
                    <a:pt x="4033" y="3781"/>
                  </a:cubicBezTo>
                  <a:cubicBezTo>
                    <a:pt x="4033" y="3876"/>
                    <a:pt x="4033" y="4002"/>
                    <a:pt x="3970" y="4033"/>
                  </a:cubicBezTo>
                  <a:cubicBezTo>
                    <a:pt x="3907" y="4096"/>
                    <a:pt x="3757" y="4112"/>
                    <a:pt x="3576" y="4112"/>
                  </a:cubicBezTo>
                  <a:cubicBezTo>
                    <a:pt x="3395" y="4112"/>
                    <a:pt x="3182" y="4096"/>
                    <a:pt x="2993" y="4096"/>
                  </a:cubicBezTo>
                  <a:lnTo>
                    <a:pt x="1954" y="4096"/>
                  </a:lnTo>
                  <a:lnTo>
                    <a:pt x="1954" y="3750"/>
                  </a:lnTo>
                  <a:cubicBezTo>
                    <a:pt x="1954" y="3214"/>
                    <a:pt x="2426" y="2741"/>
                    <a:pt x="2993" y="2741"/>
                  </a:cubicBezTo>
                  <a:close/>
                  <a:moveTo>
                    <a:pt x="1009" y="4065"/>
                  </a:moveTo>
                  <a:cubicBezTo>
                    <a:pt x="1198" y="4065"/>
                    <a:pt x="1355" y="4222"/>
                    <a:pt x="1355" y="4411"/>
                  </a:cubicBezTo>
                  <a:lnTo>
                    <a:pt x="1355" y="5104"/>
                  </a:lnTo>
                  <a:cubicBezTo>
                    <a:pt x="1355" y="5293"/>
                    <a:pt x="1198" y="5451"/>
                    <a:pt x="1009" y="5451"/>
                  </a:cubicBezTo>
                  <a:cubicBezTo>
                    <a:pt x="820" y="5451"/>
                    <a:pt x="662" y="5293"/>
                    <a:pt x="662" y="5104"/>
                  </a:cubicBezTo>
                  <a:lnTo>
                    <a:pt x="662" y="4411"/>
                  </a:lnTo>
                  <a:cubicBezTo>
                    <a:pt x="662" y="4222"/>
                    <a:pt x="820" y="4065"/>
                    <a:pt x="1009" y="4065"/>
                  </a:cubicBezTo>
                  <a:close/>
                  <a:moveTo>
                    <a:pt x="6490" y="4096"/>
                  </a:moveTo>
                  <a:cubicBezTo>
                    <a:pt x="6679" y="4096"/>
                    <a:pt x="6837" y="4254"/>
                    <a:pt x="6837" y="4474"/>
                  </a:cubicBezTo>
                  <a:lnTo>
                    <a:pt x="6837" y="5136"/>
                  </a:lnTo>
                  <a:cubicBezTo>
                    <a:pt x="6837" y="5325"/>
                    <a:pt x="6679" y="5482"/>
                    <a:pt x="6490" y="5482"/>
                  </a:cubicBezTo>
                  <a:cubicBezTo>
                    <a:pt x="6301" y="5482"/>
                    <a:pt x="6144" y="5325"/>
                    <a:pt x="6144" y="5136"/>
                  </a:cubicBezTo>
                  <a:lnTo>
                    <a:pt x="6144" y="4474"/>
                  </a:lnTo>
                  <a:cubicBezTo>
                    <a:pt x="6144" y="4254"/>
                    <a:pt x="6301" y="4096"/>
                    <a:pt x="6490" y="4096"/>
                  </a:cubicBezTo>
                  <a:close/>
                  <a:moveTo>
                    <a:pt x="4443" y="4537"/>
                  </a:moveTo>
                  <a:cubicBezTo>
                    <a:pt x="4726" y="4726"/>
                    <a:pt x="5073" y="4789"/>
                    <a:pt x="5451" y="4789"/>
                  </a:cubicBezTo>
                  <a:lnTo>
                    <a:pt x="5451" y="5136"/>
                  </a:lnTo>
                  <a:cubicBezTo>
                    <a:pt x="5451" y="6081"/>
                    <a:pt x="4663" y="6869"/>
                    <a:pt x="3718" y="6869"/>
                  </a:cubicBezTo>
                  <a:cubicBezTo>
                    <a:pt x="2773" y="6869"/>
                    <a:pt x="2048" y="6081"/>
                    <a:pt x="2048" y="5136"/>
                  </a:cubicBezTo>
                  <a:lnTo>
                    <a:pt x="2048" y="4789"/>
                  </a:lnTo>
                  <a:lnTo>
                    <a:pt x="3056" y="4789"/>
                  </a:lnTo>
                  <a:cubicBezTo>
                    <a:pt x="3148" y="4789"/>
                    <a:pt x="3241" y="4790"/>
                    <a:pt x="3333" y="4790"/>
                  </a:cubicBezTo>
                  <a:cubicBezTo>
                    <a:pt x="3749" y="4790"/>
                    <a:pt x="4159" y="4769"/>
                    <a:pt x="4443" y="4537"/>
                  </a:cubicBezTo>
                  <a:close/>
                  <a:moveTo>
                    <a:pt x="3813" y="1"/>
                  </a:moveTo>
                  <a:cubicBezTo>
                    <a:pt x="2111" y="1"/>
                    <a:pt x="725" y="1387"/>
                    <a:pt x="725" y="3088"/>
                  </a:cubicBezTo>
                  <a:lnTo>
                    <a:pt x="725" y="3466"/>
                  </a:lnTo>
                  <a:cubicBezTo>
                    <a:pt x="347" y="3624"/>
                    <a:pt x="63" y="4002"/>
                    <a:pt x="63" y="4474"/>
                  </a:cubicBezTo>
                  <a:lnTo>
                    <a:pt x="63" y="5136"/>
                  </a:lnTo>
                  <a:cubicBezTo>
                    <a:pt x="0" y="5671"/>
                    <a:pt x="473" y="6144"/>
                    <a:pt x="1009" y="6144"/>
                  </a:cubicBezTo>
                  <a:cubicBezTo>
                    <a:pt x="1198" y="6144"/>
                    <a:pt x="1355" y="6112"/>
                    <a:pt x="1513" y="6049"/>
                  </a:cubicBezTo>
                  <a:cubicBezTo>
                    <a:pt x="1891" y="6932"/>
                    <a:pt x="2741" y="7562"/>
                    <a:pt x="3781" y="7562"/>
                  </a:cubicBezTo>
                  <a:cubicBezTo>
                    <a:pt x="4789" y="7562"/>
                    <a:pt x="5671" y="6932"/>
                    <a:pt x="6018" y="6049"/>
                  </a:cubicBezTo>
                  <a:cubicBezTo>
                    <a:pt x="6175" y="6112"/>
                    <a:pt x="6333" y="6144"/>
                    <a:pt x="6522" y="6144"/>
                  </a:cubicBezTo>
                  <a:cubicBezTo>
                    <a:pt x="7089" y="6144"/>
                    <a:pt x="7562" y="5671"/>
                    <a:pt x="7562" y="5136"/>
                  </a:cubicBezTo>
                  <a:lnTo>
                    <a:pt x="7562" y="4474"/>
                  </a:lnTo>
                  <a:cubicBezTo>
                    <a:pt x="7562" y="4033"/>
                    <a:pt x="7278" y="3624"/>
                    <a:pt x="6869" y="3466"/>
                  </a:cubicBezTo>
                  <a:lnTo>
                    <a:pt x="6869" y="3088"/>
                  </a:lnTo>
                  <a:cubicBezTo>
                    <a:pt x="6869" y="1387"/>
                    <a:pt x="5514" y="1"/>
                    <a:pt x="38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9" name="Google Shape;16009;p84"/>
            <p:cNvSpPr/>
            <p:nvPr/>
          </p:nvSpPr>
          <p:spPr>
            <a:xfrm>
              <a:off x="-33503700" y="2070250"/>
              <a:ext cx="121325" cy="137075"/>
            </a:xfrm>
            <a:custGeom>
              <a:avLst/>
              <a:gdLst/>
              <a:ahLst/>
              <a:cxnLst/>
              <a:rect l="l" t="t" r="r" b="b"/>
              <a:pathLst>
                <a:path w="4853" h="5483" extrusionOk="0">
                  <a:moveTo>
                    <a:pt x="3151" y="726"/>
                  </a:moveTo>
                  <a:cubicBezTo>
                    <a:pt x="3687" y="726"/>
                    <a:pt x="4222" y="1198"/>
                    <a:pt x="4222" y="1734"/>
                  </a:cubicBezTo>
                  <a:lnTo>
                    <a:pt x="4222" y="2112"/>
                  </a:lnTo>
                  <a:cubicBezTo>
                    <a:pt x="3939" y="2112"/>
                    <a:pt x="3655" y="2112"/>
                    <a:pt x="3592" y="1986"/>
                  </a:cubicBezTo>
                  <a:cubicBezTo>
                    <a:pt x="3529" y="1954"/>
                    <a:pt x="3498" y="1828"/>
                    <a:pt x="3498" y="1734"/>
                  </a:cubicBezTo>
                  <a:cubicBezTo>
                    <a:pt x="3498" y="1545"/>
                    <a:pt x="3340" y="1387"/>
                    <a:pt x="3151" y="1387"/>
                  </a:cubicBezTo>
                  <a:cubicBezTo>
                    <a:pt x="2962" y="1387"/>
                    <a:pt x="2804" y="1545"/>
                    <a:pt x="2804" y="1734"/>
                  </a:cubicBezTo>
                  <a:cubicBezTo>
                    <a:pt x="2804" y="1828"/>
                    <a:pt x="2804" y="1954"/>
                    <a:pt x="2710" y="1986"/>
                  </a:cubicBezTo>
                  <a:cubicBezTo>
                    <a:pt x="2636" y="2060"/>
                    <a:pt x="2487" y="2090"/>
                    <a:pt x="2312" y="2090"/>
                  </a:cubicBezTo>
                  <a:cubicBezTo>
                    <a:pt x="2189" y="2090"/>
                    <a:pt x="2053" y="2075"/>
                    <a:pt x="1922" y="2049"/>
                  </a:cubicBezTo>
                  <a:lnTo>
                    <a:pt x="694" y="2049"/>
                  </a:lnTo>
                  <a:lnTo>
                    <a:pt x="694" y="1734"/>
                  </a:lnTo>
                  <a:cubicBezTo>
                    <a:pt x="694" y="1198"/>
                    <a:pt x="1166" y="726"/>
                    <a:pt x="1765" y="726"/>
                  </a:cubicBezTo>
                  <a:close/>
                  <a:moveTo>
                    <a:pt x="3151" y="2521"/>
                  </a:moveTo>
                  <a:cubicBezTo>
                    <a:pt x="3435" y="2742"/>
                    <a:pt x="3813" y="2773"/>
                    <a:pt x="4222" y="2773"/>
                  </a:cubicBezTo>
                  <a:lnTo>
                    <a:pt x="4222" y="3120"/>
                  </a:lnTo>
                  <a:cubicBezTo>
                    <a:pt x="4159" y="4034"/>
                    <a:pt x="3372" y="4853"/>
                    <a:pt x="2426" y="4853"/>
                  </a:cubicBezTo>
                  <a:cubicBezTo>
                    <a:pt x="1481" y="4853"/>
                    <a:pt x="694" y="4065"/>
                    <a:pt x="694" y="3120"/>
                  </a:cubicBezTo>
                  <a:lnTo>
                    <a:pt x="694" y="2773"/>
                  </a:lnTo>
                  <a:lnTo>
                    <a:pt x="1765" y="2773"/>
                  </a:lnTo>
                  <a:cubicBezTo>
                    <a:pt x="1859" y="2773"/>
                    <a:pt x="2836" y="2773"/>
                    <a:pt x="3151" y="2521"/>
                  </a:cubicBezTo>
                  <a:close/>
                  <a:moveTo>
                    <a:pt x="1733" y="1"/>
                  </a:moveTo>
                  <a:cubicBezTo>
                    <a:pt x="788" y="1"/>
                    <a:pt x="1" y="757"/>
                    <a:pt x="1" y="1702"/>
                  </a:cubicBezTo>
                  <a:lnTo>
                    <a:pt x="1" y="3088"/>
                  </a:lnTo>
                  <a:cubicBezTo>
                    <a:pt x="1" y="4412"/>
                    <a:pt x="1103" y="5483"/>
                    <a:pt x="2395" y="5483"/>
                  </a:cubicBezTo>
                  <a:cubicBezTo>
                    <a:pt x="3750" y="5483"/>
                    <a:pt x="4789" y="4380"/>
                    <a:pt x="4789" y="3088"/>
                  </a:cubicBezTo>
                  <a:lnTo>
                    <a:pt x="4789" y="1702"/>
                  </a:lnTo>
                  <a:cubicBezTo>
                    <a:pt x="4852" y="789"/>
                    <a:pt x="4065"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10" name="Google Shape;16010;p84"/>
          <p:cNvGrpSpPr/>
          <p:nvPr/>
        </p:nvGrpSpPr>
        <p:grpSpPr>
          <a:xfrm>
            <a:off x="4712934" y="2657476"/>
            <a:ext cx="477799" cy="473957"/>
            <a:chOff x="-33676975" y="2275050"/>
            <a:chExt cx="295375" cy="293000"/>
          </a:xfrm>
        </p:grpSpPr>
        <p:sp>
          <p:nvSpPr>
            <p:cNvPr id="16011" name="Google Shape;16011;p84"/>
            <p:cNvSpPr/>
            <p:nvPr/>
          </p:nvSpPr>
          <p:spPr>
            <a:xfrm>
              <a:off x="-33502125" y="2309700"/>
              <a:ext cx="52800" cy="67750"/>
            </a:xfrm>
            <a:custGeom>
              <a:avLst/>
              <a:gdLst/>
              <a:ahLst/>
              <a:cxnLst/>
              <a:rect l="l" t="t" r="r" b="b"/>
              <a:pathLst>
                <a:path w="2112" h="2710" extrusionOk="0">
                  <a:moveTo>
                    <a:pt x="1040" y="0"/>
                  </a:moveTo>
                  <a:cubicBezTo>
                    <a:pt x="473" y="0"/>
                    <a:pt x="1" y="473"/>
                    <a:pt x="1" y="1040"/>
                  </a:cubicBezTo>
                  <a:cubicBezTo>
                    <a:pt x="1" y="1229"/>
                    <a:pt x="158" y="1387"/>
                    <a:pt x="379" y="1387"/>
                  </a:cubicBezTo>
                  <a:cubicBezTo>
                    <a:pt x="568" y="1387"/>
                    <a:pt x="725" y="1229"/>
                    <a:pt x="725" y="1040"/>
                  </a:cubicBezTo>
                  <a:cubicBezTo>
                    <a:pt x="725" y="820"/>
                    <a:pt x="883" y="662"/>
                    <a:pt x="1072" y="662"/>
                  </a:cubicBezTo>
                  <a:cubicBezTo>
                    <a:pt x="1261" y="662"/>
                    <a:pt x="1450" y="820"/>
                    <a:pt x="1450" y="1040"/>
                  </a:cubicBezTo>
                  <a:cubicBezTo>
                    <a:pt x="1450" y="1198"/>
                    <a:pt x="1355" y="1292"/>
                    <a:pt x="1198" y="1355"/>
                  </a:cubicBezTo>
                  <a:cubicBezTo>
                    <a:pt x="914" y="1418"/>
                    <a:pt x="725" y="1702"/>
                    <a:pt x="725" y="1985"/>
                  </a:cubicBezTo>
                  <a:lnTo>
                    <a:pt x="725" y="2363"/>
                  </a:lnTo>
                  <a:cubicBezTo>
                    <a:pt x="725" y="2552"/>
                    <a:pt x="883" y="2710"/>
                    <a:pt x="1072" y="2710"/>
                  </a:cubicBezTo>
                  <a:cubicBezTo>
                    <a:pt x="1292" y="2710"/>
                    <a:pt x="1450" y="2552"/>
                    <a:pt x="1450" y="2363"/>
                  </a:cubicBezTo>
                  <a:lnTo>
                    <a:pt x="1450" y="1985"/>
                  </a:lnTo>
                  <a:cubicBezTo>
                    <a:pt x="1828" y="1828"/>
                    <a:pt x="2111" y="1418"/>
                    <a:pt x="2111" y="977"/>
                  </a:cubicBezTo>
                  <a:cubicBezTo>
                    <a:pt x="2048" y="473"/>
                    <a:pt x="1576"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2" name="Google Shape;16012;p84"/>
            <p:cNvSpPr/>
            <p:nvPr/>
          </p:nvSpPr>
          <p:spPr>
            <a:xfrm>
              <a:off x="-33484800" y="2395550"/>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62"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3" name="Google Shape;16013;p84"/>
            <p:cNvSpPr/>
            <p:nvPr/>
          </p:nvSpPr>
          <p:spPr>
            <a:xfrm>
              <a:off x="-33676975" y="2275050"/>
              <a:ext cx="295375" cy="293000"/>
            </a:xfrm>
            <a:custGeom>
              <a:avLst/>
              <a:gdLst/>
              <a:ahLst/>
              <a:cxnLst/>
              <a:rect l="l" t="t" r="r" b="b"/>
              <a:pathLst>
                <a:path w="11815" h="11720" extrusionOk="0">
                  <a:moveTo>
                    <a:pt x="8034" y="725"/>
                  </a:moveTo>
                  <a:cubicBezTo>
                    <a:pt x="9735" y="725"/>
                    <a:pt x="11090" y="2080"/>
                    <a:pt x="11090" y="3781"/>
                  </a:cubicBezTo>
                  <a:cubicBezTo>
                    <a:pt x="11090" y="5482"/>
                    <a:pt x="9735" y="6868"/>
                    <a:pt x="8034" y="6868"/>
                  </a:cubicBezTo>
                  <a:cubicBezTo>
                    <a:pt x="6333" y="6868"/>
                    <a:pt x="4947" y="5482"/>
                    <a:pt x="4947" y="3781"/>
                  </a:cubicBezTo>
                  <a:cubicBezTo>
                    <a:pt x="4947" y="2080"/>
                    <a:pt x="6333" y="725"/>
                    <a:pt x="8034" y="725"/>
                  </a:cubicBezTo>
                  <a:close/>
                  <a:moveTo>
                    <a:pt x="5104" y="6207"/>
                  </a:moveTo>
                  <a:cubicBezTo>
                    <a:pt x="5262" y="6364"/>
                    <a:pt x="5419" y="6553"/>
                    <a:pt x="5577" y="6679"/>
                  </a:cubicBezTo>
                  <a:lnTo>
                    <a:pt x="5325" y="6931"/>
                  </a:lnTo>
                  <a:cubicBezTo>
                    <a:pt x="5262" y="6994"/>
                    <a:pt x="5167" y="7026"/>
                    <a:pt x="5077" y="7026"/>
                  </a:cubicBezTo>
                  <a:cubicBezTo>
                    <a:pt x="4986" y="7026"/>
                    <a:pt x="4899" y="6994"/>
                    <a:pt x="4852" y="6931"/>
                  </a:cubicBezTo>
                  <a:cubicBezTo>
                    <a:pt x="4726" y="6805"/>
                    <a:pt x="4726" y="6585"/>
                    <a:pt x="4852" y="6459"/>
                  </a:cubicBezTo>
                  <a:lnTo>
                    <a:pt x="5104" y="6207"/>
                  </a:lnTo>
                  <a:close/>
                  <a:moveTo>
                    <a:pt x="3104" y="8380"/>
                  </a:moveTo>
                  <a:cubicBezTo>
                    <a:pt x="3190" y="8380"/>
                    <a:pt x="3277" y="8412"/>
                    <a:pt x="3340" y="8475"/>
                  </a:cubicBezTo>
                  <a:cubicBezTo>
                    <a:pt x="3466" y="8601"/>
                    <a:pt x="3466" y="8822"/>
                    <a:pt x="3340" y="8948"/>
                  </a:cubicBezTo>
                  <a:lnTo>
                    <a:pt x="1387" y="10932"/>
                  </a:lnTo>
                  <a:cubicBezTo>
                    <a:pt x="1324" y="10980"/>
                    <a:pt x="1229" y="11003"/>
                    <a:pt x="1139" y="11003"/>
                  </a:cubicBezTo>
                  <a:cubicBezTo>
                    <a:pt x="1048" y="11003"/>
                    <a:pt x="961" y="10980"/>
                    <a:pt x="914" y="10932"/>
                  </a:cubicBezTo>
                  <a:cubicBezTo>
                    <a:pt x="788" y="10806"/>
                    <a:pt x="788" y="10554"/>
                    <a:pt x="914" y="10460"/>
                  </a:cubicBezTo>
                  <a:lnTo>
                    <a:pt x="2867" y="8475"/>
                  </a:lnTo>
                  <a:cubicBezTo>
                    <a:pt x="2930" y="8412"/>
                    <a:pt x="3017" y="8380"/>
                    <a:pt x="3104" y="8380"/>
                  </a:cubicBezTo>
                  <a:close/>
                  <a:moveTo>
                    <a:pt x="8034" y="0"/>
                  </a:moveTo>
                  <a:cubicBezTo>
                    <a:pt x="5955" y="0"/>
                    <a:pt x="4285" y="1701"/>
                    <a:pt x="4285" y="3749"/>
                  </a:cubicBezTo>
                  <a:cubicBezTo>
                    <a:pt x="4285" y="4411"/>
                    <a:pt x="4443" y="5041"/>
                    <a:pt x="4758" y="5608"/>
                  </a:cubicBezTo>
                  <a:lnTo>
                    <a:pt x="4380" y="5986"/>
                  </a:lnTo>
                  <a:cubicBezTo>
                    <a:pt x="4065" y="6301"/>
                    <a:pt x="3970" y="6774"/>
                    <a:pt x="4159" y="7183"/>
                  </a:cubicBezTo>
                  <a:lnTo>
                    <a:pt x="3529" y="7813"/>
                  </a:lnTo>
                  <a:cubicBezTo>
                    <a:pt x="3387" y="7743"/>
                    <a:pt x="3232" y="7707"/>
                    <a:pt x="3077" y="7707"/>
                  </a:cubicBezTo>
                  <a:cubicBezTo>
                    <a:pt x="2819" y="7707"/>
                    <a:pt x="2560" y="7806"/>
                    <a:pt x="2363" y="8002"/>
                  </a:cubicBezTo>
                  <a:lnTo>
                    <a:pt x="378" y="9987"/>
                  </a:lnTo>
                  <a:cubicBezTo>
                    <a:pt x="0" y="10365"/>
                    <a:pt x="0" y="11027"/>
                    <a:pt x="378" y="11436"/>
                  </a:cubicBezTo>
                  <a:cubicBezTo>
                    <a:pt x="583" y="11625"/>
                    <a:pt x="851" y="11720"/>
                    <a:pt x="1119" y="11720"/>
                  </a:cubicBezTo>
                  <a:cubicBezTo>
                    <a:pt x="1387" y="11720"/>
                    <a:pt x="1654" y="11625"/>
                    <a:pt x="1859" y="11436"/>
                  </a:cubicBezTo>
                  <a:lnTo>
                    <a:pt x="3813" y="9452"/>
                  </a:lnTo>
                  <a:cubicBezTo>
                    <a:pt x="4128" y="9137"/>
                    <a:pt x="4222" y="8664"/>
                    <a:pt x="4002" y="8286"/>
                  </a:cubicBezTo>
                  <a:lnTo>
                    <a:pt x="4632" y="7656"/>
                  </a:lnTo>
                  <a:cubicBezTo>
                    <a:pt x="4782" y="7725"/>
                    <a:pt x="4940" y="7761"/>
                    <a:pt x="5097" y="7761"/>
                  </a:cubicBezTo>
                  <a:cubicBezTo>
                    <a:pt x="5367" y="7761"/>
                    <a:pt x="5629" y="7655"/>
                    <a:pt x="5829" y="7435"/>
                  </a:cubicBezTo>
                  <a:lnTo>
                    <a:pt x="6207" y="7057"/>
                  </a:lnTo>
                  <a:cubicBezTo>
                    <a:pt x="6774" y="7372"/>
                    <a:pt x="7404" y="7530"/>
                    <a:pt x="8066" y="7530"/>
                  </a:cubicBezTo>
                  <a:cubicBezTo>
                    <a:pt x="10145" y="7530"/>
                    <a:pt x="11815" y="5829"/>
                    <a:pt x="11815" y="3781"/>
                  </a:cubicBezTo>
                  <a:cubicBezTo>
                    <a:pt x="11815" y="1733"/>
                    <a:pt x="10082" y="0"/>
                    <a:pt x="80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14" name="Google Shape;16014;p84"/>
          <p:cNvGrpSpPr/>
          <p:nvPr/>
        </p:nvGrpSpPr>
        <p:grpSpPr>
          <a:xfrm>
            <a:off x="4716109" y="3264542"/>
            <a:ext cx="471449" cy="473351"/>
            <a:chOff x="-33673825" y="2634975"/>
            <a:chExt cx="291450" cy="292625"/>
          </a:xfrm>
        </p:grpSpPr>
        <p:sp>
          <p:nvSpPr>
            <p:cNvPr id="16015" name="Google Shape;16015;p84"/>
            <p:cNvSpPr/>
            <p:nvPr/>
          </p:nvSpPr>
          <p:spPr>
            <a:xfrm>
              <a:off x="-33673825" y="2634975"/>
              <a:ext cx="291450" cy="292625"/>
            </a:xfrm>
            <a:custGeom>
              <a:avLst/>
              <a:gdLst/>
              <a:ahLst/>
              <a:cxnLst/>
              <a:rect l="l" t="t" r="r" b="b"/>
              <a:pathLst>
                <a:path w="11658" h="11705" extrusionOk="0">
                  <a:moveTo>
                    <a:pt x="5829" y="662"/>
                  </a:moveTo>
                  <a:cubicBezTo>
                    <a:pt x="6459" y="662"/>
                    <a:pt x="7089" y="1261"/>
                    <a:pt x="7562" y="2238"/>
                  </a:cubicBezTo>
                  <a:cubicBezTo>
                    <a:pt x="7310" y="2364"/>
                    <a:pt x="7152" y="2553"/>
                    <a:pt x="7026" y="2773"/>
                  </a:cubicBezTo>
                  <a:cubicBezTo>
                    <a:pt x="6648" y="2742"/>
                    <a:pt x="6238" y="2710"/>
                    <a:pt x="5860" y="2710"/>
                  </a:cubicBezTo>
                  <a:cubicBezTo>
                    <a:pt x="5451" y="2710"/>
                    <a:pt x="5041" y="2742"/>
                    <a:pt x="4663" y="2773"/>
                  </a:cubicBezTo>
                  <a:cubicBezTo>
                    <a:pt x="4569" y="2553"/>
                    <a:pt x="4348" y="2364"/>
                    <a:pt x="4159" y="2238"/>
                  </a:cubicBezTo>
                  <a:cubicBezTo>
                    <a:pt x="4569" y="1261"/>
                    <a:pt x="5199" y="662"/>
                    <a:pt x="5829" y="662"/>
                  </a:cubicBezTo>
                  <a:close/>
                  <a:moveTo>
                    <a:pt x="3403" y="2742"/>
                  </a:moveTo>
                  <a:cubicBezTo>
                    <a:pt x="3813" y="2742"/>
                    <a:pt x="4096" y="3057"/>
                    <a:pt x="4096" y="3403"/>
                  </a:cubicBezTo>
                  <a:cubicBezTo>
                    <a:pt x="4096" y="3750"/>
                    <a:pt x="3781" y="4097"/>
                    <a:pt x="3403" y="4097"/>
                  </a:cubicBezTo>
                  <a:cubicBezTo>
                    <a:pt x="3025" y="4097"/>
                    <a:pt x="2741" y="3750"/>
                    <a:pt x="2741" y="3403"/>
                  </a:cubicBezTo>
                  <a:cubicBezTo>
                    <a:pt x="2741" y="3057"/>
                    <a:pt x="3025" y="2742"/>
                    <a:pt x="3403" y="2742"/>
                  </a:cubicBezTo>
                  <a:close/>
                  <a:moveTo>
                    <a:pt x="7562" y="946"/>
                  </a:moveTo>
                  <a:cubicBezTo>
                    <a:pt x="9011" y="1482"/>
                    <a:pt x="10145" y="2616"/>
                    <a:pt x="10649" y="4097"/>
                  </a:cubicBezTo>
                  <a:cubicBezTo>
                    <a:pt x="10334" y="3844"/>
                    <a:pt x="9988" y="3655"/>
                    <a:pt x="9609" y="3466"/>
                  </a:cubicBezTo>
                  <a:lnTo>
                    <a:pt x="9609" y="3403"/>
                  </a:lnTo>
                  <a:cubicBezTo>
                    <a:pt x="9609" y="2679"/>
                    <a:pt x="8979" y="2049"/>
                    <a:pt x="8223" y="2049"/>
                  </a:cubicBezTo>
                  <a:lnTo>
                    <a:pt x="8192" y="2049"/>
                  </a:lnTo>
                  <a:cubicBezTo>
                    <a:pt x="7971" y="1608"/>
                    <a:pt x="7782" y="1261"/>
                    <a:pt x="7562" y="946"/>
                  </a:cubicBezTo>
                  <a:close/>
                  <a:moveTo>
                    <a:pt x="4096" y="978"/>
                  </a:moveTo>
                  <a:lnTo>
                    <a:pt x="4096" y="978"/>
                  </a:lnTo>
                  <a:cubicBezTo>
                    <a:pt x="3844" y="1293"/>
                    <a:pt x="3624" y="1639"/>
                    <a:pt x="3466" y="2080"/>
                  </a:cubicBezTo>
                  <a:lnTo>
                    <a:pt x="3403" y="2080"/>
                  </a:lnTo>
                  <a:cubicBezTo>
                    <a:pt x="2678" y="2080"/>
                    <a:pt x="2048" y="2710"/>
                    <a:pt x="2048" y="3466"/>
                  </a:cubicBezTo>
                  <a:lnTo>
                    <a:pt x="2048" y="3498"/>
                  </a:lnTo>
                  <a:cubicBezTo>
                    <a:pt x="1639" y="3687"/>
                    <a:pt x="1292" y="3876"/>
                    <a:pt x="977" y="4128"/>
                  </a:cubicBezTo>
                  <a:cubicBezTo>
                    <a:pt x="1481" y="2616"/>
                    <a:pt x="2615" y="1482"/>
                    <a:pt x="4096" y="978"/>
                  </a:cubicBezTo>
                  <a:close/>
                  <a:moveTo>
                    <a:pt x="8223" y="2773"/>
                  </a:moveTo>
                  <a:cubicBezTo>
                    <a:pt x="8601" y="2773"/>
                    <a:pt x="8885" y="3088"/>
                    <a:pt x="8885" y="3466"/>
                  </a:cubicBezTo>
                  <a:cubicBezTo>
                    <a:pt x="8885" y="3813"/>
                    <a:pt x="8601" y="4128"/>
                    <a:pt x="8223" y="4128"/>
                  </a:cubicBezTo>
                  <a:cubicBezTo>
                    <a:pt x="7814" y="4128"/>
                    <a:pt x="7562" y="3813"/>
                    <a:pt x="7562" y="3466"/>
                  </a:cubicBezTo>
                  <a:cubicBezTo>
                    <a:pt x="7562" y="3088"/>
                    <a:pt x="7877" y="2773"/>
                    <a:pt x="8223" y="2773"/>
                  </a:cubicBezTo>
                  <a:close/>
                  <a:moveTo>
                    <a:pt x="9452" y="4160"/>
                  </a:moveTo>
                  <a:cubicBezTo>
                    <a:pt x="10429" y="4632"/>
                    <a:pt x="11027" y="5262"/>
                    <a:pt x="11027" y="5892"/>
                  </a:cubicBezTo>
                  <a:cubicBezTo>
                    <a:pt x="10964" y="5924"/>
                    <a:pt x="10933" y="6050"/>
                    <a:pt x="10933" y="6176"/>
                  </a:cubicBezTo>
                  <a:cubicBezTo>
                    <a:pt x="10492" y="5735"/>
                    <a:pt x="9925" y="5514"/>
                    <a:pt x="9294" y="5514"/>
                  </a:cubicBezTo>
                  <a:cubicBezTo>
                    <a:pt x="9168" y="5514"/>
                    <a:pt x="9042" y="5514"/>
                    <a:pt x="8916" y="5546"/>
                  </a:cubicBezTo>
                  <a:cubicBezTo>
                    <a:pt x="8916" y="5231"/>
                    <a:pt x="8885" y="4947"/>
                    <a:pt x="8885" y="4664"/>
                  </a:cubicBezTo>
                  <a:cubicBezTo>
                    <a:pt x="9137" y="4569"/>
                    <a:pt x="9326" y="4349"/>
                    <a:pt x="9452" y="4160"/>
                  </a:cubicBezTo>
                  <a:close/>
                  <a:moveTo>
                    <a:pt x="2237" y="4097"/>
                  </a:moveTo>
                  <a:cubicBezTo>
                    <a:pt x="2363" y="4349"/>
                    <a:pt x="2552" y="4506"/>
                    <a:pt x="2773" y="4632"/>
                  </a:cubicBezTo>
                  <a:cubicBezTo>
                    <a:pt x="2741" y="5042"/>
                    <a:pt x="2710" y="5420"/>
                    <a:pt x="2710" y="5829"/>
                  </a:cubicBezTo>
                  <a:cubicBezTo>
                    <a:pt x="2710" y="6207"/>
                    <a:pt x="2741" y="6617"/>
                    <a:pt x="2773" y="6995"/>
                  </a:cubicBezTo>
                  <a:cubicBezTo>
                    <a:pt x="2552" y="7121"/>
                    <a:pt x="2363" y="7310"/>
                    <a:pt x="2237" y="7499"/>
                  </a:cubicBezTo>
                  <a:cubicBezTo>
                    <a:pt x="1261" y="7026"/>
                    <a:pt x="662" y="6459"/>
                    <a:pt x="662" y="5829"/>
                  </a:cubicBezTo>
                  <a:cubicBezTo>
                    <a:pt x="662" y="5199"/>
                    <a:pt x="1261" y="4569"/>
                    <a:pt x="2237" y="4097"/>
                  </a:cubicBezTo>
                  <a:close/>
                  <a:moveTo>
                    <a:pt x="5829" y="3466"/>
                  </a:moveTo>
                  <a:cubicBezTo>
                    <a:pt x="6175" y="3466"/>
                    <a:pt x="6522" y="3466"/>
                    <a:pt x="6869" y="3498"/>
                  </a:cubicBezTo>
                  <a:cubicBezTo>
                    <a:pt x="6932" y="4191"/>
                    <a:pt x="7467" y="4790"/>
                    <a:pt x="8192" y="4790"/>
                  </a:cubicBezTo>
                  <a:cubicBezTo>
                    <a:pt x="8223" y="5105"/>
                    <a:pt x="8223" y="5420"/>
                    <a:pt x="8223" y="5735"/>
                  </a:cubicBezTo>
                  <a:cubicBezTo>
                    <a:pt x="7436" y="6144"/>
                    <a:pt x="6869" y="6963"/>
                    <a:pt x="6869" y="7909"/>
                  </a:cubicBezTo>
                  <a:lnTo>
                    <a:pt x="6869" y="8192"/>
                  </a:lnTo>
                  <a:cubicBezTo>
                    <a:pt x="6522" y="8224"/>
                    <a:pt x="6175" y="8224"/>
                    <a:pt x="5829" y="8224"/>
                  </a:cubicBezTo>
                  <a:cubicBezTo>
                    <a:pt x="5451" y="8224"/>
                    <a:pt x="5104" y="8224"/>
                    <a:pt x="4758" y="8192"/>
                  </a:cubicBezTo>
                  <a:cubicBezTo>
                    <a:pt x="4726" y="7468"/>
                    <a:pt x="4159" y="6869"/>
                    <a:pt x="3466" y="6869"/>
                  </a:cubicBezTo>
                  <a:cubicBezTo>
                    <a:pt x="3403" y="6522"/>
                    <a:pt x="3403" y="6207"/>
                    <a:pt x="3403" y="5861"/>
                  </a:cubicBezTo>
                  <a:cubicBezTo>
                    <a:pt x="3403" y="5483"/>
                    <a:pt x="3403" y="5136"/>
                    <a:pt x="3466" y="4790"/>
                  </a:cubicBezTo>
                  <a:cubicBezTo>
                    <a:pt x="4159" y="4758"/>
                    <a:pt x="4758" y="4191"/>
                    <a:pt x="4758" y="3498"/>
                  </a:cubicBezTo>
                  <a:cubicBezTo>
                    <a:pt x="5104" y="3466"/>
                    <a:pt x="5482" y="3466"/>
                    <a:pt x="5829" y="3466"/>
                  </a:cubicBezTo>
                  <a:close/>
                  <a:moveTo>
                    <a:pt x="3403" y="7562"/>
                  </a:moveTo>
                  <a:cubicBezTo>
                    <a:pt x="3813" y="7562"/>
                    <a:pt x="4096" y="7877"/>
                    <a:pt x="4096" y="8224"/>
                  </a:cubicBezTo>
                  <a:cubicBezTo>
                    <a:pt x="4096" y="8570"/>
                    <a:pt x="3781" y="8885"/>
                    <a:pt x="3403" y="8885"/>
                  </a:cubicBezTo>
                  <a:cubicBezTo>
                    <a:pt x="3025" y="8885"/>
                    <a:pt x="2741" y="8570"/>
                    <a:pt x="2741" y="8224"/>
                  </a:cubicBezTo>
                  <a:cubicBezTo>
                    <a:pt x="2741" y="7877"/>
                    <a:pt x="3025" y="7562"/>
                    <a:pt x="3403" y="7562"/>
                  </a:cubicBezTo>
                  <a:close/>
                  <a:moveTo>
                    <a:pt x="7940" y="10114"/>
                  </a:moveTo>
                  <a:lnTo>
                    <a:pt x="8192" y="10429"/>
                  </a:lnTo>
                  <a:lnTo>
                    <a:pt x="7593" y="10650"/>
                  </a:lnTo>
                  <a:cubicBezTo>
                    <a:pt x="7719" y="10492"/>
                    <a:pt x="7814" y="10303"/>
                    <a:pt x="7940" y="10114"/>
                  </a:cubicBezTo>
                  <a:close/>
                  <a:moveTo>
                    <a:pt x="977" y="7594"/>
                  </a:moveTo>
                  <a:cubicBezTo>
                    <a:pt x="1261" y="7814"/>
                    <a:pt x="1639" y="8035"/>
                    <a:pt x="2048" y="8224"/>
                  </a:cubicBezTo>
                  <a:lnTo>
                    <a:pt x="2048" y="8255"/>
                  </a:lnTo>
                  <a:cubicBezTo>
                    <a:pt x="2048" y="9011"/>
                    <a:pt x="2678" y="9641"/>
                    <a:pt x="3403" y="9641"/>
                  </a:cubicBezTo>
                  <a:lnTo>
                    <a:pt x="3466" y="9641"/>
                  </a:lnTo>
                  <a:cubicBezTo>
                    <a:pt x="3655" y="10019"/>
                    <a:pt x="3844" y="10397"/>
                    <a:pt x="4096" y="10681"/>
                  </a:cubicBezTo>
                  <a:cubicBezTo>
                    <a:pt x="2615" y="10145"/>
                    <a:pt x="1481" y="9011"/>
                    <a:pt x="977" y="7594"/>
                  </a:cubicBezTo>
                  <a:close/>
                  <a:moveTo>
                    <a:pt x="9294" y="6207"/>
                  </a:moveTo>
                  <a:cubicBezTo>
                    <a:pt x="10240" y="6207"/>
                    <a:pt x="10964" y="6963"/>
                    <a:pt x="10964" y="7909"/>
                  </a:cubicBezTo>
                  <a:cubicBezTo>
                    <a:pt x="10964" y="8192"/>
                    <a:pt x="10901" y="8413"/>
                    <a:pt x="10807" y="8665"/>
                  </a:cubicBezTo>
                  <a:cubicBezTo>
                    <a:pt x="10744" y="8759"/>
                    <a:pt x="10177" y="9484"/>
                    <a:pt x="9294" y="10744"/>
                  </a:cubicBezTo>
                  <a:lnTo>
                    <a:pt x="8979" y="10303"/>
                  </a:lnTo>
                  <a:cubicBezTo>
                    <a:pt x="8018" y="9071"/>
                    <a:pt x="8059" y="9043"/>
                    <a:pt x="8038" y="9043"/>
                  </a:cubicBezTo>
                  <a:lnTo>
                    <a:pt x="8038" y="9043"/>
                  </a:lnTo>
                  <a:cubicBezTo>
                    <a:pt x="8037" y="9043"/>
                    <a:pt x="8036" y="9043"/>
                    <a:pt x="8034" y="9043"/>
                  </a:cubicBezTo>
                  <a:cubicBezTo>
                    <a:pt x="7751" y="8728"/>
                    <a:pt x="7593" y="8350"/>
                    <a:pt x="7593" y="7909"/>
                  </a:cubicBezTo>
                  <a:cubicBezTo>
                    <a:pt x="7593" y="6963"/>
                    <a:pt x="8349" y="6207"/>
                    <a:pt x="9294" y="6207"/>
                  </a:cubicBezTo>
                  <a:close/>
                  <a:moveTo>
                    <a:pt x="7026" y="8854"/>
                  </a:moveTo>
                  <a:cubicBezTo>
                    <a:pt x="7152" y="9074"/>
                    <a:pt x="7278" y="9326"/>
                    <a:pt x="7467" y="9515"/>
                  </a:cubicBezTo>
                  <a:cubicBezTo>
                    <a:pt x="7026" y="10429"/>
                    <a:pt x="6459" y="10965"/>
                    <a:pt x="5829" y="10965"/>
                  </a:cubicBezTo>
                  <a:cubicBezTo>
                    <a:pt x="5199" y="10965"/>
                    <a:pt x="4569" y="10397"/>
                    <a:pt x="4096" y="9389"/>
                  </a:cubicBezTo>
                  <a:cubicBezTo>
                    <a:pt x="4317" y="9295"/>
                    <a:pt x="4474" y="9074"/>
                    <a:pt x="4600" y="8854"/>
                  </a:cubicBezTo>
                  <a:cubicBezTo>
                    <a:pt x="4978" y="8885"/>
                    <a:pt x="5388" y="8917"/>
                    <a:pt x="5766" y="8917"/>
                  </a:cubicBezTo>
                  <a:cubicBezTo>
                    <a:pt x="6207" y="8917"/>
                    <a:pt x="6616" y="8885"/>
                    <a:pt x="7026" y="8854"/>
                  </a:cubicBezTo>
                  <a:close/>
                  <a:moveTo>
                    <a:pt x="5829" y="1"/>
                  </a:moveTo>
                  <a:cubicBezTo>
                    <a:pt x="2584" y="1"/>
                    <a:pt x="0" y="2616"/>
                    <a:pt x="0" y="5861"/>
                  </a:cubicBezTo>
                  <a:cubicBezTo>
                    <a:pt x="0" y="9043"/>
                    <a:pt x="2584" y="11689"/>
                    <a:pt x="5829" y="11689"/>
                  </a:cubicBezTo>
                  <a:cubicBezTo>
                    <a:pt x="6806" y="11689"/>
                    <a:pt x="7751" y="11437"/>
                    <a:pt x="8570" y="11028"/>
                  </a:cubicBezTo>
                  <a:lnTo>
                    <a:pt x="8979" y="11563"/>
                  </a:lnTo>
                  <a:cubicBezTo>
                    <a:pt x="9042" y="11658"/>
                    <a:pt x="9145" y="11705"/>
                    <a:pt x="9247" y="11705"/>
                  </a:cubicBezTo>
                  <a:cubicBezTo>
                    <a:pt x="9350" y="11705"/>
                    <a:pt x="9452" y="11658"/>
                    <a:pt x="9515" y="11563"/>
                  </a:cubicBezTo>
                  <a:cubicBezTo>
                    <a:pt x="9515" y="11563"/>
                    <a:pt x="11279" y="9169"/>
                    <a:pt x="11405" y="8980"/>
                  </a:cubicBezTo>
                  <a:cubicBezTo>
                    <a:pt x="11563" y="8665"/>
                    <a:pt x="11657" y="8287"/>
                    <a:pt x="11657" y="7940"/>
                  </a:cubicBezTo>
                  <a:cubicBezTo>
                    <a:pt x="11657" y="7657"/>
                    <a:pt x="11626" y="7405"/>
                    <a:pt x="11531" y="7152"/>
                  </a:cubicBezTo>
                  <a:cubicBezTo>
                    <a:pt x="11594" y="6774"/>
                    <a:pt x="11657" y="6333"/>
                    <a:pt x="11657" y="5892"/>
                  </a:cubicBezTo>
                  <a:cubicBezTo>
                    <a:pt x="11657" y="2616"/>
                    <a:pt x="9042"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6" name="Google Shape;16016;p84"/>
            <p:cNvSpPr/>
            <p:nvPr/>
          </p:nvSpPr>
          <p:spPr>
            <a:xfrm>
              <a:off x="-33467475" y="2806675"/>
              <a:ext cx="51225" cy="51225"/>
            </a:xfrm>
            <a:custGeom>
              <a:avLst/>
              <a:gdLst/>
              <a:ahLst/>
              <a:cxnLst/>
              <a:rect l="l" t="t" r="r" b="b"/>
              <a:pathLst>
                <a:path w="2049" h="2049" extrusionOk="0">
                  <a:moveTo>
                    <a:pt x="1040" y="631"/>
                  </a:moveTo>
                  <a:cubicBezTo>
                    <a:pt x="1229" y="631"/>
                    <a:pt x="1387" y="789"/>
                    <a:pt x="1387" y="1009"/>
                  </a:cubicBezTo>
                  <a:cubicBezTo>
                    <a:pt x="1387" y="1198"/>
                    <a:pt x="1198" y="1356"/>
                    <a:pt x="1040" y="1356"/>
                  </a:cubicBezTo>
                  <a:cubicBezTo>
                    <a:pt x="820" y="1356"/>
                    <a:pt x="662" y="1198"/>
                    <a:pt x="662" y="1009"/>
                  </a:cubicBezTo>
                  <a:cubicBezTo>
                    <a:pt x="662" y="789"/>
                    <a:pt x="820" y="631"/>
                    <a:pt x="1040" y="631"/>
                  </a:cubicBezTo>
                  <a:close/>
                  <a:moveTo>
                    <a:pt x="1040" y="1"/>
                  </a:moveTo>
                  <a:cubicBezTo>
                    <a:pt x="473" y="1"/>
                    <a:pt x="1" y="474"/>
                    <a:pt x="1" y="1041"/>
                  </a:cubicBezTo>
                  <a:cubicBezTo>
                    <a:pt x="1" y="1576"/>
                    <a:pt x="473" y="2049"/>
                    <a:pt x="1040" y="2049"/>
                  </a:cubicBezTo>
                  <a:cubicBezTo>
                    <a:pt x="1576" y="2049"/>
                    <a:pt x="2049" y="1576"/>
                    <a:pt x="2049" y="1041"/>
                  </a:cubicBezTo>
                  <a:cubicBezTo>
                    <a:pt x="2049" y="442"/>
                    <a:pt x="1576"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17" name="Google Shape;16017;p84"/>
          <p:cNvGrpSpPr/>
          <p:nvPr/>
        </p:nvGrpSpPr>
        <p:grpSpPr>
          <a:xfrm>
            <a:off x="2940119" y="3887096"/>
            <a:ext cx="439583" cy="471531"/>
            <a:chOff x="-31874100" y="1939525"/>
            <a:chExt cx="271750" cy="291500"/>
          </a:xfrm>
        </p:grpSpPr>
        <p:sp>
          <p:nvSpPr>
            <p:cNvPr id="16018" name="Google Shape;16018;p84"/>
            <p:cNvSpPr/>
            <p:nvPr/>
          </p:nvSpPr>
          <p:spPr>
            <a:xfrm>
              <a:off x="-31874100" y="2132475"/>
              <a:ext cx="271750" cy="98550"/>
            </a:xfrm>
            <a:custGeom>
              <a:avLst/>
              <a:gdLst/>
              <a:ahLst/>
              <a:cxnLst/>
              <a:rect l="l" t="t" r="r" b="b"/>
              <a:pathLst>
                <a:path w="10870" h="3942" extrusionOk="0">
                  <a:moveTo>
                    <a:pt x="2080" y="1135"/>
                  </a:moveTo>
                  <a:lnTo>
                    <a:pt x="2300" y="1576"/>
                  </a:lnTo>
                  <a:cubicBezTo>
                    <a:pt x="2363" y="1702"/>
                    <a:pt x="2458" y="1734"/>
                    <a:pt x="2584" y="1765"/>
                  </a:cubicBezTo>
                  <a:lnTo>
                    <a:pt x="3056" y="1860"/>
                  </a:lnTo>
                  <a:lnTo>
                    <a:pt x="2710" y="2206"/>
                  </a:lnTo>
                  <a:cubicBezTo>
                    <a:pt x="2615" y="2269"/>
                    <a:pt x="2584" y="2395"/>
                    <a:pt x="2615" y="2521"/>
                  </a:cubicBezTo>
                  <a:lnTo>
                    <a:pt x="2710" y="2994"/>
                  </a:lnTo>
                  <a:lnTo>
                    <a:pt x="2269" y="2773"/>
                  </a:lnTo>
                  <a:cubicBezTo>
                    <a:pt x="2237" y="2710"/>
                    <a:pt x="2143" y="2710"/>
                    <a:pt x="2111" y="2710"/>
                  </a:cubicBezTo>
                  <a:cubicBezTo>
                    <a:pt x="2080" y="2710"/>
                    <a:pt x="1985" y="2710"/>
                    <a:pt x="1954" y="2773"/>
                  </a:cubicBezTo>
                  <a:lnTo>
                    <a:pt x="1513" y="2994"/>
                  </a:lnTo>
                  <a:lnTo>
                    <a:pt x="1607" y="2521"/>
                  </a:lnTo>
                  <a:cubicBezTo>
                    <a:pt x="1607" y="2395"/>
                    <a:pt x="1607" y="2301"/>
                    <a:pt x="1513" y="2206"/>
                  </a:cubicBezTo>
                  <a:lnTo>
                    <a:pt x="1166" y="1860"/>
                  </a:lnTo>
                  <a:lnTo>
                    <a:pt x="1639" y="1765"/>
                  </a:lnTo>
                  <a:cubicBezTo>
                    <a:pt x="1670" y="1765"/>
                    <a:pt x="1796" y="1702"/>
                    <a:pt x="1828" y="1576"/>
                  </a:cubicBezTo>
                  <a:lnTo>
                    <a:pt x="2080" y="1135"/>
                  </a:lnTo>
                  <a:close/>
                  <a:moveTo>
                    <a:pt x="5514" y="1135"/>
                  </a:moveTo>
                  <a:lnTo>
                    <a:pt x="5734" y="1576"/>
                  </a:lnTo>
                  <a:cubicBezTo>
                    <a:pt x="5766" y="1702"/>
                    <a:pt x="5892" y="1734"/>
                    <a:pt x="6018" y="1765"/>
                  </a:cubicBezTo>
                  <a:lnTo>
                    <a:pt x="6490" y="1860"/>
                  </a:lnTo>
                  <a:lnTo>
                    <a:pt x="6144" y="2206"/>
                  </a:lnTo>
                  <a:cubicBezTo>
                    <a:pt x="6049" y="2269"/>
                    <a:pt x="6018" y="2395"/>
                    <a:pt x="6049" y="2521"/>
                  </a:cubicBezTo>
                  <a:lnTo>
                    <a:pt x="6144" y="2994"/>
                  </a:lnTo>
                  <a:lnTo>
                    <a:pt x="5703" y="2773"/>
                  </a:lnTo>
                  <a:cubicBezTo>
                    <a:pt x="5671" y="2710"/>
                    <a:pt x="5577" y="2710"/>
                    <a:pt x="5545" y="2710"/>
                  </a:cubicBezTo>
                  <a:cubicBezTo>
                    <a:pt x="5514" y="2710"/>
                    <a:pt x="5419" y="2710"/>
                    <a:pt x="5388" y="2773"/>
                  </a:cubicBezTo>
                  <a:lnTo>
                    <a:pt x="4947" y="2994"/>
                  </a:lnTo>
                  <a:lnTo>
                    <a:pt x="5041" y="2521"/>
                  </a:lnTo>
                  <a:cubicBezTo>
                    <a:pt x="5041" y="2395"/>
                    <a:pt x="5041" y="2301"/>
                    <a:pt x="4947" y="2206"/>
                  </a:cubicBezTo>
                  <a:lnTo>
                    <a:pt x="4600" y="1860"/>
                  </a:lnTo>
                  <a:lnTo>
                    <a:pt x="4978" y="1765"/>
                  </a:lnTo>
                  <a:cubicBezTo>
                    <a:pt x="5104" y="1765"/>
                    <a:pt x="5199" y="1702"/>
                    <a:pt x="5262" y="1576"/>
                  </a:cubicBezTo>
                  <a:lnTo>
                    <a:pt x="5514" y="1135"/>
                  </a:lnTo>
                  <a:close/>
                  <a:moveTo>
                    <a:pt x="8916" y="1135"/>
                  </a:moveTo>
                  <a:lnTo>
                    <a:pt x="9168" y="1576"/>
                  </a:lnTo>
                  <a:cubicBezTo>
                    <a:pt x="9200" y="1702"/>
                    <a:pt x="9326" y="1734"/>
                    <a:pt x="9452" y="1765"/>
                  </a:cubicBezTo>
                  <a:lnTo>
                    <a:pt x="9924" y="1860"/>
                  </a:lnTo>
                  <a:lnTo>
                    <a:pt x="9546" y="2206"/>
                  </a:lnTo>
                  <a:cubicBezTo>
                    <a:pt x="9483" y="2269"/>
                    <a:pt x="9452" y="2395"/>
                    <a:pt x="9483" y="2521"/>
                  </a:cubicBezTo>
                  <a:lnTo>
                    <a:pt x="9546" y="2994"/>
                  </a:lnTo>
                  <a:lnTo>
                    <a:pt x="9137" y="2773"/>
                  </a:lnTo>
                  <a:cubicBezTo>
                    <a:pt x="9074" y="2710"/>
                    <a:pt x="9011" y="2710"/>
                    <a:pt x="8979" y="2710"/>
                  </a:cubicBezTo>
                  <a:cubicBezTo>
                    <a:pt x="8916" y="2710"/>
                    <a:pt x="8853" y="2710"/>
                    <a:pt x="8822" y="2773"/>
                  </a:cubicBezTo>
                  <a:lnTo>
                    <a:pt x="8381" y="2994"/>
                  </a:lnTo>
                  <a:lnTo>
                    <a:pt x="8444" y="2521"/>
                  </a:lnTo>
                  <a:cubicBezTo>
                    <a:pt x="8444" y="2395"/>
                    <a:pt x="8444" y="2301"/>
                    <a:pt x="8381" y="2206"/>
                  </a:cubicBezTo>
                  <a:lnTo>
                    <a:pt x="8034" y="1860"/>
                  </a:lnTo>
                  <a:lnTo>
                    <a:pt x="8412" y="1765"/>
                  </a:lnTo>
                  <a:cubicBezTo>
                    <a:pt x="8538" y="1765"/>
                    <a:pt x="8601" y="1702"/>
                    <a:pt x="8696" y="1576"/>
                  </a:cubicBezTo>
                  <a:lnTo>
                    <a:pt x="8916" y="1135"/>
                  </a:lnTo>
                  <a:close/>
                  <a:moveTo>
                    <a:pt x="2048" y="1"/>
                  </a:moveTo>
                  <a:cubicBezTo>
                    <a:pt x="1922" y="1"/>
                    <a:pt x="1796" y="64"/>
                    <a:pt x="1733" y="190"/>
                  </a:cubicBezTo>
                  <a:lnTo>
                    <a:pt x="1292" y="1104"/>
                  </a:lnTo>
                  <a:lnTo>
                    <a:pt x="315" y="1261"/>
                  </a:lnTo>
                  <a:cubicBezTo>
                    <a:pt x="189" y="1261"/>
                    <a:pt x="63" y="1387"/>
                    <a:pt x="32" y="1482"/>
                  </a:cubicBezTo>
                  <a:cubicBezTo>
                    <a:pt x="0" y="1608"/>
                    <a:pt x="32" y="1765"/>
                    <a:pt x="95" y="1860"/>
                  </a:cubicBezTo>
                  <a:lnTo>
                    <a:pt x="819" y="2553"/>
                  </a:lnTo>
                  <a:lnTo>
                    <a:pt x="662" y="3561"/>
                  </a:lnTo>
                  <a:cubicBezTo>
                    <a:pt x="630" y="3655"/>
                    <a:pt x="693" y="3813"/>
                    <a:pt x="788" y="3876"/>
                  </a:cubicBezTo>
                  <a:cubicBezTo>
                    <a:pt x="862" y="3913"/>
                    <a:pt x="925" y="3928"/>
                    <a:pt x="990" y="3928"/>
                  </a:cubicBezTo>
                  <a:cubicBezTo>
                    <a:pt x="1035" y="3928"/>
                    <a:pt x="1082" y="3920"/>
                    <a:pt x="1134" y="3907"/>
                  </a:cubicBezTo>
                  <a:lnTo>
                    <a:pt x="2048" y="3435"/>
                  </a:lnTo>
                  <a:lnTo>
                    <a:pt x="2962" y="3907"/>
                  </a:lnTo>
                  <a:cubicBezTo>
                    <a:pt x="2998" y="3931"/>
                    <a:pt x="3039" y="3942"/>
                    <a:pt x="3082" y="3942"/>
                  </a:cubicBezTo>
                  <a:cubicBezTo>
                    <a:pt x="3153" y="3942"/>
                    <a:pt x="3230" y="3915"/>
                    <a:pt x="3308" y="3876"/>
                  </a:cubicBezTo>
                  <a:cubicBezTo>
                    <a:pt x="3434" y="3781"/>
                    <a:pt x="3466" y="3655"/>
                    <a:pt x="3434" y="3561"/>
                  </a:cubicBezTo>
                  <a:lnTo>
                    <a:pt x="3277" y="2553"/>
                  </a:lnTo>
                  <a:lnTo>
                    <a:pt x="3749" y="2080"/>
                  </a:lnTo>
                  <a:lnTo>
                    <a:pt x="4222" y="2553"/>
                  </a:lnTo>
                  <a:lnTo>
                    <a:pt x="4064" y="3561"/>
                  </a:lnTo>
                  <a:cubicBezTo>
                    <a:pt x="4001" y="3655"/>
                    <a:pt x="4096" y="3813"/>
                    <a:pt x="4159" y="3876"/>
                  </a:cubicBezTo>
                  <a:cubicBezTo>
                    <a:pt x="4233" y="3913"/>
                    <a:pt x="4307" y="3928"/>
                    <a:pt x="4380" y="3928"/>
                  </a:cubicBezTo>
                  <a:cubicBezTo>
                    <a:pt x="4433" y="3928"/>
                    <a:pt x="4485" y="3920"/>
                    <a:pt x="4537" y="3907"/>
                  </a:cubicBezTo>
                  <a:lnTo>
                    <a:pt x="5419" y="3435"/>
                  </a:lnTo>
                  <a:lnTo>
                    <a:pt x="6333" y="3907"/>
                  </a:lnTo>
                  <a:cubicBezTo>
                    <a:pt x="6381" y="3931"/>
                    <a:pt x="6429" y="3942"/>
                    <a:pt x="6475" y="3942"/>
                  </a:cubicBezTo>
                  <a:cubicBezTo>
                    <a:pt x="6550" y="3942"/>
                    <a:pt x="6621" y="3915"/>
                    <a:pt x="6679" y="3876"/>
                  </a:cubicBezTo>
                  <a:cubicBezTo>
                    <a:pt x="6805" y="3781"/>
                    <a:pt x="6837" y="3655"/>
                    <a:pt x="6805" y="3561"/>
                  </a:cubicBezTo>
                  <a:lnTo>
                    <a:pt x="6648" y="2553"/>
                  </a:lnTo>
                  <a:lnTo>
                    <a:pt x="7120" y="2080"/>
                  </a:lnTo>
                  <a:lnTo>
                    <a:pt x="7593" y="2553"/>
                  </a:lnTo>
                  <a:lnTo>
                    <a:pt x="7435" y="3561"/>
                  </a:lnTo>
                  <a:cubicBezTo>
                    <a:pt x="7404" y="3655"/>
                    <a:pt x="7467" y="3813"/>
                    <a:pt x="7561" y="3876"/>
                  </a:cubicBezTo>
                  <a:cubicBezTo>
                    <a:pt x="7635" y="3913"/>
                    <a:pt x="7698" y="3928"/>
                    <a:pt x="7763" y="3928"/>
                  </a:cubicBezTo>
                  <a:cubicBezTo>
                    <a:pt x="7809" y="3928"/>
                    <a:pt x="7856" y="3920"/>
                    <a:pt x="7908" y="3907"/>
                  </a:cubicBezTo>
                  <a:lnTo>
                    <a:pt x="8822" y="3435"/>
                  </a:lnTo>
                  <a:lnTo>
                    <a:pt x="9735" y="3907"/>
                  </a:lnTo>
                  <a:cubicBezTo>
                    <a:pt x="9771" y="3931"/>
                    <a:pt x="9812" y="3942"/>
                    <a:pt x="9856" y="3942"/>
                  </a:cubicBezTo>
                  <a:cubicBezTo>
                    <a:pt x="9926" y="3942"/>
                    <a:pt x="10004" y="3915"/>
                    <a:pt x="10082" y="3876"/>
                  </a:cubicBezTo>
                  <a:cubicBezTo>
                    <a:pt x="10208" y="3781"/>
                    <a:pt x="10239" y="3655"/>
                    <a:pt x="10208" y="3561"/>
                  </a:cubicBezTo>
                  <a:lnTo>
                    <a:pt x="10050" y="2553"/>
                  </a:lnTo>
                  <a:lnTo>
                    <a:pt x="10743" y="1860"/>
                  </a:lnTo>
                  <a:cubicBezTo>
                    <a:pt x="10838" y="1765"/>
                    <a:pt x="10869" y="1608"/>
                    <a:pt x="10838" y="1482"/>
                  </a:cubicBezTo>
                  <a:cubicBezTo>
                    <a:pt x="10775" y="1387"/>
                    <a:pt x="10680" y="1293"/>
                    <a:pt x="10554" y="1261"/>
                  </a:cubicBezTo>
                  <a:lnTo>
                    <a:pt x="9578" y="1104"/>
                  </a:lnTo>
                  <a:lnTo>
                    <a:pt x="9137" y="190"/>
                  </a:lnTo>
                  <a:cubicBezTo>
                    <a:pt x="9105" y="64"/>
                    <a:pt x="8979" y="1"/>
                    <a:pt x="8822" y="1"/>
                  </a:cubicBezTo>
                  <a:cubicBezTo>
                    <a:pt x="8696" y="1"/>
                    <a:pt x="8570" y="64"/>
                    <a:pt x="8507" y="190"/>
                  </a:cubicBezTo>
                  <a:lnTo>
                    <a:pt x="8066" y="1104"/>
                  </a:lnTo>
                  <a:lnTo>
                    <a:pt x="7120" y="1261"/>
                  </a:lnTo>
                  <a:lnTo>
                    <a:pt x="6175" y="1104"/>
                  </a:lnTo>
                  <a:lnTo>
                    <a:pt x="5734" y="190"/>
                  </a:lnTo>
                  <a:cubicBezTo>
                    <a:pt x="5703" y="64"/>
                    <a:pt x="5577" y="1"/>
                    <a:pt x="5419" y="1"/>
                  </a:cubicBezTo>
                  <a:cubicBezTo>
                    <a:pt x="5262" y="1"/>
                    <a:pt x="5199" y="64"/>
                    <a:pt x="5104" y="190"/>
                  </a:cubicBezTo>
                  <a:lnTo>
                    <a:pt x="4695" y="1104"/>
                  </a:lnTo>
                  <a:lnTo>
                    <a:pt x="3749" y="1261"/>
                  </a:lnTo>
                  <a:lnTo>
                    <a:pt x="2804" y="1104"/>
                  </a:lnTo>
                  <a:lnTo>
                    <a:pt x="2363" y="190"/>
                  </a:lnTo>
                  <a:cubicBezTo>
                    <a:pt x="2332" y="64"/>
                    <a:pt x="2206"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9" name="Google Shape;16019;p84"/>
            <p:cNvSpPr/>
            <p:nvPr/>
          </p:nvSpPr>
          <p:spPr>
            <a:xfrm>
              <a:off x="-31830775" y="1939525"/>
              <a:ext cx="189050" cy="189825"/>
            </a:xfrm>
            <a:custGeom>
              <a:avLst/>
              <a:gdLst/>
              <a:ahLst/>
              <a:cxnLst/>
              <a:rect l="l" t="t" r="r" b="b"/>
              <a:pathLst>
                <a:path w="7562" h="7593" extrusionOk="0">
                  <a:moveTo>
                    <a:pt x="3718" y="662"/>
                  </a:moveTo>
                  <a:cubicBezTo>
                    <a:pt x="5072" y="662"/>
                    <a:pt x="6144" y="1764"/>
                    <a:pt x="6144" y="3088"/>
                  </a:cubicBezTo>
                  <a:lnTo>
                    <a:pt x="6144" y="3466"/>
                  </a:lnTo>
                  <a:lnTo>
                    <a:pt x="6081" y="3466"/>
                  </a:lnTo>
                  <a:cubicBezTo>
                    <a:pt x="5986" y="2647"/>
                    <a:pt x="5261" y="2048"/>
                    <a:pt x="4411" y="2048"/>
                  </a:cubicBezTo>
                  <a:lnTo>
                    <a:pt x="3025" y="2048"/>
                  </a:lnTo>
                  <a:cubicBezTo>
                    <a:pt x="2142" y="2048"/>
                    <a:pt x="1481" y="2678"/>
                    <a:pt x="1323" y="3466"/>
                  </a:cubicBezTo>
                  <a:lnTo>
                    <a:pt x="1292" y="3466"/>
                  </a:lnTo>
                  <a:lnTo>
                    <a:pt x="1292" y="3088"/>
                  </a:lnTo>
                  <a:cubicBezTo>
                    <a:pt x="1323" y="1764"/>
                    <a:pt x="2426" y="662"/>
                    <a:pt x="3718" y="662"/>
                  </a:cubicBezTo>
                  <a:close/>
                  <a:moveTo>
                    <a:pt x="4348" y="2773"/>
                  </a:moveTo>
                  <a:cubicBezTo>
                    <a:pt x="4915" y="2773"/>
                    <a:pt x="5387" y="3245"/>
                    <a:pt x="5387" y="3781"/>
                  </a:cubicBezTo>
                  <a:lnTo>
                    <a:pt x="5387" y="4127"/>
                  </a:lnTo>
                  <a:lnTo>
                    <a:pt x="5387" y="4127"/>
                  </a:lnTo>
                  <a:cubicBezTo>
                    <a:pt x="5153" y="4127"/>
                    <a:pt x="4907" y="4122"/>
                    <a:pt x="4820" y="4064"/>
                  </a:cubicBezTo>
                  <a:cubicBezTo>
                    <a:pt x="4789" y="4033"/>
                    <a:pt x="4757" y="3907"/>
                    <a:pt x="4757" y="3812"/>
                  </a:cubicBezTo>
                  <a:cubicBezTo>
                    <a:pt x="4757" y="3623"/>
                    <a:pt x="4600" y="3466"/>
                    <a:pt x="4411" y="3466"/>
                  </a:cubicBezTo>
                  <a:cubicBezTo>
                    <a:pt x="4190" y="3466"/>
                    <a:pt x="4033" y="3623"/>
                    <a:pt x="4033" y="3812"/>
                  </a:cubicBezTo>
                  <a:cubicBezTo>
                    <a:pt x="4033" y="3907"/>
                    <a:pt x="4033" y="4033"/>
                    <a:pt x="3970" y="4064"/>
                  </a:cubicBezTo>
                  <a:cubicBezTo>
                    <a:pt x="3907" y="4127"/>
                    <a:pt x="3789" y="4143"/>
                    <a:pt x="3643" y="4143"/>
                  </a:cubicBezTo>
                  <a:cubicBezTo>
                    <a:pt x="3497" y="4143"/>
                    <a:pt x="3324" y="4127"/>
                    <a:pt x="3151" y="4127"/>
                  </a:cubicBezTo>
                  <a:lnTo>
                    <a:pt x="1953" y="4127"/>
                  </a:lnTo>
                  <a:lnTo>
                    <a:pt x="1953" y="3781"/>
                  </a:lnTo>
                  <a:cubicBezTo>
                    <a:pt x="1953" y="3214"/>
                    <a:pt x="2426" y="2773"/>
                    <a:pt x="2993" y="2773"/>
                  </a:cubicBezTo>
                  <a:close/>
                  <a:moveTo>
                    <a:pt x="1008" y="4096"/>
                  </a:moveTo>
                  <a:cubicBezTo>
                    <a:pt x="1197" y="4096"/>
                    <a:pt x="1355" y="4253"/>
                    <a:pt x="1355" y="4442"/>
                  </a:cubicBezTo>
                  <a:lnTo>
                    <a:pt x="1355" y="5135"/>
                  </a:lnTo>
                  <a:cubicBezTo>
                    <a:pt x="1323" y="5356"/>
                    <a:pt x="1197" y="5482"/>
                    <a:pt x="1008" y="5482"/>
                  </a:cubicBezTo>
                  <a:cubicBezTo>
                    <a:pt x="819" y="5482"/>
                    <a:pt x="662" y="5324"/>
                    <a:pt x="662" y="5135"/>
                  </a:cubicBezTo>
                  <a:lnTo>
                    <a:pt x="662" y="4442"/>
                  </a:lnTo>
                  <a:cubicBezTo>
                    <a:pt x="662" y="4253"/>
                    <a:pt x="819" y="4096"/>
                    <a:pt x="1008" y="4096"/>
                  </a:cubicBezTo>
                  <a:close/>
                  <a:moveTo>
                    <a:pt x="6459" y="4127"/>
                  </a:moveTo>
                  <a:cubicBezTo>
                    <a:pt x="6648" y="4127"/>
                    <a:pt x="6805" y="4285"/>
                    <a:pt x="6805" y="4505"/>
                  </a:cubicBezTo>
                  <a:lnTo>
                    <a:pt x="6805" y="5167"/>
                  </a:lnTo>
                  <a:cubicBezTo>
                    <a:pt x="6805" y="5356"/>
                    <a:pt x="6648" y="5513"/>
                    <a:pt x="6459" y="5513"/>
                  </a:cubicBezTo>
                  <a:cubicBezTo>
                    <a:pt x="6238" y="5513"/>
                    <a:pt x="6081" y="5356"/>
                    <a:pt x="6081" y="5167"/>
                  </a:cubicBezTo>
                  <a:lnTo>
                    <a:pt x="6081" y="4505"/>
                  </a:lnTo>
                  <a:cubicBezTo>
                    <a:pt x="6081" y="4285"/>
                    <a:pt x="6238" y="4127"/>
                    <a:pt x="6459" y="4127"/>
                  </a:cubicBezTo>
                  <a:close/>
                  <a:moveTo>
                    <a:pt x="4442" y="4568"/>
                  </a:moveTo>
                  <a:cubicBezTo>
                    <a:pt x="4726" y="4757"/>
                    <a:pt x="5072" y="4820"/>
                    <a:pt x="5450" y="4820"/>
                  </a:cubicBezTo>
                  <a:lnTo>
                    <a:pt x="5450" y="5167"/>
                  </a:lnTo>
                  <a:cubicBezTo>
                    <a:pt x="5450" y="6112"/>
                    <a:pt x="4663" y="6900"/>
                    <a:pt x="3718" y="6900"/>
                  </a:cubicBezTo>
                  <a:cubicBezTo>
                    <a:pt x="2772" y="6900"/>
                    <a:pt x="2048" y="6112"/>
                    <a:pt x="2048" y="5167"/>
                  </a:cubicBezTo>
                  <a:lnTo>
                    <a:pt x="2048" y="4820"/>
                  </a:lnTo>
                  <a:lnTo>
                    <a:pt x="3214" y="4820"/>
                  </a:lnTo>
                  <a:cubicBezTo>
                    <a:pt x="3305" y="4820"/>
                    <a:pt x="3394" y="4821"/>
                    <a:pt x="3479" y="4821"/>
                  </a:cubicBezTo>
                  <a:cubicBezTo>
                    <a:pt x="3863" y="4821"/>
                    <a:pt x="4184" y="4800"/>
                    <a:pt x="4442" y="4568"/>
                  </a:cubicBezTo>
                  <a:close/>
                  <a:moveTo>
                    <a:pt x="3718" y="0"/>
                  </a:moveTo>
                  <a:cubicBezTo>
                    <a:pt x="2048" y="0"/>
                    <a:pt x="662" y="1386"/>
                    <a:pt x="662" y="3119"/>
                  </a:cubicBezTo>
                  <a:lnTo>
                    <a:pt x="662" y="3497"/>
                  </a:lnTo>
                  <a:cubicBezTo>
                    <a:pt x="252" y="3655"/>
                    <a:pt x="0" y="4033"/>
                    <a:pt x="0" y="4505"/>
                  </a:cubicBezTo>
                  <a:lnTo>
                    <a:pt x="0" y="5167"/>
                  </a:lnTo>
                  <a:cubicBezTo>
                    <a:pt x="0" y="5703"/>
                    <a:pt x="473" y="6175"/>
                    <a:pt x="1008" y="6175"/>
                  </a:cubicBezTo>
                  <a:cubicBezTo>
                    <a:pt x="1197" y="6175"/>
                    <a:pt x="1355" y="6144"/>
                    <a:pt x="1512" y="6081"/>
                  </a:cubicBezTo>
                  <a:cubicBezTo>
                    <a:pt x="1890" y="6963"/>
                    <a:pt x="2741" y="7593"/>
                    <a:pt x="3781" y="7593"/>
                  </a:cubicBezTo>
                  <a:cubicBezTo>
                    <a:pt x="4789" y="7593"/>
                    <a:pt x="5671" y="6963"/>
                    <a:pt x="6018" y="6049"/>
                  </a:cubicBezTo>
                  <a:cubicBezTo>
                    <a:pt x="6175" y="6144"/>
                    <a:pt x="6333" y="6175"/>
                    <a:pt x="6522" y="6175"/>
                  </a:cubicBezTo>
                  <a:cubicBezTo>
                    <a:pt x="7089" y="6175"/>
                    <a:pt x="7561" y="5703"/>
                    <a:pt x="7561" y="5167"/>
                  </a:cubicBezTo>
                  <a:lnTo>
                    <a:pt x="7561" y="4474"/>
                  </a:lnTo>
                  <a:cubicBezTo>
                    <a:pt x="7561" y="4064"/>
                    <a:pt x="7278" y="3655"/>
                    <a:pt x="6868" y="3497"/>
                  </a:cubicBezTo>
                  <a:lnTo>
                    <a:pt x="6868" y="3119"/>
                  </a:lnTo>
                  <a:cubicBezTo>
                    <a:pt x="6805" y="1386"/>
                    <a:pt x="5419" y="0"/>
                    <a:pt x="37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20" name="Google Shape;16020;p84"/>
          <p:cNvSpPr/>
          <p:nvPr/>
        </p:nvSpPr>
        <p:spPr>
          <a:xfrm>
            <a:off x="2948367" y="4511690"/>
            <a:ext cx="415400" cy="471449"/>
          </a:xfrm>
          <a:custGeom>
            <a:avLst/>
            <a:gdLst/>
            <a:ahLst/>
            <a:cxnLst/>
            <a:rect l="l" t="t" r="r" b="b"/>
            <a:pathLst>
              <a:path w="10272" h="11658" extrusionOk="0">
                <a:moveTo>
                  <a:pt x="7877" y="693"/>
                </a:moveTo>
                <a:cubicBezTo>
                  <a:pt x="8066" y="693"/>
                  <a:pt x="8224" y="851"/>
                  <a:pt x="8224" y="1040"/>
                </a:cubicBezTo>
                <a:lnTo>
                  <a:pt x="8224" y="1387"/>
                </a:lnTo>
                <a:lnTo>
                  <a:pt x="2080" y="1387"/>
                </a:lnTo>
                <a:lnTo>
                  <a:pt x="2080" y="1040"/>
                </a:lnTo>
                <a:cubicBezTo>
                  <a:pt x="2049" y="851"/>
                  <a:pt x="2206" y="693"/>
                  <a:pt x="2395" y="693"/>
                </a:cubicBezTo>
                <a:close/>
                <a:moveTo>
                  <a:pt x="9200" y="2710"/>
                </a:moveTo>
                <a:cubicBezTo>
                  <a:pt x="9421" y="2710"/>
                  <a:pt x="9578" y="2899"/>
                  <a:pt x="9578" y="3088"/>
                </a:cubicBezTo>
                <a:cubicBezTo>
                  <a:pt x="9578" y="3277"/>
                  <a:pt x="9421" y="3434"/>
                  <a:pt x="9200" y="3434"/>
                </a:cubicBezTo>
                <a:lnTo>
                  <a:pt x="8854" y="3434"/>
                </a:lnTo>
                <a:lnTo>
                  <a:pt x="8854" y="2773"/>
                </a:lnTo>
                <a:lnTo>
                  <a:pt x="9200" y="2773"/>
                </a:lnTo>
                <a:lnTo>
                  <a:pt x="9200" y="2710"/>
                </a:lnTo>
                <a:close/>
                <a:moveTo>
                  <a:pt x="6176" y="3907"/>
                </a:moveTo>
                <a:cubicBezTo>
                  <a:pt x="6207" y="4033"/>
                  <a:pt x="6333" y="4127"/>
                  <a:pt x="6491" y="4127"/>
                </a:cubicBezTo>
                <a:lnTo>
                  <a:pt x="9200" y="4127"/>
                </a:lnTo>
                <a:cubicBezTo>
                  <a:pt x="9326" y="4127"/>
                  <a:pt x="9421" y="4127"/>
                  <a:pt x="9515" y="4096"/>
                </a:cubicBezTo>
                <a:lnTo>
                  <a:pt x="9515" y="4096"/>
                </a:lnTo>
                <a:cubicBezTo>
                  <a:pt x="9421" y="4474"/>
                  <a:pt x="9011" y="4789"/>
                  <a:pt x="8539" y="4789"/>
                </a:cubicBezTo>
                <a:lnTo>
                  <a:pt x="6491" y="4789"/>
                </a:lnTo>
                <a:cubicBezTo>
                  <a:pt x="6333" y="4789"/>
                  <a:pt x="6239" y="4852"/>
                  <a:pt x="6176" y="5010"/>
                </a:cubicBezTo>
                <a:lnTo>
                  <a:pt x="5640" y="4474"/>
                </a:lnTo>
                <a:lnTo>
                  <a:pt x="6176" y="3907"/>
                </a:lnTo>
                <a:close/>
                <a:moveTo>
                  <a:pt x="1387" y="4789"/>
                </a:moveTo>
                <a:lnTo>
                  <a:pt x="1387" y="5451"/>
                </a:lnTo>
                <a:lnTo>
                  <a:pt x="1009" y="5451"/>
                </a:lnTo>
                <a:cubicBezTo>
                  <a:pt x="820" y="5451"/>
                  <a:pt x="662" y="5293"/>
                  <a:pt x="662" y="5073"/>
                </a:cubicBezTo>
                <a:cubicBezTo>
                  <a:pt x="662" y="4884"/>
                  <a:pt x="820" y="4789"/>
                  <a:pt x="1009" y="4789"/>
                </a:cubicBezTo>
                <a:close/>
                <a:moveTo>
                  <a:pt x="4065" y="5923"/>
                </a:moveTo>
                <a:lnTo>
                  <a:pt x="4601" y="6459"/>
                </a:lnTo>
                <a:lnTo>
                  <a:pt x="4065" y="7026"/>
                </a:lnTo>
                <a:cubicBezTo>
                  <a:pt x="4033" y="6900"/>
                  <a:pt x="3907" y="6774"/>
                  <a:pt x="3750" y="6774"/>
                </a:cubicBezTo>
                <a:lnTo>
                  <a:pt x="1702" y="6774"/>
                </a:lnTo>
                <a:cubicBezTo>
                  <a:pt x="1664" y="6779"/>
                  <a:pt x="1626" y="6782"/>
                  <a:pt x="1589" y="6782"/>
                </a:cubicBezTo>
                <a:cubicBezTo>
                  <a:pt x="1192" y="6782"/>
                  <a:pt x="838" y="6487"/>
                  <a:pt x="694" y="6112"/>
                </a:cubicBezTo>
                <a:lnTo>
                  <a:pt x="694" y="6112"/>
                </a:lnTo>
                <a:cubicBezTo>
                  <a:pt x="788" y="6144"/>
                  <a:pt x="914" y="6144"/>
                  <a:pt x="1009" y="6144"/>
                </a:cubicBezTo>
                <a:lnTo>
                  <a:pt x="3750" y="6144"/>
                </a:lnTo>
                <a:cubicBezTo>
                  <a:pt x="3907" y="6144"/>
                  <a:pt x="4002" y="6081"/>
                  <a:pt x="4065" y="5923"/>
                </a:cubicBezTo>
                <a:close/>
                <a:moveTo>
                  <a:pt x="8192" y="2048"/>
                </a:moveTo>
                <a:lnTo>
                  <a:pt x="8192" y="3434"/>
                </a:lnTo>
                <a:lnTo>
                  <a:pt x="6806" y="3434"/>
                </a:lnTo>
                <a:lnTo>
                  <a:pt x="6806" y="3088"/>
                </a:lnTo>
                <a:cubicBezTo>
                  <a:pt x="6806" y="2930"/>
                  <a:pt x="6743" y="2804"/>
                  <a:pt x="6617" y="2773"/>
                </a:cubicBezTo>
                <a:cubicBezTo>
                  <a:pt x="6571" y="2761"/>
                  <a:pt x="6520" y="2754"/>
                  <a:pt x="6472" y="2754"/>
                </a:cubicBezTo>
                <a:cubicBezTo>
                  <a:pt x="6388" y="2754"/>
                  <a:pt x="6310" y="2776"/>
                  <a:pt x="6270" y="2836"/>
                </a:cubicBezTo>
                <a:lnTo>
                  <a:pt x="4884" y="4222"/>
                </a:lnTo>
                <a:cubicBezTo>
                  <a:pt x="4758" y="4348"/>
                  <a:pt x="4758" y="4569"/>
                  <a:pt x="4884" y="4695"/>
                </a:cubicBezTo>
                <a:lnTo>
                  <a:pt x="6270" y="6081"/>
                </a:lnTo>
                <a:cubicBezTo>
                  <a:pt x="6315" y="6125"/>
                  <a:pt x="6407" y="6170"/>
                  <a:pt x="6501" y="6170"/>
                </a:cubicBezTo>
                <a:cubicBezTo>
                  <a:pt x="6540" y="6170"/>
                  <a:pt x="6580" y="6162"/>
                  <a:pt x="6617" y="6144"/>
                </a:cubicBezTo>
                <a:cubicBezTo>
                  <a:pt x="6743" y="6112"/>
                  <a:pt x="6806" y="5955"/>
                  <a:pt x="6806" y="5829"/>
                </a:cubicBezTo>
                <a:lnTo>
                  <a:pt x="6806" y="5482"/>
                </a:lnTo>
                <a:lnTo>
                  <a:pt x="8192" y="5482"/>
                </a:lnTo>
                <a:lnTo>
                  <a:pt x="8192" y="8948"/>
                </a:lnTo>
                <a:lnTo>
                  <a:pt x="2049" y="8948"/>
                </a:lnTo>
                <a:lnTo>
                  <a:pt x="2049" y="7530"/>
                </a:lnTo>
                <a:lnTo>
                  <a:pt x="3435" y="7530"/>
                </a:lnTo>
                <a:lnTo>
                  <a:pt x="3435" y="7877"/>
                </a:lnTo>
                <a:cubicBezTo>
                  <a:pt x="3435" y="8034"/>
                  <a:pt x="3498" y="8160"/>
                  <a:pt x="3624" y="8192"/>
                </a:cubicBezTo>
                <a:cubicBezTo>
                  <a:pt x="3676" y="8218"/>
                  <a:pt x="3734" y="8233"/>
                  <a:pt x="3788" y="8233"/>
                </a:cubicBezTo>
                <a:cubicBezTo>
                  <a:pt x="3864" y="8233"/>
                  <a:pt x="3934" y="8202"/>
                  <a:pt x="3970" y="8129"/>
                </a:cubicBezTo>
                <a:lnTo>
                  <a:pt x="5357" y="6742"/>
                </a:lnTo>
                <a:cubicBezTo>
                  <a:pt x="5483" y="6616"/>
                  <a:pt x="5483" y="6396"/>
                  <a:pt x="5357" y="6270"/>
                </a:cubicBezTo>
                <a:lnTo>
                  <a:pt x="3970" y="4884"/>
                </a:lnTo>
                <a:cubicBezTo>
                  <a:pt x="3924" y="4837"/>
                  <a:pt x="3828" y="4808"/>
                  <a:pt x="3730" y="4808"/>
                </a:cubicBezTo>
                <a:cubicBezTo>
                  <a:pt x="3694" y="4808"/>
                  <a:pt x="3658" y="4812"/>
                  <a:pt x="3624" y="4821"/>
                </a:cubicBezTo>
                <a:cubicBezTo>
                  <a:pt x="3498" y="4852"/>
                  <a:pt x="3435" y="5010"/>
                  <a:pt x="3435" y="5136"/>
                </a:cubicBezTo>
                <a:lnTo>
                  <a:pt x="3435" y="5482"/>
                </a:lnTo>
                <a:lnTo>
                  <a:pt x="2049" y="5482"/>
                </a:lnTo>
                <a:lnTo>
                  <a:pt x="2049" y="2048"/>
                </a:lnTo>
                <a:close/>
                <a:moveTo>
                  <a:pt x="8192" y="9609"/>
                </a:moveTo>
                <a:lnTo>
                  <a:pt x="8192" y="10649"/>
                </a:lnTo>
                <a:cubicBezTo>
                  <a:pt x="8192" y="10838"/>
                  <a:pt x="8035" y="10996"/>
                  <a:pt x="7877" y="10996"/>
                </a:cubicBezTo>
                <a:lnTo>
                  <a:pt x="2395" y="10996"/>
                </a:lnTo>
                <a:cubicBezTo>
                  <a:pt x="2206" y="10996"/>
                  <a:pt x="2049" y="10838"/>
                  <a:pt x="2049" y="10649"/>
                </a:cubicBezTo>
                <a:lnTo>
                  <a:pt x="2049" y="9609"/>
                </a:lnTo>
                <a:close/>
                <a:moveTo>
                  <a:pt x="2395" y="0"/>
                </a:moveTo>
                <a:cubicBezTo>
                  <a:pt x="1860" y="0"/>
                  <a:pt x="1387" y="473"/>
                  <a:pt x="1387" y="1040"/>
                </a:cubicBezTo>
                <a:lnTo>
                  <a:pt x="1387" y="4096"/>
                </a:lnTo>
                <a:lnTo>
                  <a:pt x="1009" y="4096"/>
                </a:lnTo>
                <a:cubicBezTo>
                  <a:pt x="473" y="4096"/>
                  <a:pt x="1" y="4569"/>
                  <a:pt x="1" y="5136"/>
                </a:cubicBezTo>
                <a:lnTo>
                  <a:pt x="1" y="5797"/>
                </a:lnTo>
                <a:cubicBezTo>
                  <a:pt x="1" y="6616"/>
                  <a:pt x="599" y="7341"/>
                  <a:pt x="1387" y="7498"/>
                </a:cubicBezTo>
                <a:lnTo>
                  <a:pt x="1387" y="10649"/>
                </a:lnTo>
                <a:cubicBezTo>
                  <a:pt x="1387" y="11185"/>
                  <a:pt x="1860" y="11657"/>
                  <a:pt x="2395" y="11657"/>
                </a:cubicBezTo>
                <a:lnTo>
                  <a:pt x="7877" y="11657"/>
                </a:lnTo>
                <a:cubicBezTo>
                  <a:pt x="8413" y="11657"/>
                  <a:pt x="8885" y="11185"/>
                  <a:pt x="8885" y="10649"/>
                </a:cubicBezTo>
                <a:lnTo>
                  <a:pt x="8885" y="5451"/>
                </a:lnTo>
                <a:cubicBezTo>
                  <a:pt x="9673" y="5293"/>
                  <a:pt x="10271" y="4569"/>
                  <a:pt x="10271" y="3749"/>
                </a:cubicBezTo>
                <a:lnTo>
                  <a:pt x="10271" y="3088"/>
                </a:lnTo>
                <a:cubicBezTo>
                  <a:pt x="10271" y="2521"/>
                  <a:pt x="9799" y="2048"/>
                  <a:pt x="9263" y="2048"/>
                </a:cubicBezTo>
                <a:lnTo>
                  <a:pt x="8885" y="2048"/>
                </a:lnTo>
                <a:lnTo>
                  <a:pt x="8885" y="1040"/>
                </a:lnTo>
                <a:cubicBezTo>
                  <a:pt x="8885" y="473"/>
                  <a:pt x="8413" y="0"/>
                  <a:pt x="787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21" name="Google Shape;16021;p84"/>
          <p:cNvGrpSpPr/>
          <p:nvPr/>
        </p:nvGrpSpPr>
        <p:grpSpPr>
          <a:xfrm>
            <a:off x="2915269" y="5125791"/>
            <a:ext cx="489284" cy="470357"/>
            <a:chOff x="-31889075" y="2658950"/>
            <a:chExt cx="302475" cy="290775"/>
          </a:xfrm>
        </p:grpSpPr>
        <p:sp>
          <p:nvSpPr>
            <p:cNvPr id="16022" name="Google Shape;16022;p84"/>
            <p:cNvSpPr/>
            <p:nvPr/>
          </p:nvSpPr>
          <p:spPr>
            <a:xfrm>
              <a:off x="-31889075" y="2658950"/>
              <a:ext cx="302475" cy="290775"/>
            </a:xfrm>
            <a:custGeom>
              <a:avLst/>
              <a:gdLst/>
              <a:ahLst/>
              <a:cxnLst/>
              <a:rect l="l" t="t" r="r" b="b"/>
              <a:pathLst>
                <a:path w="12099" h="11631" extrusionOk="0">
                  <a:moveTo>
                    <a:pt x="10555" y="712"/>
                  </a:moveTo>
                  <a:lnTo>
                    <a:pt x="11153" y="1310"/>
                  </a:lnTo>
                  <a:lnTo>
                    <a:pt x="10051" y="3138"/>
                  </a:lnTo>
                  <a:lnTo>
                    <a:pt x="8728" y="1814"/>
                  </a:lnTo>
                  <a:lnTo>
                    <a:pt x="10555" y="712"/>
                  </a:lnTo>
                  <a:close/>
                  <a:moveTo>
                    <a:pt x="8665" y="2696"/>
                  </a:moveTo>
                  <a:lnTo>
                    <a:pt x="9137" y="3169"/>
                  </a:lnTo>
                  <a:lnTo>
                    <a:pt x="7278" y="4996"/>
                  </a:lnTo>
                  <a:lnTo>
                    <a:pt x="6806" y="4524"/>
                  </a:lnTo>
                  <a:lnTo>
                    <a:pt x="8665" y="2696"/>
                  </a:lnTo>
                  <a:close/>
                  <a:moveTo>
                    <a:pt x="3022" y="640"/>
                  </a:moveTo>
                  <a:cubicBezTo>
                    <a:pt x="3549" y="640"/>
                    <a:pt x="4066" y="847"/>
                    <a:pt x="4443" y="1247"/>
                  </a:cubicBezTo>
                  <a:cubicBezTo>
                    <a:pt x="5010" y="1783"/>
                    <a:pt x="5199" y="2602"/>
                    <a:pt x="4915" y="3358"/>
                  </a:cubicBezTo>
                  <a:cubicBezTo>
                    <a:pt x="4884" y="3484"/>
                    <a:pt x="4915" y="3642"/>
                    <a:pt x="5010" y="3705"/>
                  </a:cubicBezTo>
                  <a:lnTo>
                    <a:pt x="8160" y="6855"/>
                  </a:lnTo>
                  <a:cubicBezTo>
                    <a:pt x="8208" y="6926"/>
                    <a:pt x="8308" y="6961"/>
                    <a:pt x="8409" y="6961"/>
                  </a:cubicBezTo>
                  <a:cubicBezTo>
                    <a:pt x="8442" y="6961"/>
                    <a:pt x="8476" y="6957"/>
                    <a:pt x="8507" y="6950"/>
                  </a:cubicBezTo>
                  <a:cubicBezTo>
                    <a:pt x="8741" y="6862"/>
                    <a:pt x="8981" y="6819"/>
                    <a:pt x="9217" y="6819"/>
                  </a:cubicBezTo>
                  <a:cubicBezTo>
                    <a:pt x="9743" y="6819"/>
                    <a:pt x="10248" y="7031"/>
                    <a:pt x="10618" y="7422"/>
                  </a:cubicBezTo>
                  <a:cubicBezTo>
                    <a:pt x="11153" y="7926"/>
                    <a:pt x="11342" y="8682"/>
                    <a:pt x="11153" y="9375"/>
                  </a:cubicBezTo>
                  <a:lnTo>
                    <a:pt x="10240" y="8493"/>
                  </a:lnTo>
                  <a:cubicBezTo>
                    <a:pt x="10035" y="8289"/>
                    <a:pt x="9767" y="8186"/>
                    <a:pt x="9503" y="8186"/>
                  </a:cubicBezTo>
                  <a:cubicBezTo>
                    <a:pt x="9240" y="8186"/>
                    <a:pt x="8980" y="8289"/>
                    <a:pt x="8791" y="8493"/>
                  </a:cubicBezTo>
                  <a:cubicBezTo>
                    <a:pt x="8381" y="8871"/>
                    <a:pt x="8381" y="9533"/>
                    <a:pt x="8791" y="9943"/>
                  </a:cubicBezTo>
                  <a:lnTo>
                    <a:pt x="9673" y="10856"/>
                  </a:lnTo>
                  <a:cubicBezTo>
                    <a:pt x="9498" y="10904"/>
                    <a:pt x="9318" y="10928"/>
                    <a:pt x="9140" y="10928"/>
                  </a:cubicBezTo>
                  <a:cubicBezTo>
                    <a:pt x="8614" y="10928"/>
                    <a:pt x="8096" y="10721"/>
                    <a:pt x="7719" y="10321"/>
                  </a:cubicBezTo>
                  <a:cubicBezTo>
                    <a:pt x="7152" y="9785"/>
                    <a:pt x="6963" y="8966"/>
                    <a:pt x="7247" y="8210"/>
                  </a:cubicBezTo>
                  <a:cubicBezTo>
                    <a:pt x="7278" y="8084"/>
                    <a:pt x="7247" y="7926"/>
                    <a:pt x="7152" y="7863"/>
                  </a:cubicBezTo>
                  <a:lnTo>
                    <a:pt x="4002" y="4713"/>
                  </a:lnTo>
                  <a:cubicBezTo>
                    <a:pt x="3960" y="4629"/>
                    <a:pt x="3876" y="4587"/>
                    <a:pt x="3787" y="4587"/>
                  </a:cubicBezTo>
                  <a:cubicBezTo>
                    <a:pt x="3743" y="4587"/>
                    <a:pt x="3697" y="4597"/>
                    <a:pt x="3655" y="4618"/>
                  </a:cubicBezTo>
                  <a:cubicBezTo>
                    <a:pt x="3421" y="4706"/>
                    <a:pt x="3181" y="4749"/>
                    <a:pt x="2945" y="4749"/>
                  </a:cubicBezTo>
                  <a:cubicBezTo>
                    <a:pt x="2419" y="4749"/>
                    <a:pt x="1914" y="4537"/>
                    <a:pt x="1544" y="4146"/>
                  </a:cubicBezTo>
                  <a:cubicBezTo>
                    <a:pt x="1009" y="3642"/>
                    <a:pt x="820" y="2885"/>
                    <a:pt x="1009" y="2192"/>
                  </a:cubicBezTo>
                  <a:lnTo>
                    <a:pt x="1009" y="2192"/>
                  </a:lnTo>
                  <a:lnTo>
                    <a:pt x="1922" y="3075"/>
                  </a:lnTo>
                  <a:cubicBezTo>
                    <a:pt x="2127" y="3279"/>
                    <a:pt x="2395" y="3382"/>
                    <a:pt x="2659" y="3382"/>
                  </a:cubicBezTo>
                  <a:cubicBezTo>
                    <a:pt x="2923" y="3382"/>
                    <a:pt x="3183" y="3279"/>
                    <a:pt x="3372" y="3075"/>
                  </a:cubicBezTo>
                  <a:cubicBezTo>
                    <a:pt x="3781" y="2696"/>
                    <a:pt x="3781" y="2035"/>
                    <a:pt x="3372" y="1625"/>
                  </a:cubicBezTo>
                  <a:lnTo>
                    <a:pt x="2490" y="712"/>
                  </a:lnTo>
                  <a:cubicBezTo>
                    <a:pt x="2665" y="664"/>
                    <a:pt x="2844" y="640"/>
                    <a:pt x="3022" y="640"/>
                  </a:cubicBezTo>
                  <a:close/>
                  <a:moveTo>
                    <a:pt x="4380" y="6036"/>
                  </a:moveTo>
                  <a:lnTo>
                    <a:pt x="5829" y="7485"/>
                  </a:lnTo>
                  <a:lnTo>
                    <a:pt x="2679" y="10636"/>
                  </a:lnTo>
                  <a:cubicBezTo>
                    <a:pt x="2474" y="10840"/>
                    <a:pt x="2206" y="10943"/>
                    <a:pt x="1942" y="10943"/>
                  </a:cubicBezTo>
                  <a:cubicBezTo>
                    <a:pt x="1678" y="10943"/>
                    <a:pt x="1418" y="10840"/>
                    <a:pt x="1229" y="10636"/>
                  </a:cubicBezTo>
                  <a:cubicBezTo>
                    <a:pt x="820" y="10226"/>
                    <a:pt x="820" y="9596"/>
                    <a:pt x="1229" y="9186"/>
                  </a:cubicBezTo>
                  <a:lnTo>
                    <a:pt x="4380" y="6036"/>
                  </a:lnTo>
                  <a:close/>
                  <a:moveTo>
                    <a:pt x="2915" y="1"/>
                  </a:moveTo>
                  <a:cubicBezTo>
                    <a:pt x="2465" y="1"/>
                    <a:pt x="2014" y="112"/>
                    <a:pt x="1607" y="334"/>
                  </a:cubicBezTo>
                  <a:cubicBezTo>
                    <a:pt x="1544" y="365"/>
                    <a:pt x="1450" y="491"/>
                    <a:pt x="1450" y="554"/>
                  </a:cubicBezTo>
                  <a:cubicBezTo>
                    <a:pt x="1450" y="680"/>
                    <a:pt x="1481" y="775"/>
                    <a:pt x="1544" y="838"/>
                  </a:cubicBezTo>
                  <a:lnTo>
                    <a:pt x="2836" y="2129"/>
                  </a:lnTo>
                  <a:cubicBezTo>
                    <a:pt x="2962" y="2255"/>
                    <a:pt x="2962" y="2507"/>
                    <a:pt x="2836" y="2602"/>
                  </a:cubicBezTo>
                  <a:cubicBezTo>
                    <a:pt x="2773" y="2665"/>
                    <a:pt x="2686" y="2696"/>
                    <a:pt x="2600" y="2696"/>
                  </a:cubicBezTo>
                  <a:cubicBezTo>
                    <a:pt x="2513" y="2696"/>
                    <a:pt x="2427" y="2665"/>
                    <a:pt x="2364" y="2602"/>
                  </a:cubicBezTo>
                  <a:lnTo>
                    <a:pt x="1072" y="1310"/>
                  </a:lnTo>
                  <a:cubicBezTo>
                    <a:pt x="1001" y="1239"/>
                    <a:pt x="912" y="1204"/>
                    <a:pt x="846" y="1204"/>
                  </a:cubicBezTo>
                  <a:cubicBezTo>
                    <a:pt x="824" y="1204"/>
                    <a:pt x="804" y="1208"/>
                    <a:pt x="788" y="1216"/>
                  </a:cubicBezTo>
                  <a:cubicBezTo>
                    <a:pt x="662" y="1216"/>
                    <a:pt x="599" y="1310"/>
                    <a:pt x="536" y="1373"/>
                  </a:cubicBezTo>
                  <a:cubicBezTo>
                    <a:pt x="1" y="2413"/>
                    <a:pt x="127" y="3736"/>
                    <a:pt x="1009" y="4618"/>
                  </a:cubicBezTo>
                  <a:cubicBezTo>
                    <a:pt x="1549" y="5135"/>
                    <a:pt x="2230" y="5407"/>
                    <a:pt x="2934" y="5407"/>
                  </a:cubicBezTo>
                  <a:cubicBezTo>
                    <a:pt x="3173" y="5407"/>
                    <a:pt x="3415" y="5375"/>
                    <a:pt x="3655" y="5311"/>
                  </a:cubicBezTo>
                  <a:lnTo>
                    <a:pt x="3907" y="5563"/>
                  </a:lnTo>
                  <a:lnTo>
                    <a:pt x="757" y="8714"/>
                  </a:lnTo>
                  <a:cubicBezTo>
                    <a:pt x="64" y="9344"/>
                    <a:pt x="64" y="10447"/>
                    <a:pt x="757" y="11108"/>
                  </a:cubicBezTo>
                  <a:cubicBezTo>
                    <a:pt x="1088" y="11455"/>
                    <a:pt x="1521" y="11628"/>
                    <a:pt x="1954" y="11628"/>
                  </a:cubicBezTo>
                  <a:cubicBezTo>
                    <a:pt x="2387" y="11628"/>
                    <a:pt x="2820" y="11455"/>
                    <a:pt x="3151" y="11108"/>
                  </a:cubicBezTo>
                  <a:lnTo>
                    <a:pt x="6302" y="7958"/>
                  </a:lnTo>
                  <a:lnTo>
                    <a:pt x="6522" y="8210"/>
                  </a:lnTo>
                  <a:cubicBezTo>
                    <a:pt x="6302" y="9155"/>
                    <a:pt x="6522" y="10132"/>
                    <a:pt x="7247" y="10825"/>
                  </a:cubicBezTo>
                  <a:cubicBezTo>
                    <a:pt x="7765" y="11362"/>
                    <a:pt x="8469" y="11630"/>
                    <a:pt x="9169" y="11630"/>
                  </a:cubicBezTo>
                  <a:cubicBezTo>
                    <a:pt x="9618" y="11630"/>
                    <a:pt x="10066" y="11519"/>
                    <a:pt x="10460" y="11297"/>
                  </a:cubicBezTo>
                  <a:cubicBezTo>
                    <a:pt x="10555" y="11266"/>
                    <a:pt x="10618" y="11140"/>
                    <a:pt x="10618" y="11077"/>
                  </a:cubicBezTo>
                  <a:cubicBezTo>
                    <a:pt x="10618" y="11014"/>
                    <a:pt x="10586" y="10888"/>
                    <a:pt x="10555" y="10793"/>
                  </a:cubicBezTo>
                  <a:lnTo>
                    <a:pt x="9263" y="9501"/>
                  </a:lnTo>
                  <a:cubicBezTo>
                    <a:pt x="9137" y="9375"/>
                    <a:pt x="9137" y="9155"/>
                    <a:pt x="9263" y="9029"/>
                  </a:cubicBezTo>
                  <a:cubicBezTo>
                    <a:pt x="9310" y="8966"/>
                    <a:pt x="9397" y="8934"/>
                    <a:pt x="9488" y="8934"/>
                  </a:cubicBezTo>
                  <a:cubicBezTo>
                    <a:pt x="9578" y="8934"/>
                    <a:pt x="9673" y="8966"/>
                    <a:pt x="9736" y="9029"/>
                  </a:cubicBezTo>
                  <a:lnTo>
                    <a:pt x="11027" y="10321"/>
                  </a:lnTo>
                  <a:cubicBezTo>
                    <a:pt x="11075" y="10392"/>
                    <a:pt x="11157" y="10427"/>
                    <a:pt x="11236" y="10427"/>
                  </a:cubicBezTo>
                  <a:cubicBezTo>
                    <a:pt x="11262" y="10427"/>
                    <a:pt x="11287" y="10423"/>
                    <a:pt x="11311" y="10415"/>
                  </a:cubicBezTo>
                  <a:cubicBezTo>
                    <a:pt x="11405" y="10415"/>
                    <a:pt x="11500" y="10321"/>
                    <a:pt x="11532" y="10258"/>
                  </a:cubicBezTo>
                  <a:cubicBezTo>
                    <a:pt x="12099" y="9218"/>
                    <a:pt x="11973" y="7895"/>
                    <a:pt x="11059" y="7013"/>
                  </a:cubicBezTo>
                  <a:cubicBezTo>
                    <a:pt x="10542" y="6496"/>
                    <a:pt x="9850" y="6224"/>
                    <a:pt x="9139" y="6224"/>
                  </a:cubicBezTo>
                  <a:cubicBezTo>
                    <a:pt x="8897" y="6224"/>
                    <a:pt x="8653" y="6255"/>
                    <a:pt x="8413" y="6320"/>
                  </a:cubicBezTo>
                  <a:lnTo>
                    <a:pt x="7719" y="5595"/>
                  </a:lnTo>
                  <a:lnTo>
                    <a:pt x="9578" y="3736"/>
                  </a:lnTo>
                  <a:lnTo>
                    <a:pt x="9799" y="3988"/>
                  </a:lnTo>
                  <a:cubicBezTo>
                    <a:pt x="9867" y="4056"/>
                    <a:pt x="9958" y="4089"/>
                    <a:pt x="10051" y="4089"/>
                  </a:cubicBezTo>
                  <a:cubicBezTo>
                    <a:pt x="10172" y="4089"/>
                    <a:pt x="10294" y="4032"/>
                    <a:pt x="10366" y="3925"/>
                  </a:cubicBezTo>
                  <a:lnTo>
                    <a:pt x="11815" y="1499"/>
                  </a:lnTo>
                  <a:cubicBezTo>
                    <a:pt x="11878" y="1373"/>
                    <a:pt x="11878" y="1184"/>
                    <a:pt x="11784" y="1090"/>
                  </a:cubicBezTo>
                  <a:lnTo>
                    <a:pt x="10775" y="82"/>
                  </a:lnTo>
                  <a:cubicBezTo>
                    <a:pt x="10723" y="30"/>
                    <a:pt x="10652" y="6"/>
                    <a:pt x="10573" y="6"/>
                  </a:cubicBezTo>
                  <a:cubicBezTo>
                    <a:pt x="10507" y="6"/>
                    <a:pt x="10437" y="22"/>
                    <a:pt x="10366" y="50"/>
                  </a:cubicBezTo>
                  <a:lnTo>
                    <a:pt x="7940" y="1499"/>
                  </a:lnTo>
                  <a:cubicBezTo>
                    <a:pt x="7751" y="1625"/>
                    <a:pt x="7719" y="1909"/>
                    <a:pt x="7877" y="2066"/>
                  </a:cubicBezTo>
                  <a:lnTo>
                    <a:pt x="8097" y="2287"/>
                  </a:lnTo>
                  <a:lnTo>
                    <a:pt x="6270" y="4146"/>
                  </a:lnTo>
                  <a:lnTo>
                    <a:pt x="5546" y="3421"/>
                  </a:lnTo>
                  <a:cubicBezTo>
                    <a:pt x="5798" y="2476"/>
                    <a:pt x="5546" y="1499"/>
                    <a:pt x="4852" y="806"/>
                  </a:cubicBezTo>
                  <a:cubicBezTo>
                    <a:pt x="4315" y="269"/>
                    <a:pt x="3615" y="1"/>
                    <a:pt x="29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23" name="Google Shape;16023;p84"/>
            <p:cNvSpPr/>
            <p:nvPr/>
          </p:nvSpPr>
          <p:spPr>
            <a:xfrm>
              <a:off x="-31838650" y="2838200"/>
              <a:ext cx="70100" cy="68550"/>
            </a:xfrm>
            <a:custGeom>
              <a:avLst/>
              <a:gdLst/>
              <a:ahLst/>
              <a:cxnLst/>
              <a:rect l="l" t="t" r="r" b="b"/>
              <a:pathLst>
                <a:path w="2804" h="2742" extrusionOk="0">
                  <a:moveTo>
                    <a:pt x="2430" y="0"/>
                  </a:moveTo>
                  <a:cubicBezTo>
                    <a:pt x="2339" y="0"/>
                    <a:pt x="2253" y="32"/>
                    <a:pt x="2205" y="95"/>
                  </a:cubicBezTo>
                  <a:lnTo>
                    <a:pt x="95" y="2174"/>
                  </a:lnTo>
                  <a:cubicBezTo>
                    <a:pt x="0" y="2300"/>
                    <a:pt x="0" y="2521"/>
                    <a:pt x="95" y="2647"/>
                  </a:cubicBezTo>
                  <a:cubicBezTo>
                    <a:pt x="158" y="2710"/>
                    <a:pt x="236" y="2741"/>
                    <a:pt x="319" y="2741"/>
                  </a:cubicBezTo>
                  <a:cubicBezTo>
                    <a:pt x="402" y="2741"/>
                    <a:pt x="488" y="2710"/>
                    <a:pt x="567" y="2647"/>
                  </a:cubicBezTo>
                  <a:lnTo>
                    <a:pt x="2678" y="567"/>
                  </a:lnTo>
                  <a:cubicBezTo>
                    <a:pt x="2804" y="441"/>
                    <a:pt x="2804" y="221"/>
                    <a:pt x="2678" y="95"/>
                  </a:cubicBezTo>
                  <a:cubicBezTo>
                    <a:pt x="2615" y="32"/>
                    <a:pt x="2520" y="0"/>
                    <a:pt x="24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24" name="Google Shape;16024;p84"/>
          <p:cNvSpPr/>
          <p:nvPr/>
        </p:nvSpPr>
        <p:spPr>
          <a:xfrm>
            <a:off x="5299436" y="4511043"/>
            <a:ext cx="475251" cy="472744"/>
          </a:xfrm>
          <a:custGeom>
            <a:avLst/>
            <a:gdLst/>
            <a:ahLst/>
            <a:cxnLst/>
            <a:rect l="l" t="t" r="r" b="b"/>
            <a:pathLst>
              <a:path w="11752" h="11690" extrusionOk="0">
                <a:moveTo>
                  <a:pt x="5923" y="694"/>
                </a:moveTo>
                <a:cubicBezTo>
                  <a:pt x="6490" y="694"/>
                  <a:pt x="6963" y="1166"/>
                  <a:pt x="6963" y="1765"/>
                </a:cubicBezTo>
                <a:cubicBezTo>
                  <a:pt x="6963" y="2332"/>
                  <a:pt x="6490" y="2805"/>
                  <a:pt x="5923" y="2805"/>
                </a:cubicBezTo>
                <a:cubicBezTo>
                  <a:pt x="5325" y="2805"/>
                  <a:pt x="4852" y="2332"/>
                  <a:pt x="4852" y="1765"/>
                </a:cubicBezTo>
                <a:cubicBezTo>
                  <a:pt x="4852" y="1229"/>
                  <a:pt x="5325" y="694"/>
                  <a:pt x="5923" y="694"/>
                </a:cubicBezTo>
                <a:close/>
                <a:moveTo>
                  <a:pt x="2489" y="3466"/>
                </a:moveTo>
                <a:cubicBezTo>
                  <a:pt x="2678" y="3466"/>
                  <a:pt x="2836" y="3624"/>
                  <a:pt x="2836" y="3813"/>
                </a:cubicBezTo>
                <a:lnTo>
                  <a:pt x="2836" y="4916"/>
                </a:lnTo>
                <a:cubicBezTo>
                  <a:pt x="2678" y="4947"/>
                  <a:pt x="2584" y="5042"/>
                  <a:pt x="2458" y="5168"/>
                </a:cubicBezTo>
                <a:cubicBezTo>
                  <a:pt x="2363" y="5231"/>
                  <a:pt x="2300" y="5357"/>
                  <a:pt x="2237" y="5420"/>
                </a:cubicBezTo>
                <a:cubicBezTo>
                  <a:pt x="2174" y="5357"/>
                  <a:pt x="2143" y="5262"/>
                  <a:pt x="2143" y="5199"/>
                </a:cubicBezTo>
                <a:lnTo>
                  <a:pt x="2143" y="3813"/>
                </a:lnTo>
                <a:cubicBezTo>
                  <a:pt x="2143" y="3624"/>
                  <a:pt x="2300" y="3466"/>
                  <a:pt x="2489" y="3466"/>
                </a:cubicBezTo>
                <a:close/>
                <a:moveTo>
                  <a:pt x="9326" y="3466"/>
                </a:moveTo>
                <a:cubicBezTo>
                  <a:pt x="9546" y="3466"/>
                  <a:pt x="9704" y="3624"/>
                  <a:pt x="9704" y="3813"/>
                </a:cubicBezTo>
                <a:lnTo>
                  <a:pt x="9704" y="5199"/>
                </a:lnTo>
                <a:cubicBezTo>
                  <a:pt x="9704" y="5262"/>
                  <a:pt x="9641" y="5357"/>
                  <a:pt x="9578" y="5420"/>
                </a:cubicBezTo>
                <a:cubicBezTo>
                  <a:pt x="9546" y="5294"/>
                  <a:pt x="9452" y="5231"/>
                  <a:pt x="9389" y="5168"/>
                </a:cubicBezTo>
                <a:cubicBezTo>
                  <a:pt x="9263" y="5042"/>
                  <a:pt x="9137" y="4947"/>
                  <a:pt x="8979" y="4916"/>
                </a:cubicBezTo>
                <a:lnTo>
                  <a:pt x="8979" y="3813"/>
                </a:lnTo>
                <a:cubicBezTo>
                  <a:pt x="9011" y="3624"/>
                  <a:pt x="9168" y="3466"/>
                  <a:pt x="9326" y="3466"/>
                </a:cubicBezTo>
                <a:close/>
                <a:moveTo>
                  <a:pt x="5923" y="3466"/>
                </a:moveTo>
                <a:cubicBezTo>
                  <a:pt x="6900" y="3466"/>
                  <a:pt x="7814" y="4096"/>
                  <a:pt x="8160" y="4947"/>
                </a:cubicBezTo>
                <a:cubicBezTo>
                  <a:pt x="8066" y="5010"/>
                  <a:pt x="8003" y="5042"/>
                  <a:pt x="7971" y="5105"/>
                </a:cubicBezTo>
                <a:lnTo>
                  <a:pt x="6081" y="6963"/>
                </a:lnTo>
                <a:cubicBezTo>
                  <a:pt x="6018" y="6995"/>
                  <a:pt x="5955" y="7089"/>
                  <a:pt x="5923" y="7152"/>
                </a:cubicBezTo>
                <a:cubicBezTo>
                  <a:pt x="5860" y="7089"/>
                  <a:pt x="5797" y="7026"/>
                  <a:pt x="5766" y="6963"/>
                </a:cubicBezTo>
                <a:lnTo>
                  <a:pt x="3876" y="5105"/>
                </a:lnTo>
                <a:cubicBezTo>
                  <a:pt x="3781" y="5042"/>
                  <a:pt x="3750" y="5010"/>
                  <a:pt x="3655" y="4947"/>
                </a:cubicBezTo>
                <a:cubicBezTo>
                  <a:pt x="4033" y="4096"/>
                  <a:pt x="4915" y="3466"/>
                  <a:pt x="5923" y="3466"/>
                </a:cubicBezTo>
                <a:close/>
                <a:moveTo>
                  <a:pt x="10744" y="2049"/>
                </a:moveTo>
                <a:cubicBezTo>
                  <a:pt x="10964" y="2049"/>
                  <a:pt x="11122" y="2206"/>
                  <a:pt x="11122" y="2395"/>
                </a:cubicBezTo>
                <a:lnTo>
                  <a:pt x="11122" y="6144"/>
                </a:lnTo>
                <a:lnTo>
                  <a:pt x="11059" y="6144"/>
                </a:lnTo>
                <a:cubicBezTo>
                  <a:pt x="11059" y="6333"/>
                  <a:pt x="11027" y="6491"/>
                  <a:pt x="10901" y="6648"/>
                </a:cubicBezTo>
                <a:lnTo>
                  <a:pt x="9263" y="9421"/>
                </a:lnTo>
                <a:cubicBezTo>
                  <a:pt x="9105" y="9673"/>
                  <a:pt x="9011" y="9956"/>
                  <a:pt x="9011" y="10271"/>
                </a:cubicBezTo>
                <a:lnTo>
                  <a:pt x="9011" y="10933"/>
                </a:lnTo>
                <a:lnTo>
                  <a:pt x="6270" y="10933"/>
                </a:lnTo>
                <a:lnTo>
                  <a:pt x="6270" y="8097"/>
                </a:lnTo>
                <a:cubicBezTo>
                  <a:pt x="6270" y="7845"/>
                  <a:pt x="6396" y="7593"/>
                  <a:pt x="6585" y="7404"/>
                </a:cubicBezTo>
                <a:lnTo>
                  <a:pt x="8475" y="5546"/>
                </a:lnTo>
                <a:cubicBezTo>
                  <a:pt x="8538" y="5483"/>
                  <a:pt x="8625" y="5451"/>
                  <a:pt x="8712" y="5451"/>
                </a:cubicBezTo>
                <a:cubicBezTo>
                  <a:pt x="8798" y="5451"/>
                  <a:pt x="8885" y="5483"/>
                  <a:pt x="8948" y="5546"/>
                </a:cubicBezTo>
                <a:cubicBezTo>
                  <a:pt x="9074" y="5672"/>
                  <a:pt x="9074" y="5892"/>
                  <a:pt x="8948" y="6018"/>
                </a:cubicBezTo>
                <a:lnTo>
                  <a:pt x="7751" y="7215"/>
                </a:lnTo>
                <a:cubicBezTo>
                  <a:pt x="7656" y="7310"/>
                  <a:pt x="7656" y="7562"/>
                  <a:pt x="7751" y="7656"/>
                </a:cubicBezTo>
                <a:cubicBezTo>
                  <a:pt x="7814" y="7719"/>
                  <a:pt x="7908" y="7751"/>
                  <a:pt x="7999" y="7751"/>
                </a:cubicBezTo>
                <a:cubicBezTo>
                  <a:pt x="8089" y="7751"/>
                  <a:pt x="8176" y="7719"/>
                  <a:pt x="8223" y="7656"/>
                </a:cubicBezTo>
                <a:lnTo>
                  <a:pt x="10082" y="5829"/>
                </a:lnTo>
                <a:cubicBezTo>
                  <a:pt x="10271" y="5609"/>
                  <a:pt x="10397" y="5388"/>
                  <a:pt x="10397" y="5105"/>
                </a:cubicBezTo>
                <a:lnTo>
                  <a:pt x="10397" y="2395"/>
                </a:lnTo>
                <a:cubicBezTo>
                  <a:pt x="10397" y="2206"/>
                  <a:pt x="10555" y="2049"/>
                  <a:pt x="10744" y="2049"/>
                </a:cubicBezTo>
                <a:close/>
                <a:moveTo>
                  <a:pt x="1103" y="2080"/>
                </a:moveTo>
                <a:cubicBezTo>
                  <a:pt x="1292" y="2080"/>
                  <a:pt x="1450" y="2238"/>
                  <a:pt x="1450" y="2427"/>
                </a:cubicBezTo>
                <a:lnTo>
                  <a:pt x="1450" y="5168"/>
                </a:lnTo>
                <a:cubicBezTo>
                  <a:pt x="1450" y="5420"/>
                  <a:pt x="1576" y="5672"/>
                  <a:pt x="1796" y="5861"/>
                </a:cubicBezTo>
                <a:lnTo>
                  <a:pt x="3624" y="7719"/>
                </a:lnTo>
                <a:cubicBezTo>
                  <a:pt x="3687" y="7782"/>
                  <a:pt x="3781" y="7814"/>
                  <a:pt x="3872" y="7814"/>
                </a:cubicBezTo>
                <a:cubicBezTo>
                  <a:pt x="3962" y="7814"/>
                  <a:pt x="4049" y="7782"/>
                  <a:pt x="4096" y="7719"/>
                </a:cubicBezTo>
                <a:cubicBezTo>
                  <a:pt x="4222" y="7593"/>
                  <a:pt x="4222" y="7373"/>
                  <a:pt x="4096" y="7247"/>
                </a:cubicBezTo>
                <a:lnTo>
                  <a:pt x="2930" y="6050"/>
                </a:lnTo>
                <a:cubicBezTo>
                  <a:pt x="2804" y="5955"/>
                  <a:pt x="2804" y="5703"/>
                  <a:pt x="2930" y="5577"/>
                </a:cubicBezTo>
                <a:cubicBezTo>
                  <a:pt x="2978" y="5530"/>
                  <a:pt x="3064" y="5506"/>
                  <a:pt x="3155" y="5506"/>
                </a:cubicBezTo>
                <a:cubicBezTo>
                  <a:pt x="3245" y="5506"/>
                  <a:pt x="3340" y="5530"/>
                  <a:pt x="3403" y="5577"/>
                </a:cubicBezTo>
                <a:lnTo>
                  <a:pt x="5293" y="7436"/>
                </a:lnTo>
                <a:cubicBezTo>
                  <a:pt x="5482" y="7625"/>
                  <a:pt x="5608" y="7877"/>
                  <a:pt x="5608" y="8161"/>
                </a:cubicBezTo>
                <a:lnTo>
                  <a:pt x="5608" y="10996"/>
                </a:lnTo>
                <a:lnTo>
                  <a:pt x="2836" y="10996"/>
                </a:lnTo>
                <a:lnTo>
                  <a:pt x="2836" y="10303"/>
                </a:lnTo>
                <a:cubicBezTo>
                  <a:pt x="2804" y="10051"/>
                  <a:pt x="2710" y="9736"/>
                  <a:pt x="2552" y="9452"/>
                </a:cubicBezTo>
                <a:lnTo>
                  <a:pt x="914" y="6680"/>
                </a:lnTo>
                <a:cubicBezTo>
                  <a:pt x="851" y="6522"/>
                  <a:pt x="757" y="6333"/>
                  <a:pt x="757" y="6176"/>
                </a:cubicBezTo>
                <a:lnTo>
                  <a:pt x="757" y="2427"/>
                </a:lnTo>
                <a:cubicBezTo>
                  <a:pt x="757" y="2238"/>
                  <a:pt x="914" y="2080"/>
                  <a:pt x="1103" y="2080"/>
                </a:cubicBezTo>
                <a:close/>
                <a:moveTo>
                  <a:pt x="5860" y="1"/>
                </a:moveTo>
                <a:cubicBezTo>
                  <a:pt x="4915" y="1"/>
                  <a:pt x="4128" y="788"/>
                  <a:pt x="4128" y="1734"/>
                </a:cubicBezTo>
                <a:cubicBezTo>
                  <a:pt x="4128" y="2206"/>
                  <a:pt x="4348" y="2647"/>
                  <a:pt x="4695" y="2994"/>
                </a:cubicBezTo>
                <a:cubicBezTo>
                  <a:pt x="4411" y="3120"/>
                  <a:pt x="4191" y="3214"/>
                  <a:pt x="3939" y="3435"/>
                </a:cubicBezTo>
                <a:cubicBezTo>
                  <a:pt x="3750" y="3592"/>
                  <a:pt x="3592" y="3750"/>
                  <a:pt x="3435" y="3939"/>
                </a:cubicBezTo>
                <a:lnTo>
                  <a:pt x="3435" y="3813"/>
                </a:lnTo>
                <a:cubicBezTo>
                  <a:pt x="3435" y="3246"/>
                  <a:pt x="2962" y="2805"/>
                  <a:pt x="2395" y="2805"/>
                </a:cubicBezTo>
                <a:cubicBezTo>
                  <a:pt x="2300" y="2805"/>
                  <a:pt x="2174" y="2836"/>
                  <a:pt x="2048" y="2836"/>
                </a:cubicBezTo>
                <a:lnTo>
                  <a:pt x="2048" y="2427"/>
                </a:lnTo>
                <a:cubicBezTo>
                  <a:pt x="2048" y="1891"/>
                  <a:pt x="1576" y="1418"/>
                  <a:pt x="1040" y="1418"/>
                </a:cubicBezTo>
                <a:cubicBezTo>
                  <a:pt x="473" y="1418"/>
                  <a:pt x="0" y="1891"/>
                  <a:pt x="0" y="2427"/>
                </a:cubicBezTo>
                <a:lnTo>
                  <a:pt x="0" y="6176"/>
                </a:lnTo>
                <a:cubicBezTo>
                  <a:pt x="0" y="6491"/>
                  <a:pt x="95" y="6806"/>
                  <a:pt x="253" y="7026"/>
                </a:cubicBezTo>
                <a:lnTo>
                  <a:pt x="1891" y="9799"/>
                </a:lnTo>
                <a:cubicBezTo>
                  <a:pt x="1985" y="9956"/>
                  <a:pt x="2048" y="10145"/>
                  <a:pt x="2048" y="10303"/>
                </a:cubicBezTo>
                <a:lnTo>
                  <a:pt x="2048" y="11342"/>
                </a:lnTo>
                <a:cubicBezTo>
                  <a:pt x="2048" y="11532"/>
                  <a:pt x="2206" y="11689"/>
                  <a:pt x="2395" y="11689"/>
                </a:cubicBezTo>
                <a:lnTo>
                  <a:pt x="9294" y="11689"/>
                </a:lnTo>
                <a:cubicBezTo>
                  <a:pt x="9483" y="11689"/>
                  <a:pt x="9641" y="11532"/>
                  <a:pt x="9641" y="11342"/>
                </a:cubicBezTo>
                <a:lnTo>
                  <a:pt x="9641" y="10303"/>
                </a:lnTo>
                <a:cubicBezTo>
                  <a:pt x="9641" y="10114"/>
                  <a:pt x="9704" y="9956"/>
                  <a:pt x="9799" y="9799"/>
                </a:cubicBezTo>
                <a:lnTo>
                  <a:pt x="11468" y="7026"/>
                </a:lnTo>
                <a:cubicBezTo>
                  <a:pt x="11626" y="6774"/>
                  <a:pt x="11689" y="6491"/>
                  <a:pt x="11689" y="6176"/>
                </a:cubicBezTo>
                <a:lnTo>
                  <a:pt x="11689" y="2427"/>
                </a:lnTo>
                <a:cubicBezTo>
                  <a:pt x="11752" y="1891"/>
                  <a:pt x="11279" y="1418"/>
                  <a:pt x="10712" y="1418"/>
                </a:cubicBezTo>
                <a:cubicBezTo>
                  <a:pt x="10177" y="1418"/>
                  <a:pt x="9704" y="1891"/>
                  <a:pt x="9704" y="2427"/>
                </a:cubicBezTo>
                <a:lnTo>
                  <a:pt x="9704" y="2836"/>
                </a:lnTo>
                <a:cubicBezTo>
                  <a:pt x="9578" y="2805"/>
                  <a:pt x="9452" y="2805"/>
                  <a:pt x="9326" y="2805"/>
                </a:cubicBezTo>
                <a:cubicBezTo>
                  <a:pt x="8790" y="2805"/>
                  <a:pt x="8318" y="3246"/>
                  <a:pt x="8318" y="3813"/>
                </a:cubicBezTo>
                <a:lnTo>
                  <a:pt x="8318" y="3939"/>
                </a:lnTo>
                <a:cubicBezTo>
                  <a:pt x="8160" y="3750"/>
                  <a:pt x="8003" y="3592"/>
                  <a:pt x="7814" y="3435"/>
                </a:cubicBezTo>
                <a:cubicBezTo>
                  <a:pt x="7562" y="3246"/>
                  <a:pt x="7341" y="3088"/>
                  <a:pt x="7058" y="2994"/>
                </a:cubicBezTo>
                <a:cubicBezTo>
                  <a:pt x="7404" y="2647"/>
                  <a:pt x="7593" y="2206"/>
                  <a:pt x="7593" y="1734"/>
                </a:cubicBezTo>
                <a:cubicBezTo>
                  <a:pt x="7593" y="788"/>
                  <a:pt x="6806" y="1"/>
                  <a:pt x="58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25" name="Google Shape;16025;p84"/>
          <p:cNvGrpSpPr/>
          <p:nvPr/>
        </p:nvGrpSpPr>
        <p:grpSpPr>
          <a:xfrm>
            <a:off x="2329895" y="2046095"/>
            <a:ext cx="472703" cy="473997"/>
            <a:chOff x="-35136450" y="1912725"/>
            <a:chExt cx="292225" cy="293025"/>
          </a:xfrm>
        </p:grpSpPr>
        <p:sp>
          <p:nvSpPr>
            <p:cNvPr id="16026" name="Google Shape;16026;p84"/>
            <p:cNvSpPr/>
            <p:nvPr/>
          </p:nvSpPr>
          <p:spPr>
            <a:xfrm>
              <a:off x="-35136450" y="2050575"/>
              <a:ext cx="155975" cy="155175"/>
            </a:xfrm>
            <a:custGeom>
              <a:avLst/>
              <a:gdLst/>
              <a:ahLst/>
              <a:cxnLst/>
              <a:rect l="l" t="t" r="r" b="b"/>
              <a:pathLst>
                <a:path w="6239" h="6207" extrusionOk="0">
                  <a:moveTo>
                    <a:pt x="3120" y="693"/>
                  </a:moveTo>
                  <a:cubicBezTo>
                    <a:pt x="3718" y="693"/>
                    <a:pt x="4191" y="1166"/>
                    <a:pt x="4191" y="1702"/>
                  </a:cubicBezTo>
                  <a:cubicBezTo>
                    <a:pt x="4191" y="2269"/>
                    <a:pt x="3718" y="2741"/>
                    <a:pt x="3120" y="2741"/>
                  </a:cubicBezTo>
                  <a:cubicBezTo>
                    <a:pt x="2521" y="2741"/>
                    <a:pt x="2049" y="2269"/>
                    <a:pt x="2049" y="1702"/>
                  </a:cubicBezTo>
                  <a:cubicBezTo>
                    <a:pt x="2049" y="1166"/>
                    <a:pt x="2521" y="693"/>
                    <a:pt x="3120" y="693"/>
                  </a:cubicBezTo>
                  <a:close/>
                  <a:moveTo>
                    <a:pt x="3120" y="3434"/>
                  </a:moveTo>
                  <a:cubicBezTo>
                    <a:pt x="4348" y="3434"/>
                    <a:pt x="5357" y="4348"/>
                    <a:pt x="5514" y="5514"/>
                  </a:cubicBezTo>
                  <a:lnTo>
                    <a:pt x="757" y="5514"/>
                  </a:lnTo>
                  <a:cubicBezTo>
                    <a:pt x="883" y="4348"/>
                    <a:pt x="1891" y="3434"/>
                    <a:pt x="3120" y="3434"/>
                  </a:cubicBezTo>
                  <a:close/>
                  <a:moveTo>
                    <a:pt x="3120" y="0"/>
                  </a:moveTo>
                  <a:cubicBezTo>
                    <a:pt x="2175" y="0"/>
                    <a:pt x="1387" y="756"/>
                    <a:pt x="1387" y="1702"/>
                  </a:cubicBezTo>
                  <a:cubicBezTo>
                    <a:pt x="1387" y="2174"/>
                    <a:pt x="1576" y="2615"/>
                    <a:pt x="1891" y="2930"/>
                  </a:cubicBezTo>
                  <a:lnTo>
                    <a:pt x="1954" y="2962"/>
                  </a:lnTo>
                  <a:cubicBezTo>
                    <a:pt x="851" y="3403"/>
                    <a:pt x="1" y="4506"/>
                    <a:pt x="1" y="5829"/>
                  </a:cubicBezTo>
                  <a:cubicBezTo>
                    <a:pt x="1" y="6049"/>
                    <a:pt x="158" y="6207"/>
                    <a:pt x="379" y="6207"/>
                  </a:cubicBezTo>
                  <a:lnTo>
                    <a:pt x="5892" y="6207"/>
                  </a:lnTo>
                  <a:cubicBezTo>
                    <a:pt x="6081" y="6207"/>
                    <a:pt x="6239" y="6049"/>
                    <a:pt x="6239" y="5829"/>
                  </a:cubicBezTo>
                  <a:cubicBezTo>
                    <a:pt x="6239" y="4537"/>
                    <a:pt x="5420" y="3434"/>
                    <a:pt x="4317" y="2962"/>
                  </a:cubicBezTo>
                  <a:lnTo>
                    <a:pt x="4348" y="2930"/>
                  </a:lnTo>
                  <a:cubicBezTo>
                    <a:pt x="4663" y="2615"/>
                    <a:pt x="4852" y="2174"/>
                    <a:pt x="4852" y="1702"/>
                  </a:cubicBezTo>
                  <a:cubicBezTo>
                    <a:pt x="4852" y="756"/>
                    <a:pt x="4065" y="0"/>
                    <a:pt x="31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27" name="Google Shape;16027;p84"/>
            <p:cNvSpPr/>
            <p:nvPr/>
          </p:nvSpPr>
          <p:spPr>
            <a:xfrm>
              <a:off x="-34964750" y="1947400"/>
              <a:ext cx="68550" cy="103200"/>
            </a:xfrm>
            <a:custGeom>
              <a:avLst/>
              <a:gdLst/>
              <a:ahLst/>
              <a:cxnLst/>
              <a:rect l="l" t="t" r="r" b="b"/>
              <a:pathLst>
                <a:path w="2742" h="4128" extrusionOk="0">
                  <a:moveTo>
                    <a:pt x="1387" y="725"/>
                  </a:moveTo>
                  <a:cubicBezTo>
                    <a:pt x="1765" y="725"/>
                    <a:pt x="2049" y="1008"/>
                    <a:pt x="2049" y="1386"/>
                  </a:cubicBezTo>
                  <a:lnTo>
                    <a:pt x="2049" y="2773"/>
                  </a:lnTo>
                  <a:cubicBezTo>
                    <a:pt x="2049" y="2836"/>
                    <a:pt x="2049" y="2867"/>
                    <a:pt x="2017" y="2930"/>
                  </a:cubicBezTo>
                  <a:lnTo>
                    <a:pt x="1923" y="2836"/>
                  </a:lnTo>
                  <a:cubicBezTo>
                    <a:pt x="1860" y="2773"/>
                    <a:pt x="1773" y="2741"/>
                    <a:pt x="1686" y="2741"/>
                  </a:cubicBezTo>
                  <a:cubicBezTo>
                    <a:pt x="1600" y="2741"/>
                    <a:pt x="1513" y="2773"/>
                    <a:pt x="1450" y="2836"/>
                  </a:cubicBezTo>
                  <a:cubicBezTo>
                    <a:pt x="1324" y="2962"/>
                    <a:pt x="1324" y="3182"/>
                    <a:pt x="1450" y="3308"/>
                  </a:cubicBezTo>
                  <a:lnTo>
                    <a:pt x="1545" y="3403"/>
                  </a:lnTo>
                  <a:cubicBezTo>
                    <a:pt x="1482" y="3434"/>
                    <a:pt x="1450" y="3434"/>
                    <a:pt x="1387" y="3434"/>
                  </a:cubicBezTo>
                  <a:cubicBezTo>
                    <a:pt x="977" y="3434"/>
                    <a:pt x="694" y="3119"/>
                    <a:pt x="694" y="2773"/>
                  </a:cubicBezTo>
                  <a:lnTo>
                    <a:pt x="694" y="1386"/>
                  </a:lnTo>
                  <a:cubicBezTo>
                    <a:pt x="694" y="977"/>
                    <a:pt x="1040" y="725"/>
                    <a:pt x="1387" y="725"/>
                  </a:cubicBezTo>
                  <a:close/>
                  <a:moveTo>
                    <a:pt x="1387" y="0"/>
                  </a:moveTo>
                  <a:cubicBezTo>
                    <a:pt x="631" y="0"/>
                    <a:pt x="1" y="630"/>
                    <a:pt x="1" y="1386"/>
                  </a:cubicBezTo>
                  <a:lnTo>
                    <a:pt x="1" y="2773"/>
                  </a:lnTo>
                  <a:cubicBezTo>
                    <a:pt x="1" y="3497"/>
                    <a:pt x="631" y="4127"/>
                    <a:pt x="1387" y="4127"/>
                  </a:cubicBezTo>
                  <a:cubicBezTo>
                    <a:pt x="1608" y="4127"/>
                    <a:pt x="1860" y="4064"/>
                    <a:pt x="2080" y="3938"/>
                  </a:cubicBezTo>
                  <a:lnTo>
                    <a:pt x="2175" y="4033"/>
                  </a:lnTo>
                  <a:cubicBezTo>
                    <a:pt x="2222" y="4080"/>
                    <a:pt x="2309" y="4104"/>
                    <a:pt x="2399" y="4104"/>
                  </a:cubicBezTo>
                  <a:cubicBezTo>
                    <a:pt x="2490" y="4104"/>
                    <a:pt x="2584" y="4080"/>
                    <a:pt x="2647" y="4033"/>
                  </a:cubicBezTo>
                  <a:cubicBezTo>
                    <a:pt x="2742" y="3907"/>
                    <a:pt x="2742" y="3655"/>
                    <a:pt x="2647" y="3560"/>
                  </a:cubicBezTo>
                  <a:lnTo>
                    <a:pt x="2553" y="3466"/>
                  </a:lnTo>
                  <a:cubicBezTo>
                    <a:pt x="2679" y="3277"/>
                    <a:pt x="2742" y="3025"/>
                    <a:pt x="2742" y="2773"/>
                  </a:cubicBezTo>
                  <a:lnTo>
                    <a:pt x="2742" y="1386"/>
                  </a:lnTo>
                  <a:cubicBezTo>
                    <a:pt x="2742" y="630"/>
                    <a:pt x="2112"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28" name="Google Shape;16028;p84"/>
            <p:cNvSpPr/>
            <p:nvPr/>
          </p:nvSpPr>
          <p:spPr>
            <a:xfrm>
              <a:off x="-35016725" y="1912725"/>
              <a:ext cx="172500" cy="172025"/>
            </a:xfrm>
            <a:custGeom>
              <a:avLst/>
              <a:gdLst/>
              <a:ahLst/>
              <a:cxnLst/>
              <a:rect l="l" t="t" r="r" b="b"/>
              <a:pathLst>
                <a:path w="6900" h="6881" extrusionOk="0">
                  <a:moveTo>
                    <a:pt x="3466" y="726"/>
                  </a:moveTo>
                  <a:cubicBezTo>
                    <a:pt x="4947" y="726"/>
                    <a:pt x="6175" y="1954"/>
                    <a:pt x="6175" y="3467"/>
                  </a:cubicBezTo>
                  <a:cubicBezTo>
                    <a:pt x="6207" y="4979"/>
                    <a:pt x="4978" y="6207"/>
                    <a:pt x="3466" y="6207"/>
                  </a:cubicBezTo>
                  <a:cubicBezTo>
                    <a:pt x="2930" y="6207"/>
                    <a:pt x="2426" y="6050"/>
                    <a:pt x="1985" y="5766"/>
                  </a:cubicBezTo>
                  <a:cubicBezTo>
                    <a:pt x="1942" y="5745"/>
                    <a:pt x="1868" y="5708"/>
                    <a:pt x="1806" y="5708"/>
                  </a:cubicBezTo>
                  <a:cubicBezTo>
                    <a:pt x="1778" y="5708"/>
                    <a:pt x="1753" y="5715"/>
                    <a:pt x="1733" y="5735"/>
                  </a:cubicBezTo>
                  <a:lnTo>
                    <a:pt x="946" y="5987"/>
                  </a:lnTo>
                  <a:lnTo>
                    <a:pt x="1198" y="5199"/>
                  </a:lnTo>
                  <a:cubicBezTo>
                    <a:pt x="1261" y="5136"/>
                    <a:pt x="1198" y="5010"/>
                    <a:pt x="1166" y="4947"/>
                  </a:cubicBezTo>
                  <a:cubicBezTo>
                    <a:pt x="914" y="4506"/>
                    <a:pt x="757" y="4002"/>
                    <a:pt x="757" y="3467"/>
                  </a:cubicBezTo>
                  <a:cubicBezTo>
                    <a:pt x="757" y="1954"/>
                    <a:pt x="1954" y="726"/>
                    <a:pt x="3466" y="726"/>
                  </a:cubicBezTo>
                  <a:close/>
                  <a:moveTo>
                    <a:pt x="3466" y="1"/>
                  </a:moveTo>
                  <a:cubicBezTo>
                    <a:pt x="1576" y="1"/>
                    <a:pt x="32" y="1545"/>
                    <a:pt x="32" y="3435"/>
                  </a:cubicBezTo>
                  <a:cubicBezTo>
                    <a:pt x="32" y="4034"/>
                    <a:pt x="190" y="4569"/>
                    <a:pt x="473" y="5136"/>
                  </a:cubicBezTo>
                  <a:lnTo>
                    <a:pt x="32" y="6428"/>
                  </a:lnTo>
                  <a:cubicBezTo>
                    <a:pt x="0" y="6554"/>
                    <a:pt x="32" y="6712"/>
                    <a:pt x="95" y="6775"/>
                  </a:cubicBezTo>
                  <a:cubicBezTo>
                    <a:pt x="166" y="6845"/>
                    <a:pt x="272" y="6881"/>
                    <a:pt x="374" y="6881"/>
                  </a:cubicBezTo>
                  <a:cubicBezTo>
                    <a:pt x="408" y="6881"/>
                    <a:pt x="442" y="6877"/>
                    <a:pt x="473" y="6869"/>
                  </a:cubicBezTo>
                  <a:lnTo>
                    <a:pt x="1765" y="6428"/>
                  </a:lnTo>
                  <a:cubicBezTo>
                    <a:pt x="2269" y="6712"/>
                    <a:pt x="2867" y="6869"/>
                    <a:pt x="3466" y="6869"/>
                  </a:cubicBezTo>
                  <a:cubicBezTo>
                    <a:pt x="5356" y="6869"/>
                    <a:pt x="6900" y="5325"/>
                    <a:pt x="6900" y="3435"/>
                  </a:cubicBezTo>
                  <a:cubicBezTo>
                    <a:pt x="6869" y="1576"/>
                    <a:pt x="5356" y="1"/>
                    <a:pt x="34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29" name="Google Shape;16029;p84"/>
          <p:cNvGrpSpPr/>
          <p:nvPr/>
        </p:nvGrpSpPr>
        <p:grpSpPr>
          <a:xfrm>
            <a:off x="2330522" y="2658388"/>
            <a:ext cx="471449" cy="472137"/>
            <a:chOff x="-35134875" y="2272675"/>
            <a:chExt cx="291450" cy="291875"/>
          </a:xfrm>
        </p:grpSpPr>
        <p:sp>
          <p:nvSpPr>
            <p:cNvPr id="16030" name="Google Shape;16030;p84"/>
            <p:cNvSpPr/>
            <p:nvPr/>
          </p:nvSpPr>
          <p:spPr>
            <a:xfrm>
              <a:off x="-35134875" y="2272675"/>
              <a:ext cx="291450" cy="291875"/>
            </a:xfrm>
            <a:custGeom>
              <a:avLst/>
              <a:gdLst/>
              <a:ahLst/>
              <a:cxnLst/>
              <a:rect l="l" t="t" r="r" b="b"/>
              <a:pathLst>
                <a:path w="11658" h="11675" extrusionOk="0">
                  <a:moveTo>
                    <a:pt x="9925" y="662"/>
                  </a:moveTo>
                  <a:cubicBezTo>
                    <a:pt x="10460" y="662"/>
                    <a:pt x="10933" y="1135"/>
                    <a:pt x="10933" y="1733"/>
                  </a:cubicBezTo>
                  <a:lnTo>
                    <a:pt x="10933" y="5136"/>
                  </a:lnTo>
                  <a:cubicBezTo>
                    <a:pt x="10933" y="5703"/>
                    <a:pt x="10460" y="6176"/>
                    <a:pt x="9925" y="6176"/>
                  </a:cubicBezTo>
                  <a:cubicBezTo>
                    <a:pt x="9704" y="6176"/>
                    <a:pt x="9547" y="6333"/>
                    <a:pt x="9547" y="6522"/>
                  </a:cubicBezTo>
                  <a:lnTo>
                    <a:pt x="9547" y="7751"/>
                  </a:lnTo>
                  <a:lnTo>
                    <a:pt x="8192" y="6365"/>
                  </a:lnTo>
                  <a:lnTo>
                    <a:pt x="8192" y="4474"/>
                  </a:lnTo>
                  <a:cubicBezTo>
                    <a:pt x="8192" y="3529"/>
                    <a:pt x="7404" y="2742"/>
                    <a:pt x="6459" y="2742"/>
                  </a:cubicBezTo>
                  <a:lnTo>
                    <a:pt x="3372" y="2742"/>
                  </a:lnTo>
                  <a:lnTo>
                    <a:pt x="3372" y="1733"/>
                  </a:lnTo>
                  <a:cubicBezTo>
                    <a:pt x="3372" y="1166"/>
                    <a:pt x="3844" y="662"/>
                    <a:pt x="4411" y="662"/>
                  </a:cubicBezTo>
                  <a:close/>
                  <a:moveTo>
                    <a:pt x="6459" y="3403"/>
                  </a:moveTo>
                  <a:cubicBezTo>
                    <a:pt x="6995" y="3403"/>
                    <a:pt x="7499" y="3876"/>
                    <a:pt x="7499" y="4474"/>
                  </a:cubicBezTo>
                  <a:lnTo>
                    <a:pt x="7499" y="7908"/>
                  </a:lnTo>
                  <a:lnTo>
                    <a:pt x="7467" y="7908"/>
                  </a:lnTo>
                  <a:cubicBezTo>
                    <a:pt x="7467" y="8444"/>
                    <a:pt x="6995" y="8917"/>
                    <a:pt x="6396" y="8917"/>
                  </a:cubicBezTo>
                  <a:lnTo>
                    <a:pt x="3687" y="8917"/>
                  </a:lnTo>
                  <a:cubicBezTo>
                    <a:pt x="3624" y="8917"/>
                    <a:pt x="3498" y="8948"/>
                    <a:pt x="3466" y="9043"/>
                  </a:cubicBezTo>
                  <a:lnTo>
                    <a:pt x="1986" y="10492"/>
                  </a:lnTo>
                  <a:lnTo>
                    <a:pt x="1986" y="9295"/>
                  </a:lnTo>
                  <a:cubicBezTo>
                    <a:pt x="1986" y="9074"/>
                    <a:pt x="1828" y="8917"/>
                    <a:pt x="1639" y="8917"/>
                  </a:cubicBezTo>
                  <a:cubicBezTo>
                    <a:pt x="1103" y="8917"/>
                    <a:pt x="631" y="8444"/>
                    <a:pt x="631" y="7908"/>
                  </a:cubicBezTo>
                  <a:lnTo>
                    <a:pt x="631" y="4474"/>
                  </a:lnTo>
                  <a:cubicBezTo>
                    <a:pt x="631" y="3939"/>
                    <a:pt x="1103" y="3403"/>
                    <a:pt x="1639" y="3403"/>
                  </a:cubicBezTo>
                  <a:close/>
                  <a:moveTo>
                    <a:pt x="4411" y="1"/>
                  </a:moveTo>
                  <a:cubicBezTo>
                    <a:pt x="3466" y="1"/>
                    <a:pt x="2710" y="788"/>
                    <a:pt x="2710" y="1733"/>
                  </a:cubicBezTo>
                  <a:lnTo>
                    <a:pt x="2710" y="2742"/>
                  </a:lnTo>
                  <a:lnTo>
                    <a:pt x="1671" y="2742"/>
                  </a:lnTo>
                  <a:cubicBezTo>
                    <a:pt x="725" y="2742"/>
                    <a:pt x="1" y="3529"/>
                    <a:pt x="1" y="4474"/>
                  </a:cubicBezTo>
                  <a:lnTo>
                    <a:pt x="1" y="7908"/>
                  </a:lnTo>
                  <a:cubicBezTo>
                    <a:pt x="1" y="8728"/>
                    <a:pt x="568" y="9452"/>
                    <a:pt x="1355" y="9610"/>
                  </a:cubicBezTo>
                  <a:lnTo>
                    <a:pt x="1355" y="11342"/>
                  </a:lnTo>
                  <a:cubicBezTo>
                    <a:pt x="1355" y="11500"/>
                    <a:pt x="1450" y="11594"/>
                    <a:pt x="1576" y="11657"/>
                  </a:cubicBezTo>
                  <a:cubicBezTo>
                    <a:pt x="1607" y="11668"/>
                    <a:pt x="1646" y="11675"/>
                    <a:pt x="1687" y="11675"/>
                  </a:cubicBezTo>
                  <a:cubicBezTo>
                    <a:pt x="1769" y="11675"/>
                    <a:pt x="1860" y="11647"/>
                    <a:pt x="1923" y="11563"/>
                  </a:cubicBezTo>
                  <a:lnTo>
                    <a:pt x="3876" y="9610"/>
                  </a:lnTo>
                  <a:lnTo>
                    <a:pt x="6491" y="9610"/>
                  </a:lnTo>
                  <a:cubicBezTo>
                    <a:pt x="7436" y="9610"/>
                    <a:pt x="8224" y="8854"/>
                    <a:pt x="8224" y="7908"/>
                  </a:cubicBezTo>
                  <a:lnTo>
                    <a:pt x="8224" y="7341"/>
                  </a:lnTo>
                  <a:lnTo>
                    <a:pt x="9704" y="8822"/>
                  </a:lnTo>
                  <a:cubicBezTo>
                    <a:pt x="9773" y="8868"/>
                    <a:pt x="9876" y="8897"/>
                    <a:pt x="9976" y="8897"/>
                  </a:cubicBezTo>
                  <a:cubicBezTo>
                    <a:pt x="10013" y="8897"/>
                    <a:pt x="10049" y="8893"/>
                    <a:pt x="10082" y="8885"/>
                  </a:cubicBezTo>
                  <a:cubicBezTo>
                    <a:pt x="10208" y="8854"/>
                    <a:pt x="10271" y="8696"/>
                    <a:pt x="10271" y="8570"/>
                  </a:cubicBezTo>
                  <a:lnTo>
                    <a:pt x="10271" y="6837"/>
                  </a:lnTo>
                  <a:cubicBezTo>
                    <a:pt x="11059" y="6680"/>
                    <a:pt x="11658" y="5987"/>
                    <a:pt x="11658" y="5136"/>
                  </a:cubicBezTo>
                  <a:lnTo>
                    <a:pt x="11658" y="1733"/>
                  </a:lnTo>
                  <a:cubicBezTo>
                    <a:pt x="11595" y="788"/>
                    <a:pt x="10870" y="1"/>
                    <a:pt x="99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1" name="Google Shape;16031;p84"/>
            <p:cNvSpPr/>
            <p:nvPr/>
          </p:nvSpPr>
          <p:spPr>
            <a:xfrm>
              <a:off x="-35093925" y="2419175"/>
              <a:ext cx="18150" cy="17350"/>
            </a:xfrm>
            <a:custGeom>
              <a:avLst/>
              <a:gdLst/>
              <a:ahLst/>
              <a:cxnLst/>
              <a:rect l="l" t="t" r="r" b="b"/>
              <a:pathLst>
                <a:path w="726" h="694" extrusionOk="0">
                  <a:moveTo>
                    <a:pt x="348" y="1"/>
                  </a:moveTo>
                  <a:cubicBezTo>
                    <a:pt x="159" y="1"/>
                    <a:pt x="1" y="158"/>
                    <a:pt x="1" y="347"/>
                  </a:cubicBezTo>
                  <a:cubicBezTo>
                    <a:pt x="1" y="536"/>
                    <a:pt x="159"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2" name="Google Shape;16032;p84"/>
            <p:cNvSpPr/>
            <p:nvPr/>
          </p:nvSpPr>
          <p:spPr>
            <a:xfrm>
              <a:off x="-350427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3" name="Google Shape;16033;p84"/>
            <p:cNvSpPr/>
            <p:nvPr/>
          </p:nvSpPr>
          <p:spPr>
            <a:xfrm>
              <a:off x="-349915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34" name="Google Shape;16034;p84"/>
          <p:cNvGrpSpPr/>
          <p:nvPr/>
        </p:nvGrpSpPr>
        <p:grpSpPr>
          <a:xfrm>
            <a:off x="2385945" y="3265493"/>
            <a:ext cx="360604" cy="471449"/>
            <a:chOff x="-35101800" y="2631050"/>
            <a:chExt cx="222925" cy="291450"/>
          </a:xfrm>
        </p:grpSpPr>
        <p:sp>
          <p:nvSpPr>
            <p:cNvPr id="16035" name="Google Shape;16035;p84"/>
            <p:cNvSpPr/>
            <p:nvPr/>
          </p:nvSpPr>
          <p:spPr>
            <a:xfrm>
              <a:off x="-34999400" y="2699575"/>
              <a:ext cx="18150" cy="18125"/>
            </a:xfrm>
            <a:custGeom>
              <a:avLst/>
              <a:gdLst/>
              <a:ahLst/>
              <a:cxnLst/>
              <a:rect l="l" t="t" r="r" b="b"/>
              <a:pathLst>
                <a:path w="726" h="725" extrusionOk="0">
                  <a:moveTo>
                    <a:pt x="347" y="0"/>
                  </a:moveTo>
                  <a:cubicBezTo>
                    <a:pt x="158" y="0"/>
                    <a:pt x="1" y="158"/>
                    <a:pt x="1" y="347"/>
                  </a:cubicBezTo>
                  <a:cubicBezTo>
                    <a:pt x="1" y="567"/>
                    <a:pt x="158" y="725"/>
                    <a:pt x="347" y="725"/>
                  </a:cubicBezTo>
                  <a:cubicBezTo>
                    <a:pt x="568" y="725"/>
                    <a:pt x="725" y="567"/>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6" name="Google Shape;16036;p84"/>
            <p:cNvSpPr/>
            <p:nvPr/>
          </p:nvSpPr>
          <p:spPr>
            <a:xfrm>
              <a:off x="-34999400" y="2732650"/>
              <a:ext cx="18150" cy="52800"/>
            </a:xfrm>
            <a:custGeom>
              <a:avLst/>
              <a:gdLst/>
              <a:ahLst/>
              <a:cxnLst/>
              <a:rect l="l" t="t" r="r" b="b"/>
              <a:pathLst>
                <a:path w="726" h="2112" extrusionOk="0">
                  <a:moveTo>
                    <a:pt x="347" y="0"/>
                  </a:moveTo>
                  <a:cubicBezTo>
                    <a:pt x="158" y="0"/>
                    <a:pt x="1" y="190"/>
                    <a:pt x="1" y="379"/>
                  </a:cubicBezTo>
                  <a:lnTo>
                    <a:pt x="1" y="1765"/>
                  </a:lnTo>
                  <a:cubicBezTo>
                    <a:pt x="1" y="1985"/>
                    <a:pt x="158" y="2111"/>
                    <a:pt x="347" y="2111"/>
                  </a:cubicBezTo>
                  <a:cubicBezTo>
                    <a:pt x="568" y="2111"/>
                    <a:pt x="725" y="1954"/>
                    <a:pt x="725" y="1765"/>
                  </a:cubicBezTo>
                  <a:lnTo>
                    <a:pt x="725" y="379"/>
                  </a:lnTo>
                  <a:cubicBezTo>
                    <a:pt x="725" y="190"/>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7" name="Google Shape;16037;p84"/>
            <p:cNvSpPr/>
            <p:nvPr/>
          </p:nvSpPr>
          <p:spPr>
            <a:xfrm>
              <a:off x="-35067125" y="2665700"/>
              <a:ext cx="153600" cy="154400"/>
            </a:xfrm>
            <a:custGeom>
              <a:avLst/>
              <a:gdLst/>
              <a:ahLst/>
              <a:cxnLst/>
              <a:rect l="l" t="t" r="r" b="b"/>
              <a:pathLst>
                <a:path w="6144" h="6176" extrusionOk="0">
                  <a:moveTo>
                    <a:pt x="3056" y="694"/>
                  </a:moveTo>
                  <a:cubicBezTo>
                    <a:pt x="4411" y="694"/>
                    <a:pt x="5482" y="1765"/>
                    <a:pt x="5482" y="3088"/>
                  </a:cubicBezTo>
                  <a:cubicBezTo>
                    <a:pt x="5482" y="4443"/>
                    <a:pt x="4411" y="5482"/>
                    <a:pt x="3056" y="5482"/>
                  </a:cubicBezTo>
                  <a:cubicBezTo>
                    <a:pt x="1733" y="5482"/>
                    <a:pt x="662" y="4443"/>
                    <a:pt x="662" y="3088"/>
                  </a:cubicBezTo>
                  <a:cubicBezTo>
                    <a:pt x="662" y="1796"/>
                    <a:pt x="1764" y="694"/>
                    <a:pt x="3056" y="694"/>
                  </a:cubicBezTo>
                  <a:close/>
                  <a:moveTo>
                    <a:pt x="3056" y="1"/>
                  </a:moveTo>
                  <a:cubicBezTo>
                    <a:pt x="1386" y="1"/>
                    <a:pt x="0" y="1387"/>
                    <a:pt x="0" y="3088"/>
                  </a:cubicBezTo>
                  <a:cubicBezTo>
                    <a:pt x="0" y="4789"/>
                    <a:pt x="1386" y="6176"/>
                    <a:pt x="3056" y="6176"/>
                  </a:cubicBezTo>
                  <a:cubicBezTo>
                    <a:pt x="4757" y="6176"/>
                    <a:pt x="6144" y="4789"/>
                    <a:pt x="6144" y="3088"/>
                  </a:cubicBezTo>
                  <a:cubicBezTo>
                    <a:pt x="6144" y="1387"/>
                    <a:pt x="4757" y="1"/>
                    <a:pt x="30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8" name="Google Shape;16038;p84"/>
            <p:cNvSpPr/>
            <p:nvPr/>
          </p:nvSpPr>
          <p:spPr>
            <a:xfrm>
              <a:off x="-35101800" y="2631050"/>
              <a:ext cx="222925" cy="291450"/>
            </a:xfrm>
            <a:custGeom>
              <a:avLst/>
              <a:gdLst/>
              <a:ahLst/>
              <a:cxnLst/>
              <a:rect l="l" t="t" r="r" b="b"/>
              <a:pathLst>
                <a:path w="8917" h="11658" extrusionOk="0">
                  <a:moveTo>
                    <a:pt x="4443" y="693"/>
                  </a:moveTo>
                  <a:cubicBezTo>
                    <a:pt x="6554" y="693"/>
                    <a:pt x="8192" y="2395"/>
                    <a:pt x="8192" y="4474"/>
                  </a:cubicBezTo>
                  <a:cubicBezTo>
                    <a:pt x="8192" y="5293"/>
                    <a:pt x="7940" y="6081"/>
                    <a:pt x="7436" y="6711"/>
                  </a:cubicBezTo>
                  <a:lnTo>
                    <a:pt x="4443" y="10775"/>
                  </a:lnTo>
                  <a:lnTo>
                    <a:pt x="1450" y="6711"/>
                  </a:lnTo>
                  <a:cubicBezTo>
                    <a:pt x="1009" y="6049"/>
                    <a:pt x="726" y="5293"/>
                    <a:pt x="726" y="4474"/>
                  </a:cubicBezTo>
                  <a:cubicBezTo>
                    <a:pt x="726" y="2395"/>
                    <a:pt x="2364" y="693"/>
                    <a:pt x="4443" y="693"/>
                  </a:cubicBezTo>
                  <a:close/>
                  <a:moveTo>
                    <a:pt x="4443" y="0"/>
                  </a:moveTo>
                  <a:cubicBezTo>
                    <a:pt x="2017" y="0"/>
                    <a:pt x="1" y="1985"/>
                    <a:pt x="1" y="4443"/>
                  </a:cubicBezTo>
                  <a:cubicBezTo>
                    <a:pt x="1" y="5419"/>
                    <a:pt x="316" y="6333"/>
                    <a:pt x="883" y="7120"/>
                  </a:cubicBezTo>
                  <a:lnTo>
                    <a:pt x="4191" y="11531"/>
                  </a:lnTo>
                  <a:cubicBezTo>
                    <a:pt x="4254" y="11594"/>
                    <a:pt x="4349" y="11657"/>
                    <a:pt x="4443" y="11657"/>
                  </a:cubicBezTo>
                  <a:cubicBezTo>
                    <a:pt x="4569" y="11657"/>
                    <a:pt x="4664" y="11594"/>
                    <a:pt x="4727" y="11531"/>
                  </a:cubicBezTo>
                  <a:lnTo>
                    <a:pt x="8003" y="7120"/>
                  </a:lnTo>
                  <a:cubicBezTo>
                    <a:pt x="8602" y="6333"/>
                    <a:pt x="8917" y="5419"/>
                    <a:pt x="8917" y="4443"/>
                  </a:cubicBezTo>
                  <a:cubicBezTo>
                    <a:pt x="8917" y="1985"/>
                    <a:pt x="6901"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39" name="Google Shape;16039;p84"/>
          <p:cNvSpPr/>
          <p:nvPr/>
        </p:nvSpPr>
        <p:spPr>
          <a:xfrm>
            <a:off x="5309540" y="2046480"/>
            <a:ext cx="451027" cy="473673"/>
          </a:xfrm>
          <a:custGeom>
            <a:avLst/>
            <a:gdLst/>
            <a:ahLst/>
            <a:cxnLst/>
            <a:rect l="l" t="t" r="r" b="b"/>
            <a:pathLst>
              <a:path w="11153" h="11713" extrusionOk="0">
                <a:moveTo>
                  <a:pt x="9594" y="693"/>
                </a:moveTo>
                <a:cubicBezTo>
                  <a:pt x="9767" y="693"/>
                  <a:pt x="9940" y="764"/>
                  <a:pt x="10082" y="906"/>
                </a:cubicBezTo>
                <a:cubicBezTo>
                  <a:pt x="10365" y="1158"/>
                  <a:pt x="10365" y="1599"/>
                  <a:pt x="10082" y="1883"/>
                </a:cubicBezTo>
                <a:lnTo>
                  <a:pt x="9168" y="2796"/>
                </a:lnTo>
                <a:lnTo>
                  <a:pt x="6175" y="3364"/>
                </a:lnTo>
                <a:lnTo>
                  <a:pt x="6175" y="1410"/>
                </a:lnTo>
                <a:lnTo>
                  <a:pt x="8475" y="1410"/>
                </a:lnTo>
                <a:cubicBezTo>
                  <a:pt x="8538" y="1410"/>
                  <a:pt x="8664" y="1379"/>
                  <a:pt x="8696" y="1284"/>
                </a:cubicBezTo>
                <a:lnTo>
                  <a:pt x="9105" y="906"/>
                </a:lnTo>
                <a:cubicBezTo>
                  <a:pt x="9247" y="764"/>
                  <a:pt x="9420" y="693"/>
                  <a:pt x="9594" y="693"/>
                </a:cubicBezTo>
                <a:close/>
                <a:moveTo>
                  <a:pt x="5136" y="749"/>
                </a:moveTo>
                <a:cubicBezTo>
                  <a:pt x="5325" y="749"/>
                  <a:pt x="5482" y="906"/>
                  <a:pt x="5482" y="1095"/>
                </a:cubicBezTo>
                <a:lnTo>
                  <a:pt x="5482" y="4214"/>
                </a:lnTo>
                <a:cubicBezTo>
                  <a:pt x="5356" y="4151"/>
                  <a:pt x="5230" y="4151"/>
                  <a:pt x="5136" y="4151"/>
                </a:cubicBezTo>
                <a:cubicBezTo>
                  <a:pt x="5010" y="4151"/>
                  <a:pt x="4884" y="4151"/>
                  <a:pt x="4758" y="4214"/>
                </a:cubicBezTo>
                <a:lnTo>
                  <a:pt x="4758" y="1095"/>
                </a:lnTo>
                <a:cubicBezTo>
                  <a:pt x="4758" y="906"/>
                  <a:pt x="4915" y="749"/>
                  <a:pt x="5136" y="749"/>
                </a:cubicBezTo>
                <a:close/>
                <a:moveTo>
                  <a:pt x="5136" y="4844"/>
                </a:moveTo>
                <a:cubicBezTo>
                  <a:pt x="5671" y="4844"/>
                  <a:pt x="6144" y="5317"/>
                  <a:pt x="6144" y="5852"/>
                </a:cubicBezTo>
                <a:cubicBezTo>
                  <a:pt x="6144" y="6419"/>
                  <a:pt x="5671" y="6861"/>
                  <a:pt x="5136" y="6861"/>
                </a:cubicBezTo>
                <a:cubicBezTo>
                  <a:pt x="4568" y="6861"/>
                  <a:pt x="4096" y="6388"/>
                  <a:pt x="4096" y="5852"/>
                </a:cubicBezTo>
                <a:cubicBezTo>
                  <a:pt x="4096" y="5317"/>
                  <a:pt x="4568" y="4844"/>
                  <a:pt x="5136" y="4844"/>
                </a:cubicBezTo>
                <a:close/>
                <a:moveTo>
                  <a:pt x="4096" y="1442"/>
                </a:moveTo>
                <a:lnTo>
                  <a:pt x="4096" y="4529"/>
                </a:lnTo>
                <a:cubicBezTo>
                  <a:pt x="3655" y="4844"/>
                  <a:pt x="3434" y="5348"/>
                  <a:pt x="3434" y="5884"/>
                </a:cubicBezTo>
                <a:cubicBezTo>
                  <a:pt x="3434" y="6136"/>
                  <a:pt x="3466" y="6419"/>
                  <a:pt x="3592" y="6609"/>
                </a:cubicBezTo>
                <a:lnTo>
                  <a:pt x="2332" y="8184"/>
                </a:lnTo>
                <a:cubicBezTo>
                  <a:pt x="1323" y="7522"/>
                  <a:pt x="725" y="6356"/>
                  <a:pt x="725" y="5159"/>
                </a:cubicBezTo>
                <a:cubicBezTo>
                  <a:pt x="662" y="3143"/>
                  <a:pt x="2206" y="1568"/>
                  <a:pt x="4096" y="1442"/>
                </a:cubicBezTo>
                <a:close/>
                <a:moveTo>
                  <a:pt x="8916" y="3521"/>
                </a:moveTo>
                <a:lnTo>
                  <a:pt x="8916" y="4466"/>
                </a:lnTo>
                <a:cubicBezTo>
                  <a:pt x="8916" y="4529"/>
                  <a:pt x="8916" y="4592"/>
                  <a:pt x="8948" y="4624"/>
                </a:cubicBezTo>
                <a:lnTo>
                  <a:pt x="9798" y="6419"/>
                </a:lnTo>
                <a:cubicBezTo>
                  <a:pt x="9893" y="6577"/>
                  <a:pt x="9798" y="6672"/>
                  <a:pt x="9798" y="6735"/>
                </a:cubicBezTo>
                <a:cubicBezTo>
                  <a:pt x="9767" y="6766"/>
                  <a:pt x="9704" y="6892"/>
                  <a:pt x="9546" y="6892"/>
                </a:cubicBezTo>
                <a:lnTo>
                  <a:pt x="9263" y="6892"/>
                </a:lnTo>
                <a:cubicBezTo>
                  <a:pt x="9074" y="6892"/>
                  <a:pt x="8916" y="7050"/>
                  <a:pt x="8916" y="7239"/>
                </a:cubicBezTo>
                <a:lnTo>
                  <a:pt x="8916" y="8341"/>
                </a:lnTo>
                <a:cubicBezTo>
                  <a:pt x="8633" y="8467"/>
                  <a:pt x="8381" y="8656"/>
                  <a:pt x="8286" y="8971"/>
                </a:cubicBezTo>
                <a:lnTo>
                  <a:pt x="6522" y="8971"/>
                </a:lnTo>
                <a:cubicBezTo>
                  <a:pt x="5955" y="8971"/>
                  <a:pt x="5482" y="8499"/>
                  <a:pt x="5482" y="7932"/>
                </a:cubicBezTo>
                <a:lnTo>
                  <a:pt x="5482" y="7554"/>
                </a:lnTo>
                <a:cubicBezTo>
                  <a:pt x="6270" y="7396"/>
                  <a:pt x="6868" y="6672"/>
                  <a:pt x="6868" y="5852"/>
                </a:cubicBezTo>
                <a:cubicBezTo>
                  <a:pt x="6868" y="5317"/>
                  <a:pt x="6585" y="4781"/>
                  <a:pt x="6207" y="4466"/>
                </a:cubicBezTo>
                <a:lnTo>
                  <a:pt x="6207" y="4088"/>
                </a:lnTo>
                <a:lnTo>
                  <a:pt x="8916" y="3521"/>
                </a:lnTo>
                <a:close/>
                <a:moveTo>
                  <a:pt x="9231" y="8940"/>
                </a:moveTo>
                <a:cubicBezTo>
                  <a:pt x="9420" y="8940"/>
                  <a:pt x="9578" y="9097"/>
                  <a:pt x="9578" y="9286"/>
                </a:cubicBezTo>
                <a:cubicBezTo>
                  <a:pt x="9578" y="9475"/>
                  <a:pt x="9420" y="9633"/>
                  <a:pt x="9231" y="9633"/>
                </a:cubicBezTo>
                <a:cubicBezTo>
                  <a:pt x="9011" y="9633"/>
                  <a:pt x="8853" y="9475"/>
                  <a:pt x="8853" y="9286"/>
                </a:cubicBezTo>
                <a:cubicBezTo>
                  <a:pt x="8853" y="9097"/>
                  <a:pt x="9011" y="8940"/>
                  <a:pt x="9231" y="8940"/>
                </a:cubicBezTo>
                <a:close/>
                <a:moveTo>
                  <a:pt x="3970" y="7144"/>
                </a:moveTo>
                <a:cubicBezTo>
                  <a:pt x="4222" y="7365"/>
                  <a:pt x="4442" y="7522"/>
                  <a:pt x="4758" y="7554"/>
                </a:cubicBezTo>
                <a:lnTo>
                  <a:pt x="4758" y="7932"/>
                </a:lnTo>
                <a:cubicBezTo>
                  <a:pt x="4758" y="8877"/>
                  <a:pt x="5514" y="9633"/>
                  <a:pt x="6459" y="9633"/>
                </a:cubicBezTo>
                <a:lnTo>
                  <a:pt x="8223" y="9633"/>
                </a:lnTo>
                <a:cubicBezTo>
                  <a:pt x="8286" y="9727"/>
                  <a:pt x="8318" y="9791"/>
                  <a:pt x="8349" y="9822"/>
                </a:cubicBezTo>
                <a:cubicBezTo>
                  <a:pt x="8034" y="10137"/>
                  <a:pt x="7593" y="10295"/>
                  <a:pt x="7183" y="10295"/>
                </a:cubicBezTo>
                <a:lnTo>
                  <a:pt x="5797" y="10295"/>
                </a:lnTo>
                <a:cubicBezTo>
                  <a:pt x="5608" y="10295"/>
                  <a:pt x="5451" y="10452"/>
                  <a:pt x="5451" y="10673"/>
                </a:cubicBezTo>
                <a:lnTo>
                  <a:pt x="5451" y="11051"/>
                </a:lnTo>
                <a:lnTo>
                  <a:pt x="2710" y="11051"/>
                </a:lnTo>
                <a:lnTo>
                  <a:pt x="2710" y="8719"/>
                </a:lnTo>
                <a:lnTo>
                  <a:pt x="3970" y="7144"/>
                </a:lnTo>
                <a:close/>
                <a:moveTo>
                  <a:pt x="9629" y="0"/>
                </a:moveTo>
                <a:cubicBezTo>
                  <a:pt x="9278" y="0"/>
                  <a:pt x="8932" y="134"/>
                  <a:pt x="8664" y="402"/>
                </a:cubicBezTo>
                <a:lnTo>
                  <a:pt x="8412" y="686"/>
                </a:lnTo>
                <a:lnTo>
                  <a:pt x="6144" y="686"/>
                </a:lnTo>
                <a:cubicBezTo>
                  <a:pt x="5986" y="308"/>
                  <a:pt x="5640" y="24"/>
                  <a:pt x="5167" y="24"/>
                </a:cubicBezTo>
                <a:cubicBezTo>
                  <a:pt x="4726" y="24"/>
                  <a:pt x="4348" y="308"/>
                  <a:pt x="4190" y="686"/>
                </a:cubicBezTo>
                <a:cubicBezTo>
                  <a:pt x="1859" y="812"/>
                  <a:pt x="0" y="2702"/>
                  <a:pt x="0" y="5033"/>
                </a:cubicBezTo>
                <a:cubicBezTo>
                  <a:pt x="0" y="6514"/>
                  <a:pt x="725" y="7900"/>
                  <a:pt x="1922" y="8688"/>
                </a:cubicBezTo>
                <a:lnTo>
                  <a:pt x="2048" y="8782"/>
                </a:lnTo>
                <a:lnTo>
                  <a:pt x="2048" y="11366"/>
                </a:lnTo>
                <a:cubicBezTo>
                  <a:pt x="2048" y="11555"/>
                  <a:pt x="2206" y="11712"/>
                  <a:pt x="2426" y="11712"/>
                </a:cubicBezTo>
                <a:lnTo>
                  <a:pt x="5829" y="11712"/>
                </a:lnTo>
                <a:cubicBezTo>
                  <a:pt x="6018" y="11712"/>
                  <a:pt x="6207" y="11555"/>
                  <a:pt x="6207" y="11366"/>
                </a:cubicBezTo>
                <a:lnTo>
                  <a:pt x="6207" y="10956"/>
                </a:lnTo>
                <a:lnTo>
                  <a:pt x="7215" y="10956"/>
                </a:lnTo>
                <a:cubicBezTo>
                  <a:pt x="7877" y="10956"/>
                  <a:pt x="8475" y="10704"/>
                  <a:pt x="8948" y="10232"/>
                </a:cubicBezTo>
                <a:cubicBezTo>
                  <a:pt x="9074" y="10263"/>
                  <a:pt x="9137" y="10263"/>
                  <a:pt x="9263" y="10263"/>
                </a:cubicBezTo>
                <a:cubicBezTo>
                  <a:pt x="9830" y="10263"/>
                  <a:pt x="10302" y="9791"/>
                  <a:pt x="10302" y="9223"/>
                </a:cubicBezTo>
                <a:cubicBezTo>
                  <a:pt x="10302" y="8814"/>
                  <a:pt x="10019" y="8404"/>
                  <a:pt x="9609" y="8247"/>
                </a:cubicBezTo>
                <a:lnTo>
                  <a:pt x="9609" y="7491"/>
                </a:lnTo>
                <a:cubicBezTo>
                  <a:pt x="9924" y="7459"/>
                  <a:pt x="10239" y="7302"/>
                  <a:pt x="10397" y="7018"/>
                </a:cubicBezTo>
                <a:cubicBezTo>
                  <a:pt x="10617" y="6703"/>
                  <a:pt x="10617" y="6356"/>
                  <a:pt x="10460" y="6041"/>
                </a:cubicBezTo>
                <a:lnTo>
                  <a:pt x="9609" y="4403"/>
                </a:lnTo>
                <a:lnTo>
                  <a:pt x="9609" y="3332"/>
                </a:lnTo>
                <a:lnTo>
                  <a:pt x="10617" y="2355"/>
                </a:lnTo>
                <a:cubicBezTo>
                  <a:pt x="11153" y="1788"/>
                  <a:pt x="11153" y="938"/>
                  <a:pt x="10617" y="402"/>
                </a:cubicBezTo>
                <a:cubicBezTo>
                  <a:pt x="10334" y="134"/>
                  <a:pt x="9979" y="0"/>
                  <a:pt x="96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40" name="Google Shape;16040;p84"/>
          <p:cNvGrpSpPr/>
          <p:nvPr/>
        </p:nvGrpSpPr>
        <p:grpSpPr>
          <a:xfrm>
            <a:off x="5303348" y="2657476"/>
            <a:ext cx="471449" cy="473957"/>
            <a:chOff x="-33314675" y="2275050"/>
            <a:chExt cx="291450" cy="293000"/>
          </a:xfrm>
        </p:grpSpPr>
        <p:sp>
          <p:nvSpPr>
            <p:cNvPr id="16041" name="Google Shape;16041;p84"/>
            <p:cNvSpPr/>
            <p:nvPr/>
          </p:nvSpPr>
          <p:spPr>
            <a:xfrm>
              <a:off x="-33143750" y="2275050"/>
              <a:ext cx="120525" cy="120525"/>
            </a:xfrm>
            <a:custGeom>
              <a:avLst/>
              <a:gdLst/>
              <a:ahLst/>
              <a:cxnLst/>
              <a:rect l="l" t="t" r="r" b="b"/>
              <a:pathLst>
                <a:path w="4821" h="4821" extrusionOk="0">
                  <a:moveTo>
                    <a:pt x="2426" y="725"/>
                  </a:moveTo>
                  <a:cubicBezTo>
                    <a:pt x="3371" y="725"/>
                    <a:pt x="4096" y="1512"/>
                    <a:pt x="4096" y="2458"/>
                  </a:cubicBezTo>
                  <a:cubicBezTo>
                    <a:pt x="4159" y="3403"/>
                    <a:pt x="3371" y="4159"/>
                    <a:pt x="2426" y="4159"/>
                  </a:cubicBezTo>
                  <a:cubicBezTo>
                    <a:pt x="1481" y="4159"/>
                    <a:pt x="725" y="3403"/>
                    <a:pt x="725" y="2458"/>
                  </a:cubicBezTo>
                  <a:cubicBezTo>
                    <a:pt x="725" y="1512"/>
                    <a:pt x="1481" y="725"/>
                    <a:pt x="2426" y="725"/>
                  </a:cubicBezTo>
                  <a:close/>
                  <a:moveTo>
                    <a:pt x="2426" y="0"/>
                  </a:moveTo>
                  <a:cubicBezTo>
                    <a:pt x="1071" y="0"/>
                    <a:pt x="0" y="1103"/>
                    <a:pt x="0" y="2426"/>
                  </a:cubicBezTo>
                  <a:cubicBezTo>
                    <a:pt x="0" y="3749"/>
                    <a:pt x="1071" y="4820"/>
                    <a:pt x="2426" y="4820"/>
                  </a:cubicBezTo>
                  <a:cubicBezTo>
                    <a:pt x="3749" y="4820"/>
                    <a:pt x="4821" y="3749"/>
                    <a:pt x="4821" y="2426"/>
                  </a:cubicBezTo>
                  <a:cubicBezTo>
                    <a:pt x="4821" y="1103"/>
                    <a:pt x="3749" y="0"/>
                    <a:pt x="242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2" name="Google Shape;16042;p84"/>
            <p:cNvSpPr/>
            <p:nvPr/>
          </p:nvSpPr>
          <p:spPr>
            <a:xfrm>
              <a:off x="-33093350" y="2309700"/>
              <a:ext cx="35475" cy="34675"/>
            </a:xfrm>
            <a:custGeom>
              <a:avLst/>
              <a:gdLst/>
              <a:ahLst/>
              <a:cxnLst/>
              <a:rect l="l" t="t" r="r" b="b"/>
              <a:pathLst>
                <a:path w="1419" h="1387" extrusionOk="0">
                  <a:moveTo>
                    <a:pt x="347" y="0"/>
                  </a:moveTo>
                  <a:cubicBezTo>
                    <a:pt x="158" y="0"/>
                    <a:pt x="1" y="158"/>
                    <a:pt x="1" y="347"/>
                  </a:cubicBezTo>
                  <a:lnTo>
                    <a:pt x="1" y="1009"/>
                  </a:lnTo>
                  <a:cubicBezTo>
                    <a:pt x="1" y="1229"/>
                    <a:pt x="158" y="1387"/>
                    <a:pt x="347" y="1387"/>
                  </a:cubicBezTo>
                  <a:lnTo>
                    <a:pt x="1040" y="1387"/>
                  </a:lnTo>
                  <a:cubicBezTo>
                    <a:pt x="1229" y="1387"/>
                    <a:pt x="1387" y="1229"/>
                    <a:pt x="1387" y="1009"/>
                  </a:cubicBezTo>
                  <a:cubicBezTo>
                    <a:pt x="1418" y="883"/>
                    <a:pt x="1261" y="694"/>
                    <a:pt x="1072" y="694"/>
                  </a:cubicBezTo>
                  <a:lnTo>
                    <a:pt x="725" y="694"/>
                  </a:lnTo>
                  <a:lnTo>
                    <a:pt x="725" y="347"/>
                  </a:ln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3" name="Google Shape;16043;p84"/>
            <p:cNvSpPr/>
            <p:nvPr/>
          </p:nvSpPr>
          <p:spPr>
            <a:xfrm>
              <a:off x="-33314675" y="2328600"/>
              <a:ext cx="239475" cy="239450"/>
            </a:xfrm>
            <a:custGeom>
              <a:avLst/>
              <a:gdLst/>
              <a:ahLst/>
              <a:cxnLst/>
              <a:rect l="l" t="t" r="r" b="b"/>
              <a:pathLst>
                <a:path w="9579" h="9578" extrusionOk="0">
                  <a:moveTo>
                    <a:pt x="3057" y="631"/>
                  </a:moveTo>
                  <a:cubicBezTo>
                    <a:pt x="3624" y="631"/>
                    <a:pt x="4096" y="1103"/>
                    <a:pt x="4096" y="1639"/>
                  </a:cubicBezTo>
                  <a:cubicBezTo>
                    <a:pt x="4096" y="2206"/>
                    <a:pt x="3624" y="2678"/>
                    <a:pt x="3057" y="2678"/>
                  </a:cubicBezTo>
                  <a:cubicBezTo>
                    <a:pt x="2521" y="2678"/>
                    <a:pt x="2049" y="2206"/>
                    <a:pt x="2049" y="1639"/>
                  </a:cubicBezTo>
                  <a:cubicBezTo>
                    <a:pt x="2049" y="1103"/>
                    <a:pt x="2490" y="631"/>
                    <a:pt x="3057" y="631"/>
                  </a:cubicBezTo>
                  <a:close/>
                  <a:moveTo>
                    <a:pt x="3063" y="3369"/>
                  </a:moveTo>
                  <a:cubicBezTo>
                    <a:pt x="3690" y="3369"/>
                    <a:pt x="4308" y="3646"/>
                    <a:pt x="4726" y="4065"/>
                  </a:cubicBezTo>
                  <a:lnTo>
                    <a:pt x="4411" y="4065"/>
                  </a:lnTo>
                  <a:cubicBezTo>
                    <a:pt x="3844" y="4065"/>
                    <a:pt x="3372" y="4506"/>
                    <a:pt x="3372" y="5073"/>
                  </a:cubicBezTo>
                  <a:lnTo>
                    <a:pt x="3372" y="6774"/>
                  </a:lnTo>
                  <a:lnTo>
                    <a:pt x="662" y="6774"/>
                  </a:lnTo>
                  <a:lnTo>
                    <a:pt x="662" y="5892"/>
                  </a:lnTo>
                  <a:cubicBezTo>
                    <a:pt x="662" y="4569"/>
                    <a:pt x="1702" y="3435"/>
                    <a:pt x="2962" y="3372"/>
                  </a:cubicBezTo>
                  <a:cubicBezTo>
                    <a:pt x="2996" y="3370"/>
                    <a:pt x="3029" y="3369"/>
                    <a:pt x="3063" y="3369"/>
                  </a:cubicBezTo>
                  <a:close/>
                  <a:moveTo>
                    <a:pt x="7215" y="4726"/>
                  </a:moveTo>
                  <a:cubicBezTo>
                    <a:pt x="7373" y="4726"/>
                    <a:pt x="7530" y="4884"/>
                    <a:pt x="7530" y="5073"/>
                  </a:cubicBezTo>
                  <a:lnTo>
                    <a:pt x="7530" y="6774"/>
                  </a:lnTo>
                  <a:lnTo>
                    <a:pt x="4096" y="6774"/>
                  </a:lnTo>
                  <a:lnTo>
                    <a:pt x="4096" y="5073"/>
                  </a:lnTo>
                  <a:cubicBezTo>
                    <a:pt x="4096" y="4884"/>
                    <a:pt x="4254" y="4726"/>
                    <a:pt x="4443" y="4726"/>
                  </a:cubicBezTo>
                  <a:close/>
                  <a:moveTo>
                    <a:pt x="8586" y="7495"/>
                  </a:moveTo>
                  <a:cubicBezTo>
                    <a:pt x="8753" y="7495"/>
                    <a:pt x="8885" y="7644"/>
                    <a:pt x="8885" y="7845"/>
                  </a:cubicBezTo>
                  <a:lnTo>
                    <a:pt x="8885" y="8885"/>
                  </a:lnTo>
                  <a:lnTo>
                    <a:pt x="662" y="8885"/>
                  </a:lnTo>
                  <a:lnTo>
                    <a:pt x="662" y="7499"/>
                  </a:lnTo>
                  <a:lnTo>
                    <a:pt x="8539" y="7499"/>
                  </a:lnTo>
                  <a:cubicBezTo>
                    <a:pt x="8555" y="7496"/>
                    <a:pt x="8571" y="7495"/>
                    <a:pt x="8586" y="7495"/>
                  </a:cubicBezTo>
                  <a:close/>
                  <a:moveTo>
                    <a:pt x="3057" y="1"/>
                  </a:moveTo>
                  <a:cubicBezTo>
                    <a:pt x="2112" y="1"/>
                    <a:pt x="1387" y="725"/>
                    <a:pt x="1387" y="1702"/>
                  </a:cubicBezTo>
                  <a:cubicBezTo>
                    <a:pt x="1387" y="2206"/>
                    <a:pt x="1576" y="2647"/>
                    <a:pt x="1923" y="2930"/>
                  </a:cubicBezTo>
                  <a:cubicBezTo>
                    <a:pt x="820" y="3403"/>
                    <a:pt x="1" y="4600"/>
                    <a:pt x="1" y="5923"/>
                  </a:cubicBezTo>
                  <a:lnTo>
                    <a:pt x="1" y="9263"/>
                  </a:lnTo>
                  <a:cubicBezTo>
                    <a:pt x="1" y="9420"/>
                    <a:pt x="127" y="9578"/>
                    <a:pt x="316" y="9578"/>
                  </a:cubicBezTo>
                  <a:lnTo>
                    <a:pt x="9200" y="9578"/>
                  </a:lnTo>
                  <a:cubicBezTo>
                    <a:pt x="9421" y="9578"/>
                    <a:pt x="9578" y="9420"/>
                    <a:pt x="9578" y="9200"/>
                  </a:cubicBezTo>
                  <a:lnTo>
                    <a:pt x="9578" y="7845"/>
                  </a:lnTo>
                  <a:cubicBezTo>
                    <a:pt x="9578" y="7278"/>
                    <a:pt x="9106" y="6806"/>
                    <a:pt x="8539" y="6806"/>
                  </a:cubicBezTo>
                  <a:lnTo>
                    <a:pt x="8192" y="6806"/>
                  </a:lnTo>
                  <a:lnTo>
                    <a:pt x="8192" y="5104"/>
                  </a:lnTo>
                  <a:cubicBezTo>
                    <a:pt x="8192" y="4569"/>
                    <a:pt x="7719" y="4096"/>
                    <a:pt x="7152" y="4096"/>
                  </a:cubicBezTo>
                  <a:lnTo>
                    <a:pt x="5577" y="4096"/>
                  </a:lnTo>
                  <a:cubicBezTo>
                    <a:pt x="5231" y="3561"/>
                    <a:pt x="4758" y="3183"/>
                    <a:pt x="4222" y="2930"/>
                  </a:cubicBezTo>
                  <a:cubicBezTo>
                    <a:pt x="4569" y="2615"/>
                    <a:pt x="4758" y="2206"/>
                    <a:pt x="4758" y="1702"/>
                  </a:cubicBezTo>
                  <a:cubicBezTo>
                    <a:pt x="4758" y="725"/>
                    <a:pt x="4002"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44" name="Google Shape;16044;p84"/>
          <p:cNvSpPr/>
          <p:nvPr/>
        </p:nvSpPr>
        <p:spPr>
          <a:xfrm>
            <a:off x="5297428" y="3263876"/>
            <a:ext cx="475251" cy="475291"/>
          </a:xfrm>
          <a:custGeom>
            <a:avLst/>
            <a:gdLst/>
            <a:ahLst/>
            <a:cxnLst/>
            <a:rect l="l" t="t" r="r" b="b"/>
            <a:pathLst>
              <a:path w="11752" h="11753" extrusionOk="0">
                <a:moveTo>
                  <a:pt x="9672" y="725"/>
                </a:moveTo>
                <a:lnTo>
                  <a:pt x="9672" y="4191"/>
                </a:lnTo>
                <a:cubicBezTo>
                  <a:pt x="9546" y="4160"/>
                  <a:pt x="9420" y="4160"/>
                  <a:pt x="9294" y="4160"/>
                </a:cubicBezTo>
                <a:cubicBezTo>
                  <a:pt x="9200" y="4160"/>
                  <a:pt x="9074" y="4191"/>
                  <a:pt x="8948" y="4223"/>
                </a:cubicBezTo>
                <a:lnTo>
                  <a:pt x="8948" y="3844"/>
                </a:lnTo>
                <a:cubicBezTo>
                  <a:pt x="8948" y="3277"/>
                  <a:pt x="8475" y="2805"/>
                  <a:pt x="7939" y="2805"/>
                </a:cubicBezTo>
                <a:cubicBezTo>
                  <a:pt x="7813" y="2805"/>
                  <a:pt x="7687" y="2836"/>
                  <a:pt x="7561" y="2836"/>
                </a:cubicBezTo>
                <a:lnTo>
                  <a:pt x="7561" y="2458"/>
                </a:lnTo>
                <a:cubicBezTo>
                  <a:pt x="7561" y="1891"/>
                  <a:pt x="7089" y="1419"/>
                  <a:pt x="6553" y="1419"/>
                </a:cubicBezTo>
                <a:cubicBezTo>
                  <a:pt x="6427" y="1419"/>
                  <a:pt x="6364" y="1419"/>
                  <a:pt x="6238" y="1482"/>
                </a:cubicBezTo>
                <a:cubicBezTo>
                  <a:pt x="6427" y="1041"/>
                  <a:pt x="6837" y="725"/>
                  <a:pt x="7246" y="725"/>
                </a:cubicBezTo>
                <a:close/>
                <a:moveTo>
                  <a:pt x="11090" y="1419"/>
                </a:moveTo>
                <a:lnTo>
                  <a:pt x="11090" y="4884"/>
                </a:lnTo>
                <a:cubicBezTo>
                  <a:pt x="10964" y="4853"/>
                  <a:pt x="10838" y="4853"/>
                  <a:pt x="10712" y="4853"/>
                </a:cubicBezTo>
                <a:cubicBezTo>
                  <a:pt x="10617" y="4853"/>
                  <a:pt x="10491" y="4884"/>
                  <a:pt x="10365" y="4884"/>
                </a:cubicBezTo>
                <a:lnTo>
                  <a:pt x="10365" y="1419"/>
                </a:lnTo>
                <a:close/>
                <a:moveTo>
                  <a:pt x="4537" y="725"/>
                </a:moveTo>
                <a:cubicBezTo>
                  <a:pt x="5104" y="725"/>
                  <a:pt x="5577" y="1198"/>
                  <a:pt x="5577" y="1734"/>
                </a:cubicBezTo>
                <a:lnTo>
                  <a:pt x="5577" y="5010"/>
                </a:lnTo>
                <a:lnTo>
                  <a:pt x="4474" y="6113"/>
                </a:lnTo>
                <a:cubicBezTo>
                  <a:pt x="4253" y="6302"/>
                  <a:pt x="4096" y="6585"/>
                  <a:pt x="4033" y="6869"/>
                </a:cubicBezTo>
                <a:lnTo>
                  <a:pt x="2143" y="6869"/>
                </a:lnTo>
                <a:lnTo>
                  <a:pt x="2143" y="725"/>
                </a:lnTo>
                <a:close/>
                <a:moveTo>
                  <a:pt x="1418" y="1419"/>
                </a:moveTo>
                <a:lnTo>
                  <a:pt x="1418" y="7247"/>
                </a:lnTo>
                <a:cubicBezTo>
                  <a:pt x="1418" y="7468"/>
                  <a:pt x="1575" y="7625"/>
                  <a:pt x="1796" y="7625"/>
                </a:cubicBezTo>
                <a:lnTo>
                  <a:pt x="3938" y="7625"/>
                </a:lnTo>
                <a:cubicBezTo>
                  <a:pt x="4001" y="7846"/>
                  <a:pt x="4064" y="8098"/>
                  <a:pt x="4190" y="8287"/>
                </a:cubicBezTo>
                <a:lnTo>
                  <a:pt x="725" y="8287"/>
                </a:lnTo>
                <a:lnTo>
                  <a:pt x="725" y="1419"/>
                </a:lnTo>
                <a:close/>
                <a:moveTo>
                  <a:pt x="6648" y="2112"/>
                </a:moveTo>
                <a:cubicBezTo>
                  <a:pt x="6837" y="2112"/>
                  <a:pt x="6994" y="2269"/>
                  <a:pt x="6994" y="2458"/>
                </a:cubicBezTo>
                <a:lnTo>
                  <a:pt x="6994" y="6554"/>
                </a:lnTo>
                <a:cubicBezTo>
                  <a:pt x="6994" y="6743"/>
                  <a:pt x="7152" y="6900"/>
                  <a:pt x="7341" y="6900"/>
                </a:cubicBezTo>
                <a:cubicBezTo>
                  <a:pt x="7530" y="6900"/>
                  <a:pt x="7687" y="6743"/>
                  <a:pt x="7687" y="6554"/>
                </a:cubicBezTo>
                <a:lnTo>
                  <a:pt x="7687" y="3844"/>
                </a:lnTo>
                <a:cubicBezTo>
                  <a:pt x="7687" y="3624"/>
                  <a:pt x="7845" y="3466"/>
                  <a:pt x="8065" y="3466"/>
                </a:cubicBezTo>
                <a:cubicBezTo>
                  <a:pt x="8254" y="3466"/>
                  <a:pt x="8412" y="3624"/>
                  <a:pt x="8412" y="3844"/>
                </a:cubicBezTo>
                <a:lnTo>
                  <a:pt x="8412" y="6554"/>
                </a:lnTo>
                <a:cubicBezTo>
                  <a:pt x="8412" y="6743"/>
                  <a:pt x="8570" y="6900"/>
                  <a:pt x="8759" y="6900"/>
                </a:cubicBezTo>
                <a:cubicBezTo>
                  <a:pt x="8948" y="6900"/>
                  <a:pt x="9105" y="6743"/>
                  <a:pt x="9105" y="6554"/>
                </a:cubicBezTo>
                <a:lnTo>
                  <a:pt x="9105" y="5168"/>
                </a:lnTo>
                <a:cubicBezTo>
                  <a:pt x="9105" y="4979"/>
                  <a:pt x="9263" y="4821"/>
                  <a:pt x="9483" y="4821"/>
                </a:cubicBezTo>
                <a:cubicBezTo>
                  <a:pt x="9672" y="4821"/>
                  <a:pt x="9830" y="4979"/>
                  <a:pt x="9830" y="5168"/>
                </a:cubicBezTo>
                <a:lnTo>
                  <a:pt x="9830" y="6554"/>
                </a:lnTo>
                <a:cubicBezTo>
                  <a:pt x="9830" y="6743"/>
                  <a:pt x="9987" y="6900"/>
                  <a:pt x="10176" y="6900"/>
                </a:cubicBezTo>
                <a:cubicBezTo>
                  <a:pt x="10365" y="6900"/>
                  <a:pt x="10523" y="6743"/>
                  <a:pt x="10523" y="6554"/>
                </a:cubicBezTo>
                <a:lnTo>
                  <a:pt x="10523" y="5892"/>
                </a:lnTo>
                <a:cubicBezTo>
                  <a:pt x="10523" y="5672"/>
                  <a:pt x="10680" y="5514"/>
                  <a:pt x="10901" y="5514"/>
                </a:cubicBezTo>
                <a:cubicBezTo>
                  <a:pt x="11090" y="5514"/>
                  <a:pt x="11247" y="5672"/>
                  <a:pt x="11247" y="5892"/>
                </a:cubicBezTo>
                <a:cubicBezTo>
                  <a:pt x="11090" y="5955"/>
                  <a:pt x="11090" y="8633"/>
                  <a:pt x="11090" y="8791"/>
                </a:cubicBezTo>
                <a:cubicBezTo>
                  <a:pt x="11090" y="9043"/>
                  <a:pt x="10995" y="9232"/>
                  <a:pt x="10838" y="9389"/>
                </a:cubicBezTo>
                <a:cubicBezTo>
                  <a:pt x="10586" y="9673"/>
                  <a:pt x="10397" y="10051"/>
                  <a:pt x="10397" y="10460"/>
                </a:cubicBezTo>
                <a:lnTo>
                  <a:pt x="10397" y="11028"/>
                </a:lnTo>
                <a:lnTo>
                  <a:pt x="6270" y="11028"/>
                </a:lnTo>
                <a:lnTo>
                  <a:pt x="6270" y="10397"/>
                </a:lnTo>
                <a:cubicBezTo>
                  <a:pt x="6270" y="10051"/>
                  <a:pt x="6144" y="9673"/>
                  <a:pt x="5923" y="9389"/>
                </a:cubicBezTo>
                <a:lnTo>
                  <a:pt x="4852" y="7972"/>
                </a:lnTo>
                <a:cubicBezTo>
                  <a:pt x="4537" y="7562"/>
                  <a:pt x="4600" y="6995"/>
                  <a:pt x="4946" y="6617"/>
                </a:cubicBezTo>
                <a:lnTo>
                  <a:pt x="5577" y="5987"/>
                </a:lnTo>
                <a:lnTo>
                  <a:pt x="5577" y="6554"/>
                </a:lnTo>
                <a:cubicBezTo>
                  <a:pt x="5577" y="6743"/>
                  <a:pt x="5734" y="6900"/>
                  <a:pt x="5923" y="6900"/>
                </a:cubicBezTo>
                <a:cubicBezTo>
                  <a:pt x="6112" y="6900"/>
                  <a:pt x="6270" y="6743"/>
                  <a:pt x="6270" y="6554"/>
                </a:cubicBezTo>
                <a:lnTo>
                  <a:pt x="6270" y="2458"/>
                </a:lnTo>
                <a:cubicBezTo>
                  <a:pt x="6270" y="2269"/>
                  <a:pt x="6427" y="2112"/>
                  <a:pt x="6648" y="2112"/>
                </a:cubicBezTo>
                <a:close/>
                <a:moveTo>
                  <a:pt x="1733" y="1"/>
                </a:moveTo>
                <a:cubicBezTo>
                  <a:pt x="1544" y="1"/>
                  <a:pt x="1386" y="158"/>
                  <a:pt x="1386" y="379"/>
                </a:cubicBezTo>
                <a:lnTo>
                  <a:pt x="1386" y="725"/>
                </a:lnTo>
                <a:lnTo>
                  <a:pt x="378" y="725"/>
                </a:lnTo>
                <a:cubicBezTo>
                  <a:pt x="158" y="725"/>
                  <a:pt x="0" y="883"/>
                  <a:pt x="0" y="1072"/>
                </a:cubicBezTo>
                <a:lnTo>
                  <a:pt x="0" y="8602"/>
                </a:lnTo>
                <a:cubicBezTo>
                  <a:pt x="0" y="8791"/>
                  <a:pt x="158" y="8948"/>
                  <a:pt x="378" y="8948"/>
                </a:cubicBezTo>
                <a:lnTo>
                  <a:pt x="4663" y="8948"/>
                </a:lnTo>
                <a:lnTo>
                  <a:pt x="5293" y="9830"/>
                </a:lnTo>
                <a:cubicBezTo>
                  <a:pt x="5419" y="9988"/>
                  <a:pt x="5482" y="10208"/>
                  <a:pt x="5482" y="10460"/>
                </a:cubicBezTo>
                <a:lnTo>
                  <a:pt x="5482" y="11406"/>
                </a:lnTo>
                <a:cubicBezTo>
                  <a:pt x="5482" y="11595"/>
                  <a:pt x="5640" y="11752"/>
                  <a:pt x="5829" y="11752"/>
                </a:cubicBezTo>
                <a:lnTo>
                  <a:pt x="10649" y="11752"/>
                </a:lnTo>
                <a:cubicBezTo>
                  <a:pt x="10838" y="11752"/>
                  <a:pt x="10995" y="11595"/>
                  <a:pt x="10995" y="11406"/>
                </a:cubicBezTo>
                <a:lnTo>
                  <a:pt x="10995" y="10460"/>
                </a:lnTo>
                <a:cubicBezTo>
                  <a:pt x="10995" y="10208"/>
                  <a:pt x="11090" y="10019"/>
                  <a:pt x="11247" y="9862"/>
                </a:cubicBezTo>
                <a:cubicBezTo>
                  <a:pt x="11500" y="9578"/>
                  <a:pt x="11657" y="9200"/>
                  <a:pt x="11657" y="8791"/>
                </a:cubicBezTo>
                <a:lnTo>
                  <a:pt x="11657" y="1072"/>
                </a:lnTo>
                <a:cubicBezTo>
                  <a:pt x="11752" y="883"/>
                  <a:pt x="11594" y="725"/>
                  <a:pt x="11405" y="725"/>
                </a:cubicBezTo>
                <a:lnTo>
                  <a:pt x="10365" y="725"/>
                </a:lnTo>
                <a:lnTo>
                  <a:pt x="10365" y="379"/>
                </a:lnTo>
                <a:cubicBezTo>
                  <a:pt x="10365" y="158"/>
                  <a:pt x="10208" y="1"/>
                  <a:pt x="10019" y="1"/>
                </a:cubicBezTo>
                <a:lnTo>
                  <a:pt x="7246" y="1"/>
                </a:lnTo>
                <a:cubicBezTo>
                  <a:pt x="6711" y="1"/>
                  <a:pt x="6207" y="284"/>
                  <a:pt x="5892" y="662"/>
                </a:cubicBezTo>
                <a:cubicBezTo>
                  <a:pt x="5577" y="253"/>
                  <a:pt x="5041" y="1"/>
                  <a:pt x="45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45" name="Google Shape;16045;p84"/>
          <p:cNvGrpSpPr/>
          <p:nvPr/>
        </p:nvGrpSpPr>
        <p:grpSpPr>
          <a:xfrm>
            <a:off x="3519602" y="3887157"/>
            <a:ext cx="471449" cy="471409"/>
            <a:chOff x="-31523625" y="1939525"/>
            <a:chExt cx="291450" cy="291425"/>
          </a:xfrm>
        </p:grpSpPr>
        <p:sp>
          <p:nvSpPr>
            <p:cNvPr id="16046" name="Google Shape;16046;p84"/>
            <p:cNvSpPr/>
            <p:nvPr/>
          </p:nvSpPr>
          <p:spPr>
            <a:xfrm>
              <a:off x="-31523625" y="1939525"/>
              <a:ext cx="291450" cy="291425"/>
            </a:xfrm>
            <a:custGeom>
              <a:avLst/>
              <a:gdLst/>
              <a:ahLst/>
              <a:cxnLst/>
              <a:rect l="l" t="t" r="r" b="b"/>
              <a:pathLst>
                <a:path w="11658" h="11657" extrusionOk="0">
                  <a:moveTo>
                    <a:pt x="2269" y="756"/>
                  </a:moveTo>
                  <a:cubicBezTo>
                    <a:pt x="2899" y="756"/>
                    <a:pt x="3372" y="1260"/>
                    <a:pt x="3372" y="1859"/>
                  </a:cubicBezTo>
                  <a:cubicBezTo>
                    <a:pt x="3372" y="2363"/>
                    <a:pt x="3057" y="2615"/>
                    <a:pt x="2805" y="2867"/>
                  </a:cubicBezTo>
                  <a:cubicBezTo>
                    <a:pt x="2710" y="2962"/>
                    <a:pt x="2679" y="3025"/>
                    <a:pt x="2679" y="3119"/>
                  </a:cubicBezTo>
                  <a:lnTo>
                    <a:pt x="2679" y="7246"/>
                  </a:lnTo>
                  <a:cubicBezTo>
                    <a:pt x="2679" y="7341"/>
                    <a:pt x="2710" y="7435"/>
                    <a:pt x="2805" y="7498"/>
                  </a:cubicBezTo>
                  <a:cubicBezTo>
                    <a:pt x="3057" y="7750"/>
                    <a:pt x="3372" y="8002"/>
                    <a:pt x="3372" y="8506"/>
                  </a:cubicBezTo>
                  <a:cubicBezTo>
                    <a:pt x="3372" y="9137"/>
                    <a:pt x="2868" y="9609"/>
                    <a:pt x="2269" y="9609"/>
                  </a:cubicBezTo>
                  <a:lnTo>
                    <a:pt x="1765" y="9609"/>
                  </a:lnTo>
                  <a:cubicBezTo>
                    <a:pt x="1167" y="9609"/>
                    <a:pt x="663" y="9137"/>
                    <a:pt x="663" y="8506"/>
                  </a:cubicBezTo>
                  <a:cubicBezTo>
                    <a:pt x="663" y="8002"/>
                    <a:pt x="978" y="7750"/>
                    <a:pt x="1261" y="7498"/>
                  </a:cubicBezTo>
                  <a:cubicBezTo>
                    <a:pt x="1324" y="7404"/>
                    <a:pt x="1356" y="7341"/>
                    <a:pt x="1356" y="7246"/>
                  </a:cubicBezTo>
                  <a:lnTo>
                    <a:pt x="1356" y="3119"/>
                  </a:lnTo>
                  <a:cubicBezTo>
                    <a:pt x="1356" y="3025"/>
                    <a:pt x="1324" y="2930"/>
                    <a:pt x="1261" y="2867"/>
                  </a:cubicBezTo>
                  <a:cubicBezTo>
                    <a:pt x="978" y="2615"/>
                    <a:pt x="663" y="2363"/>
                    <a:pt x="663" y="1859"/>
                  </a:cubicBezTo>
                  <a:cubicBezTo>
                    <a:pt x="663" y="1229"/>
                    <a:pt x="1167" y="756"/>
                    <a:pt x="1765" y="756"/>
                  </a:cubicBezTo>
                  <a:close/>
                  <a:moveTo>
                    <a:pt x="10650" y="2048"/>
                  </a:moveTo>
                  <a:cubicBezTo>
                    <a:pt x="10870" y="2048"/>
                    <a:pt x="11028" y="2205"/>
                    <a:pt x="11028" y="2395"/>
                  </a:cubicBezTo>
                  <a:lnTo>
                    <a:pt x="11028" y="9294"/>
                  </a:lnTo>
                  <a:lnTo>
                    <a:pt x="10965" y="9294"/>
                  </a:lnTo>
                  <a:cubicBezTo>
                    <a:pt x="10965" y="9483"/>
                    <a:pt x="10807" y="9641"/>
                    <a:pt x="10618" y="9641"/>
                  </a:cubicBezTo>
                  <a:lnTo>
                    <a:pt x="3687" y="9641"/>
                  </a:lnTo>
                  <a:cubicBezTo>
                    <a:pt x="3939" y="9326"/>
                    <a:pt x="4097" y="8948"/>
                    <a:pt x="4097" y="8538"/>
                  </a:cubicBezTo>
                  <a:cubicBezTo>
                    <a:pt x="4097" y="8065"/>
                    <a:pt x="3876" y="7593"/>
                    <a:pt x="3561" y="7278"/>
                  </a:cubicBezTo>
                  <a:lnTo>
                    <a:pt x="3404" y="7120"/>
                  </a:lnTo>
                  <a:lnTo>
                    <a:pt x="3404" y="3245"/>
                  </a:lnTo>
                  <a:cubicBezTo>
                    <a:pt x="3624" y="3025"/>
                    <a:pt x="4002" y="2710"/>
                    <a:pt x="4097" y="2048"/>
                  </a:cubicBezTo>
                  <a:close/>
                  <a:moveTo>
                    <a:pt x="4758" y="10334"/>
                  </a:moveTo>
                  <a:lnTo>
                    <a:pt x="4758" y="10649"/>
                  </a:lnTo>
                  <a:cubicBezTo>
                    <a:pt x="4758" y="10838"/>
                    <a:pt x="4601" y="10995"/>
                    <a:pt x="4412" y="10995"/>
                  </a:cubicBezTo>
                  <a:lnTo>
                    <a:pt x="2710" y="10995"/>
                  </a:lnTo>
                  <a:cubicBezTo>
                    <a:pt x="2521" y="10995"/>
                    <a:pt x="2364" y="10838"/>
                    <a:pt x="2364" y="10649"/>
                  </a:cubicBezTo>
                  <a:lnTo>
                    <a:pt x="2364" y="10334"/>
                  </a:lnTo>
                  <a:close/>
                  <a:moveTo>
                    <a:pt x="1797" y="0"/>
                  </a:moveTo>
                  <a:cubicBezTo>
                    <a:pt x="820" y="0"/>
                    <a:pt x="1" y="788"/>
                    <a:pt x="1" y="1827"/>
                  </a:cubicBezTo>
                  <a:cubicBezTo>
                    <a:pt x="1" y="2300"/>
                    <a:pt x="190" y="2773"/>
                    <a:pt x="505" y="3088"/>
                  </a:cubicBezTo>
                  <a:lnTo>
                    <a:pt x="663" y="3245"/>
                  </a:lnTo>
                  <a:lnTo>
                    <a:pt x="663" y="7089"/>
                  </a:lnTo>
                  <a:cubicBezTo>
                    <a:pt x="474" y="7278"/>
                    <a:pt x="1" y="7719"/>
                    <a:pt x="1" y="8506"/>
                  </a:cubicBezTo>
                  <a:cubicBezTo>
                    <a:pt x="1" y="9452"/>
                    <a:pt x="694" y="10208"/>
                    <a:pt x="1639" y="10271"/>
                  </a:cubicBezTo>
                  <a:lnTo>
                    <a:pt x="1734" y="10271"/>
                  </a:lnTo>
                  <a:lnTo>
                    <a:pt x="1734" y="10649"/>
                  </a:lnTo>
                  <a:cubicBezTo>
                    <a:pt x="1734" y="11184"/>
                    <a:pt x="2206" y="11657"/>
                    <a:pt x="2742" y="11657"/>
                  </a:cubicBezTo>
                  <a:lnTo>
                    <a:pt x="4443" y="11657"/>
                  </a:lnTo>
                  <a:cubicBezTo>
                    <a:pt x="5010" y="11657"/>
                    <a:pt x="5451" y="11184"/>
                    <a:pt x="5451" y="10649"/>
                  </a:cubicBezTo>
                  <a:lnTo>
                    <a:pt x="5451" y="10334"/>
                  </a:lnTo>
                  <a:lnTo>
                    <a:pt x="10618" y="10334"/>
                  </a:lnTo>
                  <a:cubicBezTo>
                    <a:pt x="11185" y="10334"/>
                    <a:pt x="11658" y="9861"/>
                    <a:pt x="11658" y="9294"/>
                  </a:cubicBezTo>
                  <a:lnTo>
                    <a:pt x="11658" y="2395"/>
                  </a:lnTo>
                  <a:cubicBezTo>
                    <a:pt x="11658" y="1827"/>
                    <a:pt x="11185" y="1386"/>
                    <a:pt x="10618" y="1386"/>
                  </a:cubicBezTo>
                  <a:lnTo>
                    <a:pt x="4034" y="1386"/>
                  </a:lnTo>
                  <a:cubicBezTo>
                    <a:pt x="3845" y="599"/>
                    <a:pt x="3151" y="0"/>
                    <a:pt x="230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7" name="Google Shape;16047;p84"/>
            <p:cNvSpPr/>
            <p:nvPr/>
          </p:nvSpPr>
          <p:spPr>
            <a:xfrm>
              <a:off x="-31404675" y="2007250"/>
              <a:ext cx="138625" cy="52800"/>
            </a:xfrm>
            <a:custGeom>
              <a:avLst/>
              <a:gdLst/>
              <a:ahLst/>
              <a:cxnLst/>
              <a:rect l="l" t="t" r="r" b="b"/>
              <a:pathLst>
                <a:path w="5545" h="2112" extrusionOk="0">
                  <a:moveTo>
                    <a:pt x="4852" y="725"/>
                  </a:moveTo>
                  <a:lnTo>
                    <a:pt x="4852" y="1418"/>
                  </a:lnTo>
                  <a:lnTo>
                    <a:pt x="693" y="1418"/>
                  </a:lnTo>
                  <a:lnTo>
                    <a:pt x="693" y="725"/>
                  </a:lnTo>
                  <a:close/>
                  <a:moveTo>
                    <a:pt x="347" y="1"/>
                  </a:moveTo>
                  <a:cubicBezTo>
                    <a:pt x="158" y="1"/>
                    <a:pt x="0" y="158"/>
                    <a:pt x="0" y="379"/>
                  </a:cubicBezTo>
                  <a:lnTo>
                    <a:pt x="0" y="1733"/>
                  </a:lnTo>
                  <a:cubicBezTo>
                    <a:pt x="0" y="1954"/>
                    <a:pt x="158" y="2111"/>
                    <a:pt x="347" y="2111"/>
                  </a:cubicBezTo>
                  <a:lnTo>
                    <a:pt x="5199" y="2111"/>
                  </a:lnTo>
                  <a:cubicBezTo>
                    <a:pt x="5388" y="2111"/>
                    <a:pt x="5545" y="1954"/>
                    <a:pt x="5545" y="1733"/>
                  </a:cubicBezTo>
                  <a:lnTo>
                    <a:pt x="5545" y="379"/>
                  </a:lnTo>
                  <a:cubicBezTo>
                    <a:pt x="5514" y="158"/>
                    <a:pt x="5356" y="1"/>
                    <a:pt x="519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8" name="Google Shape;16048;p84"/>
            <p:cNvSpPr/>
            <p:nvPr/>
          </p:nvSpPr>
          <p:spPr>
            <a:xfrm>
              <a:off x="-31404675" y="2077350"/>
              <a:ext cx="34675" cy="18150"/>
            </a:xfrm>
            <a:custGeom>
              <a:avLst/>
              <a:gdLst/>
              <a:ahLst/>
              <a:cxnLst/>
              <a:rect l="l" t="t" r="r" b="b"/>
              <a:pathLst>
                <a:path w="1387" h="726" extrusionOk="0">
                  <a:moveTo>
                    <a:pt x="347" y="0"/>
                  </a:moveTo>
                  <a:cubicBezTo>
                    <a:pt x="158" y="0"/>
                    <a:pt x="0" y="158"/>
                    <a:pt x="0" y="347"/>
                  </a:cubicBezTo>
                  <a:cubicBezTo>
                    <a:pt x="0" y="568"/>
                    <a:pt x="158" y="725"/>
                    <a:pt x="347" y="725"/>
                  </a:cubicBezTo>
                  <a:lnTo>
                    <a:pt x="1008" y="725"/>
                  </a:lnTo>
                  <a:cubicBezTo>
                    <a:pt x="1229" y="725"/>
                    <a:pt x="1386" y="568"/>
                    <a:pt x="1386" y="347"/>
                  </a:cubicBezTo>
                  <a:cubicBezTo>
                    <a:pt x="1386" y="158"/>
                    <a:pt x="1229" y="0"/>
                    <a:pt x="10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9" name="Google Shape;16049;p84"/>
            <p:cNvSpPr/>
            <p:nvPr/>
          </p:nvSpPr>
          <p:spPr>
            <a:xfrm>
              <a:off x="-31353475"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1" y="725"/>
                  </a:lnTo>
                  <a:cubicBezTo>
                    <a:pt x="1260" y="725"/>
                    <a:pt x="1418" y="568"/>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0" name="Google Shape;16050;p84"/>
            <p:cNvSpPr/>
            <p:nvPr/>
          </p:nvSpPr>
          <p:spPr>
            <a:xfrm>
              <a:off x="-31301500"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2" y="725"/>
                  </a:lnTo>
                  <a:cubicBezTo>
                    <a:pt x="1261" y="725"/>
                    <a:pt x="1418" y="568"/>
                    <a:pt x="1418" y="347"/>
                  </a:cubicBezTo>
                  <a:cubicBezTo>
                    <a:pt x="1387" y="158"/>
                    <a:pt x="122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1" name="Google Shape;16051;p84"/>
            <p:cNvSpPr/>
            <p:nvPr/>
          </p:nvSpPr>
          <p:spPr>
            <a:xfrm>
              <a:off x="-31404675" y="2112000"/>
              <a:ext cx="34675" cy="17350"/>
            </a:xfrm>
            <a:custGeom>
              <a:avLst/>
              <a:gdLst/>
              <a:ahLst/>
              <a:cxnLst/>
              <a:rect l="l" t="t" r="r" b="b"/>
              <a:pathLst>
                <a:path w="1387" h="694" extrusionOk="0">
                  <a:moveTo>
                    <a:pt x="347" y="1"/>
                  </a:moveTo>
                  <a:cubicBezTo>
                    <a:pt x="158" y="1"/>
                    <a:pt x="0" y="158"/>
                    <a:pt x="0" y="347"/>
                  </a:cubicBezTo>
                  <a:cubicBezTo>
                    <a:pt x="0" y="536"/>
                    <a:pt x="158" y="694"/>
                    <a:pt x="347" y="694"/>
                  </a:cubicBezTo>
                  <a:lnTo>
                    <a:pt x="1008" y="694"/>
                  </a:lnTo>
                  <a:cubicBezTo>
                    <a:pt x="1229" y="694"/>
                    <a:pt x="1386" y="536"/>
                    <a:pt x="1386" y="347"/>
                  </a:cubicBezTo>
                  <a:cubicBezTo>
                    <a:pt x="1386" y="158"/>
                    <a:pt x="1229"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2" name="Google Shape;16052;p84"/>
            <p:cNvSpPr/>
            <p:nvPr/>
          </p:nvSpPr>
          <p:spPr>
            <a:xfrm>
              <a:off x="-31353475"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3" name="Google Shape;16053;p84"/>
            <p:cNvSpPr/>
            <p:nvPr/>
          </p:nvSpPr>
          <p:spPr>
            <a:xfrm>
              <a:off x="-31301500"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387" y="158"/>
                    <a:pt x="1229"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4" name="Google Shape;16054;p84"/>
            <p:cNvSpPr/>
            <p:nvPr/>
          </p:nvSpPr>
          <p:spPr>
            <a:xfrm>
              <a:off x="-31404675" y="2145075"/>
              <a:ext cx="34675" cy="18150"/>
            </a:xfrm>
            <a:custGeom>
              <a:avLst/>
              <a:gdLst/>
              <a:ahLst/>
              <a:cxnLst/>
              <a:rect l="l" t="t" r="r" b="b"/>
              <a:pathLst>
                <a:path w="1387" h="726" extrusionOk="0">
                  <a:moveTo>
                    <a:pt x="347" y="1"/>
                  </a:moveTo>
                  <a:cubicBezTo>
                    <a:pt x="158" y="1"/>
                    <a:pt x="0" y="158"/>
                    <a:pt x="0" y="379"/>
                  </a:cubicBezTo>
                  <a:cubicBezTo>
                    <a:pt x="0" y="568"/>
                    <a:pt x="158" y="726"/>
                    <a:pt x="347" y="726"/>
                  </a:cubicBezTo>
                  <a:lnTo>
                    <a:pt x="1008" y="726"/>
                  </a:lnTo>
                  <a:cubicBezTo>
                    <a:pt x="1229" y="726"/>
                    <a:pt x="1386" y="568"/>
                    <a:pt x="1386" y="379"/>
                  </a:cubicBezTo>
                  <a:cubicBezTo>
                    <a:pt x="1386" y="158"/>
                    <a:pt x="1229"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5" name="Google Shape;16055;p84"/>
            <p:cNvSpPr/>
            <p:nvPr/>
          </p:nvSpPr>
          <p:spPr>
            <a:xfrm>
              <a:off x="-31353475"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1" y="726"/>
                  </a:lnTo>
                  <a:cubicBezTo>
                    <a:pt x="1260" y="726"/>
                    <a:pt x="1418" y="568"/>
                    <a:pt x="1418" y="379"/>
                  </a:cubicBezTo>
                  <a:cubicBezTo>
                    <a:pt x="1418" y="158"/>
                    <a:pt x="1260" y="1"/>
                    <a:pt x="10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6" name="Google Shape;16056;p84"/>
            <p:cNvSpPr/>
            <p:nvPr/>
          </p:nvSpPr>
          <p:spPr>
            <a:xfrm>
              <a:off x="-31301500"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2" y="726"/>
                  </a:lnTo>
                  <a:cubicBezTo>
                    <a:pt x="1261" y="726"/>
                    <a:pt x="1418" y="568"/>
                    <a:pt x="1418" y="379"/>
                  </a:cubicBezTo>
                  <a:cubicBezTo>
                    <a:pt x="1387" y="158"/>
                    <a:pt x="1229"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57" name="Google Shape;16057;p84"/>
          <p:cNvGrpSpPr/>
          <p:nvPr/>
        </p:nvGrpSpPr>
        <p:grpSpPr>
          <a:xfrm>
            <a:off x="3518328" y="4511425"/>
            <a:ext cx="473997" cy="471449"/>
            <a:chOff x="-31523625" y="2298675"/>
            <a:chExt cx="293025" cy="291450"/>
          </a:xfrm>
        </p:grpSpPr>
        <p:sp>
          <p:nvSpPr>
            <p:cNvPr id="16058" name="Google Shape;16058;p84"/>
            <p:cNvSpPr/>
            <p:nvPr/>
          </p:nvSpPr>
          <p:spPr>
            <a:xfrm>
              <a:off x="-31523625" y="2298675"/>
              <a:ext cx="293025" cy="291450"/>
            </a:xfrm>
            <a:custGeom>
              <a:avLst/>
              <a:gdLst/>
              <a:ahLst/>
              <a:cxnLst/>
              <a:rect l="l" t="t" r="r" b="b"/>
              <a:pathLst>
                <a:path w="11721" h="11658" extrusionOk="0">
                  <a:moveTo>
                    <a:pt x="4443" y="630"/>
                  </a:moveTo>
                  <a:cubicBezTo>
                    <a:pt x="4632" y="630"/>
                    <a:pt x="4790" y="788"/>
                    <a:pt x="4790" y="977"/>
                  </a:cubicBezTo>
                  <a:cubicBezTo>
                    <a:pt x="4790" y="1198"/>
                    <a:pt x="4632" y="1355"/>
                    <a:pt x="4443" y="1355"/>
                  </a:cubicBezTo>
                  <a:cubicBezTo>
                    <a:pt x="4254" y="1355"/>
                    <a:pt x="4097" y="1198"/>
                    <a:pt x="4097" y="977"/>
                  </a:cubicBezTo>
                  <a:cubicBezTo>
                    <a:pt x="4097" y="788"/>
                    <a:pt x="4254" y="630"/>
                    <a:pt x="4443" y="630"/>
                  </a:cubicBezTo>
                  <a:close/>
                  <a:moveTo>
                    <a:pt x="7153" y="3434"/>
                  </a:moveTo>
                  <a:cubicBezTo>
                    <a:pt x="6523" y="3938"/>
                    <a:pt x="6176" y="4663"/>
                    <a:pt x="6176" y="5482"/>
                  </a:cubicBezTo>
                  <a:lnTo>
                    <a:pt x="6176" y="7530"/>
                  </a:lnTo>
                  <a:lnTo>
                    <a:pt x="663" y="7530"/>
                  </a:lnTo>
                  <a:lnTo>
                    <a:pt x="663" y="5482"/>
                  </a:lnTo>
                  <a:cubicBezTo>
                    <a:pt x="663" y="4348"/>
                    <a:pt x="1576" y="3434"/>
                    <a:pt x="2710" y="3434"/>
                  </a:cubicBezTo>
                  <a:lnTo>
                    <a:pt x="4790" y="3434"/>
                  </a:lnTo>
                  <a:lnTo>
                    <a:pt x="4790" y="4474"/>
                  </a:lnTo>
                  <a:cubicBezTo>
                    <a:pt x="4790" y="4663"/>
                    <a:pt x="4947" y="4821"/>
                    <a:pt x="5136" y="4821"/>
                  </a:cubicBezTo>
                  <a:cubicBezTo>
                    <a:pt x="5357" y="4821"/>
                    <a:pt x="5514" y="4663"/>
                    <a:pt x="5514" y="4474"/>
                  </a:cubicBezTo>
                  <a:lnTo>
                    <a:pt x="5514" y="3434"/>
                  </a:lnTo>
                  <a:close/>
                  <a:moveTo>
                    <a:pt x="6176" y="8255"/>
                  </a:moveTo>
                  <a:lnTo>
                    <a:pt x="6176" y="8916"/>
                  </a:lnTo>
                  <a:lnTo>
                    <a:pt x="663" y="8916"/>
                  </a:lnTo>
                  <a:lnTo>
                    <a:pt x="663" y="8255"/>
                  </a:lnTo>
                  <a:close/>
                  <a:moveTo>
                    <a:pt x="8917" y="3434"/>
                  </a:moveTo>
                  <a:cubicBezTo>
                    <a:pt x="10083" y="3434"/>
                    <a:pt x="10965" y="4348"/>
                    <a:pt x="10965" y="5482"/>
                  </a:cubicBezTo>
                  <a:lnTo>
                    <a:pt x="10965" y="8916"/>
                  </a:lnTo>
                  <a:lnTo>
                    <a:pt x="6869" y="8916"/>
                  </a:lnTo>
                  <a:lnTo>
                    <a:pt x="6869" y="5482"/>
                  </a:lnTo>
                  <a:cubicBezTo>
                    <a:pt x="6869" y="4380"/>
                    <a:pt x="7783" y="3434"/>
                    <a:pt x="8917" y="3434"/>
                  </a:cubicBezTo>
                  <a:close/>
                  <a:moveTo>
                    <a:pt x="4790" y="9609"/>
                  </a:moveTo>
                  <a:lnTo>
                    <a:pt x="4790" y="10996"/>
                  </a:lnTo>
                  <a:lnTo>
                    <a:pt x="4128" y="10996"/>
                  </a:lnTo>
                  <a:lnTo>
                    <a:pt x="4128" y="9609"/>
                  </a:lnTo>
                  <a:close/>
                  <a:moveTo>
                    <a:pt x="4443" y="0"/>
                  </a:moveTo>
                  <a:cubicBezTo>
                    <a:pt x="3876" y="0"/>
                    <a:pt x="3404" y="473"/>
                    <a:pt x="3404" y="1040"/>
                  </a:cubicBezTo>
                  <a:cubicBezTo>
                    <a:pt x="3404" y="1576"/>
                    <a:pt x="3876" y="2048"/>
                    <a:pt x="4443" y="2048"/>
                  </a:cubicBezTo>
                  <a:cubicBezTo>
                    <a:pt x="4569" y="2048"/>
                    <a:pt x="4664" y="2017"/>
                    <a:pt x="4790" y="2017"/>
                  </a:cubicBezTo>
                  <a:lnTo>
                    <a:pt x="4790" y="2773"/>
                  </a:lnTo>
                  <a:lnTo>
                    <a:pt x="2710" y="2773"/>
                  </a:lnTo>
                  <a:cubicBezTo>
                    <a:pt x="1198" y="2773"/>
                    <a:pt x="1" y="4001"/>
                    <a:pt x="1" y="5482"/>
                  </a:cubicBezTo>
                  <a:lnTo>
                    <a:pt x="1" y="9231"/>
                  </a:lnTo>
                  <a:cubicBezTo>
                    <a:pt x="1" y="9420"/>
                    <a:pt x="159" y="9578"/>
                    <a:pt x="348" y="9578"/>
                  </a:cubicBezTo>
                  <a:lnTo>
                    <a:pt x="3467" y="9578"/>
                  </a:lnTo>
                  <a:lnTo>
                    <a:pt x="3467" y="11311"/>
                  </a:lnTo>
                  <a:cubicBezTo>
                    <a:pt x="3467" y="11500"/>
                    <a:pt x="3624" y="11657"/>
                    <a:pt x="3813" y="11657"/>
                  </a:cubicBezTo>
                  <a:lnTo>
                    <a:pt x="5199" y="11657"/>
                  </a:lnTo>
                  <a:cubicBezTo>
                    <a:pt x="5388" y="11657"/>
                    <a:pt x="5546" y="11500"/>
                    <a:pt x="5546" y="11311"/>
                  </a:cubicBezTo>
                  <a:lnTo>
                    <a:pt x="5546" y="9578"/>
                  </a:lnTo>
                  <a:lnTo>
                    <a:pt x="11374" y="9578"/>
                  </a:lnTo>
                  <a:cubicBezTo>
                    <a:pt x="11563" y="9578"/>
                    <a:pt x="11721" y="9420"/>
                    <a:pt x="11721" y="9231"/>
                  </a:cubicBezTo>
                  <a:lnTo>
                    <a:pt x="11721" y="5482"/>
                  </a:lnTo>
                  <a:cubicBezTo>
                    <a:pt x="11658" y="4001"/>
                    <a:pt x="10429" y="2773"/>
                    <a:pt x="8917" y="2773"/>
                  </a:cubicBezTo>
                  <a:lnTo>
                    <a:pt x="5451" y="2773"/>
                  </a:lnTo>
                  <a:lnTo>
                    <a:pt x="5451" y="1040"/>
                  </a:lnTo>
                  <a:cubicBezTo>
                    <a:pt x="5451" y="473"/>
                    <a:pt x="4979"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9" name="Google Shape;16059;p84"/>
            <p:cNvSpPr/>
            <p:nvPr/>
          </p:nvSpPr>
          <p:spPr>
            <a:xfrm>
              <a:off x="-31334575" y="2452250"/>
              <a:ext cx="67750" cy="51225"/>
            </a:xfrm>
            <a:custGeom>
              <a:avLst/>
              <a:gdLst/>
              <a:ahLst/>
              <a:cxnLst/>
              <a:rect l="l" t="t" r="r" b="b"/>
              <a:pathLst>
                <a:path w="2710" h="2049" extrusionOk="0">
                  <a:moveTo>
                    <a:pt x="1670" y="694"/>
                  </a:moveTo>
                  <a:cubicBezTo>
                    <a:pt x="1890" y="694"/>
                    <a:pt x="2048" y="851"/>
                    <a:pt x="2048" y="1040"/>
                  </a:cubicBezTo>
                  <a:cubicBezTo>
                    <a:pt x="2048" y="1229"/>
                    <a:pt x="1890" y="1387"/>
                    <a:pt x="1670" y="1387"/>
                  </a:cubicBezTo>
                  <a:lnTo>
                    <a:pt x="1008" y="1387"/>
                  </a:lnTo>
                  <a:cubicBezTo>
                    <a:pt x="819" y="1387"/>
                    <a:pt x="662" y="1229"/>
                    <a:pt x="662" y="1040"/>
                  </a:cubicBezTo>
                  <a:cubicBezTo>
                    <a:pt x="662" y="851"/>
                    <a:pt x="819" y="694"/>
                    <a:pt x="1008" y="694"/>
                  </a:cubicBezTo>
                  <a:close/>
                  <a:moveTo>
                    <a:pt x="1008" y="1"/>
                  </a:moveTo>
                  <a:cubicBezTo>
                    <a:pt x="473" y="1"/>
                    <a:pt x="0" y="473"/>
                    <a:pt x="0" y="1040"/>
                  </a:cubicBezTo>
                  <a:cubicBezTo>
                    <a:pt x="0" y="1576"/>
                    <a:pt x="473" y="2049"/>
                    <a:pt x="1008" y="2049"/>
                  </a:cubicBezTo>
                  <a:lnTo>
                    <a:pt x="1670" y="2049"/>
                  </a:lnTo>
                  <a:cubicBezTo>
                    <a:pt x="2237" y="2049"/>
                    <a:pt x="2710" y="1576"/>
                    <a:pt x="2710" y="1040"/>
                  </a:cubicBezTo>
                  <a:cubicBezTo>
                    <a:pt x="2710" y="473"/>
                    <a:pt x="2269" y="1"/>
                    <a:pt x="167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0" name="Google Shape;16060;p84"/>
            <p:cNvSpPr/>
            <p:nvPr/>
          </p:nvSpPr>
          <p:spPr>
            <a:xfrm>
              <a:off x="-31334575" y="2419175"/>
              <a:ext cx="68525" cy="17350"/>
            </a:xfrm>
            <a:custGeom>
              <a:avLst/>
              <a:gdLst/>
              <a:ahLst/>
              <a:cxnLst/>
              <a:rect l="l" t="t" r="r" b="b"/>
              <a:pathLst>
                <a:path w="2741" h="694" extrusionOk="0">
                  <a:moveTo>
                    <a:pt x="347" y="1"/>
                  </a:moveTo>
                  <a:cubicBezTo>
                    <a:pt x="158" y="1"/>
                    <a:pt x="0" y="158"/>
                    <a:pt x="0" y="347"/>
                  </a:cubicBezTo>
                  <a:cubicBezTo>
                    <a:pt x="0" y="536"/>
                    <a:pt x="158" y="694"/>
                    <a:pt x="347" y="694"/>
                  </a:cubicBezTo>
                  <a:lnTo>
                    <a:pt x="2395" y="694"/>
                  </a:lnTo>
                  <a:cubicBezTo>
                    <a:pt x="2584" y="694"/>
                    <a:pt x="2741" y="536"/>
                    <a:pt x="2741" y="347"/>
                  </a:cubicBezTo>
                  <a:cubicBezTo>
                    <a:pt x="2710" y="158"/>
                    <a:pt x="2552"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61" name="Google Shape;16061;p84"/>
          <p:cNvSpPr/>
          <p:nvPr/>
        </p:nvSpPr>
        <p:spPr>
          <a:xfrm>
            <a:off x="3511979" y="5123652"/>
            <a:ext cx="479093" cy="475251"/>
          </a:xfrm>
          <a:custGeom>
            <a:avLst/>
            <a:gdLst/>
            <a:ahLst/>
            <a:cxnLst/>
            <a:rect l="l" t="t" r="r" b="b"/>
            <a:pathLst>
              <a:path w="11847" h="11752" extrusionOk="0">
                <a:moveTo>
                  <a:pt x="6039" y="2796"/>
                </a:moveTo>
                <a:cubicBezTo>
                  <a:pt x="6845" y="2796"/>
                  <a:pt x="7621" y="3116"/>
                  <a:pt x="8224" y="3718"/>
                </a:cubicBezTo>
                <a:cubicBezTo>
                  <a:pt x="8917" y="4411"/>
                  <a:pt x="9232" y="5356"/>
                  <a:pt x="9074" y="6396"/>
                </a:cubicBezTo>
                <a:cubicBezTo>
                  <a:pt x="8885" y="7688"/>
                  <a:pt x="7814" y="8759"/>
                  <a:pt x="6522" y="8948"/>
                </a:cubicBezTo>
                <a:cubicBezTo>
                  <a:pt x="6377" y="8962"/>
                  <a:pt x="6232" y="8970"/>
                  <a:pt x="6088" y="8970"/>
                </a:cubicBezTo>
                <a:cubicBezTo>
                  <a:pt x="5606" y="8970"/>
                  <a:pt x="5132" y="8883"/>
                  <a:pt x="4695" y="8664"/>
                </a:cubicBezTo>
                <a:lnTo>
                  <a:pt x="5231" y="8160"/>
                </a:lnTo>
                <a:cubicBezTo>
                  <a:pt x="5444" y="8249"/>
                  <a:pt x="5677" y="8288"/>
                  <a:pt x="5919" y="8288"/>
                </a:cubicBezTo>
                <a:cubicBezTo>
                  <a:pt x="6106" y="8288"/>
                  <a:pt x="6298" y="8265"/>
                  <a:pt x="6491" y="8223"/>
                </a:cubicBezTo>
                <a:cubicBezTo>
                  <a:pt x="6964" y="8160"/>
                  <a:pt x="7373" y="7908"/>
                  <a:pt x="7751" y="7562"/>
                </a:cubicBezTo>
                <a:cubicBezTo>
                  <a:pt x="8098" y="7215"/>
                  <a:pt x="8318" y="6774"/>
                  <a:pt x="8413" y="6301"/>
                </a:cubicBezTo>
                <a:cubicBezTo>
                  <a:pt x="8476" y="5797"/>
                  <a:pt x="8444" y="5293"/>
                  <a:pt x="8224" y="4821"/>
                </a:cubicBezTo>
                <a:cubicBezTo>
                  <a:pt x="8161" y="4695"/>
                  <a:pt x="8066" y="4663"/>
                  <a:pt x="7972" y="4600"/>
                </a:cubicBezTo>
                <a:cubicBezTo>
                  <a:pt x="7846" y="4600"/>
                  <a:pt x="7751" y="4600"/>
                  <a:pt x="7657" y="4695"/>
                </a:cubicBezTo>
                <a:lnTo>
                  <a:pt x="6806" y="5545"/>
                </a:lnTo>
                <a:cubicBezTo>
                  <a:pt x="6743" y="5608"/>
                  <a:pt x="6649" y="5640"/>
                  <a:pt x="6558" y="5640"/>
                </a:cubicBezTo>
                <a:cubicBezTo>
                  <a:pt x="6467" y="5640"/>
                  <a:pt x="6381" y="5608"/>
                  <a:pt x="6333" y="5545"/>
                </a:cubicBezTo>
                <a:cubicBezTo>
                  <a:pt x="6207" y="5419"/>
                  <a:pt x="6207" y="5199"/>
                  <a:pt x="6333" y="5073"/>
                </a:cubicBezTo>
                <a:lnTo>
                  <a:pt x="7184" y="4222"/>
                </a:lnTo>
                <a:cubicBezTo>
                  <a:pt x="7279" y="4128"/>
                  <a:pt x="7310" y="4033"/>
                  <a:pt x="7279" y="3907"/>
                </a:cubicBezTo>
                <a:cubicBezTo>
                  <a:pt x="7279" y="3781"/>
                  <a:pt x="7184" y="3718"/>
                  <a:pt x="7058" y="3655"/>
                </a:cubicBezTo>
                <a:cubicBezTo>
                  <a:pt x="6723" y="3499"/>
                  <a:pt x="6372" y="3437"/>
                  <a:pt x="6017" y="3437"/>
                </a:cubicBezTo>
                <a:cubicBezTo>
                  <a:pt x="5871" y="3437"/>
                  <a:pt x="5724" y="3448"/>
                  <a:pt x="5577" y="3466"/>
                </a:cubicBezTo>
                <a:cubicBezTo>
                  <a:pt x="5105" y="3561"/>
                  <a:pt x="4664" y="3781"/>
                  <a:pt x="4317" y="4128"/>
                </a:cubicBezTo>
                <a:cubicBezTo>
                  <a:pt x="3971" y="4506"/>
                  <a:pt x="3719" y="4915"/>
                  <a:pt x="3656" y="5388"/>
                </a:cubicBezTo>
                <a:cubicBezTo>
                  <a:pt x="3561" y="5829"/>
                  <a:pt x="3593" y="6270"/>
                  <a:pt x="3719" y="6648"/>
                </a:cubicBezTo>
                <a:lnTo>
                  <a:pt x="3214" y="7184"/>
                </a:lnTo>
                <a:cubicBezTo>
                  <a:pt x="2962" y="6648"/>
                  <a:pt x="2868" y="6018"/>
                  <a:pt x="2962" y="5388"/>
                </a:cubicBezTo>
                <a:cubicBezTo>
                  <a:pt x="3183" y="4096"/>
                  <a:pt x="4223" y="3025"/>
                  <a:pt x="5546" y="2836"/>
                </a:cubicBezTo>
                <a:cubicBezTo>
                  <a:pt x="5710" y="2809"/>
                  <a:pt x="5875" y="2796"/>
                  <a:pt x="6039" y="2796"/>
                </a:cubicBezTo>
                <a:close/>
                <a:moveTo>
                  <a:pt x="6428" y="757"/>
                </a:moveTo>
                <a:lnTo>
                  <a:pt x="6554" y="1261"/>
                </a:lnTo>
                <a:cubicBezTo>
                  <a:pt x="6585" y="1387"/>
                  <a:pt x="6680" y="1481"/>
                  <a:pt x="6838" y="1481"/>
                </a:cubicBezTo>
                <a:cubicBezTo>
                  <a:pt x="7468" y="1607"/>
                  <a:pt x="8003" y="1859"/>
                  <a:pt x="8539" y="2206"/>
                </a:cubicBezTo>
                <a:cubicBezTo>
                  <a:pt x="8586" y="2237"/>
                  <a:pt x="8641" y="2253"/>
                  <a:pt x="8700" y="2253"/>
                </a:cubicBezTo>
                <a:cubicBezTo>
                  <a:pt x="8759" y="2253"/>
                  <a:pt x="8822" y="2237"/>
                  <a:pt x="8885" y="2206"/>
                </a:cubicBezTo>
                <a:lnTo>
                  <a:pt x="9326" y="1922"/>
                </a:lnTo>
                <a:lnTo>
                  <a:pt x="9894" y="2521"/>
                </a:lnTo>
                <a:lnTo>
                  <a:pt x="9641" y="2962"/>
                </a:lnTo>
                <a:cubicBezTo>
                  <a:pt x="9547" y="3088"/>
                  <a:pt x="9547" y="3246"/>
                  <a:pt x="9641" y="3309"/>
                </a:cubicBezTo>
                <a:cubicBezTo>
                  <a:pt x="9988" y="3813"/>
                  <a:pt x="10209" y="4411"/>
                  <a:pt x="10335" y="5010"/>
                </a:cubicBezTo>
                <a:cubicBezTo>
                  <a:pt x="10366" y="5136"/>
                  <a:pt x="10461" y="5230"/>
                  <a:pt x="10587" y="5293"/>
                </a:cubicBezTo>
                <a:lnTo>
                  <a:pt x="11091" y="5388"/>
                </a:lnTo>
                <a:lnTo>
                  <a:pt x="11091" y="6301"/>
                </a:lnTo>
                <a:lnTo>
                  <a:pt x="11154" y="6301"/>
                </a:lnTo>
                <a:lnTo>
                  <a:pt x="10650" y="6428"/>
                </a:lnTo>
                <a:cubicBezTo>
                  <a:pt x="10524" y="6459"/>
                  <a:pt x="10429" y="6554"/>
                  <a:pt x="10429" y="6711"/>
                </a:cubicBezTo>
                <a:cubicBezTo>
                  <a:pt x="10303" y="7341"/>
                  <a:pt x="10051" y="7877"/>
                  <a:pt x="9704" y="8381"/>
                </a:cubicBezTo>
                <a:cubicBezTo>
                  <a:pt x="9641" y="8507"/>
                  <a:pt x="9641" y="8633"/>
                  <a:pt x="9704" y="8759"/>
                </a:cubicBezTo>
                <a:lnTo>
                  <a:pt x="9988" y="9168"/>
                </a:lnTo>
                <a:lnTo>
                  <a:pt x="9389" y="9767"/>
                </a:lnTo>
                <a:lnTo>
                  <a:pt x="8948" y="9483"/>
                </a:lnTo>
                <a:cubicBezTo>
                  <a:pt x="8901" y="9452"/>
                  <a:pt x="8838" y="9436"/>
                  <a:pt x="8775" y="9436"/>
                </a:cubicBezTo>
                <a:cubicBezTo>
                  <a:pt x="8712" y="9436"/>
                  <a:pt x="8649" y="9452"/>
                  <a:pt x="8602" y="9483"/>
                </a:cubicBezTo>
                <a:cubicBezTo>
                  <a:pt x="8098" y="9862"/>
                  <a:pt x="7499" y="10082"/>
                  <a:pt x="6901" y="10208"/>
                </a:cubicBezTo>
                <a:cubicBezTo>
                  <a:pt x="6806" y="10240"/>
                  <a:pt x="6680" y="10334"/>
                  <a:pt x="6649" y="10429"/>
                </a:cubicBezTo>
                <a:lnTo>
                  <a:pt x="6522" y="10964"/>
                </a:lnTo>
                <a:lnTo>
                  <a:pt x="5703" y="10964"/>
                </a:lnTo>
                <a:lnTo>
                  <a:pt x="5577" y="10429"/>
                </a:lnTo>
                <a:cubicBezTo>
                  <a:pt x="5546" y="10334"/>
                  <a:pt x="5451" y="10208"/>
                  <a:pt x="5294" y="10208"/>
                </a:cubicBezTo>
                <a:cubicBezTo>
                  <a:pt x="4758" y="10082"/>
                  <a:pt x="4223" y="9893"/>
                  <a:pt x="3750" y="9609"/>
                </a:cubicBezTo>
                <a:lnTo>
                  <a:pt x="4286" y="9105"/>
                </a:lnTo>
                <a:cubicBezTo>
                  <a:pt x="4821" y="9420"/>
                  <a:pt x="5451" y="9578"/>
                  <a:pt x="6113" y="9578"/>
                </a:cubicBezTo>
                <a:cubicBezTo>
                  <a:pt x="6333" y="9578"/>
                  <a:pt x="6522" y="9578"/>
                  <a:pt x="6712" y="9546"/>
                </a:cubicBezTo>
                <a:cubicBezTo>
                  <a:pt x="7499" y="9420"/>
                  <a:pt x="8224" y="9011"/>
                  <a:pt x="8759" y="8475"/>
                </a:cubicBezTo>
                <a:cubicBezTo>
                  <a:pt x="9326" y="7908"/>
                  <a:pt x="9704" y="7184"/>
                  <a:pt x="9831" y="6428"/>
                </a:cubicBezTo>
                <a:cubicBezTo>
                  <a:pt x="10020" y="5199"/>
                  <a:pt x="9641" y="4033"/>
                  <a:pt x="8759" y="3151"/>
                </a:cubicBezTo>
                <a:cubicBezTo>
                  <a:pt x="8046" y="2438"/>
                  <a:pt x="7089" y="2034"/>
                  <a:pt x="6074" y="2034"/>
                </a:cubicBezTo>
                <a:cubicBezTo>
                  <a:pt x="5878" y="2034"/>
                  <a:pt x="5681" y="2049"/>
                  <a:pt x="5483" y="2080"/>
                </a:cubicBezTo>
                <a:cubicBezTo>
                  <a:pt x="4695" y="2206"/>
                  <a:pt x="4002" y="2615"/>
                  <a:pt x="3435" y="3151"/>
                </a:cubicBezTo>
                <a:cubicBezTo>
                  <a:pt x="2899" y="3718"/>
                  <a:pt x="2490" y="4443"/>
                  <a:pt x="2395" y="5199"/>
                </a:cubicBezTo>
                <a:cubicBezTo>
                  <a:pt x="2269" y="6018"/>
                  <a:pt x="2427" y="6900"/>
                  <a:pt x="2805" y="7656"/>
                </a:cubicBezTo>
                <a:lnTo>
                  <a:pt x="2301" y="8160"/>
                </a:lnTo>
                <a:cubicBezTo>
                  <a:pt x="2017" y="7688"/>
                  <a:pt x="1828" y="7184"/>
                  <a:pt x="1702" y="6617"/>
                </a:cubicBezTo>
                <a:cubicBezTo>
                  <a:pt x="1671" y="6491"/>
                  <a:pt x="1608" y="6396"/>
                  <a:pt x="1482" y="6333"/>
                </a:cubicBezTo>
                <a:lnTo>
                  <a:pt x="978" y="6238"/>
                </a:lnTo>
                <a:lnTo>
                  <a:pt x="978" y="5388"/>
                </a:lnTo>
                <a:lnTo>
                  <a:pt x="1482" y="5293"/>
                </a:lnTo>
                <a:cubicBezTo>
                  <a:pt x="1608" y="5230"/>
                  <a:pt x="1702" y="5167"/>
                  <a:pt x="1702" y="5010"/>
                </a:cubicBezTo>
                <a:cubicBezTo>
                  <a:pt x="1828" y="4380"/>
                  <a:pt x="2080" y="3813"/>
                  <a:pt x="2427" y="3309"/>
                </a:cubicBezTo>
                <a:cubicBezTo>
                  <a:pt x="2490" y="3183"/>
                  <a:pt x="2490" y="3088"/>
                  <a:pt x="2427" y="2962"/>
                </a:cubicBezTo>
                <a:lnTo>
                  <a:pt x="2143" y="2521"/>
                </a:lnTo>
                <a:lnTo>
                  <a:pt x="2742" y="1922"/>
                </a:lnTo>
                <a:lnTo>
                  <a:pt x="3183" y="2206"/>
                </a:lnTo>
                <a:cubicBezTo>
                  <a:pt x="3230" y="2237"/>
                  <a:pt x="3293" y="2253"/>
                  <a:pt x="3356" y="2253"/>
                </a:cubicBezTo>
                <a:cubicBezTo>
                  <a:pt x="3419" y="2253"/>
                  <a:pt x="3482" y="2237"/>
                  <a:pt x="3530" y="2206"/>
                </a:cubicBezTo>
                <a:cubicBezTo>
                  <a:pt x="4034" y="1859"/>
                  <a:pt x="4632" y="1607"/>
                  <a:pt x="5231" y="1481"/>
                </a:cubicBezTo>
                <a:cubicBezTo>
                  <a:pt x="5325" y="1450"/>
                  <a:pt x="5451" y="1387"/>
                  <a:pt x="5483" y="1261"/>
                </a:cubicBezTo>
                <a:lnTo>
                  <a:pt x="5609" y="757"/>
                </a:lnTo>
                <a:close/>
                <a:moveTo>
                  <a:pt x="6239" y="4222"/>
                </a:moveTo>
                <a:lnTo>
                  <a:pt x="5766" y="4695"/>
                </a:lnTo>
                <a:cubicBezTo>
                  <a:pt x="5388" y="5073"/>
                  <a:pt x="5388" y="5766"/>
                  <a:pt x="5766" y="6144"/>
                </a:cubicBezTo>
                <a:cubicBezTo>
                  <a:pt x="5971" y="6349"/>
                  <a:pt x="6239" y="6451"/>
                  <a:pt x="6503" y="6451"/>
                </a:cubicBezTo>
                <a:cubicBezTo>
                  <a:pt x="6767" y="6451"/>
                  <a:pt x="7027" y="6349"/>
                  <a:pt x="7216" y="6144"/>
                </a:cubicBezTo>
                <a:lnTo>
                  <a:pt x="7688" y="5671"/>
                </a:lnTo>
                <a:cubicBezTo>
                  <a:pt x="7751" y="5860"/>
                  <a:pt x="7751" y="6081"/>
                  <a:pt x="7688" y="6238"/>
                </a:cubicBezTo>
                <a:cubicBezTo>
                  <a:pt x="7594" y="6900"/>
                  <a:pt x="7027" y="7436"/>
                  <a:pt x="6365" y="7562"/>
                </a:cubicBezTo>
                <a:cubicBezTo>
                  <a:pt x="6267" y="7588"/>
                  <a:pt x="6163" y="7600"/>
                  <a:pt x="6059" y="7600"/>
                </a:cubicBezTo>
                <a:cubicBezTo>
                  <a:pt x="5794" y="7600"/>
                  <a:pt x="5520" y="7526"/>
                  <a:pt x="5294" y="7436"/>
                </a:cubicBezTo>
                <a:cubicBezTo>
                  <a:pt x="5252" y="7415"/>
                  <a:pt x="5206" y="7404"/>
                  <a:pt x="5161" y="7404"/>
                </a:cubicBezTo>
                <a:cubicBezTo>
                  <a:pt x="5070" y="7404"/>
                  <a:pt x="4979" y="7446"/>
                  <a:pt x="4916" y="7530"/>
                </a:cubicBezTo>
                <a:lnTo>
                  <a:pt x="3908" y="8507"/>
                </a:lnTo>
                <a:lnTo>
                  <a:pt x="1450" y="10964"/>
                </a:lnTo>
                <a:cubicBezTo>
                  <a:pt x="1387" y="11011"/>
                  <a:pt x="1293" y="11035"/>
                  <a:pt x="1202" y="11035"/>
                </a:cubicBezTo>
                <a:cubicBezTo>
                  <a:pt x="1112" y="11035"/>
                  <a:pt x="1025" y="11011"/>
                  <a:pt x="978" y="10964"/>
                </a:cubicBezTo>
                <a:cubicBezTo>
                  <a:pt x="852" y="10838"/>
                  <a:pt x="852" y="10586"/>
                  <a:pt x="978" y="10492"/>
                </a:cubicBezTo>
                <a:lnTo>
                  <a:pt x="3403" y="8034"/>
                </a:lnTo>
                <a:lnTo>
                  <a:pt x="4380" y="7058"/>
                </a:lnTo>
                <a:cubicBezTo>
                  <a:pt x="4506" y="6932"/>
                  <a:pt x="4506" y="6774"/>
                  <a:pt x="4475" y="6648"/>
                </a:cubicBezTo>
                <a:cubicBezTo>
                  <a:pt x="4317" y="6333"/>
                  <a:pt x="4286" y="5955"/>
                  <a:pt x="4349" y="5608"/>
                </a:cubicBezTo>
                <a:cubicBezTo>
                  <a:pt x="4475" y="4915"/>
                  <a:pt x="5010" y="4380"/>
                  <a:pt x="5703" y="4254"/>
                </a:cubicBezTo>
                <a:cubicBezTo>
                  <a:pt x="5798" y="4254"/>
                  <a:pt x="5892" y="4222"/>
                  <a:pt x="6018" y="4222"/>
                </a:cubicBezTo>
                <a:close/>
                <a:moveTo>
                  <a:pt x="5262" y="1"/>
                </a:moveTo>
                <a:cubicBezTo>
                  <a:pt x="5105" y="1"/>
                  <a:pt x="4979" y="127"/>
                  <a:pt x="4947" y="284"/>
                </a:cubicBezTo>
                <a:lnTo>
                  <a:pt x="4790" y="883"/>
                </a:lnTo>
                <a:cubicBezTo>
                  <a:pt x="4223" y="977"/>
                  <a:pt x="3719" y="1229"/>
                  <a:pt x="3214" y="1513"/>
                </a:cubicBezTo>
                <a:lnTo>
                  <a:pt x="2710" y="1198"/>
                </a:lnTo>
                <a:cubicBezTo>
                  <a:pt x="2652" y="1154"/>
                  <a:pt x="2580" y="1130"/>
                  <a:pt x="2507" y="1130"/>
                </a:cubicBezTo>
                <a:cubicBezTo>
                  <a:pt x="2422" y="1130"/>
                  <a:pt x="2337" y="1162"/>
                  <a:pt x="2269" y="1229"/>
                </a:cubicBezTo>
                <a:lnTo>
                  <a:pt x="1293" y="2206"/>
                </a:lnTo>
                <a:cubicBezTo>
                  <a:pt x="1167" y="2332"/>
                  <a:pt x="1167" y="2489"/>
                  <a:pt x="1230" y="2647"/>
                </a:cubicBezTo>
                <a:lnTo>
                  <a:pt x="1545" y="3151"/>
                </a:lnTo>
                <a:cubicBezTo>
                  <a:pt x="1230" y="3624"/>
                  <a:pt x="1041" y="4128"/>
                  <a:pt x="915" y="4726"/>
                </a:cubicBezTo>
                <a:lnTo>
                  <a:pt x="348" y="4884"/>
                </a:lnTo>
                <a:cubicBezTo>
                  <a:pt x="190" y="4915"/>
                  <a:pt x="64" y="5041"/>
                  <a:pt x="64" y="5199"/>
                </a:cubicBezTo>
                <a:lnTo>
                  <a:pt x="64" y="6585"/>
                </a:lnTo>
                <a:cubicBezTo>
                  <a:pt x="64" y="6743"/>
                  <a:pt x="190" y="6869"/>
                  <a:pt x="348" y="6900"/>
                </a:cubicBezTo>
                <a:lnTo>
                  <a:pt x="915" y="7058"/>
                </a:lnTo>
                <a:cubicBezTo>
                  <a:pt x="1041" y="7656"/>
                  <a:pt x="1324" y="8223"/>
                  <a:pt x="1639" y="8696"/>
                </a:cubicBezTo>
                <a:lnTo>
                  <a:pt x="379" y="9956"/>
                </a:lnTo>
                <a:cubicBezTo>
                  <a:pt x="1" y="10366"/>
                  <a:pt x="1" y="11027"/>
                  <a:pt x="379" y="11437"/>
                </a:cubicBezTo>
                <a:cubicBezTo>
                  <a:pt x="584" y="11626"/>
                  <a:pt x="852" y="11720"/>
                  <a:pt x="1115" y="11720"/>
                </a:cubicBezTo>
                <a:cubicBezTo>
                  <a:pt x="1379" y="11720"/>
                  <a:pt x="1639" y="11626"/>
                  <a:pt x="1828" y="11437"/>
                </a:cubicBezTo>
                <a:lnTo>
                  <a:pt x="3088" y="10177"/>
                </a:lnTo>
                <a:cubicBezTo>
                  <a:pt x="3624" y="10523"/>
                  <a:pt x="4160" y="10744"/>
                  <a:pt x="4758" y="10870"/>
                </a:cubicBezTo>
                <a:lnTo>
                  <a:pt x="4916" y="11468"/>
                </a:lnTo>
                <a:cubicBezTo>
                  <a:pt x="4947" y="11626"/>
                  <a:pt x="5073" y="11752"/>
                  <a:pt x="5231" y="11752"/>
                </a:cubicBezTo>
                <a:lnTo>
                  <a:pt x="6585" y="11752"/>
                </a:lnTo>
                <a:cubicBezTo>
                  <a:pt x="6775" y="11752"/>
                  <a:pt x="6869" y="11626"/>
                  <a:pt x="6932" y="11468"/>
                </a:cubicBezTo>
                <a:lnTo>
                  <a:pt x="7090" y="10870"/>
                </a:lnTo>
                <a:cubicBezTo>
                  <a:pt x="7625" y="10744"/>
                  <a:pt x="8129" y="10523"/>
                  <a:pt x="8665" y="10240"/>
                </a:cubicBezTo>
                <a:lnTo>
                  <a:pt x="9169" y="10555"/>
                </a:lnTo>
                <a:cubicBezTo>
                  <a:pt x="9227" y="10599"/>
                  <a:pt x="9299" y="10622"/>
                  <a:pt x="9372" y="10622"/>
                </a:cubicBezTo>
                <a:cubicBezTo>
                  <a:pt x="9457" y="10622"/>
                  <a:pt x="9542" y="10591"/>
                  <a:pt x="9610" y="10523"/>
                </a:cubicBezTo>
                <a:lnTo>
                  <a:pt x="10587" y="9546"/>
                </a:lnTo>
                <a:cubicBezTo>
                  <a:pt x="10713" y="9420"/>
                  <a:pt x="10713" y="9263"/>
                  <a:pt x="10618" y="9105"/>
                </a:cubicBezTo>
                <a:lnTo>
                  <a:pt x="10303" y="8601"/>
                </a:lnTo>
                <a:cubicBezTo>
                  <a:pt x="10618" y="8129"/>
                  <a:pt x="10807" y="7593"/>
                  <a:pt x="10933" y="7026"/>
                </a:cubicBezTo>
                <a:lnTo>
                  <a:pt x="11532" y="6869"/>
                </a:lnTo>
                <a:cubicBezTo>
                  <a:pt x="11689" y="6806"/>
                  <a:pt x="11784" y="6711"/>
                  <a:pt x="11784" y="6554"/>
                </a:cubicBezTo>
                <a:lnTo>
                  <a:pt x="11784" y="5167"/>
                </a:lnTo>
                <a:cubicBezTo>
                  <a:pt x="11847" y="5041"/>
                  <a:pt x="11721" y="4915"/>
                  <a:pt x="11563" y="4884"/>
                </a:cubicBezTo>
                <a:lnTo>
                  <a:pt x="10965" y="4726"/>
                </a:lnTo>
                <a:cubicBezTo>
                  <a:pt x="10839" y="4191"/>
                  <a:pt x="10618" y="3655"/>
                  <a:pt x="10335" y="3151"/>
                </a:cubicBezTo>
                <a:lnTo>
                  <a:pt x="10650" y="2647"/>
                </a:lnTo>
                <a:cubicBezTo>
                  <a:pt x="10744" y="2521"/>
                  <a:pt x="10744" y="2332"/>
                  <a:pt x="10618" y="2206"/>
                </a:cubicBezTo>
                <a:lnTo>
                  <a:pt x="9641" y="1229"/>
                </a:lnTo>
                <a:cubicBezTo>
                  <a:pt x="9574" y="1162"/>
                  <a:pt x="9497" y="1130"/>
                  <a:pt x="9417" y="1130"/>
                </a:cubicBezTo>
                <a:cubicBezTo>
                  <a:pt x="9347" y="1130"/>
                  <a:pt x="9274" y="1154"/>
                  <a:pt x="9200" y="1198"/>
                </a:cubicBezTo>
                <a:lnTo>
                  <a:pt x="8696" y="1513"/>
                </a:lnTo>
                <a:cubicBezTo>
                  <a:pt x="8224" y="1198"/>
                  <a:pt x="7720" y="977"/>
                  <a:pt x="7121" y="883"/>
                </a:cubicBezTo>
                <a:lnTo>
                  <a:pt x="6964" y="284"/>
                </a:lnTo>
                <a:cubicBezTo>
                  <a:pt x="6932" y="127"/>
                  <a:pt x="6806" y="1"/>
                  <a:pt x="66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2" name="Google Shape;16062;p84"/>
          <p:cNvSpPr/>
          <p:nvPr/>
        </p:nvSpPr>
        <p:spPr>
          <a:xfrm>
            <a:off x="5300711" y="5125553"/>
            <a:ext cx="472703" cy="471449"/>
          </a:xfrm>
          <a:custGeom>
            <a:avLst/>
            <a:gdLst/>
            <a:ahLst/>
            <a:cxnLst/>
            <a:rect l="l" t="t" r="r" b="b"/>
            <a:pathLst>
              <a:path w="11689" h="11658" extrusionOk="0">
                <a:moveTo>
                  <a:pt x="8632" y="694"/>
                </a:moveTo>
                <a:cubicBezTo>
                  <a:pt x="8821" y="694"/>
                  <a:pt x="8979" y="851"/>
                  <a:pt x="8979" y="1040"/>
                </a:cubicBezTo>
                <a:lnTo>
                  <a:pt x="8979" y="1387"/>
                </a:lnTo>
                <a:lnTo>
                  <a:pt x="2836" y="1387"/>
                </a:lnTo>
                <a:lnTo>
                  <a:pt x="2836" y="1040"/>
                </a:lnTo>
                <a:cubicBezTo>
                  <a:pt x="2804" y="851"/>
                  <a:pt x="2962" y="694"/>
                  <a:pt x="3151" y="694"/>
                </a:cubicBezTo>
                <a:close/>
                <a:moveTo>
                  <a:pt x="4505" y="3435"/>
                </a:moveTo>
                <a:cubicBezTo>
                  <a:pt x="4694" y="3435"/>
                  <a:pt x="4852" y="3592"/>
                  <a:pt x="4852" y="3781"/>
                </a:cubicBezTo>
                <a:lnTo>
                  <a:pt x="4852" y="5829"/>
                </a:lnTo>
                <a:cubicBezTo>
                  <a:pt x="4852" y="6049"/>
                  <a:pt x="4694" y="6207"/>
                  <a:pt x="4505" y="6207"/>
                </a:cubicBezTo>
                <a:lnTo>
                  <a:pt x="3812" y="6207"/>
                </a:lnTo>
                <a:cubicBezTo>
                  <a:pt x="3623" y="6207"/>
                  <a:pt x="3466" y="6365"/>
                  <a:pt x="3466" y="6554"/>
                </a:cubicBezTo>
                <a:lnTo>
                  <a:pt x="3466" y="7089"/>
                </a:lnTo>
                <a:lnTo>
                  <a:pt x="2678" y="6302"/>
                </a:lnTo>
                <a:cubicBezTo>
                  <a:pt x="2615" y="6239"/>
                  <a:pt x="2520" y="6207"/>
                  <a:pt x="2457" y="6207"/>
                </a:cubicBezTo>
                <a:lnTo>
                  <a:pt x="1071" y="6207"/>
                </a:lnTo>
                <a:cubicBezTo>
                  <a:pt x="882" y="6144"/>
                  <a:pt x="725" y="5986"/>
                  <a:pt x="725" y="5829"/>
                </a:cubicBezTo>
                <a:lnTo>
                  <a:pt x="725" y="3781"/>
                </a:lnTo>
                <a:cubicBezTo>
                  <a:pt x="725" y="3592"/>
                  <a:pt x="882" y="3435"/>
                  <a:pt x="1071" y="3435"/>
                </a:cubicBezTo>
                <a:close/>
                <a:moveTo>
                  <a:pt x="10680" y="3435"/>
                </a:moveTo>
                <a:cubicBezTo>
                  <a:pt x="10869" y="3435"/>
                  <a:pt x="11027" y="3592"/>
                  <a:pt x="11027" y="3781"/>
                </a:cubicBezTo>
                <a:lnTo>
                  <a:pt x="11027" y="5829"/>
                </a:lnTo>
                <a:cubicBezTo>
                  <a:pt x="11027" y="6049"/>
                  <a:pt x="10869" y="6207"/>
                  <a:pt x="10680" y="6207"/>
                </a:cubicBezTo>
                <a:lnTo>
                  <a:pt x="9294" y="6207"/>
                </a:lnTo>
                <a:cubicBezTo>
                  <a:pt x="9231" y="6207"/>
                  <a:pt x="9105" y="6239"/>
                  <a:pt x="9074" y="6302"/>
                </a:cubicBezTo>
                <a:lnTo>
                  <a:pt x="8286" y="7089"/>
                </a:lnTo>
                <a:lnTo>
                  <a:pt x="8286" y="6554"/>
                </a:lnTo>
                <a:cubicBezTo>
                  <a:pt x="8286" y="6365"/>
                  <a:pt x="8128" y="6207"/>
                  <a:pt x="7908" y="6207"/>
                </a:cubicBezTo>
                <a:lnTo>
                  <a:pt x="7246" y="6207"/>
                </a:lnTo>
                <a:cubicBezTo>
                  <a:pt x="7057" y="6207"/>
                  <a:pt x="6900" y="6049"/>
                  <a:pt x="6900" y="5829"/>
                </a:cubicBezTo>
                <a:lnTo>
                  <a:pt x="6900" y="3781"/>
                </a:lnTo>
                <a:cubicBezTo>
                  <a:pt x="6900" y="3592"/>
                  <a:pt x="7057" y="3435"/>
                  <a:pt x="7246" y="3435"/>
                </a:cubicBezTo>
                <a:close/>
                <a:moveTo>
                  <a:pt x="8948" y="2048"/>
                </a:moveTo>
                <a:lnTo>
                  <a:pt x="8948" y="2773"/>
                </a:lnTo>
                <a:lnTo>
                  <a:pt x="7246" y="2773"/>
                </a:lnTo>
                <a:cubicBezTo>
                  <a:pt x="6711" y="2773"/>
                  <a:pt x="6238" y="3246"/>
                  <a:pt x="6238" y="3781"/>
                </a:cubicBezTo>
                <a:lnTo>
                  <a:pt x="6238" y="5829"/>
                </a:lnTo>
                <a:cubicBezTo>
                  <a:pt x="6238" y="6396"/>
                  <a:pt x="6711" y="6869"/>
                  <a:pt x="7246" y="6869"/>
                </a:cubicBezTo>
                <a:lnTo>
                  <a:pt x="7593" y="6869"/>
                </a:lnTo>
                <a:lnTo>
                  <a:pt x="7593" y="7877"/>
                </a:lnTo>
                <a:cubicBezTo>
                  <a:pt x="7593" y="8034"/>
                  <a:pt x="7687" y="8160"/>
                  <a:pt x="7813" y="8192"/>
                </a:cubicBezTo>
                <a:cubicBezTo>
                  <a:pt x="7852" y="8218"/>
                  <a:pt x="7902" y="8233"/>
                  <a:pt x="7954" y="8233"/>
                </a:cubicBezTo>
                <a:cubicBezTo>
                  <a:pt x="8028" y="8233"/>
                  <a:pt x="8105" y="8203"/>
                  <a:pt x="8160" y="8129"/>
                </a:cubicBezTo>
                <a:lnTo>
                  <a:pt x="8948" y="7341"/>
                </a:lnTo>
                <a:lnTo>
                  <a:pt x="8948" y="8916"/>
                </a:lnTo>
                <a:lnTo>
                  <a:pt x="2804" y="8916"/>
                </a:lnTo>
                <a:lnTo>
                  <a:pt x="2804" y="7341"/>
                </a:lnTo>
                <a:lnTo>
                  <a:pt x="3592" y="8129"/>
                </a:lnTo>
                <a:cubicBezTo>
                  <a:pt x="3636" y="8173"/>
                  <a:pt x="3728" y="8218"/>
                  <a:pt x="3823" y="8218"/>
                </a:cubicBezTo>
                <a:cubicBezTo>
                  <a:pt x="3862" y="8218"/>
                  <a:pt x="3901" y="8210"/>
                  <a:pt x="3938" y="8192"/>
                </a:cubicBezTo>
                <a:cubicBezTo>
                  <a:pt x="4064" y="8160"/>
                  <a:pt x="4127" y="8003"/>
                  <a:pt x="4127" y="7877"/>
                </a:cubicBezTo>
                <a:lnTo>
                  <a:pt x="4127" y="6869"/>
                </a:lnTo>
                <a:lnTo>
                  <a:pt x="4505" y="6869"/>
                </a:lnTo>
                <a:cubicBezTo>
                  <a:pt x="5041" y="6869"/>
                  <a:pt x="5513" y="6396"/>
                  <a:pt x="5513" y="5829"/>
                </a:cubicBezTo>
                <a:lnTo>
                  <a:pt x="5513" y="3781"/>
                </a:lnTo>
                <a:cubicBezTo>
                  <a:pt x="5513" y="3246"/>
                  <a:pt x="5041" y="2773"/>
                  <a:pt x="4505" y="2773"/>
                </a:cubicBezTo>
                <a:lnTo>
                  <a:pt x="2804" y="2773"/>
                </a:lnTo>
                <a:lnTo>
                  <a:pt x="2804" y="2048"/>
                </a:lnTo>
                <a:close/>
                <a:moveTo>
                  <a:pt x="8948" y="9547"/>
                </a:moveTo>
                <a:lnTo>
                  <a:pt x="8948" y="10618"/>
                </a:lnTo>
                <a:cubicBezTo>
                  <a:pt x="8948" y="10838"/>
                  <a:pt x="8790" y="10964"/>
                  <a:pt x="8632" y="10964"/>
                </a:cubicBezTo>
                <a:lnTo>
                  <a:pt x="3151" y="10964"/>
                </a:lnTo>
                <a:cubicBezTo>
                  <a:pt x="2962" y="10964"/>
                  <a:pt x="2804" y="10807"/>
                  <a:pt x="2804" y="10618"/>
                </a:cubicBezTo>
                <a:lnTo>
                  <a:pt x="2804" y="9547"/>
                </a:lnTo>
                <a:close/>
                <a:moveTo>
                  <a:pt x="3119" y="1"/>
                </a:moveTo>
                <a:cubicBezTo>
                  <a:pt x="2552" y="1"/>
                  <a:pt x="2079" y="473"/>
                  <a:pt x="2079" y="1040"/>
                </a:cubicBezTo>
                <a:lnTo>
                  <a:pt x="2079" y="2773"/>
                </a:lnTo>
                <a:lnTo>
                  <a:pt x="1040" y="2773"/>
                </a:lnTo>
                <a:cubicBezTo>
                  <a:pt x="473" y="2773"/>
                  <a:pt x="0" y="3246"/>
                  <a:pt x="0" y="3781"/>
                </a:cubicBezTo>
                <a:lnTo>
                  <a:pt x="0" y="5829"/>
                </a:lnTo>
                <a:cubicBezTo>
                  <a:pt x="0" y="6396"/>
                  <a:pt x="473" y="6869"/>
                  <a:pt x="1040" y="6869"/>
                </a:cubicBezTo>
                <a:lnTo>
                  <a:pt x="2079" y="6869"/>
                </a:lnTo>
                <a:lnTo>
                  <a:pt x="2079" y="10649"/>
                </a:lnTo>
                <a:cubicBezTo>
                  <a:pt x="2079" y="11185"/>
                  <a:pt x="2552" y="11657"/>
                  <a:pt x="3119" y="11657"/>
                </a:cubicBezTo>
                <a:lnTo>
                  <a:pt x="8601" y="11657"/>
                </a:lnTo>
                <a:cubicBezTo>
                  <a:pt x="9137" y="11657"/>
                  <a:pt x="9609" y="11185"/>
                  <a:pt x="9609" y="10649"/>
                </a:cubicBezTo>
                <a:lnTo>
                  <a:pt x="9609" y="6869"/>
                </a:lnTo>
                <a:lnTo>
                  <a:pt x="10680" y="6869"/>
                </a:lnTo>
                <a:cubicBezTo>
                  <a:pt x="11216" y="6869"/>
                  <a:pt x="11688" y="6396"/>
                  <a:pt x="11688" y="5829"/>
                </a:cubicBezTo>
                <a:lnTo>
                  <a:pt x="11688" y="3781"/>
                </a:lnTo>
                <a:cubicBezTo>
                  <a:pt x="11688" y="3214"/>
                  <a:pt x="11279" y="2773"/>
                  <a:pt x="10680" y="2773"/>
                </a:cubicBezTo>
                <a:lnTo>
                  <a:pt x="9609" y="2773"/>
                </a:lnTo>
                <a:lnTo>
                  <a:pt x="9609" y="1040"/>
                </a:lnTo>
                <a:cubicBezTo>
                  <a:pt x="9609" y="473"/>
                  <a:pt x="9137" y="1"/>
                  <a:pt x="86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63" name="Google Shape;16063;p84"/>
          <p:cNvGrpSpPr/>
          <p:nvPr/>
        </p:nvGrpSpPr>
        <p:grpSpPr>
          <a:xfrm>
            <a:off x="2941245" y="2047390"/>
            <a:ext cx="442131" cy="471409"/>
            <a:chOff x="-34767825" y="1914325"/>
            <a:chExt cx="273325" cy="291425"/>
          </a:xfrm>
        </p:grpSpPr>
        <p:sp>
          <p:nvSpPr>
            <p:cNvPr id="16064" name="Google Shape;16064;p84"/>
            <p:cNvSpPr/>
            <p:nvPr/>
          </p:nvSpPr>
          <p:spPr>
            <a:xfrm>
              <a:off x="-34767825" y="1914325"/>
              <a:ext cx="273325" cy="291425"/>
            </a:xfrm>
            <a:custGeom>
              <a:avLst/>
              <a:gdLst/>
              <a:ahLst/>
              <a:cxnLst/>
              <a:rect l="l" t="t" r="r" b="b"/>
              <a:pathLst>
                <a:path w="10933" h="11657" extrusionOk="0">
                  <a:moveTo>
                    <a:pt x="5954" y="662"/>
                  </a:moveTo>
                  <a:cubicBezTo>
                    <a:pt x="5702" y="851"/>
                    <a:pt x="5482" y="1103"/>
                    <a:pt x="5324" y="1355"/>
                  </a:cubicBezTo>
                  <a:lnTo>
                    <a:pt x="693" y="1355"/>
                  </a:lnTo>
                  <a:lnTo>
                    <a:pt x="693" y="1008"/>
                  </a:lnTo>
                  <a:cubicBezTo>
                    <a:pt x="662" y="819"/>
                    <a:pt x="819" y="662"/>
                    <a:pt x="1008" y="662"/>
                  </a:cubicBezTo>
                  <a:close/>
                  <a:moveTo>
                    <a:pt x="7902" y="692"/>
                  </a:moveTo>
                  <a:cubicBezTo>
                    <a:pt x="9199" y="692"/>
                    <a:pt x="10239" y="1752"/>
                    <a:pt x="10239" y="3056"/>
                  </a:cubicBezTo>
                  <a:cubicBezTo>
                    <a:pt x="10239" y="4411"/>
                    <a:pt x="9168" y="5450"/>
                    <a:pt x="7845" y="5450"/>
                  </a:cubicBezTo>
                  <a:cubicBezTo>
                    <a:pt x="7404" y="5450"/>
                    <a:pt x="6963" y="5356"/>
                    <a:pt x="6585" y="5104"/>
                  </a:cubicBezTo>
                  <a:cubicBezTo>
                    <a:pt x="6519" y="5082"/>
                    <a:pt x="6454" y="5045"/>
                    <a:pt x="6389" y="5045"/>
                  </a:cubicBezTo>
                  <a:cubicBezTo>
                    <a:pt x="6360" y="5045"/>
                    <a:pt x="6330" y="5053"/>
                    <a:pt x="6301" y="5072"/>
                  </a:cubicBezTo>
                  <a:lnTo>
                    <a:pt x="5671" y="5261"/>
                  </a:lnTo>
                  <a:lnTo>
                    <a:pt x="5860" y="4631"/>
                  </a:lnTo>
                  <a:cubicBezTo>
                    <a:pt x="5923" y="4568"/>
                    <a:pt x="5860" y="4442"/>
                    <a:pt x="5828" y="4348"/>
                  </a:cubicBezTo>
                  <a:cubicBezTo>
                    <a:pt x="5608" y="3970"/>
                    <a:pt x="5482" y="3529"/>
                    <a:pt x="5482" y="3087"/>
                  </a:cubicBezTo>
                  <a:cubicBezTo>
                    <a:pt x="5482" y="2678"/>
                    <a:pt x="5608" y="2268"/>
                    <a:pt x="5765" y="1953"/>
                  </a:cubicBezTo>
                  <a:cubicBezTo>
                    <a:pt x="5797" y="1922"/>
                    <a:pt x="5797" y="1922"/>
                    <a:pt x="5797" y="1859"/>
                  </a:cubicBezTo>
                  <a:cubicBezTo>
                    <a:pt x="6207" y="1166"/>
                    <a:pt x="6963" y="693"/>
                    <a:pt x="7845" y="693"/>
                  </a:cubicBezTo>
                  <a:cubicBezTo>
                    <a:pt x="7864" y="693"/>
                    <a:pt x="7883" y="692"/>
                    <a:pt x="7902" y="692"/>
                  </a:cubicBezTo>
                  <a:close/>
                  <a:moveTo>
                    <a:pt x="3749" y="5450"/>
                  </a:moveTo>
                  <a:cubicBezTo>
                    <a:pt x="4127" y="5450"/>
                    <a:pt x="4411" y="5765"/>
                    <a:pt x="4411" y="6143"/>
                  </a:cubicBezTo>
                  <a:cubicBezTo>
                    <a:pt x="4411" y="6521"/>
                    <a:pt x="4096" y="6805"/>
                    <a:pt x="3749" y="6805"/>
                  </a:cubicBezTo>
                  <a:cubicBezTo>
                    <a:pt x="3732" y="6806"/>
                    <a:pt x="3714" y="6807"/>
                    <a:pt x="3697" y="6807"/>
                  </a:cubicBezTo>
                  <a:cubicBezTo>
                    <a:pt x="3343" y="6807"/>
                    <a:pt x="3056" y="6504"/>
                    <a:pt x="3056" y="6143"/>
                  </a:cubicBezTo>
                  <a:cubicBezTo>
                    <a:pt x="3056" y="5734"/>
                    <a:pt x="3371" y="5450"/>
                    <a:pt x="3749" y="5450"/>
                  </a:cubicBezTo>
                  <a:close/>
                  <a:moveTo>
                    <a:pt x="4946" y="1985"/>
                  </a:moveTo>
                  <a:cubicBezTo>
                    <a:pt x="4852" y="2300"/>
                    <a:pt x="4789" y="2646"/>
                    <a:pt x="4789" y="3024"/>
                  </a:cubicBezTo>
                  <a:cubicBezTo>
                    <a:pt x="4757" y="3560"/>
                    <a:pt x="4915" y="4096"/>
                    <a:pt x="5167" y="4568"/>
                  </a:cubicBezTo>
                  <a:lnTo>
                    <a:pt x="4883" y="5387"/>
                  </a:lnTo>
                  <a:cubicBezTo>
                    <a:pt x="4631" y="5009"/>
                    <a:pt x="4222" y="4757"/>
                    <a:pt x="3749" y="4757"/>
                  </a:cubicBezTo>
                  <a:cubicBezTo>
                    <a:pt x="2993" y="4757"/>
                    <a:pt x="2363" y="5387"/>
                    <a:pt x="2363" y="6143"/>
                  </a:cubicBezTo>
                  <a:cubicBezTo>
                    <a:pt x="2363" y="6490"/>
                    <a:pt x="2489" y="6805"/>
                    <a:pt x="2709" y="7026"/>
                  </a:cubicBezTo>
                  <a:cubicBezTo>
                    <a:pt x="2016" y="7404"/>
                    <a:pt x="1481" y="8065"/>
                    <a:pt x="1386" y="8853"/>
                  </a:cubicBezTo>
                  <a:lnTo>
                    <a:pt x="662" y="8853"/>
                  </a:lnTo>
                  <a:lnTo>
                    <a:pt x="662" y="1985"/>
                  </a:lnTo>
                  <a:close/>
                  <a:moveTo>
                    <a:pt x="3749" y="7498"/>
                  </a:moveTo>
                  <a:cubicBezTo>
                    <a:pt x="4568" y="7498"/>
                    <a:pt x="5261" y="8097"/>
                    <a:pt x="5419" y="8884"/>
                  </a:cubicBezTo>
                  <a:lnTo>
                    <a:pt x="2079" y="8884"/>
                  </a:lnTo>
                  <a:cubicBezTo>
                    <a:pt x="2237" y="8097"/>
                    <a:pt x="2899" y="7498"/>
                    <a:pt x="3749" y="7498"/>
                  </a:cubicBezTo>
                  <a:close/>
                  <a:moveTo>
                    <a:pt x="6364" y="5765"/>
                  </a:moveTo>
                  <a:cubicBezTo>
                    <a:pt x="6522" y="5860"/>
                    <a:pt x="6679" y="5923"/>
                    <a:pt x="6837" y="5986"/>
                  </a:cubicBezTo>
                  <a:lnTo>
                    <a:pt x="6837" y="8884"/>
                  </a:lnTo>
                  <a:lnTo>
                    <a:pt x="6112" y="8884"/>
                  </a:lnTo>
                  <a:cubicBezTo>
                    <a:pt x="5986" y="8065"/>
                    <a:pt x="5482" y="7404"/>
                    <a:pt x="4757" y="7089"/>
                  </a:cubicBezTo>
                  <a:cubicBezTo>
                    <a:pt x="5009" y="6837"/>
                    <a:pt x="5104" y="6521"/>
                    <a:pt x="5104" y="6175"/>
                  </a:cubicBezTo>
                  <a:lnTo>
                    <a:pt x="5230" y="6175"/>
                  </a:lnTo>
                  <a:lnTo>
                    <a:pt x="6364" y="5765"/>
                  </a:lnTo>
                  <a:close/>
                  <a:moveTo>
                    <a:pt x="6805" y="9514"/>
                  </a:moveTo>
                  <a:lnTo>
                    <a:pt x="6805" y="10586"/>
                  </a:lnTo>
                  <a:cubicBezTo>
                    <a:pt x="6805" y="10775"/>
                    <a:pt x="6648" y="10932"/>
                    <a:pt x="6490" y="10932"/>
                  </a:cubicBezTo>
                  <a:lnTo>
                    <a:pt x="1008" y="10932"/>
                  </a:lnTo>
                  <a:cubicBezTo>
                    <a:pt x="819" y="10932"/>
                    <a:pt x="662" y="10775"/>
                    <a:pt x="662" y="10586"/>
                  </a:cubicBezTo>
                  <a:lnTo>
                    <a:pt x="662" y="9514"/>
                  </a:lnTo>
                  <a:close/>
                  <a:moveTo>
                    <a:pt x="1008" y="0"/>
                  </a:moveTo>
                  <a:cubicBezTo>
                    <a:pt x="473" y="0"/>
                    <a:pt x="0" y="473"/>
                    <a:pt x="0" y="1040"/>
                  </a:cubicBezTo>
                  <a:lnTo>
                    <a:pt x="0" y="10649"/>
                  </a:lnTo>
                  <a:cubicBezTo>
                    <a:pt x="0" y="11184"/>
                    <a:pt x="441" y="11657"/>
                    <a:pt x="1008" y="11657"/>
                  </a:cubicBezTo>
                  <a:lnTo>
                    <a:pt x="6490" y="11657"/>
                  </a:lnTo>
                  <a:cubicBezTo>
                    <a:pt x="7057" y="11657"/>
                    <a:pt x="7530" y="11184"/>
                    <a:pt x="7530" y="10617"/>
                  </a:cubicBezTo>
                  <a:lnTo>
                    <a:pt x="7530" y="6143"/>
                  </a:lnTo>
                  <a:cubicBezTo>
                    <a:pt x="7624" y="6143"/>
                    <a:pt x="7750" y="6175"/>
                    <a:pt x="7876" y="6175"/>
                  </a:cubicBezTo>
                  <a:cubicBezTo>
                    <a:pt x="9578" y="6175"/>
                    <a:pt x="10932" y="4789"/>
                    <a:pt x="10932" y="3087"/>
                  </a:cubicBezTo>
                  <a:cubicBezTo>
                    <a:pt x="10932" y="1418"/>
                    <a:pt x="9578" y="0"/>
                    <a:pt x="787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5" name="Google Shape;16065;p84"/>
            <p:cNvSpPr/>
            <p:nvPr/>
          </p:nvSpPr>
          <p:spPr>
            <a:xfrm>
              <a:off x="-34579600" y="1947400"/>
              <a:ext cx="17350" cy="18125"/>
            </a:xfrm>
            <a:custGeom>
              <a:avLst/>
              <a:gdLst/>
              <a:ahLst/>
              <a:cxnLst/>
              <a:rect l="l" t="t" r="r" b="b"/>
              <a:pathLst>
                <a:path w="694" h="725" extrusionOk="0">
                  <a:moveTo>
                    <a:pt x="347" y="0"/>
                  </a:moveTo>
                  <a:cubicBezTo>
                    <a:pt x="158" y="0"/>
                    <a:pt x="1" y="189"/>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6" name="Google Shape;16066;p84"/>
            <p:cNvSpPr/>
            <p:nvPr/>
          </p:nvSpPr>
          <p:spPr>
            <a:xfrm>
              <a:off x="-34581175" y="1982050"/>
              <a:ext cx="18150" cy="52000"/>
            </a:xfrm>
            <a:custGeom>
              <a:avLst/>
              <a:gdLst/>
              <a:ahLst/>
              <a:cxnLst/>
              <a:rect l="l" t="t" r="r" b="b"/>
              <a:pathLst>
                <a:path w="726" h="2080" extrusionOk="0">
                  <a:moveTo>
                    <a:pt x="379" y="0"/>
                  </a:moveTo>
                  <a:cubicBezTo>
                    <a:pt x="158" y="0"/>
                    <a:pt x="1" y="158"/>
                    <a:pt x="1" y="347"/>
                  </a:cubicBezTo>
                  <a:lnTo>
                    <a:pt x="1" y="1733"/>
                  </a:lnTo>
                  <a:cubicBezTo>
                    <a:pt x="1" y="1922"/>
                    <a:pt x="158" y="2080"/>
                    <a:pt x="379" y="2080"/>
                  </a:cubicBezTo>
                  <a:cubicBezTo>
                    <a:pt x="568" y="2080"/>
                    <a:pt x="725" y="1922"/>
                    <a:pt x="725" y="1733"/>
                  </a:cubicBezTo>
                  <a:lnTo>
                    <a:pt x="725" y="347"/>
                  </a:ln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67" name="Google Shape;16067;p84"/>
          <p:cNvGrpSpPr/>
          <p:nvPr/>
        </p:nvGrpSpPr>
        <p:grpSpPr>
          <a:xfrm>
            <a:off x="2924684" y="2657456"/>
            <a:ext cx="475251" cy="473997"/>
            <a:chOff x="-34778075" y="2272675"/>
            <a:chExt cx="293800" cy="293025"/>
          </a:xfrm>
        </p:grpSpPr>
        <p:sp>
          <p:nvSpPr>
            <p:cNvPr id="16068" name="Google Shape;16068;p84"/>
            <p:cNvSpPr/>
            <p:nvPr/>
          </p:nvSpPr>
          <p:spPr>
            <a:xfrm>
              <a:off x="-34725300" y="2324675"/>
              <a:ext cx="187475" cy="188250"/>
            </a:xfrm>
            <a:custGeom>
              <a:avLst/>
              <a:gdLst/>
              <a:ahLst/>
              <a:cxnLst/>
              <a:rect l="l" t="t" r="r" b="b"/>
              <a:pathLst>
                <a:path w="7499" h="7530" extrusionOk="0">
                  <a:moveTo>
                    <a:pt x="4127" y="693"/>
                  </a:moveTo>
                  <a:lnTo>
                    <a:pt x="4127" y="1134"/>
                  </a:lnTo>
                  <a:cubicBezTo>
                    <a:pt x="4127" y="1292"/>
                    <a:pt x="4253" y="1418"/>
                    <a:pt x="4411" y="1449"/>
                  </a:cubicBezTo>
                  <a:cubicBezTo>
                    <a:pt x="4600" y="1481"/>
                    <a:pt x="4821" y="1607"/>
                    <a:pt x="4978" y="1701"/>
                  </a:cubicBezTo>
                  <a:cubicBezTo>
                    <a:pt x="5023" y="1724"/>
                    <a:pt x="5075" y="1734"/>
                    <a:pt x="5130" y="1734"/>
                  </a:cubicBezTo>
                  <a:cubicBezTo>
                    <a:pt x="5230" y="1734"/>
                    <a:pt x="5338" y="1699"/>
                    <a:pt x="5419" y="1638"/>
                  </a:cubicBezTo>
                  <a:lnTo>
                    <a:pt x="5734" y="1323"/>
                  </a:lnTo>
                  <a:lnTo>
                    <a:pt x="6207" y="1796"/>
                  </a:lnTo>
                  <a:lnTo>
                    <a:pt x="5892" y="2111"/>
                  </a:lnTo>
                  <a:cubicBezTo>
                    <a:pt x="5766" y="2237"/>
                    <a:pt x="5766" y="2394"/>
                    <a:pt x="5860" y="2552"/>
                  </a:cubicBezTo>
                  <a:cubicBezTo>
                    <a:pt x="5986" y="2741"/>
                    <a:pt x="6049" y="2961"/>
                    <a:pt x="6081" y="3150"/>
                  </a:cubicBezTo>
                  <a:cubicBezTo>
                    <a:pt x="6144" y="3308"/>
                    <a:pt x="6238" y="3434"/>
                    <a:pt x="6396" y="3434"/>
                  </a:cubicBezTo>
                  <a:lnTo>
                    <a:pt x="6837" y="3434"/>
                  </a:lnTo>
                  <a:lnTo>
                    <a:pt x="6837" y="4096"/>
                  </a:lnTo>
                  <a:lnTo>
                    <a:pt x="6396" y="4096"/>
                  </a:lnTo>
                  <a:cubicBezTo>
                    <a:pt x="6238" y="4096"/>
                    <a:pt x="6144" y="4222"/>
                    <a:pt x="6081" y="4379"/>
                  </a:cubicBezTo>
                  <a:cubicBezTo>
                    <a:pt x="6049" y="4568"/>
                    <a:pt x="5923" y="4789"/>
                    <a:pt x="5860" y="4946"/>
                  </a:cubicBezTo>
                  <a:cubicBezTo>
                    <a:pt x="5766" y="5072"/>
                    <a:pt x="5829" y="5261"/>
                    <a:pt x="5892" y="5387"/>
                  </a:cubicBezTo>
                  <a:lnTo>
                    <a:pt x="6207" y="5702"/>
                  </a:lnTo>
                  <a:lnTo>
                    <a:pt x="5734" y="6175"/>
                  </a:lnTo>
                  <a:lnTo>
                    <a:pt x="5419" y="5860"/>
                  </a:lnTo>
                  <a:cubicBezTo>
                    <a:pt x="5352" y="5792"/>
                    <a:pt x="5275" y="5761"/>
                    <a:pt x="5194" y="5761"/>
                  </a:cubicBezTo>
                  <a:cubicBezTo>
                    <a:pt x="5124" y="5761"/>
                    <a:pt x="5051" y="5785"/>
                    <a:pt x="4978" y="5828"/>
                  </a:cubicBezTo>
                  <a:cubicBezTo>
                    <a:pt x="4789" y="5954"/>
                    <a:pt x="4600" y="6017"/>
                    <a:pt x="4411" y="6049"/>
                  </a:cubicBezTo>
                  <a:cubicBezTo>
                    <a:pt x="4253" y="6080"/>
                    <a:pt x="4127" y="6206"/>
                    <a:pt x="4127" y="6364"/>
                  </a:cubicBezTo>
                  <a:lnTo>
                    <a:pt x="4127" y="6805"/>
                  </a:lnTo>
                  <a:lnTo>
                    <a:pt x="3466" y="6805"/>
                  </a:lnTo>
                  <a:lnTo>
                    <a:pt x="3466" y="6364"/>
                  </a:lnTo>
                  <a:cubicBezTo>
                    <a:pt x="3466" y="6206"/>
                    <a:pt x="3340" y="6112"/>
                    <a:pt x="3182" y="6049"/>
                  </a:cubicBezTo>
                  <a:cubicBezTo>
                    <a:pt x="2993" y="6017"/>
                    <a:pt x="2741" y="5891"/>
                    <a:pt x="2584" y="5828"/>
                  </a:cubicBezTo>
                  <a:cubicBezTo>
                    <a:pt x="2549" y="5794"/>
                    <a:pt x="2497" y="5780"/>
                    <a:pt x="2441" y="5780"/>
                  </a:cubicBezTo>
                  <a:cubicBezTo>
                    <a:pt x="2344" y="5780"/>
                    <a:pt x="2234" y="5820"/>
                    <a:pt x="2174" y="5860"/>
                  </a:cubicBezTo>
                  <a:lnTo>
                    <a:pt x="1859" y="6175"/>
                  </a:lnTo>
                  <a:lnTo>
                    <a:pt x="1387" y="5702"/>
                  </a:lnTo>
                  <a:lnTo>
                    <a:pt x="1702" y="5387"/>
                  </a:lnTo>
                  <a:cubicBezTo>
                    <a:pt x="1796" y="5261"/>
                    <a:pt x="1796" y="5104"/>
                    <a:pt x="1733" y="4946"/>
                  </a:cubicBezTo>
                  <a:cubicBezTo>
                    <a:pt x="1607" y="4757"/>
                    <a:pt x="1544" y="4568"/>
                    <a:pt x="1481" y="4379"/>
                  </a:cubicBezTo>
                  <a:cubicBezTo>
                    <a:pt x="1450" y="4222"/>
                    <a:pt x="1324" y="4096"/>
                    <a:pt x="1166" y="4096"/>
                  </a:cubicBezTo>
                  <a:lnTo>
                    <a:pt x="756" y="4096"/>
                  </a:lnTo>
                  <a:lnTo>
                    <a:pt x="756" y="3434"/>
                  </a:lnTo>
                  <a:lnTo>
                    <a:pt x="1166" y="3434"/>
                  </a:lnTo>
                  <a:cubicBezTo>
                    <a:pt x="1324" y="3434"/>
                    <a:pt x="1450" y="3308"/>
                    <a:pt x="1481" y="3150"/>
                  </a:cubicBezTo>
                  <a:cubicBezTo>
                    <a:pt x="1544" y="2961"/>
                    <a:pt x="1639" y="2709"/>
                    <a:pt x="1733" y="2552"/>
                  </a:cubicBezTo>
                  <a:cubicBezTo>
                    <a:pt x="1796" y="2426"/>
                    <a:pt x="1765" y="2237"/>
                    <a:pt x="1702" y="2111"/>
                  </a:cubicBezTo>
                  <a:lnTo>
                    <a:pt x="1387" y="1796"/>
                  </a:lnTo>
                  <a:lnTo>
                    <a:pt x="1859" y="1323"/>
                  </a:lnTo>
                  <a:lnTo>
                    <a:pt x="2174" y="1638"/>
                  </a:lnTo>
                  <a:cubicBezTo>
                    <a:pt x="2230" y="1712"/>
                    <a:pt x="2307" y="1743"/>
                    <a:pt x="2392" y="1743"/>
                  </a:cubicBezTo>
                  <a:cubicBezTo>
                    <a:pt x="2453" y="1743"/>
                    <a:pt x="2518" y="1727"/>
                    <a:pt x="2584" y="1701"/>
                  </a:cubicBezTo>
                  <a:cubicBezTo>
                    <a:pt x="2804" y="1575"/>
                    <a:pt x="2993" y="1481"/>
                    <a:pt x="3182" y="1449"/>
                  </a:cubicBezTo>
                  <a:cubicBezTo>
                    <a:pt x="3340" y="1418"/>
                    <a:pt x="3466" y="1292"/>
                    <a:pt x="3466" y="1134"/>
                  </a:cubicBezTo>
                  <a:lnTo>
                    <a:pt x="3466" y="693"/>
                  </a:lnTo>
                  <a:close/>
                  <a:moveTo>
                    <a:pt x="3056" y="0"/>
                  </a:moveTo>
                  <a:cubicBezTo>
                    <a:pt x="2867" y="0"/>
                    <a:pt x="2710" y="158"/>
                    <a:pt x="2710" y="347"/>
                  </a:cubicBezTo>
                  <a:lnTo>
                    <a:pt x="2710" y="851"/>
                  </a:lnTo>
                  <a:cubicBezTo>
                    <a:pt x="2584" y="914"/>
                    <a:pt x="2521" y="945"/>
                    <a:pt x="2426" y="977"/>
                  </a:cubicBezTo>
                  <a:lnTo>
                    <a:pt x="2080" y="630"/>
                  </a:lnTo>
                  <a:cubicBezTo>
                    <a:pt x="1985" y="536"/>
                    <a:pt x="1922" y="504"/>
                    <a:pt x="1828" y="504"/>
                  </a:cubicBezTo>
                  <a:cubicBezTo>
                    <a:pt x="1765" y="504"/>
                    <a:pt x="1639" y="536"/>
                    <a:pt x="1607" y="630"/>
                  </a:cubicBezTo>
                  <a:lnTo>
                    <a:pt x="630" y="1607"/>
                  </a:lnTo>
                  <a:cubicBezTo>
                    <a:pt x="536" y="1701"/>
                    <a:pt x="504" y="1764"/>
                    <a:pt x="504" y="1859"/>
                  </a:cubicBezTo>
                  <a:cubicBezTo>
                    <a:pt x="504" y="1922"/>
                    <a:pt x="536" y="2048"/>
                    <a:pt x="630" y="2079"/>
                  </a:cubicBezTo>
                  <a:lnTo>
                    <a:pt x="977" y="2426"/>
                  </a:lnTo>
                  <a:cubicBezTo>
                    <a:pt x="945" y="2520"/>
                    <a:pt x="914" y="2646"/>
                    <a:pt x="851" y="2709"/>
                  </a:cubicBezTo>
                  <a:lnTo>
                    <a:pt x="347" y="2709"/>
                  </a:lnTo>
                  <a:cubicBezTo>
                    <a:pt x="158" y="2709"/>
                    <a:pt x="0" y="2867"/>
                    <a:pt x="0" y="3056"/>
                  </a:cubicBezTo>
                  <a:lnTo>
                    <a:pt x="0" y="4442"/>
                  </a:lnTo>
                  <a:cubicBezTo>
                    <a:pt x="0" y="4631"/>
                    <a:pt x="158" y="4789"/>
                    <a:pt x="347" y="4789"/>
                  </a:cubicBezTo>
                  <a:lnTo>
                    <a:pt x="851" y="4789"/>
                  </a:lnTo>
                  <a:cubicBezTo>
                    <a:pt x="882" y="4915"/>
                    <a:pt x="945" y="5009"/>
                    <a:pt x="977" y="5072"/>
                  </a:cubicBezTo>
                  <a:lnTo>
                    <a:pt x="630" y="5419"/>
                  </a:lnTo>
                  <a:cubicBezTo>
                    <a:pt x="536" y="5513"/>
                    <a:pt x="504" y="5576"/>
                    <a:pt x="504" y="5671"/>
                  </a:cubicBezTo>
                  <a:cubicBezTo>
                    <a:pt x="504" y="5734"/>
                    <a:pt x="536" y="5860"/>
                    <a:pt x="630" y="5891"/>
                  </a:cubicBezTo>
                  <a:lnTo>
                    <a:pt x="1607" y="6900"/>
                  </a:lnTo>
                  <a:cubicBezTo>
                    <a:pt x="1670" y="6963"/>
                    <a:pt x="1765" y="6994"/>
                    <a:pt x="1828" y="6994"/>
                  </a:cubicBezTo>
                  <a:cubicBezTo>
                    <a:pt x="1922" y="6994"/>
                    <a:pt x="2048" y="6963"/>
                    <a:pt x="2080" y="6900"/>
                  </a:cubicBezTo>
                  <a:lnTo>
                    <a:pt x="2426" y="6521"/>
                  </a:lnTo>
                  <a:cubicBezTo>
                    <a:pt x="2521" y="6585"/>
                    <a:pt x="2615" y="6616"/>
                    <a:pt x="2710" y="6648"/>
                  </a:cubicBezTo>
                  <a:lnTo>
                    <a:pt x="2710" y="7152"/>
                  </a:lnTo>
                  <a:cubicBezTo>
                    <a:pt x="2710" y="7372"/>
                    <a:pt x="2867" y="7530"/>
                    <a:pt x="3056" y="7530"/>
                  </a:cubicBezTo>
                  <a:lnTo>
                    <a:pt x="4443" y="7530"/>
                  </a:lnTo>
                  <a:cubicBezTo>
                    <a:pt x="4632" y="7530"/>
                    <a:pt x="4789" y="7372"/>
                    <a:pt x="4789" y="7152"/>
                  </a:cubicBezTo>
                  <a:lnTo>
                    <a:pt x="4789" y="6648"/>
                  </a:lnTo>
                  <a:cubicBezTo>
                    <a:pt x="4915" y="6616"/>
                    <a:pt x="4978" y="6585"/>
                    <a:pt x="5073" y="6521"/>
                  </a:cubicBezTo>
                  <a:lnTo>
                    <a:pt x="5419" y="6900"/>
                  </a:lnTo>
                  <a:cubicBezTo>
                    <a:pt x="5514" y="6963"/>
                    <a:pt x="5577" y="6994"/>
                    <a:pt x="5671" y="6994"/>
                  </a:cubicBezTo>
                  <a:cubicBezTo>
                    <a:pt x="5734" y="6994"/>
                    <a:pt x="5860" y="6963"/>
                    <a:pt x="5892" y="6900"/>
                  </a:cubicBezTo>
                  <a:lnTo>
                    <a:pt x="6868" y="5891"/>
                  </a:lnTo>
                  <a:cubicBezTo>
                    <a:pt x="6994" y="5797"/>
                    <a:pt x="6994" y="5545"/>
                    <a:pt x="6868" y="5419"/>
                  </a:cubicBezTo>
                  <a:lnTo>
                    <a:pt x="6522" y="5072"/>
                  </a:lnTo>
                  <a:cubicBezTo>
                    <a:pt x="6553" y="5009"/>
                    <a:pt x="6616" y="4883"/>
                    <a:pt x="6648" y="4789"/>
                  </a:cubicBezTo>
                  <a:lnTo>
                    <a:pt x="7152" y="4789"/>
                  </a:lnTo>
                  <a:cubicBezTo>
                    <a:pt x="7341" y="4789"/>
                    <a:pt x="7499" y="4631"/>
                    <a:pt x="7499" y="4442"/>
                  </a:cubicBezTo>
                  <a:lnTo>
                    <a:pt x="7499" y="3056"/>
                  </a:lnTo>
                  <a:cubicBezTo>
                    <a:pt x="7499" y="2867"/>
                    <a:pt x="7341" y="2709"/>
                    <a:pt x="7152" y="2709"/>
                  </a:cubicBezTo>
                  <a:lnTo>
                    <a:pt x="6648" y="2709"/>
                  </a:lnTo>
                  <a:cubicBezTo>
                    <a:pt x="6616" y="2583"/>
                    <a:pt x="6553" y="2520"/>
                    <a:pt x="6522" y="2426"/>
                  </a:cubicBezTo>
                  <a:lnTo>
                    <a:pt x="6868" y="2079"/>
                  </a:lnTo>
                  <a:cubicBezTo>
                    <a:pt x="6994" y="1953"/>
                    <a:pt x="6994" y="1733"/>
                    <a:pt x="6868" y="1607"/>
                  </a:cubicBezTo>
                  <a:lnTo>
                    <a:pt x="5892" y="630"/>
                  </a:lnTo>
                  <a:cubicBezTo>
                    <a:pt x="5829" y="536"/>
                    <a:pt x="5734" y="504"/>
                    <a:pt x="5671" y="504"/>
                  </a:cubicBezTo>
                  <a:cubicBezTo>
                    <a:pt x="5577" y="504"/>
                    <a:pt x="5451" y="536"/>
                    <a:pt x="5419" y="630"/>
                  </a:cubicBezTo>
                  <a:lnTo>
                    <a:pt x="5073" y="977"/>
                  </a:lnTo>
                  <a:cubicBezTo>
                    <a:pt x="4978" y="945"/>
                    <a:pt x="4884" y="914"/>
                    <a:pt x="4789" y="851"/>
                  </a:cubicBezTo>
                  <a:lnTo>
                    <a:pt x="4789" y="347"/>
                  </a:ln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9" name="Google Shape;16069;p84"/>
            <p:cNvSpPr/>
            <p:nvPr/>
          </p:nvSpPr>
          <p:spPr>
            <a:xfrm>
              <a:off x="-34673325" y="2375850"/>
              <a:ext cx="85100" cy="84300"/>
            </a:xfrm>
            <a:custGeom>
              <a:avLst/>
              <a:gdLst/>
              <a:ahLst/>
              <a:cxnLst/>
              <a:rect l="l" t="t" r="r" b="b"/>
              <a:pathLst>
                <a:path w="3404" h="3372" extrusionOk="0">
                  <a:moveTo>
                    <a:pt x="1702" y="662"/>
                  </a:moveTo>
                  <a:cubicBezTo>
                    <a:pt x="2238" y="662"/>
                    <a:pt x="2710" y="1135"/>
                    <a:pt x="2710" y="1702"/>
                  </a:cubicBezTo>
                  <a:cubicBezTo>
                    <a:pt x="2710" y="2238"/>
                    <a:pt x="2238" y="2710"/>
                    <a:pt x="1702" y="2710"/>
                  </a:cubicBezTo>
                  <a:cubicBezTo>
                    <a:pt x="1135" y="2710"/>
                    <a:pt x="662" y="2238"/>
                    <a:pt x="662" y="1702"/>
                  </a:cubicBezTo>
                  <a:cubicBezTo>
                    <a:pt x="662" y="1135"/>
                    <a:pt x="1135" y="662"/>
                    <a:pt x="1702" y="662"/>
                  </a:cubicBezTo>
                  <a:close/>
                  <a:moveTo>
                    <a:pt x="1702" y="1"/>
                  </a:moveTo>
                  <a:cubicBezTo>
                    <a:pt x="757" y="1"/>
                    <a:pt x="1" y="757"/>
                    <a:pt x="1" y="1702"/>
                  </a:cubicBezTo>
                  <a:cubicBezTo>
                    <a:pt x="1" y="2647"/>
                    <a:pt x="757" y="3372"/>
                    <a:pt x="1702" y="3372"/>
                  </a:cubicBezTo>
                  <a:cubicBezTo>
                    <a:pt x="2647" y="3372"/>
                    <a:pt x="3403" y="2647"/>
                    <a:pt x="3403" y="1702"/>
                  </a:cubicBezTo>
                  <a:cubicBezTo>
                    <a:pt x="3372" y="757"/>
                    <a:pt x="2647" y="1"/>
                    <a:pt x="17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0" name="Google Shape;16070;p84"/>
            <p:cNvSpPr/>
            <p:nvPr/>
          </p:nvSpPr>
          <p:spPr>
            <a:xfrm>
              <a:off x="-34778075" y="2272675"/>
              <a:ext cx="293800" cy="293025"/>
            </a:xfrm>
            <a:custGeom>
              <a:avLst/>
              <a:gdLst/>
              <a:ahLst/>
              <a:cxnLst/>
              <a:rect l="l" t="t" r="r" b="b"/>
              <a:pathLst>
                <a:path w="11752" h="11721" extrusionOk="0">
                  <a:moveTo>
                    <a:pt x="5892" y="694"/>
                  </a:moveTo>
                  <a:cubicBezTo>
                    <a:pt x="8727" y="694"/>
                    <a:pt x="11027" y="3025"/>
                    <a:pt x="11027" y="5861"/>
                  </a:cubicBezTo>
                  <a:cubicBezTo>
                    <a:pt x="10996" y="8665"/>
                    <a:pt x="8727" y="10964"/>
                    <a:pt x="5892" y="10964"/>
                  </a:cubicBezTo>
                  <a:cubicBezTo>
                    <a:pt x="4884" y="10964"/>
                    <a:pt x="3939" y="10712"/>
                    <a:pt x="3119" y="10177"/>
                  </a:cubicBezTo>
                  <a:cubicBezTo>
                    <a:pt x="3075" y="10154"/>
                    <a:pt x="2999" y="10132"/>
                    <a:pt x="2936" y="10132"/>
                  </a:cubicBezTo>
                  <a:cubicBezTo>
                    <a:pt x="2910" y="10132"/>
                    <a:pt x="2886" y="10136"/>
                    <a:pt x="2867" y="10145"/>
                  </a:cubicBezTo>
                  <a:lnTo>
                    <a:pt x="914" y="10775"/>
                  </a:lnTo>
                  <a:lnTo>
                    <a:pt x="1544" y="8854"/>
                  </a:lnTo>
                  <a:cubicBezTo>
                    <a:pt x="1576" y="8759"/>
                    <a:pt x="1544" y="8665"/>
                    <a:pt x="1513" y="8570"/>
                  </a:cubicBezTo>
                  <a:cubicBezTo>
                    <a:pt x="1009" y="7751"/>
                    <a:pt x="725" y="6806"/>
                    <a:pt x="725" y="5861"/>
                  </a:cubicBezTo>
                  <a:cubicBezTo>
                    <a:pt x="725" y="3025"/>
                    <a:pt x="3056" y="694"/>
                    <a:pt x="5892" y="694"/>
                  </a:cubicBezTo>
                  <a:close/>
                  <a:moveTo>
                    <a:pt x="5892" y="1"/>
                  </a:moveTo>
                  <a:cubicBezTo>
                    <a:pt x="4348" y="1"/>
                    <a:pt x="2867" y="568"/>
                    <a:pt x="1733" y="1733"/>
                  </a:cubicBezTo>
                  <a:cubicBezTo>
                    <a:pt x="631" y="2836"/>
                    <a:pt x="0" y="4285"/>
                    <a:pt x="0" y="5861"/>
                  </a:cubicBezTo>
                  <a:cubicBezTo>
                    <a:pt x="0" y="6869"/>
                    <a:pt x="284" y="7908"/>
                    <a:pt x="851" y="8822"/>
                  </a:cubicBezTo>
                  <a:lnTo>
                    <a:pt x="63" y="11248"/>
                  </a:lnTo>
                  <a:cubicBezTo>
                    <a:pt x="0" y="11374"/>
                    <a:pt x="63" y="11531"/>
                    <a:pt x="127" y="11594"/>
                  </a:cubicBezTo>
                  <a:cubicBezTo>
                    <a:pt x="197" y="11665"/>
                    <a:pt x="304" y="11701"/>
                    <a:pt x="392" y="11701"/>
                  </a:cubicBezTo>
                  <a:cubicBezTo>
                    <a:pt x="422" y="11701"/>
                    <a:pt x="449" y="11697"/>
                    <a:pt x="473" y="11689"/>
                  </a:cubicBezTo>
                  <a:lnTo>
                    <a:pt x="2930" y="10901"/>
                  </a:lnTo>
                  <a:cubicBezTo>
                    <a:pt x="3844" y="11437"/>
                    <a:pt x="4852" y="11720"/>
                    <a:pt x="5892" y="11720"/>
                  </a:cubicBezTo>
                  <a:cubicBezTo>
                    <a:pt x="7404" y="11720"/>
                    <a:pt x="8916" y="11122"/>
                    <a:pt x="10019" y="9988"/>
                  </a:cubicBezTo>
                  <a:cubicBezTo>
                    <a:pt x="11122" y="8885"/>
                    <a:pt x="11752" y="7436"/>
                    <a:pt x="11752" y="5861"/>
                  </a:cubicBezTo>
                  <a:cubicBezTo>
                    <a:pt x="11752" y="4317"/>
                    <a:pt x="11153" y="2805"/>
                    <a:pt x="10019" y="1702"/>
                  </a:cubicBezTo>
                  <a:cubicBezTo>
                    <a:pt x="8885" y="568"/>
                    <a:pt x="7404" y="1"/>
                    <a:pt x="58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71" name="Google Shape;16071;p84"/>
          <p:cNvGrpSpPr/>
          <p:nvPr/>
        </p:nvGrpSpPr>
        <p:grpSpPr>
          <a:xfrm>
            <a:off x="2926586" y="3265493"/>
            <a:ext cx="471449" cy="471449"/>
            <a:chOff x="-34776500" y="2631825"/>
            <a:chExt cx="291450" cy="291450"/>
          </a:xfrm>
        </p:grpSpPr>
        <p:sp>
          <p:nvSpPr>
            <p:cNvPr id="16072" name="Google Shape;16072;p84"/>
            <p:cNvSpPr/>
            <p:nvPr/>
          </p:nvSpPr>
          <p:spPr>
            <a:xfrm>
              <a:off x="-34691425" y="2666500"/>
              <a:ext cx="120525" cy="154400"/>
            </a:xfrm>
            <a:custGeom>
              <a:avLst/>
              <a:gdLst/>
              <a:ahLst/>
              <a:cxnLst/>
              <a:rect l="l" t="t" r="r" b="b"/>
              <a:pathLst>
                <a:path w="4821" h="6176" extrusionOk="0">
                  <a:moveTo>
                    <a:pt x="2331" y="693"/>
                  </a:moveTo>
                  <a:cubicBezTo>
                    <a:pt x="3277" y="693"/>
                    <a:pt x="4033" y="1449"/>
                    <a:pt x="4033" y="2394"/>
                  </a:cubicBezTo>
                  <a:cubicBezTo>
                    <a:pt x="4096" y="2899"/>
                    <a:pt x="3844" y="3466"/>
                    <a:pt x="3403" y="3781"/>
                  </a:cubicBezTo>
                  <a:cubicBezTo>
                    <a:pt x="3151" y="3970"/>
                    <a:pt x="2741" y="4348"/>
                    <a:pt x="2741" y="4946"/>
                  </a:cubicBezTo>
                  <a:lnTo>
                    <a:pt x="2741" y="5135"/>
                  </a:lnTo>
                  <a:cubicBezTo>
                    <a:pt x="2741" y="5356"/>
                    <a:pt x="2583" y="5513"/>
                    <a:pt x="2363" y="5513"/>
                  </a:cubicBezTo>
                  <a:cubicBezTo>
                    <a:pt x="2174" y="5513"/>
                    <a:pt x="2016" y="5356"/>
                    <a:pt x="2016" y="5135"/>
                  </a:cubicBezTo>
                  <a:lnTo>
                    <a:pt x="2016" y="4946"/>
                  </a:lnTo>
                  <a:cubicBezTo>
                    <a:pt x="2016" y="4285"/>
                    <a:pt x="2363" y="3655"/>
                    <a:pt x="2962" y="3214"/>
                  </a:cubicBezTo>
                  <a:cubicBezTo>
                    <a:pt x="3245" y="3025"/>
                    <a:pt x="3403" y="2710"/>
                    <a:pt x="3403" y="2394"/>
                  </a:cubicBezTo>
                  <a:cubicBezTo>
                    <a:pt x="3403" y="1827"/>
                    <a:pt x="2930" y="1355"/>
                    <a:pt x="2363" y="1355"/>
                  </a:cubicBezTo>
                  <a:cubicBezTo>
                    <a:pt x="1827" y="1355"/>
                    <a:pt x="1355" y="1827"/>
                    <a:pt x="1355" y="2394"/>
                  </a:cubicBezTo>
                  <a:cubicBezTo>
                    <a:pt x="1355" y="2583"/>
                    <a:pt x="1197" y="2741"/>
                    <a:pt x="1008" y="2741"/>
                  </a:cubicBezTo>
                  <a:cubicBezTo>
                    <a:pt x="788" y="2741"/>
                    <a:pt x="630" y="2583"/>
                    <a:pt x="630" y="2394"/>
                  </a:cubicBezTo>
                  <a:cubicBezTo>
                    <a:pt x="630" y="1449"/>
                    <a:pt x="1386" y="693"/>
                    <a:pt x="2331" y="693"/>
                  </a:cubicBezTo>
                  <a:close/>
                  <a:moveTo>
                    <a:pt x="2426" y="0"/>
                  </a:moveTo>
                  <a:cubicBezTo>
                    <a:pt x="1071" y="0"/>
                    <a:pt x="0" y="1040"/>
                    <a:pt x="0" y="2394"/>
                  </a:cubicBezTo>
                  <a:cubicBezTo>
                    <a:pt x="0" y="2930"/>
                    <a:pt x="473" y="3403"/>
                    <a:pt x="1040" y="3403"/>
                  </a:cubicBezTo>
                  <a:cubicBezTo>
                    <a:pt x="1575" y="3403"/>
                    <a:pt x="2048" y="2930"/>
                    <a:pt x="2048" y="2394"/>
                  </a:cubicBezTo>
                  <a:cubicBezTo>
                    <a:pt x="2048" y="2205"/>
                    <a:pt x="2205" y="2048"/>
                    <a:pt x="2426" y="2048"/>
                  </a:cubicBezTo>
                  <a:cubicBezTo>
                    <a:pt x="2615" y="2048"/>
                    <a:pt x="2772" y="2205"/>
                    <a:pt x="2772" y="2394"/>
                  </a:cubicBezTo>
                  <a:cubicBezTo>
                    <a:pt x="2772" y="2520"/>
                    <a:pt x="2741" y="2583"/>
                    <a:pt x="2615" y="2646"/>
                  </a:cubicBezTo>
                  <a:cubicBezTo>
                    <a:pt x="1827" y="3245"/>
                    <a:pt x="1386" y="4064"/>
                    <a:pt x="1386" y="4946"/>
                  </a:cubicBezTo>
                  <a:lnTo>
                    <a:pt x="1386" y="5135"/>
                  </a:lnTo>
                  <a:cubicBezTo>
                    <a:pt x="1386" y="5702"/>
                    <a:pt x="1859" y="6175"/>
                    <a:pt x="2426" y="6175"/>
                  </a:cubicBezTo>
                  <a:cubicBezTo>
                    <a:pt x="2962" y="6175"/>
                    <a:pt x="3434" y="5702"/>
                    <a:pt x="3434" y="5135"/>
                  </a:cubicBezTo>
                  <a:lnTo>
                    <a:pt x="3434" y="4946"/>
                  </a:lnTo>
                  <a:cubicBezTo>
                    <a:pt x="3434" y="4663"/>
                    <a:pt x="3686" y="4442"/>
                    <a:pt x="3844" y="4316"/>
                  </a:cubicBezTo>
                  <a:cubicBezTo>
                    <a:pt x="4474" y="3875"/>
                    <a:pt x="4820" y="3151"/>
                    <a:pt x="4820" y="2394"/>
                  </a:cubicBezTo>
                  <a:cubicBezTo>
                    <a:pt x="4789" y="1040"/>
                    <a:pt x="3718" y="0"/>
                    <a:pt x="242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3" name="Google Shape;16073;p84"/>
            <p:cNvSpPr/>
            <p:nvPr/>
          </p:nvSpPr>
          <p:spPr>
            <a:xfrm>
              <a:off x="-34656775" y="2837400"/>
              <a:ext cx="51200" cy="51225"/>
            </a:xfrm>
            <a:custGeom>
              <a:avLst/>
              <a:gdLst/>
              <a:ahLst/>
              <a:cxnLst/>
              <a:rect l="l" t="t" r="r" b="b"/>
              <a:pathLst>
                <a:path w="2048" h="2049" extrusionOk="0">
                  <a:moveTo>
                    <a:pt x="1040" y="662"/>
                  </a:moveTo>
                  <a:cubicBezTo>
                    <a:pt x="1229" y="662"/>
                    <a:pt x="1386" y="820"/>
                    <a:pt x="1386" y="1040"/>
                  </a:cubicBezTo>
                  <a:cubicBezTo>
                    <a:pt x="1386" y="1229"/>
                    <a:pt x="1197" y="1387"/>
                    <a:pt x="1040" y="1387"/>
                  </a:cubicBezTo>
                  <a:cubicBezTo>
                    <a:pt x="819" y="1387"/>
                    <a:pt x="662" y="1229"/>
                    <a:pt x="662" y="1040"/>
                  </a:cubicBezTo>
                  <a:cubicBezTo>
                    <a:pt x="662" y="820"/>
                    <a:pt x="819" y="662"/>
                    <a:pt x="1040" y="662"/>
                  </a:cubicBezTo>
                  <a:close/>
                  <a:moveTo>
                    <a:pt x="1040" y="1"/>
                  </a:moveTo>
                  <a:cubicBezTo>
                    <a:pt x="473" y="1"/>
                    <a:pt x="0" y="473"/>
                    <a:pt x="0" y="1040"/>
                  </a:cubicBezTo>
                  <a:cubicBezTo>
                    <a:pt x="0" y="1576"/>
                    <a:pt x="473" y="2048"/>
                    <a:pt x="1040" y="2048"/>
                  </a:cubicBezTo>
                  <a:cubicBezTo>
                    <a:pt x="1576" y="2048"/>
                    <a:pt x="2048" y="1576"/>
                    <a:pt x="2048" y="1040"/>
                  </a:cubicBezTo>
                  <a:cubicBezTo>
                    <a:pt x="2048" y="473"/>
                    <a:pt x="1576"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4" name="Google Shape;16074;p84"/>
            <p:cNvSpPr/>
            <p:nvPr/>
          </p:nvSpPr>
          <p:spPr>
            <a:xfrm>
              <a:off x="-34776500" y="2631825"/>
              <a:ext cx="291450" cy="291450"/>
            </a:xfrm>
            <a:custGeom>
              <a:avLst/>
              <a:gdLst/>
              <a:ahLst/>
              <a:cxnLst/>
              <a:rect l="l" t="t" r="r" b="b"/>
              <a:pathLst>
                <a:path w="11658" h="11658" extrusionOk="0">
                  <a:moveTo>
                    <a:pt x="5829" y="662"/>
                  </a:moveTo>
                  <a:cubicBezTo>
                    <a:pt x="8664" y="662"/>
                    <a:pt x="10964" y="2994"/>
                    <a:pt x="10964" y="5829"/>
                  </a:cubicBezTo>
                  <a:cubicBezTo>
                    <a:pt x="10933" y="8665"/>
                    <a:pt x="8664" y="10996"/>
                    <a:pt x="5829" y="10996"/>
                  </a:cubicBezTo>
                  <a:cubicBezTo>
                    <a:pt x="2993" y="10996"/>
                    <a:pt x="662" y="8665"/>
                    <a:pt x="662" y="5829"/>
                  </a:cubicBezTo>
                  <a:cubicBezTo>
                    <a:pt x="662" y="2994"/>
                    <a:pt x="2993" y="662"/>
                    <a:pt x="5829" y="662"/>
                  </a:cubicBezTo>
                  <a:close/>
                  <a:moveTo>
                    <a:pt x="5829" y="1"/>
                  </a:moveTo>
                  <a:cubicBezTo>
                    <a:pt x="2584" y="1"/>
                    <a:pt x="0" y="2647"/>
                    <a:pt x="0" y="5829"/>
                  </a:cubicBezTo>
                  <a:cubicBezTo>
                    <a:pt x="0" y="9043"/>
                    <a:pt x="2615" y="11658"/>
                    <a:pt x="5829" y="11658"/>
                  </a:cubicBezTo>
                  <a:cubicBezTo>
                    <a:pt x="9042" y="11658"/>
                    <a:pt x="11657" y="9011"/>
                    <a:pt x="11657" y="5829"/>
                  </a:cubicBezTo>
                  <a:cubicBezTo>
                    <a:pt x="11657" y="2584"/>
                    <a:pt x="9011"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75" name="Google Shape;16075;p84"/>
          <p:cNvGrpSpPr/>
          <p:nvPr/>
        </p:nvGrpSpPr>
        <p:grpSpPr>
          <a:xfrm>
            <a:off x="1138171" y="3883965"/>
            <a:ext cx="472703" cy="477799"/>
            <a:chOff x="-32956300" y="1915900"/>
            <a:chExt cx="292225" cy="295375"/>
          </a:xfrm>
        </p:grpSpPr>
        <p:sp>
          <p:nvSpPr>
            <p:cNvPr id="16076" name="Google Shape;16076;p84"/>
            <p:cNvSpPr/>
            <p:nvPr/>
          </p:nvSpPr>
          <p:spPr>
            <a:xfrm>
              <a:off x="-32956300" y="1915900"/>
              <a:ext cx="292225" cy="295375"/>
            </a:xfrm>
            <a:custGeom>
              <a:avLst/>
              <a:gdLst/>
              <a:ahLst/>
              <a:cxnLst/>
              <a:rect l="l" t="t" r="r" b="b"/>
              <a:pathLst>
                <a:path w="11689" h="11815" extrusionOk="0">
                  <a:moveTo>
                    <a:pt x="10996" y="2079"/>
                  </a:moveTo>
                  <a:lnTo>
                    <a:pt x="10996" y="3466"/>
                  </a:lnTo>
                  <a:lnTo>
                    <a:pt x="10334" y="3466"/>
                  </a:lnTo>
                  <a:lnTo>
                    <a:pt x="10334" y="2079"/>
                  </a:lnTo>
                  <a:close/>
                  <a:moveTo>
                    <a:pt x="10996" y="4127"/>
                  </a:moveTo>
                  <a:lnTo>
                    <a:pt x="10996" y="5513"/>
                  </a:lnTo>
                  <a:lnTo>
                    <a:pt x="10303" y="5513"/>
                  </a:lnTo>
                  <a:lnTo>
                    <a:pt x="10303" y="4127"/>
                  </a:lnTo>
                  <a:close/>
                  <a:moveTo>
                    <a:pt x="10996" y="6175"/>
                  </a:moveTo>
                  <a:lnTo>
                    <a:pt x="10996" y="7561"/>
                  </a:lnTo>
                  <a:lnTo>
                    <a:pt x="10334" y="7561"/>
                  </a:lnTo>
                  <a:lnTo>
                    <a:pt x="10334" y="6175"/>
                  </a:lnTo>
                  <a:close/>
                  <a:moveTo>
                    <a:pt x="2741" y="536"/>
                  </a:moveTo>
                  <a:lnTo>
                    <a:pt x="2741" y="10869"/>
                  </a:lnTo>
                  <a:lnTo>
                    <a:pt x="1733" y="10869"/>
                  </a:lnTo>
                  <a:cubicBezTo>
                    <a:pt x="1679" y="10914"/>
                    <a:pt x="1627" y="10934"/>
                    <a:pt x="1581" y="10934"/>
                  </a:cubicBezTo>
                  <a:cubicBezTo>
                    <a:pt x="1467" y="10934"/>
                    <a:pt x="1387" y="10815"/>
                    <a:pt x="1387" y="10680"/>
                  </a:cubicBezTo>
                  <a:lnTo>
                    <a:pt x="1387" y="10334"/>
                  </a:lnTo>
                  <a:lnTo>
                    <a:pt x="1733" y="10334"/>
                  </a:lnTo>
                  <a:cubicBezTo>
                    <a:pt x="1922" y="10334"/>
                    <a:pt x="2080" y="10145"/>
                    <a:pt x="2080" y="9956"/>
                  </a:cubicBezTo>
                  <a:cubicBezTo>
                    <a:pt x="2080" y="9767"/>
                    <a:pt x="1922" y="9609"/>
                    <a:pt x="1733" y="9609"/>
                  </a:cubicBezTo>
                  <a:lnTo>
                    <a:pt x="1387" y="9609"/>
                  </a:lnTo>
                  <a:lnTo>
                    <a:pt x="1387" y="8223"/>
                  </a:lnTo>
                  <a:lnTo>
                    <a:pt x="1733" y="8223"/>
                  </a:lnTo>
                  <a:cubicBezTo>
                    <a:pt x="1922" y="8223"/>
                    <a:pt x="2080" y="8065"/>
                    <a:pt x="2080" y="7876"/>
                  </a:cubicBezTo>
                  <a:cubicBezTo>
                    <a:pt x="2080" y="7687"/>
                    <a:pt x="1922" y="7530"/>
                    <a:pt x="1733" y="7530"/>
                  </a:cubicBezTo>
                  <a:lnTo>
                    <a:pt x="1387" y="7530"/>
                  </a:lnTo>
                  <a:lnTo>
                    <a:pt x="1387" y="6143"/>
                  </a:lnTo>
                  <a:lnTo>
                    <a:pt x="1733" y="6143"/>
                  </a:lnTo>
                  <a:cubicBezTo>
                    <a:pt x="1922" y="6143"/>
                    <a:pt x="2080" y="5986"/>
                    <a:pt x="2080" y="5797"/>
                  </a:cubicBezTo>
                  <a:cubicBezTo>
                    <a:pt x="2080" y="5576"/>
                    <a:pt x="1922" y="5419"/>
                    <a:pt x="1733" y="5419"/>
                  </a:cubicBezTo>
                  <a:lnTo>
                    <a:pt x="1387" y="5419"/>
                  </a:lnTo>
                  <a:lnTo>
                    <a:pt x="1387" y="4064"/>
                  </a:lnTo>
                  <a:lnTo>
                    <a:pt x="1733" y="4064"/>
                  </a:lnTo>
                  <a:cubicBezTo>
                    <a:pt x="1922" y="4064"/>
                    <a:pt x="2080" y="3907"/>
                    <a:pt x="2080" y="3686"/>
                  </a:cubicBezTo>
                  <a:cubicBezTo>
                    <a:pt x="2080" y="3497"/>
                    <a:pt x="1922" y="3340"/>
                    <a:pt x="1733" y="3340"/>
                  </a:cubicBezTo>
                  <a:lnTo>
                    <a:pt x="1387" y="3340"/>
                  </a:lnTo>
                  <a:lnTo>
                    <a:pt x="1387" y="1953"/>
                  </a:lnTo>
                  <a:lnTo>
                    <a:pt x="1733" y="1953"/>
                  </a:lnTo>
                  <a:cubicBezTo>
                    <a:pt x="1922" y="1953"/>
                    <a:pt x="2080" y="1796"/>
                    <a:pt x="2080" y="1607"/>
                  </a:cubicBezTo>
                  <a:cubicBezTo>
                    <a:pt x="2080" y="1418"/>
                    <a:pt x="1922" y="1260"/>
                    <a:pt x="1733" y="1260"/>
                  </a:cubicBezTo>
                  <a:lnTo>
                    <a:pt x="1387" y="1260"/>
                  </a:lnTo>
                  <a:lnTo>
                    <a:pt x="1387" y="914"/>
                  </a:lnTo>
                  <a:cubicBezTo>
                    <a:pt x="1387" y="693"/>
                    <a:pt x="1544" y="536"/>
                    <a:pt x="1733" y="536"/>
                  </a:cubicBezTo>
                  <a:close/>
                  <a:moveTo>
                    <a:pt x="9263" y="725"/>
                  </a:moveTo>
                  <a:cubicBezTo>
                    <a:pt x="9452" y="725"/>
                    <a:pt x="9609" y="882"/>
                    <a:pt x="9609" y="1071"/>
                  </a:cubicBezTo>
                  <a:lnTo>
                    <a:pt x="9609" y="10680"/>
                  </a:lnTo>
                  <a:cubicBezTo>
                    <a:pt x="9609" y="10869"/>
                    <a:pt x="9452" y="11027"/>
                    <a:pt x="9263" y="11027"/>
                  </a:cubicBezTo>
                  <a:lnTo>
                    <a:pt x="3371" y="11027"/>
                  </a:lnTo>
                  <a:lnTo>
                    <a:pt x="3371" y="725"/>
                  </a:lnTo>
                  <a:close/>
                  <a:moveTo>
                    <a:pt x="1733" y="0"/>
                  </a:moveTo>
                  <a:cubicBezTo>
                    <a:pt x="1166" y="0"/>
                    <a:pt x="694" y="473"/>
                    <a:pt x="694" y="1040"/>
                  </a:cubicBezTo>
                  <a:lnTo>
                    <a:pt x="694" y="1386"/>
                  </a:lnTo>
                  <a:lnTo>
                    <a:pt x="347" y="1386"/>
                  </a:lnTo>
                  <a:cubicBezTo>
                    <a:pt x="158" y="1386"/>
                    <a:pt x="0" y="1544"/>
                    <a:pt x="0" y="1733"/>
                  </a:cubicBezTo>
                  <a:cubicBezTo>
                    <a:pt x="0" y="1922"/>
                    <a:pt x="158" y="2079"/>
                    <a:pt x="347" y="2079"/>
                  </a:cubicBezTo>
                  <a:lnTo>
                    <a:pt x="694" y="2079"/>
                  </a:lnTo>
                  <a:lnTo>
                    <a:pt x="694" y="3466"/>
                  </a:lnTo>
                  <a:lnTo>
                    <a:pt x="347" y="3466"/>
                  </a:lnTo>
                  <a:cubicBezTo>
                    <a:pt x="158" y="3466"/>
                    <a:pt x="0" y="3623"/>
                    <a:pt x="0" y="3812"/>
                  </a:cubicBezTo>
                  <a:cubicBezTo>
                    <a:pt x="0" y="4033"/>
                    <a:pt x="158" y="4190"/>
                    <a:pt x="347" y="4190"/>
                  </a:cubicBezTo>
                  <a:lnTo>
                    <a:pt x="694" y="4190"/>
                  </a:lnTo>
                  <a:lnTo>
                    <a:pt x="694" y="5545"/>
                  </a:lnTo>
                  <a:lnTo>
                    <a:pt x="347" y="5545"/>
                  </a:lnTo>
                  <a:cubicBezTo>
                    <a:pt x="158" y="5545"/>
                    <a:pt x="0" y="5702"/>
                    <a:pt x="0" y="5923"/>
                  </a:cubicBezTo>
                  <a:cubicBezTo>
                    <a:pt x="0" y="6112"/>
                    <a:pt x="158" y="6269"/>
                    <a:pt x="347" y="6269"/>
                  </a:cubicBezTo>
                  <a:lnTo>
                    <a:pt x="694" y="6269"/>
                  </a:lnTo>
                  <a:lnTo>
                    <a:pt x="694" y="7656"/>
                  </a:lnTo>
                  <a:lnTo>
                    <a:pt x="347" y="7656"/>
                  </a:lnTo>
                  <a:cubicBezTo>
                    <a:pt x="158" y="7656"/>
                    <a:pt x="0" y="7813"/>
                    <a:pt x="0" y="8002"/>
                  </a:cubicBezTo>
                  <a:cubicBezTo>
                    <a:pt x="0" y="8191"/>
                    <a:pt x="158" y="8349"/>
                    <a:pt x="347" y="8349"/>
                  </a:cubicBezTo>
                  <a:lnTo>
                    <a:pt x="694" y="8349"/>
                  </a:lnTo>
                  <a:lnTo>
                    <a:pt x="694" y="9735"/>
                  </a:lnTo>
                  <a:lnTo>
                    <a:pt x="347" y="9735"/>
                  </a:lnTo>
                  <a:cubicBezTo>
                    <a:pt x="158" y="9735"/>
                    <a:pt x="0" y="9893"/>
                    <a:pt x="0" y="10082"/>
                  </a:cubicBezTo>
                  <a:cubicBezTo>
                    <a:pt x="0" y="10271"/>
                    <a:pt x="158" y="10428"/>
                    <a:pt x="347" y="10428"/>
                  </a:cubicBezTo>
                  <a:lnTo>
                    <a:pt x="694" y="10428"/>
                  </a:lnTo>
                  <a:lnTo>
                    <a:pt x="694" y="10806"/>
                  </a:lnTo>
                  <a:cubicBezTo>
                    <a:pt x="694" y="11342"/>
                    <a:pt x="1166" y="11814"/>
                    <a:pt x="1733" y="11814"/>
                  </a:cubicBezTo>
                  <a:lnTo>
                    <a:pt x="9294" y="11814"/>
                  </a:lnTo>
                  <a:cubicBezTo>
                    <a:pt x="9830" y="11814"/>
                    <a:pt x="10303" y="11342"/>
                    <a:pt x="10303" y="10806"/>
                  </a:cubicBezTo>
                  <a:lnTo>
                    <a:pt x="10303" y="8380"/>
                  </a:lnTo>
                  <a:lnTo>
                    <a:pt x="11342" y="8380"/>
                  </a:lnTo>
                  <a:cubicBezTo>
                    <a:pt x="11531" y="8380"/>
                    <a:pt x="11689" y="8223"/>
                    <a:pt x="11689" y="8034"/>
                  </a:cubicBezTo>
                  <a:lnTo>
                    <a:pt x="11689" y="1859"/>
                  </a:lnTo>
                  <a:cubicBezTo>
                    <a:pt x="11689" y="1544"/>
                    <a:pt x="11531" y="1386"/>
                    <a:pt x="11342" y="1386"/>
                  </a:cubicBezTo>
                  <a:lnTo>
                    <a:pt x="10303" y="1386"/>
                  </a:lnTo>
                  <a:lnTo>
                    <a:pt x="10303" y="1040"/>
                  </a:lnTo>
                  <a:cubicBezTo>
                    <a:pt x="10303" y="473"/>
                    <a:pt x="9830" y="0"/>
                    <a:pt x="929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7" name="Google Shape;16077;p84"/>
            <p:cNvSpPr/>
            <p:nvPr/>
          </p:nvSpPr>
          <p:spPr>
            <a:xfrm>
              <a:off x="-32836575" y="1967875"/>
              <a:ext cx="85875" cy="188250"/>
            </a:xfrm>
            <a:custGeom>
              <a:avLst/>
              <a:gdLst/>
              <a:ahLst/>
              <a:cxnLst/>
              <a:rect l="l" t="t" r="r" b="b"/>
              <a:pathLst>
                <a:path w="3435" h="7530" extrusionOk="0">
                  <a:moveTo>
                    <a:pt x="2773" y="693"/>
                  </a:moveTo>
                  <a:lnTo>
                    <a:pt x="2773" y="2048"/>
                  </a:lnTo>
                  <a:lnTo>
                    <a:pt x="1733" y="2048"/>
                  </a:lnTo>
                  <a:cubicBezTo>
                    <a:pt x="1544" y="2048"/>
                    <a:pt x="1386" y="2206"/>
                    <a:pt x="1386" y="2426"/>
                  </a:cubicBezTo>
                  <a:lnTo>
                    <a:pt x="1386" y="5136"/>
                  </a:lnTo>
                  <a:cubicBezTo>
                    <a:pt x="1386" y="5325"/>
                    <a:pt x="1544" y="5482"/>
                    <a:pt x="1733" y="5482"/>
                  </a:cubicBezTo>
                  <a:lnTo>
                    <a:pt x="2773" y="5482"/>
                  </a:lnTo>
                  <a:lnTo>
                    <a:pt x="2773" y="6868"/>
                  </a:lnTo>
                  <a:lnTo>
                    <a:pt x="1733" y="6868"/>
                  </a:lnTo>
                  <a:cubicBezTo>
                    <a:pt x="1197" y="6868"/>
                    <a:pt x="725" y="6396"/>
                    <a:pt x="725" y="5829"/>
                  </a:cubicBezTo>
                  <a:lnTo>
                    <a:pt x="725" y="1733"/>
                  </a:lnTo>
                  <a:cubicBezTo>
                    <a:pt x="725" y="1198"/>
                    <a:pt x="1197" y="693"/>
                    <a:pt x="1733" y="693"/>
                  </a:cubicBezTo>
                  <a:close/>
                  <a:moveTo>
                    <a:pt x="1701" y="0"/>
                  </a:moveTo>
                  <a:cubicBezTo>
                    <a:pt x="756" y="0"/>
                    <a:pt x="0" y="788"/>
                    <a:pt x="0" y="1733"/>
                  </a:cubicBezTo>
                  <a:lnTo>
                    <a:pt x="0" y="5829"/>
                  </a:lnTo>
                  <a:cubicBezTo>
                    <a:pt x="0" y="6774"/>
                    <a:pt x="756" y="7530"/>
                    <a:pt x="1701" y="7530"/>
                  </a:cubicBezTo>
                  <a:lnTo>
                    <a:pt x="3088" y="7530"/>
                  </a:lnTo>
                  <a:cubicBezTo>
                    <a:pt x="3277" y="7530"/>
                    <a:pt x="3434" y="7372"/>
                    <a:pt x="3434" y="7183"/>
                  </a:cubicBezTo>
                  <a:lnTo>
                    <a:pt x="3434" y="5136"/>
                  </a:lnTo>
                  <a:cubicBezTo>
                    <a:pt x="3434" y="4947"/>
                    <a:pt x="3277" y="4789"/>
                    <a:pt x="3088" y="4789"/>
                  </a:cubicBezTo>
                  <a:lnTo>
                    <a:pt x="2048" y="4789"/>
                  </a:lnTo>
                  <a:lnTo>
                    <a:pt x="2048" y="2741"/>
                  </a:lnTo>
                  <a:lnTo>
                    <a:pt x="3088" y="2741"/>
                  </a:lnTo>
                  <a:cubicBezTo>
                    <a:pt x="3277" y="2741"/>
                    <a:pt x="3434" y="2552"/>
                    <a:pt x="3434" y="2363"/>
                  </a:cubicBezTo>
                  <a:lnTo>
                    <a:pt x="3434" y="284"/>
                  </a:lnTo>
                  <a:cubicBezTo>
                    <a:pt x="3434" y="158"/>
                    <a:pt x="3277"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78" name="Google Shape;16078;p84"/>
          <p:cNvSpPr/>
          <p:nvPr/>
        </p:nvSpPr>
        <p:spPr>
          <a:xfrm>
            <a:off x="1134198" y="4511710"/>
            <a:ext cx="472703" cy="471409"/>
          </a:xfrm>
          <a:custGeom>
            <a:avLst/>
            <a:gdLst/>
            <a:ahLst/>
            <a:cxnLst/>
            <a:rect l="l" t="t" r="r" b="b"/>
            <a:pathLst>
              <a:path w="11689" h="11657" extrusionOk="0">
                <a:moveTo>
                  <a:pt x="5829" y="725"/>
                </a:moveTo>
                <a:cubicBezTo>
                  <a:pt x="6112" y="725"/>
                  <a:pt x="6333" y="882"/>
                  <a:pt x="6427" y="1134"/>
                </a:cubicBezTo>
                <a:lnTo>
                  <a:pt x="6774" y="2080"/>
                </a:lnTo>
                <a:lnTo>
                  <a:pt x="4915" y="2080"/>
                </a:lnTo>
                <a:lnTo>
                  <a:pt x="5262" y="1134"/>
                </a:lnTo>
                <a:cubicBezTo>
                  <a:pt x="5356" y="882"/>
                  <a:pt x="5577" y="725"/>
                  <a:pt x="5829" y="725"/>
                </a:cubicBezTo>
                <a:close/>
                <a:moveTo>
                  <a:pt x="7058" y="2773"/>
                </a:moveTo>
                <a:lnTo>
                  <a:pt x="7782" y="4852"/>
                </a:lnTo>
                <a:lnTo>
                  <a:pt x="3970" y="4852"/>
                </a:lnTo>
                <a:lnTo>
                  <a:pt x="4695" y="2773"/>
                </a:lnTo>
                <a:close/>
                <a:moveTo>
                  <a:pt x="8003" y="5514"/>
                </a:moveTo>
                <a:lnTo>
                  <a:pt x="8759" y="7624"/>
                </a:lnTo>
                <a:lnTo>
                  <a:pt x="2962" y="7624"/>
                </a:lnTo>
                <a:lnTo>
                  <a:pt x="3687" y="5514"/>
                </a:lnTo>
                <a:close/>
                <a:moveTo>
                  <a:pt x="8979" y="8286"/>
                </a:moveTo>
                <a:lnTo>
                  <a:pt x="9452" y="9672"/>
                </a:lnTo>
                <a:lnTo>
                  <a:pt x="2206" y="9672"/>
                </a:lnTo>
                <a:lnTo>
                  <a:pt x="2710" y="8286"/>
                </a:lnTo>
                <a:close/>
                <a:moveTo>
                  <a:pt x="10649" y="10334"/>
                </a:moveTo>
                <a:cubicBezTo>
                  <a:pt x="10838" y="10334"/>
                  <a:pt x="10996" y="10491"/>
                  <a:pt x="10996" y="10680"/>
                </a:cubicBezTo>
                <a:lnTo>
                  <a:pt x="10996" y="10995"/>
                </a:lnTo>
                <a:lnTo>
                  <a:pt x="662" y="10995"/>
                </a:lnTo>
                <a:lnTo>
                  <a:pt x="662" y="10680"/>
                </a:lnTo>
                <a:cubicBezTo>
                  <a:pt x="662" y="10491"/>
                  <a:pt x="820" y="10334"/>
                  <a:pt x="1040" y="10334"/>
                </a:cubicBezTo>
                <a:close/>
                <a:moveTo>
                  <a:pt x="5829" y="0"/>
                </a:moveTo>
                <a:cubicBezTo>
                  <a:pt x="5262" y="0"/>
                  <a:pt x="4758" y="378"/>
                  <a:pt x="4600" y="882"/>
                </a:cubicBezTo>
                <a:cubicBezTo>
                  <a:pt x="4474" y="1260"/>
                  <a:pt x="1670" y="9231"/>
                  <a:pt x="1481" y="9609"/>
                </a:cubicBezTo>
                <a:lnTo>
                  <a:pt x="1040" y="9609"/>
                </a:lnTo>
                <a:cubicBezTo>
                  <a:pt x="473" y="9609"/>
                  <a:pt x="0" y="10082"/>
                  <a:pt x="0" y="10649"/>
                </a:cubicBezTo>
                <a:lnTo>
                  <a:pt x="0" y="11310"/>
                </a:lnTo>
                <a:cubicBezTo>
                  <a:pt x="0" y="11499"/>
                  <a:pt x="158" y="11657"/>
                  <a:pt x="347" y="11657"/>
                </a:cubicBezTo>
                <a:lnTo>
                  <a:pt x="11342" y="11657"/>
                </a:lnTo>
                <a:cubicBezTo>
                  <a:pt x="11531" y="11657"/>
                  <a:pt x="11689" y="11499"/>
                  <a:pt x="11689" y="11310"/>
                </a:cubicBezTo>
                <a:lnTo>
                  <a:pt x="11689" y="10680"/>
                </a:lnTo>
                <a:cubicBezTo>
                  <a:pt x="11689" y="10082"/>
                  <a:pt x="11216" y="9609"/>
                  <a:pt x="10618" y="9609"/>
                </a:cubicBezTo>
                <a:lnTo>
                  <a:pt x="10145" y="9609"/>
                </a:lnTo>
                <a:cubicBezTo>
                  <a:pt x="9988" y="9231"/>
                  <a:pt x="7184" y="1229"/>
                  <a:pt x="7058" y="882"/>
                </a:cubicBezTo>
                <a:cubicBezTo>
                  <a:pt x="6837" y="378"/>
                  <a:pt x="6396"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9" name="Google Shape;16079;p84"/>
          <p:cNvSpPr/>
          <p:nvPr/>
        </p:nvSpPr>
        <p:spPr>
          <a:xfrm>
            <a:off x="1133550" y="5124905"/>
            <a:ext cx="473997" cy="472744"/>
          </a:xfrm>
          <a:custGeom>
            <a:avLst/>
            <a:gdLst/>
            <a:ahLst/>
            <a:cxnLst/>
            <a:rect l="l" t="t" r="r" b="b"/>
            <a:pathLst>
              <a:path w="11721" h="11690" extrusionOk="0">
                <a:moveTo>
                  <a:pt x="8980" y="662"/>
                </a:moveTo>
                <a:lnTo>
                  <a:pt x="8980" y="2710"/>
                </a:lnTo>
                <a:lnTo>
                  <a:pt x="7594" y="2710"/>
                </a:lnTo>
                <a:lnTo>
                  <a:pt x="7594" y="1671"/>
                </a:lnTo>
                <a:cubicBezTo>
                  <a:pt x="7594" y="1135"/>
                  <a:pt x="8066" y="662"/>
                  <a:pt x="8602" y="662"/>
                </a:cubicBezTo>
                <a:close/>
                <a:moveTo>
                  <a:pt x="9988" y="662"/>
                </a:moveTo>
                <a:cubicBezTo>
                  <a:pt x="10177" y="662"/>
                  <a:pt x="10366" y="820"/>
                  <a:pt x="10366" y="1009"/>
                </a:cubicBezTo>
                <a:lnTo>
                  <a:pt x="10366" y="2395"/>
                </a:lnTo>
                <a:cubicBezTo>
                  <a:pt x="10366" y="2584"/>
                  <a:pt x="10177" y="2742"/>
                  <a:pt x="9988" y="2742"/>
                </a:cubicBezTo>
                <a:lnTo>
                  <a:pt x="9641" y="2742"/>
                </a:lnTo>
                <a:lnTo>
                  <a:pt x="9641" y="662"/>
                </a:lnTo>
                <a:close/>
                <a:moveTo>
                  <a:pt x="10650" y="4758"/>
                </a:moveTo>
                <a:cubicBezTo>
                  <a:pt x="10870" y="4758"/>
                  <a:pt x="11028" y="4916"/>
                  <a:pt x="11028" y="5105"/>
                </a:cubicBezTo>
                <a:cubicBezTo>
                  <a:pt x="11028" y="5294"/>
                  <a:pt x="10870" y="5451"/>
                  <a:pt x="10650" y="5451"/>
                </a:cubicBezTo>
                <a:lnTo>
                  <a:pt x="9295" y="5451"/>
                </a:lnTo>
                <a:cubicBezTo>
                  <a:pt x="9074" y="5451"/>
                  <a:pt x="8917" y="5294"/>
                  <a:pt x="8917" y="5105"/>
                </a:cubicBezTo>
                <a:cubicBezTo>
                  <a:pt x="8917" y="4916"/>
                  <a:pt x="9074" y="4758"/>
                  <a:pt x="9295" y="4758"/>
                </a:cubicBezTo>
                <a:close/>
                <a:moveTo>
                  <a:pt x="10650" y="6144"/>
                </a:moveTo>
                <a:cubicBezTo>
                  <a:pt x="10870" y="6144"/>
                  <a:pt x="11028" y="6302"/>
                  <a:pt x="11028" y="6491"/>
                </a:cubicBezTo>
                <a:cubicBezTo>
                  <a:pt x="11028" y="6680"/>
                  <a:pt x="10870" y="6837"/>
                  <a:pt x="10650" y="6837"/>
                </a:cubicBezTo>
                <a:lnTo>
                  <a:pt x="9295" y="6837"/>
                </a:lnTo>
                <a:cubicBezTo>
                  <a:pt x="9074" y="6837"/>
                  <a:pt x="8917" y="6680"/>
                  <a:pt x="8917" y="6491"/>
                </a:cubicBezTo>
                <a:cubicBezTo>
                  <a:pt x="8917" y="6302"/>
                  <a:pt x="9074" y="6144"/>
                  <a:pt x="9295" y="6144"/>
                </a:cubicBezTo>
                <a:close/>
                <a:moveTo>
                  <a:pt x="3088" y="3372"/>
                </a:moveTo>
                <a:cubicBezTo>
                  <a:pt x="3309" y="3372"/>
                  <a:pt x="3467" y="3529"/>
                  <a:pt x="3467" y="3718"/>
                </a:cubicBezTo>
                <a:lnTo>
                  <a:pt x="3467" y="7814"/>
                </a:lnTo>
                <a:cubicBezTo>
                  <a:pt x="3467" y="8035"/>
                  <a:pt x="3309" y="8192"/>
                  <a:pt x="3088" y="8192"/>
                </a:cubicBezTo>
                <a:lnTo>
                  <a:pt x="2742" y="8192"/>
                </a:lnTo>
                <a:lnTo>
                  <a:pt x="2742" y="3372"/>
                </a:lnTo>
                <a:close/>
                <a:moveTo>
                  <a:pt x="9988" y="7499"/>
                </a:moveTo>
                <a:cubicBezTo>
                  <a:pt x="10177" y="7499"/>
                  <a:pt x="10335" y="7657"/>
                  <a:pt x="10335" y="7877"/>
                </a:cubicBezTo>
                <a:cubicBezTo>
                  <a:pt x="10335" y="8066"/>
                  <a:pt x="10177" y="8224"/>
                  <a:pt x="9988" y="8224"/>
                </a:cubicBezTo>
                <a:lnTo>
                  <a:pt x="9326" y="8224"/>
                </a:lnTo>
                <a:cubicBezTo>
                  <a:pt x="9137" y="8224"/>
                  <a:pt x="8980" y="8066"/>
                  <a:pt x="8980" y="7877"/>
                </a:cubicBezTo>
                <a:cubicBezTo>
                  <a:pt x="8980" y="7657"/>
                  <a:pt x="9137" y="7499"/>
                  <a:pt x="9326" y="7499"/>
                </a:cubicBezTo>
                <a:close/>
                <a:moveTo>
                  <a:pt x="9988" y="3403"/>
                </a:moveTo>
                <a:cubicBezTo>
                  <a:pt x="10177" y="3403"/>
                  <a:pt x="10335" y="3561"/>
                  <a:pt x="10335" y="3781"/>
                </a:cubicBezTo>
                <a:cubicBezTo>
                  <a:pt x="10335" y="3971"/>
                  <a:pt x="10177" y="4128"/>
                  <a:pt x="9988" y="4128"/>
                </a:cubicBezTo>
                <a:lnTo>
                  <a:pt x="7279" y="4128"/>
                </a:lnTo>
                <a:cubicBezTo>
                  <a:pt x="7090" y="4128"/>
                  <a:pt x="6932" y="4286"/>
                  <a:pt x="6932" y="4475"/>
                </a:cubicBezTo>
                <a:cubicBezTo>
                  <a:pt x="6932" y="5042"/>
                  <a:pt x="6459" y="5514"/>
                  <a:pt x="5892" y="5514"/>
                </a:cubicBezTo>
                <a:cubicBezTo>
                  <a:pt x="5703" y="5514"/>
                  <a:pt x="5546" y="5672"/>
                  <a:pt x="5546" y="5861"/>
                </a:cubicBezTo>
                <a:cubicBezTo>
                  <a:pt x="5546" y="6050"/>
                  <a:pt x="5703" y="6207"/>
                  <a:pt x="5892" y="6207"/>
                </a:cubicBezTo>
                <a:cubicBezTo>
                  <a:pt x="6302" y="6207"/>
                  <a:pt x="6649" y="6081"/>
                  <a:pt x="6932" y="5861"/>
                </a:cubicBezTo>
                <a:lnTo>
                  <a:pt x="6932" y="8255"/>
                </a:lnTo>
                <a:lnTo>
                  <a:pt x="5546" y="8255"/>
                </a:lnTo>
                <a:lnTo>
                  <a:pt x="5546" y="8192"/>
                </a:lnTo>
                <a:cubicBezTo>
                  <a:pt x="5388" y="8192"/>
                  <a:pt x="5231" y="8129"/>
                  <a:pt x="5073" y="8066"/>
                </a:cubicBezTo>
                <a:lnTo>
                  <a:pt x="4128" y="7625"/>
                </a:lnTo>
                <a:lnTo>
                  <a:pt x="4128" y="4097"/>
                </a:lnTo>
                <a:lnTo>
                  <a:pt x="4727" y="4097"/>
                </a:lnTo>
                <a:cubicBezTo>
                  <a:pt x="5105" y="4097"/>
                  <a:pt x="5514" y="3907"/>
                  <a:pt x="5766" y="3655"/>
                </a:cubicBezTo>
                <a:cubicBezTo>
                  <a:pt x="5924" y="3498"/>
                  <a:pt x="6144" y="3403"/>
                  <a:pt x="6365" y="3403"/>
                </a:cubicBezTo>
                <a:close/>
                <a:moveTo>
                  <a:pt x="1734" y="662"/>
                </a:moveTo>
                <a:cubicBezTo>
                  <a:pt x="1923" y="662"/>
                  <a:pt x="2080" y="820"/>
                  <a:pt x="2080" y="1009"/>
                </a:cubicBezTo>
                <a:lnTo>
                  <a:pt x="2080" y="9200"/>
                </a:lnTo>
                <a:cubicBezTo>
                  <a:pt x="2080" y="9389"/>
                  <a:pt x="1923" y="9547"/>
                  <a:pt x="1734" y="9547"/>
                </a:cubicBezTo>
                <a:cubicBezTo>
                  <a:pt x="1513" y="9547"/>
                  <a:pt x="1356" y="9389"/>
                  <a:pt x="1356" y="9200"/>
                </a:cubicBezTo>
                <a:lnTo>
                  <a:pt x="1356" y="1009"/>
                </a:lnTo>
                <a:cubicBezTo>
                  <a:pt x="1356" y="820"/>
                  <a:pt x="1513" y="662"/>
                  <a:pt x="1734" y="662"/>
                </a:cubicBezTo>
                <a:close/>
                <a:moveTo>
                  <a:pt x="8350" y="4790"/>
                </a:moveTo>
                <a:cubicBezTo>
                  <a:pt x="8287" y="4916"/>
                  <a:pt x="8287" y="5042"/>
                  <a:pt x="8287" y="5136"/>
                </a:cubicBezTo>
                <a:cubicBezTo>
                  <a:pt x="8287" y="5420"/>
                  <a:pt x="8413" y="5672"/>
                  <a:pt x="8570" y="5829"/>
                </a:cubicBezTo>
                <a:cubicBezTo>
                  <a:pt x="8413" y="6018"/>
                  <a:pt x="8287" y="6239"/>
                  <a:pt x="8287" y="6491"/>
                </a:cubicBezTo>
                <a:cubicBezTo>
                  <a:pt x="8287" y="6743"/>
                  <a:pt x="8413" y="6995"/>
                  <a:pt x="8570" y="7152"/>
                </a:cubicBezTo>
                <a:cubicBezTo>
                  <a:pt x="8413" y="7342"/>
                  <a:pt x="8287" y="7594"/>
                  <a:pt x="8287" y="7814"/>
                </a:cubicBezTo>
                <a:cubicBezTo>
                  <a:pt x="8287" y="8255"/>
                  <a:pt x="8570" y="8633"/>
                  <a:pt x="8980" y="8791"/>
                </a:cubicBezTo>
                <a:lnTo>
                  <a:pt x="8980" y="10965"/>
                </a:lnTo>
                <a:lnTo>
                  <a:pt x="8602" y="10965"/>
                </a:lnTo>
                <a:cubicBezTo>
                  <a:pt x="8066" y="10965"/>
                  <a:pt x="7594" y="10460"/>
                  <a:pt x="7594" y="9925"/>
                </a:cubicBezTo>
                <a:lnTo>
                  <a:pt x="7594" y="4790"/>
                </a:lnTo>
                <a:close/>
                <a:moveTo>
                  <a:pt x="9988" y="8885"/>
                </a:moveTo>
                <a:cubicBezTo>
                  <a:pt x="10177" y="8885"/>
                  <a:pt x="10335" y="9043"/>
                  <a:pt x="10335" y="9232"/>
                </a:cubicBezTo>
                <a:lnTo>
                  <a:pt x="10335" y="10618"/>
                </a:lnTo>
                <a:cubicBezTo>
                  <a:pt x="10335" y="10807"/>
                  <a:pt x="10177" y="10965"/>
                  <a:pt x="9988" y="10965"/>
                </a:cubicBezTo>
                <a:lnTo>
                  <a:pt x="9641" y="10965"/>
                </a:lnTo>
                <a:lnTo>
                  <a:pt x="9641" y="8885"/>
                </a:lnTo>
                <a:close/>
                <a:moveTo>
                  <a:pt x="1734" y="1"/>
                </a:moveTo>
                <a:cubicBezTo>
                  <a:pt x="1167" y="1"/>
                  <a:pt x="694" y="473"/>
                  <a:pt x="694" y="1009"/>
                </a:cubicBezTo>
                <a:lnTo>
                  <a:pt x="694" y="9200"/>
                </a:lnTo>
                <a:cubicBezTo>
                  <a:pt x="694" y="9641"/>
                  <a:pt x="978" y="10019"/>
                  <a:pt x="1356" y="10177"/>
                </a:cubicBezTo>
                <a:lnTo>
                  <a:pt x="1356" y="10965"/>
                </a:lnTo>
                <a:lnTo>
                  <a:pt x="348" y="10965"/>
                </a:lnTo>
                <a:cubicBezTo>
                  <a:pt x="158" y="10965"/>
                  <a:pt x="1" y="11122"/>
                  <a:pt x="1" y="11343"/>
                </a:cubicBezTo>
                <a:cubicBezTo>
                  <a:pt x="1" y="11532"/>
                  <a:pt x="158" y="11689"/>
                  <a:pt x="348" y="11689"/>
                </a:cubicBezTo>
                <a:lnTo>
                  <a:pt x="3057" y="11689"/>
                </a:lnTo>
                <a:cubicBezTo>
                  <a:pt x="3246" y="11689"/>
                  <a:pt x="3403" y="11532"/>
                  <a:pt x="3403" y="11343"/>
                </a:cubicBezTo>
                <a:cubicBezTo>
                  <a:pt x="3403" y="11122"/>
                  <a:pt x="3246" y="10965"/>
                  <a:pt x="3057" y="10965"/>
                </a:cubicBezTo>
                <a:lnTo>
                  <a:pt x="2049" y="10965"/>
                </a:lnTo>
                <a:lnTo>
                  <a:pt x="2049" y="10177"/>
                </a:lnTo>
                <a:cubicBezTo>
                  <a:pt x="2427" y="10019"/>
                  <a:pt x="2710" y="9673"/>
                  <a:pt x="2710" y="9200"/>
                </a:cubicBezTo>
                <a:lnTo>
                  <a:pt x="2710" y="8885"/>
                </a:lnTo>
                <a:lnTo>
                  <a:pt x="3057" y="8885"/>
                </a:lnTo>
                <a:cubicBezTo>
                  <a:pt x="3467" y="8885"/>
                  <a:pt x="3813" y="8665"/>
                  <a:pt x="3971" y="8350"/>
                </a:cubicBezTo>
                <a:lnTo>
                  <a:pt x="4727" y="8696"/>
                </a:lnTo>
                <a:cubicBezTo>
                  <a:pt x="4947" y="8822"/>
                  <a:pt x="5231" y="8885"/>
                  <a:pt x="5451" y="8885"/>
                </a:cubicBezTo>
                <a:lnTo>
                  <a:pt x="6838" y="8885"/>
                </a:lnTo>
                <a:lnTo>
                  <a:pt x="6838" y="9925"/>
                </a:lnTo>
                <a:cubicBezTo>
                  <a:pt x="6838" y="10870"/>
                  <a:pt x="7594" y="11689"/>
                  <a:pt x="8539" y="11689"/>
                </a:cubicBezTo>
                <a:lnTo>
                  <a:pt x="9925" y="11689"/>
                </a:lnTo>
                <a:cubicBezTo>
                  <a:pt x="10461" y="11689"/>
                  <a:pt x="10933" y="11217"/>
                  <a:pt x="10933" y="10650"/>
                </a:cubicBezTo>
                <a:lnTo>
                  <a:pt x="10933" y="9232"/>
                </a:lnTo>
                <a:cubicBezTo>
                  <a:pt x="10933" y="8980"/>
                  <a:pt x="10807" y="8728"/>
                  <a:pt x="10681" y="8570"/>
                </a:cubicBezTo>
                <a:cubicBezTo>
                  <a:pt x="10839" y="8381"/>
                  <a:pt x="10933" y="8129"/>
                  <a:pt x="10933" y="7909"/>
                </a:cubicBezTo>
                <a:cubicBezTo>
                  <a:pt x="10933" y="7783"/>
                  <a:pt x="10902" y="7625"/>
                  <a:pt x="10870" y="7499"/>
                </a:cubicBezTo>
                <a:cubicBezTo>
                  <a:pt x="11311" y="7405"/>
                  <a:pt x="11626" y="6995"/>
                  <a:pt x="11626" y="6522"/>
                </a:cubicBezTo>
                <a:cubicBezTo>
                  <a:pt x="11626" y="6239"/>
                  <a:pt x="11500" y="6018"/>
                  <a:pt x="11343" y="5861"/>
                </a:cubicBezTo>
                <a:cubicBezTo>
                  <a:pt x="11500" y="5672"/>
                  <a:pt x="11626" y="5420"/>
                  <a:pt x="11626" y="5199"/>
                </a:cubicBezTo>
                <a:cubicBezTo>
                  <a:pt x="11721" y="4632"/>
                  <a:pt x="11374" y="4254"/>
                  <a:pt x="10933" y="4128"/>
                </a:cubicBezTo>
                <a:cubicBezTo>
                  <a:pt x="10965" y="4002"/>
                  <a:pt x="11028" y="3876"/>
                  <a:pt x="11028" y="3718"/>
                </a:cubicBezTo>
                <a:cubicBezTo>
                  <a:pt x="11028" y="3466"/>
                  <a:pt x="10902" y="3214"/>
                  <a:pt x="10744" y="3057"/>
                </a:cubicBezTo>
                <a:cubicBezTo>
                  <a:pt x="10902" y="2868"/>
                  <a:pt x="11028" y="2616"/>
                  <a:pt x="11028" y="2395"/>
                </a:cubicBezTo>
                <a:lnTo>
                  <a:pt x="11028" y="1009"/>
                </a:lnTo>
                <a:cubicBezTo>
                  <a:pt x="11028" y="473"/>
                  <a:pt x="10555" y="1"/>
                  <a:pt x="9988" y="1"/>
                </a:cubicBezTo>
                <a:lnTo>
                  <a:pt x="8602" y="1"/>
                </a:lnTo>
                <a:cubicBezTo>
                  <a:pt x="7657" y="1"/>
                  <a:pt x="6932" y="726"/>
                  <a:pt x="6932" y="1671"/>
                </a:cubicBezTo>
                <a:lnTo>
                  <a:pt x="6932" y="2710"/>
                </a:lnTo>
                <a:lnTo>
                  <a:pt x="6365" y="2710"/>
                </a:lnTo>
                <a:cubicBezTo>
                  <a:pt x="5987" y="2710"/>
                  <a:pt x="5577" y="2868"/>
                  <a:pt x="5294" y="3151"/>
                </a:cubicBezTo>
                <a:cubicBezTo>
                  <a:pt x="5136" y="3309"/>
                  <a:pt x="4947" y="3372"/>
                  <a:pt x="4727" y="3372"/>
                </a:cubicBezTo>
                <a:lnTo>
                  <a:pt x="4097" y="3372"/>
                </a:lnTo>
                <a:cubicBezTo>
                  <a:pt x="3939" y="2994"/>
                  <a:pt x="3561" y="2710"/>
                  <a:pt x="3088" y="2710"/>
                </a:cubicBezTo>
                <a:lnTo>
                  <a:pt x="2742" y="2710"/>
                </a:lnTo>
                <a:lnTo>
                  <a:pt x="2742" y="1009"/>
                </a:lnTo>
                <a:cubicBezTo>
                  <a:pt x="2742" y="473"/>
                  <a:pt x="2269"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80" name="Google Shape;16080;p84"/>
          <p:cNvGrpSpPr/>
          <p:nvPr/>
        </p:nvGrpSpPr>
        <p:grpSpPr>
          <a:xfrm>
            <a:off x="4108135" y="3887157"/>
            <a:ext cx="475251" cy="471409"/>
            <a:chOff x="-31166825" y="1939525"/>
            <a:chExt cx="293800" cy="291425"/>
          </a:xfrm>
        </p:grpSpPr>
        <p:sp>
          <p:nvSpPr>
            <p:cNvPr id="16081" name="Google Shape;16081;p84"/>
            <p:cNvSpPr/>
            <p:nvPr/>
          </p:nvSpPr>
          <p:spPr>
            <a:xfrm>
              <a:off x="-31166825" y="1939525"/>
              <a:ext cx="224500" cy="291425"/>
            </a:xfrm>
            <a:custGeom>
              <a:avLst/>
              <a:gdLst/>
              <a:ahLst/>
              <a:cxnLst/>
              <a:rect l="l" t="t" r="r" b="b"/>
              <a:pathLst>
                <a:path w="8980" h="11657" extrusionOk="0">
                  <a:moveTo>
                    <a:pt x="5892" y="662"/>
                  </a:moveTo>
                  <a:cubicBezTo>
                    <a:pt x="6081" y="662"/>
                    <a:pt x="6239" y="819"/>
                    <a:pt x="6239" y="1040"/>
                  </a:cubicBezTo>
                  <a:lnTo>
                    <a:pt x="6239" y="1386"/>
                  </a:lnTo>
                  <a:lnTo>
                    <a:pt x="2805" y="1386"/>
                  </a:lnTo>
                  <a:lnTo>
                    <a:pt x="2805" y="1040"/>
                  </a:lnTo>
                  <a:cubicBezTo>
                    <a:pt x="2805" y="819"/>
                    <a:pt x="2962" y="662"/>
                    <a:pt x="3120" y="662"/>
                  </a:cubicBezTo>
                  <a:close/>
                  <a:moveTo>
                    <a:pt x="8035" y="1323"/>
                  </a:moveTo>
                  <a:cubicBezTo>
                    <a:pt x="8255" y="1323"/>
                    <a:pt x="8413" y="1512"/>
                    <a:pt x="8413" y="1701"/>
                  </a:cubicBezTo>
                  <a:lnTo>
                    <a:pt x="8413" y="10617"/>
                  </a:lnTo>
                  <a:cubicBezTo>
                    <a:pt x="8413" y="10838"/>
                    <a:pt x="8255" y="10995"/>
                    <a:pt x="8035" y="10995"/>
                  </a:cubicBezTo>
                  <a:lnTo>
                    <a:pt x="1166" y="10995"/>
                  </a:lnTo>
                  <a:cubicBezTo>
                    <a:pt x="946" y="10995"/>
                    <a:pt x="788" y="10838"/>
                    <a:pt x="788" y="10617"/>
                  </a:cubicBezTo>
                  <a:lnTo>
                    <a:pt x="788" y="1701"/>
                  </a:lnTo>
                  <a:lnTo>
                    <a:pt x="757" y="1701"/>
                  </a:lnTo>
                  <a:cubicBezTo>
                    <a:pt x="757" y="1512"/>
                    <a:pt x="914" y="1323"/>
                    <a:pt x="1103" y="1323"/>
                  </a:cubicBezTo>
                  <a:lnTo>
                    <a:pt x="2143" y="1323"/>
                  </a:lnTo>
                  <a:lnTo>
                    <a:pt x="2143" y="1701"/>
                  </a:lnTo>
                  <a:cubicBezTo>
                    <a:pt x="2143" y="1890"/>
                    <a:pt x="2301" y="2048"/>
                    <a:pt x="2490" y="2048"/>
                  </a:cubicBezTo>
                  <a:lnTo>
                    <a:pt x="6617" y="2048"/>
                  </a:lnTo>
                  <a:cubicBezTo>
                    <a:pt x="6837" y="2048"/>
                    <a:pt x="6995" y="1890"/>
                    <a:pt x="6995" y="1701"/>
                  </a:cubicBezTo>
                  <a:lnTo>
                    <a:pt x="6995" y="1323"/>
                  </a:lnTo>
                  <a:close/>
                  <a:moveTo>
                    <a:pt x="3120" y="0"/>
                  </a:moveTo>
                  <a:cubicBezTo>
                    <a:pt x="2679" y="0"/>
                    <a:pt x="2301" y="284"/>
                    <a:pt x="2143" y="662"/>
                  </a:cubicBezTo>
                  <a:lnTo>
                    <a:pt x="1040" y="662"/>
                  </a:lnTo>
                  <a:cubicBezTo>
                    <a:pt x="473" y="662"/>
                    <a:pt x="1" y="1134"/>
                    <a:pt x="1" y="1701"/>
                  </a:cubicBezTo>
                  <a:lnTo>
                    <a:pt x="1" y="10649"/>
                  </a:lnTo>
                  <a:cubicBezTo>
                    <a:pt x="64" y="11216"/>
                    <a:pt x="536" y="11657"/>
                    <a:pt x="1072" y="11657"/>
                  </a:cubicBezTo>
                  <a:lnTo>
                    <a:pt x="7971" y="11657"/>
                  </a:lnTo>
                  <a:cubicBezTo>
                    <a:pt x="8507" y="11657"/>
                    <a:pt x="8980" y="11184"/>
                    <a:pt x="8980" y="10649"/>
                  </a:cubicBezTo>
                  <a:lnTo>
                    <a:pt x="8980" y="1701"/>
                  </a:lnTo>
                  <a:cubicBezTo>
                    <a:pt x="8980" y="1134"/>
                    <a:pt x="8507" y="662"/>
                    <a:pt x="7971" y="662"/>
                  </a:cubicBezTo>
                  <a:lnTo>
                    <a:pt x="6869" y="662"/>
                  </a:lnTo>
                  <a:cubicBezTo>
                    <a:pt x="6711" y="284"/>
                    <a:pt x="6365"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2" name="Google Shape;16082;p84"/>
            <p:cNvSpPr/>
            <p:nvPr/>
          </p:nvSpPr>
          <p:spPr>
            <a:xfrm>
              <a:off x="-31131375" y="2145075"/>
              <a:ext cx="52800" cy="52800"/>
            </a:xfrm>
            <a:custGeom>
              <a:avLst/>
              <a:gdLst/>
              <a:ahLst/>
              <a:cxnLst/>
              <a:rect l="l" t="t" r="r" b="b"/>
              <a:pathLst>
                <a:path w="2112" h="2112" extrusionOk="0">
                  <a:moveTo>
                    <a:pt x="1355" y="726"/>
                  </a:moveTo>
                  <a:lnTo>
                    <a:pt x="1355" y="1387"/>
                  </a:lnTo>
                  <a:lnTo>
                    <a:pt x="694" y="1387"/>
                  </a:lnTo>
                  <a:lnTo>
                    <a:pt x="694" y="726"/>
                  </a:lnTo>
                  <a:close/>
                  <a:moveTo>
                    <a:pt x="379" y="1"/>
                  </a:moveTo>
                  <a:cubicBezTo>
                    <a:pt x="158" y="1"/>
                    <a:pt x="0" y="158"/>
                    <a:pt x="0" y="379"/>
                  </a:cubicBezTo>
                  <a:lnTo>
                    <a:pt x="0" y="1734"/>
                  </a:lnTo>
                  <a:cubicBezTo>
                    <a:pt x="0" y="1954"/>
                    <a:pt x="158" y="2112"/>
                    <a:pt x="379" y="2112"/>
                  </a:cubicBezTo>
                  <a:lnTo>
                    <a:pt x="1733" y="2112"/>
                  </a:lnTo>
                  <a:cubicBezTo>
                    <a:pt x="1954" y="2112"/>
                    <a:pt x="2111" y="1954"/>
                    <a:pt x="2111" y="1734"/>
                  </a:cubicBezTo>
                  <a:lnTo>
                    <a:pt x="2111" y="379"/>
                  </a:lnTo>
                  <a:cubicBezTo>
                    <a:pt x="2111" y="158"/>
                    <a:pt x="1954"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3" name="Google Shape;16083;p84"/>
            <p:cNvSpPr/>
            <p:nvPr/>
          </p:nvSpPr>
          <p:spPr>
            <a:xfrm>
              <a:off x="-31131375" y="2076550"/>
              <a:ext cx="52800" cy="52025"/>
            </a:xfrm>
            <a:custGeom>
              <a:avLst/>
              <a:gdLst/>
              <a:ahLst/>
              <a:cxnLst/>
              <a:rect l="l" t="t" r="r" b="b"/>
              <a:pathLst>
                <a:path w="2112" h="2081" extrusionOk="0">
                  <a:moveTo>
                    <a:pt x="1355" y="694"/>
                  </a:moveTo>
                  <a:lnTo>
                    <a:pt x="1355" y="1356"/>
                  </a:lnTo>
                  <a:lnTo>
                    <a:pt x="694" y="1356"/>
                  </a:lnTo>
                  <a:lnTo>
                    <a:pt x="694" y="694"/>
                  </a:lnTo>
                  <a:close/>
                  <a:moveTo>
                    <a:pt x="379" y="1"/>
                  </a:moveTo>
                  <a:cubicBezTo>
                    <a:pt x="158" y="1"/>
                    <a:pt x="0" y="159"/>
                    <a:pt x="0" y="348"/>
                  </a:cubicBezTo>
                  <a:lnTo>
                    <a:pt x="0" y="1734"/>
                  </a:lnTo>
                  <a:cubicBezTo>
                    <a:pt x="0" y="1923"/>
                    <a:pt x="158" y="2080"/>
                    <a:pt x="379" y="2080"/>
                  </a:cubicBezTo>
                  <a:lnTo>
                    <a:pt x="1733" y="2080"/>
                  </a:lnTo>
                  <a:cubicBezTo>
                    <a:pt x="1954" y="2080"/>
                    <a:pt x="2111" y="1923"/>
                    <a:pt x="2111" y="1734"/>
                  </a:cubicBezTo>
                  <a:lnTo>
                    <a:pt x="2111" y="348"/>
                  </a:lnTo>
                  <a:cubicBezTo>
                    <a:pt x="2111" y="159"/>
                    <a:pt x="1954"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4" name="Google Shape;16084;p84"/>
            <p:cNvSpPr/>
            <p:nvPr/>
          </p:nvSpPr>
          <p:spPr>
            <a:xfrm>
              <a:off x="-31131375" y="2007250"/>
              <a:ext cx="52800" cy="52800"/>
            </a:xfrm>
            <a:custGeom>
              <a:avLst/>
              <a:gdLst/>
              <a:ahLst/>
              <a:cxnLst/>
              <a:rect l="l" t="t" r="r" b="b"/>
              <a:pathLst>
                <a:path w="2112" h="2112" extrusionOk="0">
                  <a:moveTo>
                    <a:pt x="1355" y="725"/>
                  </a:moveTo>
                  <a:lnTo>
                    <a:pt x="1355" y="1387"/>
                  </a:lnTo>
                  <a:lnTo>
                    <a:pt x="694" y="1387"/>
                  </a:lnTo>
                  <a:lnTo>
                    <a:pt x="694" y="725"/>
                  </a:lnTo>
                  <a:close/>
                  <a:moveTo>
                    <a:pt x="379" y="1"/>
                  </a:moveTo>
                  <a:cubicBezTo>
                    <a:pt x="158" y="1"/>
                    <a:pt x="0" y="158"/>
                    <a:pt x="0" y="379"/>
                  </a:cubicBezTo>
                  <a:lnTo>
                    <a:pt x="0" y="1733"/>
                  </a:lnTo>
                  <a:cubicBezTo>
                    <a:pt x="0" y="1954"/>
                    <a:pt x="158" y="2111"/>
                    <a:pt x="379" y="2111"/>
                  </a:cubicBezTo>
                  <a:lnTo>
                    <a:pt x="1733" y="2111"/>
                  </a:lnTo>
                  <a:cubicBezTo>
                    <a:pt x="1954" y="2111"/>
                    <a:pt x="2111" y="1954"/>
                    <a:pt x="2111" y="1733"/>
                  </a:cubicBezTo>
                  <a:lnTo>
                    <a:pt x="2111" y="379"/>
                  </a:lnTo>
                  <a:cubicBezTo>
                    <a:pt x="2111" y="158"/>
                    <a:pt x="1954"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5" name="Google Shape;16085;p84"/>
            <p:cNvSpPr/>
            <p:nvPr/>
          </p:nvSpPr>
          <p:spPr>
            <a:xfrm>
              <a:off x="-31062075" y="2007250"/>
              <a:ext cx="85875" cy="18150"/>
            </a:xfrm>
            <a:custGeom>
              <a:avLst/>
              <a:gdLst/>
              <a:ahLst/>
              <a:cxnLst/>
              <a:rect l="l" t="t" r="r" b="b"/>
              <a:pathLst>
                <a:path w="3435" h="726" extrusionOk="0">
                  <a:moveTo>
                    <a:pt x="347" y="1"/>
                  </a:moveTo>
                  <a:cubicBezTo>
                    <a:pt x="158" y="1"/>
                    <a:pt x="1" y="158"/>
                    <a:pt x="1" y="379"/>
                  </a:cubicBezTo>
                  <a:cubicBezTo>
                    <a:pt x="1" y="568"/>
                    <a:pt x="158" y="725"/>
                    <a:pt x="347" y="725"/>
                  </a:cubicBezTo>
                  <a:lnTo>
                    <a:pt x="3057" y="725"/>
                  </a:lnTo>
                  <a:cubicBezTo>
                    <a:pt x="3277" y="725"/>
                    <a:pt x="3435" y="568"/>
                    <a:pt x="3435" y="379"/>
                  </a:cubicBezTo>
                  <a:cubicBezTo>
                    <a:pt x="3435" y="158"/>
                    <a:pt x="3277"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6" name="Google Shape;16086;p84"/>
            <p:cNvSpPr/>
            <p:nvPr/>
          </p:nvSpPr>
          <p:spPr>
            <a:xfrm>
              <a:off x="-31062075" y="2041900"/>
              <a:ext cx="52025" cy="18150"/>
            </a:xfrm>
            <a:custGeom>
              <a:avLst/>
              <a:gdLst/>
              <a:ahLst/>
              <a:cxnLst/>
              <a:rect l="l" t="t" r="r" b="b"/>
              <a:pathLst>
                <a:path w="2081" h="726" extrusionOk="0">
                  <a:moveTo>
                    <a:pt x="347" y="1"/>
                  </a:moveTo>
                  <a:cubicBezTo>
                    <a:pt x="158" y="1"/>
                    <a:pt x="1" y="158"/>
                    <a:pt x="1" y="347"/>
                  </a:cubicBezTo>
                  <a:cubicBezTo>
                    <a:pt x="1" y="568"/>
                    <a:pt x="158" y="725"/>
                    <a:pt x="347" y="725"/>
                  </a:cubicBezTo>
                  <a:lnTo>
                    <a:pt x="1734" y="725"/>
                  </a:lnTo>
                  <a:cubicBezTo>
                    <a:pt x="1923" y="725"/>
                    <a:pt x="2080" y="568"/>
                    <a:pt x="2080" y="347"/>
                  </a:cubicBezTo>
                  <a:cubicBezTo>
                    <a:pt x="2080" y="158"/>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7" name="Google Shape;16087;p84"/>
            <p:cNvSpPr/>
            <p:nvPr/>
          </p:nvSpPr>
          <p:spPr>
            <a:xfrm>
              <a:off x="-31062075" y="2076550"/>
              <a:ext cx="85875" cy="17375"/>
            </a:xfrm>
            <a:custGeom>
              <a:avLst/>
              <a:gdLst/>
              <a:ahLst/>
              <a:cxnLst/>
              <a:rect l="l" t="t" r="r" b="b"/>
              <a:pathLst>
                <a:path w="3435" h="695" extrusionOk="0">
                  <a:moveTo>
                    <a:pt x="347" y="1"/>
                  </a:moveTo>
                  <a:cubicBezTo>
                    <a:pt x="158" y="1"/>
                    <a:pt x="1" y="159"/>
                    <a:pt x="1" y="348"/>
                  </a:cubicBezTo>
                  <a:cubicBezTo>
                    <a:pt x="1" y="537"/>
                    <a:pt x="158" y="694"/>
                    <a:pt x="347" y="694"/>
                  </a:cubicBezTo>
                  <a:lnTo>
                    <a:pt x="3057" y="694"/>
                  </a:lnTo>
                  <a:cubicBezTo>
                    <a:pt x="3277" y="694"/>
                    <a:pt x="3435" y="537"/>
                    <a:pt x="3435" y="348"/>
                  </a:cubicBezTo>
                  <a:cubicBezTo>
                    <a:pt x="3435" y="159"/>
                    <a:pt x="3277"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8" name="Google Shape;16088;p84"/>
            <p:cNvSpPr/>
            <p:nvPr/>
          </p:nvSpPr>
          <p:spPr>
            <a:xfrm>
              <a:off x="-31062075" y="2110425"/>
              <a:ext cx="52025" cy="18150"/>
            </a:xfrm>
            <a:custGeom>
              <a:avLst/>
              <a:gdLst/>
              <a:ahLst/>
              <a:cxnLst/>
              <a:rect l="l" t="t" r="r" b="b"/>
              <a:pathLst>
                <a:path w="2081" h="726" extrusionOk="0">
                  <a:moveTo>
                    <a:pt x="347" y="1"/>
                  </a:moveTo>
                  <a:cubicBezTo>
                    <a:pt x="158" y="1"/>
                    <a:pt x="1" y="190"/>
                    <a:pt x="1" y="379"/>
                  </a:cubicBezTo>
                  <a:cubicBezTo>
                    <a:pt x="1" y="568"/>
                    <a:pt x="158" y="725"/>
                    <a:pt x="347" y="725"/>
                  </a:cubicBezTo>
                  <a:lnTo>
                    <a:pt x="1734" y="725"/>
                  </a:lnTo>
                  <a:cubicBezTo>
                    <a:pt x="1923" y="725"/>
                    <a:pt x="2080" y="568"/>
                    <a:pt x="2080" y="379"/>
                  </a:cubicBezTo>
                  <a:cubicBezTo>
                    <a:pt x="2080" y="190"/>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9" name="Google Shape;16089;p84"/>
            <p:cNvSpPr/>
            <p:nvPr/>
          </p:nvSpPr>
          <p:spPr>
            <a:xfrm>
              <a:off x="-31062075" y="2145075"/>
              <a:ext cx="85875" cy="18150"/>
            </a:xfrm>
            <a:custGeom>
              <a:avLst/>
              <a:gdLst/>
              <a:ahLst/>
              <a:cxnLst/>
              <a:rect l="l" t="t" r="r" b="b"/>
              <a:pathLst>
                <a:path w="3435" h="726" extrusionOk="0">
                  <a:moveTo>
                    <a:pt x="347" y="1"/>
                  </a:moveTo>
                  <a:cubicBezTo>
                    <a:pt x="158" y="1"/>
                    <a:pt x="1" y="158"/>
                    <a:pt x="1" y="379"/>
                  </a:cubicBezTo>
                  <a:cubicBezTo>
                    <a:pt x="1" y="568"/>
                    <a:pt x="158" y="726"/>
                    <a:pt x="347" y="726"/>
                  </a:cubicBezTo>
                  <a:lnTo>
                    <a:pt x="3057" y="726"/>
                  </a:lnTo>
                  <a:cubicBezTo>
                    <a:pt x="3277" y="726"/>
                    <a:pt x="3435" y="568"/>
                    <a:pt x="3435" y="379"/>
                  </a:cubicBezTo>
                  <a:cubicBezTo>
                    <a:pt x="3435" y="158"/>
                    <a:pt x="3277"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0" name="Google Shape;16090;p84"/>
            <p:cNvSpPr/>
            <p:nvPr/>
          </p:nvSpPr>
          <p:spPr>
            <a:xfrm>
              <a:off x="-31062075" y="2179750"/>
              <a:ext cx="52025" cy="18125"/>
            </a:xfrm>
            <a:custGeom>
              <a:avLst/>
              <a:gdLst/>
              <a:ahLst/>
              <a:cxnLst/>
              <a:rect l="l" t="t" r="r" b="b"/>
              <a:pathLst>
                <a:path w="2081" h="725" extrusionOk="0">
                  <a:moveTo>
                    <a:pt x="347" y="0"/>
                  </a:moveTo>
                  <a:cubicBezTo>
                    <a:pt x="158" y="0"/>
                    <a:pt x="1" y="158"/>
                    <a:pt x="1" y="347"/>
                  </a:cubicBezTo>
                  <a:cubicBezTo>
                    <a:pt x="1" y="567"/>
                    <a:pt x="158" y="725"/>
                    <a:pt x="347" y="725"/>
                  </a:cubicBezTo>
                  <a:lnTo>
                    <a:pt x="1734" y="725"/>
                  </a:lnTo>
                  <a:cubicBezTo>
                    <a:pt x="1923" y="725"/>
                    <a:pt x="2080" y="567"/>
                    <a:pt x="2080" y="347"/>
                  </a:cubicBezTo>
                  <a:cubicBezTo>
                    <a:pt x="2080" y="158"/>
                    <a:pt x="1923" y="0"/>
                    <a:pt x="17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1" name="Google Shape;16091;p84"/>
            <p:cNvSpPr/>
            <p:nvPr/>
          </p:nvSpPr>
          <p:spPr>
            <a:xfrm>
              <a:off x="-30924225" y="1974175"/>
              <a:ext cx="51200" cy="240250"/>
            </a:xfrm>
            <a:custGeom>
              <a:avLst/>
              <a:gdLst/>
              <a:ahLst/>
              <a:cxnLst/>
              <a:rect l="l" t="t" r="r" b="b"/>
              <a:pathLst>
                <a:path w="2048" h="9610" extrusionOk="0">
                  <a:moveTo>
                    <a:pt x="1008" y="662"/>
                  </a:moveTo>
                  <a:cubicBezTo>
                    <a:pt x="1229" y="662"/>
                    <a:pt x="1386" y="819"/>
                    <a:pt x="1386" y="1009"/>
                  </a:cubicBezTo>
                  <a:lnTo>
                    <a:pt x="1386" y="2080"/>
                  </a:lnTo>
                  <a:lnTo>
                    <a:pt x="725" y="2080"/>
                  </a:lnTo>
                  <a:lnTo>
                    <a:pt x="725" y="1009"/>
                  </a:lnTo>
                  <a:lnTo>
                    <a:pt x="662" y="1009"/>
                  </a:lnTo>
                  <a:cubicBezTo>
                    <a:pt x="662" y="819"/>
                    <a:pt x="819" y="662"/>
                    <a:pt x="1008" y="662"/>
                  </a:cubicBezTo>
                  <a:close/>
                  <a:moveTo>
                    <a:pt x="1323" y="2741"/>
                  </a:moveTo>
                  <a:lnTo>
                    <a:pt x="1323" y="6900"/>
                  </a:lnTo>
                  <a:lnTo>
                    <a:pt x="662" y="6900"/>
                  </a:lnTo>
                  <a:lnTo>
                    <a:pt x="662" y="2741"/>
                  </a:lnTo>
                  <a:close/>
                  <a:moveTo>
                    <a:pt x="1260" y="7562"/>
                  </a:moveTo>
                  <a:lnTo>
                    <a:pt x="1008" y="8192"/>
                  </a:lnTo>
                  <a:lnTo>
                    <a:pt x="819" y="7562"/>
                  </a:lnTo>
                  <a:close/>
                  <a:moveTo>
                    <a:pt x="1008" y="0"/>
                  </a:moveTo>
                  <a:cubicBezTo>
                    <a:pt x="473" y="0"/>
                    <a:pt x="0" y="473"/>
                    <a:pt x="0" y="1009"/>
                  </a:cubicBezTo>
                  <a:lnTo>
                    <a:pt x="0" y="7215"/>
                  </a:lnTo>
                  <a:lnTo>
                    <a:pt x="0" y="7309"/>
                  </a:lnTo>
                  <a:lnTo>
                    <a:pt x="662" y="9357"/>
                  </a:lnTo>
                  <a:cubicBezTo>
                    <a:pt x="693" y="9515"/>
                    <a:pt x="819" y="9609"/>
                    <a:pt x="977" y="9609"/>
                  </a:cubicBezTo>
                  <a:cubicBezTo>
                    <a:pt x="1134" y="9609"/>
                    <a:pt x="1260" y="9515"/>
                    <a:pt x="1292" y="9357"/>
                  </a:cubicBezTo>
                  <a:lnTo>
                    <a:pt x="1954" y="7309"/>
                  </a:lnTo>
                  <a:lnTo>
                    <a:pt x="1954" y="7215"/>
                  </a:lnTo>
                  <a:lnTo>
                    <a:pt x="1954" y="1009"/>
                  </a:lnTo>
                  <a:cubicBezTo>
                    <a:pt x="2048" y="441"/>
                    <a:pt x="1576" y="0"/>
                    <a:pt x="10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92" name="Google Shape;16092;p84"/>
          <p:cNvGrpSpPr/>
          <p:nvPr/>
        </p:nvGrpSpPr>
        <p:grpSpPr>
          <a:xfrm>
            <a:off x="4109410" y="4511061"/>
            <a:ext cx="472703" cy="472177"/>
            <a:chOff x="-31165250" y="2298675"/>
            <a:chExt cx="292225" cy="291900"/>
          </a:xfrm>
        </p:grpSpPr>
        <p:sp>
          <p:nvSpPr>
            <p:cNvPr id="16093" name="Google Shape;16093;p84"/>
            <p:cNvSpPr/>
            <p:nvPr/>
          </p:nvSpPr>
          <p:spPr>
            <a:xfrm>
              <a:off x="-31003000" y="2332550"/>
              <a:ext cx="86675" cy="103400"/>
            </a:xfrm>
            <a:custGeom>
              <a:avLst/>
              <a:gdLst/>
              <a:ahLst/>
              <a:cxnLst/>
              <a:rect l="l" t="t" r="r" b="b"/>
              <a:pathLst>
                <a:path w="3467" h="4136" extrusionOk="0">
                  <a:moveTo>
                    <a:pt x="2049" y="1386"/>
                  </a:moveTo>
                  <a:cubicBezTo>
                    <a:pt x="2017" y="1764"/>
                    <a:pt x="1923" y="2111"/>
                    <a:pt x="1734" y="2426"/>
                  </a:cubicBezTo>
                  <a:cubicBezTo>
                    <a:pt x="1576" y="2111"/>
                    <a:pt x="1450" y="1764"/>
                    <a:pt x="1418" y="1386"/>
                  </a:cubicBezTo>
                  <a:close/>
                  <a:moveTo>
                    <a:pt x="1734" y="0"/>
                  </a:moveTo>
                  <a:cubicBezTo>
                    <a:pt x="1545" y="0"/>
                    <a:pt x="1387" y="158"/>
                    <a:pt x="1387" y="347"/>
                  </a:cubicBezTo>
                  <a:lnTo>
                    <a:pt x="1387" y="693"/>
                  </a:lnTo>
                  <a:lnTo>
                    <a:pt x="347" y="693"/>
                  </a:lnTo>
                  <a:cubicBezTo>
                    <a:pt x="158" y="693"/>
                    <a:pt x="1" y="851"/>
                    <a:pt x="1" y="1071"/>
                  </a:cubicBezTo>
                  <a:cubicBezTo>
                    <a:pt x="1" y="1260"/>
                    <a:pt x="158" y="1418"/>
                    <a:pt x="347" y="1418"/>
                  </a:cubicBezTo>
                  <a:lnTo>
                    <a:pt x="694" y="1418"/>
                  </a:lnTo>
                  <a:cubicBezTo>
                    <a:pt x="757" y="2016"/>
                    <a:pt x="946" y="2552"/>
                    <a:pt x="1292" y="3056"/>
                  </a:cubicBezTo>
                  <a:lnTo>
                    <a:pt x="788" y="3592"/>
                  </a:lnTo>
                  <a:cubicBezTo>
                    <a:pt x="662" y="3686"/>
                    <a:pt x="662" y="3938"/>
                    <a:pt x="788" y="4064"/>
                  </a:cubicBezTo>
                  <a:cubicBezTo>
                    <a:pt x="851" y="4111"/>
                    <a:pt x="938" y="4135"/>
                    <a:pt x="1025" y="4135"/>
                  </a:cubicBezTo>
                  <a:cubicBezTo>
                    <a:pt x="1111" y="4135"/>
                    <a:pt x="1198" y="4111"/>
                    <a:pt x="1261" y="4064"/>
                  </a:cubicBezTo>
                  <a:lnTo>
                    <a:pt x="1702" y="3623"/>
                  </a:lnTo>
                  <a:lnTo>
                    <a:pt x="2112" y="4064"/>
                  </a:lnTo>
                  <a:cubicBezTo>
                    <a:pt x="2175" y="4111"/>
                    <a:pt x="2269" y="4135"/>
                    <a:pt x="2360" y="4135"/>
                  </a:cubicBezTo>
                  <a:cubicBezTo>
                    <a:pt x="2450" y="4135"/>
                    <a:pt x="2537" y="4111"/>
                    <a:pt x="2584" y="4064"/>
                  </a:cubicBezTo>
                  <a:cubicBezTo>
                    <a:pt x="2710" y="3938"/>
                    <a:pt x="2710" y="3686"/>
                    <a:pt x="2584" y="3592"/>
                  </a:cubicBezTo>
                  <a:lnTo>
                    <a:pt x="2080" y="3056"/>
                  </a:lnTo>
                  <a:cubicBezTo>
                    <a:pt x="2395" y="2552"/>
                    <a:pt x="2584" y="2016"/>
                    <a:pt x="2679" y="1418"/>
                  </a:cubicBezTo>
                  <a:lnTo>
                    <a:pt x="3025" y="1418"/>
                  </a:lnTo>
                  <a:cubicBezTo>
                    <a:pt x="3214" y="1418"/>
                    <a:pt x="3372" y="1260"/>
                    <a:pt x="3372" y="1071"/>
                  </a:cubicBezTo>
                  <a:cubicBezTo>
                    <a:pt x="3466" y="851"/>
                    <a:pt x="3309" y="693"/>
                    <a:pt x="3120" y="693"/>
                  </a:cubicBezTo>
                  <a:lnTo>
                    <a:pt x="2080" y="693"/>
                  </a:lnTo>
                  <a:lnTo>
                    <a:pt x="2080" y="347"/>
                  </a:lnTo>
                  <a:cubicBezTo>
                    <a:pt x="2080" y="158"/>
                    <a:pt x="1923" y="0"/>
                    <a:pt x="17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4" name="Google Shape;16094;p84"/>
            <p:cNvSpPr/>
            <p:nvPr/>
          </p:nvSpPr>
          <p:spPr>
            <a:xfrm>
              <a:off x="-31165250" y="2298675"/>
              <a:ext cx="292225" cy="291900"/>
            </a:xfrm>
            <a:custGeom>
              <a:avLst/>
              <a:gdLst/>
              <a:ahLst/>
              <a:cxnLst/>
              <a:rect l="l" t="t" r="r" b="b"/>
              <a:pathLst>
                <a:path w="11689" h="11676" extrusionOk="0">
                  <a:moveTo>
                    <a:pt x="8192" y="630"/>
                  </a:moveTo>
                  <a:cubicBezTo>
                    <a:pt x="9704" y="630"/>
                    <a:pt x="10933" y="1859"/>
                    <a:pt x="10933" y="3403"/>
                  </a:cubicBezTo>
                  <a:cubicBezTo>
                    <a:pt x="10964" y="4947"/>
                    <a:pt x="9767" y="6144"/>
                    <a:pt x="8224" y="6144"/>
                  </a:cubicBezTo>
                  <a:cubicBezTo>
                    <a:pt x="7656" y="6144"/>
                    <a:pt x="7152" y="5986"/>
                    <a:pt x="6711" y="5671"/>
                  </a:cubicBezTo>
                  <a:cubicBezTo>
                    <a:pt x="6674" y="5634"/>
                    <a:pt x="6616" y="5619"/>
                    <a:pt x="6548" y="5619"/>
                  </a:cubicBezTo>
                  <a:cubicBezTo>
                    <a:pt x="6501" y="5619"/>
                    <a:pt x="6448" y="5627"/>
                    <a:pt x="6396" y="5640"/>
                  </a:cubicBezTo>
                  <a:lnTo>
                    <a:pt x="5609" y="5923"/>
                  </a:lnTo>
                  <a:lnTo>
                    <a:pt x="5861" y="4947"/>
                  </a:lnTo>
                  <a:cubicBezTo>
                    <a:pt x="5861" y="4852"/>
                    <a:pt x="5861" y="4789"/>
                    <a:pt x="5829" y="4695"/>
                  </a:cubicBezTo>
                  <a:cubicBezTo>
                    <a:pt x="5577" y="4317"/>
                    <a:pt x="5451" y="3844"/>
                    <a:pt x="5451" y="3403"/>
                  </a:cubicBezTo>
                  <a:cubicBezTo>
                    <a:pt x="5451" y="1859"/>
                    <a:pt x="6680" y="630"/>
                    <a:pt x="8192" y="630"/>
                  </a:cubicBezTo>
                  <a:close/>
                  <a:moveTo>
                    <a:pt x="3403" y="5545"/>
                  </a:moveTo>
                  <a:cubicBezTo>
                    <a:pt x="3970" y="5545"/>
                    <a:pt x="4474" y="5703"/>
                    <a:pt x="4916" y="5986"/>
                  </a:cubicBezTo>
                  <a:lnTo>
                    <a:pt x="4790" y="6490"/>
                  </a:lnTo>
                  <a:cubicBezTo>
                    <a:pt x="4758" y="6616"/>
                    <a:pt x="4790" y="6742"/>
                    <a:pt x="4916" y="6868"/>
                  </a:cubicBezTo>
                  <a:cubicBezTo>
                    <a:pt x="4960" y="6913"/>
                    <a:pt x="5052" y="6958"/>
                    <a:pt x="5146" y="6958"/>
                  </a:cubicBezTo>
                  <a:cubicBezTo>
                    <a:pt x="5186" y="6958"/>
                    <a:pt x="5225" y="6950"/>
                    <a:pt x="5262" y="6931"/>
                  </a:cubicBezTo>
                  <a:lnTo>
                    <a:pt x="5703" y="6774"/>
                  </a:lnTo>
                  <a:cubicBezTo>
                    <a:pt x="6018" y="7152"/>
                    <a:pt x="6176" y="7656"/>
                    <a:pt x="6176" y="8255"/>
                  </a:cubicBezTo>
                  <a:cubicBezTo>
                    <a:pt x="6176" y="8696"/>
                    <a:pt x="6050" y="9137"/>
                    <a:pt x="5829" y="9546"/>
                  </a:cubicBezTo>
                  <a:cubicBezTo>
                    <a:pt x="5766" y="9609"/>
                    <a:pt x="5766" y="9704"/>
                    <a:pt x="5766" y="9767"/>
                  </a:cubicBezTo>
                  <a:lnTo>
                    <a:pt x="6018" y="10775"/>
                  </a:lnTo>
                  <a:lnTo>
                    <a:pt x="5231" y="10491"/>
                  </a:lnTo>
                  <a:cubicBezTo>
                    <a:pt x="5178" y="10478"/>
                    <a:pt x="5126" y="10471"/>
                    <a:pt x="5078" y="10471"/>
                  </a:cubicBezTo>
                  <a:cubicBezTo>
                    <a:pt x="5011" y="10471"/>
                    <a:pt x="4952" y="10486"/>
                    <a:pt x="4916" y="10523"/>
                  </a:cubicBezTo>
                  <a:cubicBezTo>
                    <a:pt x="4474" y="10838"/>
                    <a:pt x="3939" y="10996"/>
                    <a:pt x="3403" y="10996"/>
                  </a:cubicBezTo>
                  <a:cubicBezTo>
                    <a:pt x="1891" y="10996"/>
                    <a:pt x="662" y="9767"/>
                    <a:pt x="662" y="8286"/>
                  </a:cubicBezTo>
                  <a:cubicBezTo>
                    <a:pt x="662" y="6774"/>
                    <a:pt x="1891" y="5545"/>
                    <a:pt x="3403" y="5545"/>
                  </a:cubicBezTo>
                  <a:close/>
                  <a:moveTo>
                    <a:pt x="8224" y="0"/>
                  </a:moveTo>
                  <a:cubicBezTo>
                    <a:pt x="6333" y="0"/>
                    <a:pt x="4790" y="1544"/>
                    <a:pt x="4790" y="3434"/>
                  </a:cubicBezTo>
                  <a:cubicBezTo>
                    <a:pt x="4790" y="3938"/>
                    <a:pt x="4916" y="4506"/>
                    <a:pt x="5136" y="4978"/>
                  </a:cubicBezTo>
                  <a:lnTo>
                    <a:pt x="5073" y="5262"/>
                  </a:lnTo>
                  <a:cubicBezTo>
                    <a:pt x="4569" y="4978"/>
                    <a:pt x="4002" y="4821"/>
                    <a:pt x="3435" y="4821"/>
                  </a:cubicBezTo>
                  <a:cubicBezTo>
                    <a:pt x="1513" y="4821"/>
                    <a:pt x="1" y="6364"/>
                    <a:pt x="1" y="8255"/>
                  </a:cubicBezTo>
                  <a:cubicBezTo>
                    <a:pt x="1" y="10113"/>
                    <a:pt x="1544" y="11657"/>
                    <a:pt x="3435" y="11657"/>
                  </a:cubicBezTo>
                  <a:cubicBezTo>
                    <a:pt x="4065" y="11657"/>
                    <a:pt x="4632" y="11500"/>
                    <a:pt x="5168" y="11185"/>
                  </a:cubicBezTo>
                  <a:lnTo>
                    <a:pt x="6365" y="11657"/>
                  </a:lnTo>
                  <a:cubicBezTo>
                    <a:pt x="6411" y="11669"/>
                    <a:pt x="6457" y="11676"/>
                    <a:pt x="6503" y="11676"/>
                  </a:cubicBezTo>
                  <a:cubicBezTo>
                    <a:pt x="6583" y="11676"/>
                    <a:pt x="6663" y="11654"/>
                    <a:pt x="6743" y="11594"/>
                  </a:cubicBezTo>
                  <a:cubicBezTo>
                    <a:pt x="6806" y="11500"/>
                    <a:pt x="6837" y="11405"/>
                    <a:pt x="6837" y="11248"/>
                  </a:cubicBezTo>
                  <a:lnTo>
                    <a:pt x="6491" y="9767"/>
                  </a:lnTo>
                  <a:cubicBezTo>
                    <a:pt x="6743" y="9294"/>
                    <a:pt x="6837" y="8790"/>
                    <a:pt x="6837" y="8255"/>
                  </a:cubicBezTo>
                  <a:cubicBezTo>
                    <a:pt x="6837" y="7625"/>
                    <a:pt x="6648" y="6994"/>
                    <a:pt x="6333" y="6427"/>
                  </a:cubicBezTo>
                  <a:lnTo>
                    <a:pt x="6459" y="6396"/>
                  </a:lnTo>
                  <a:cubicBezTo>
                    <a:pt x="6963" y="6711"/>
                    <a:pt x="7593" y="6868"/>
                    <a:pt x="8192" y="6868"/>
                  </a:cubicBezTo>
                  <a:cubicBezTo>
                    <a:pt x="10082" y="6868"/>
                    <a:pt x="11626" y="5325"/>
                    <a:pt x="11626" y="3434"/>
                  </a:cubicBezTo>
                  <a:cubicBezTo>
                    <a:pt x="11689" y="1544"/>
                    <a:pt x="10114" y="0"/>
                    <a:pt x="82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5" name="Google Shape;16095;p84"/>
            <p:cNvSpPr/>
            <p:nvPr/>
          </p:nvSpPr>
          <p:spPr>
            <a:xfrm>
              <a:off x="-31115625" y="2452250"/>
              <a:ext cx="70900" cy="104150"/>
            </a:xfrm>
            <a:custGeom>
              <a:avLst/>
              <a:gdLst/>
              <a:ahLst/>
              <a:cxnLst/>
              <a:rect l="l" t="t" r="r" b="b"/>
              <a:pathLst>
                <a:path w="2836" h="4166" extrusionOk="0">
                  <a:moveTo>
                    <a:pt x="1481" y="1576"/>
                  </a:moveTo>
                  <a:lnTo>
                    <a:pt x="1639" y="2112"/>
                  </a:lnTo>
                  <a:lnTo>
                    <a:pt x="1324" y="2112"/>
                  </a:lnTo>
                  <a:lnTo>
                    <a:pt x="1481" y="1576"/>
                  </a:lnTo>
                  <a:close/>
                  <a:moveTo>
                    <a:pt x="1418" y="1"/>
                  </a:moveTo>
                  <a:cubicBezTo>
                    <a:pt x="1261" y="1"/>
                    <a:pt x="1166" y="127"/>
                    <a:pt x="1103" y="253"/>
                  </a:cubicBezTo>
                  <a:lnTo>
                    <a:pt x="568" y="2049"/>
                  </a:lnTo>
                  <a:lnTo>
                    <a:pt x="410" y="2049"/>
                  </a:lnTo>
                  <a:cubicBezTo>
                    <a:pt x="221" y="2049"/>
                    <a:pt x="64" y="2206"/>
                    <a:pt x="64" y="2427"/>
                  </a:cubicBezTo>
                  <a:cubicBezTo>
                    <a:pt x="64" y="2584"/>
                    <a:pt x="158" y="2742"/>
                    <a:pt x="316" y="2773"/>
                  </a:cubicBezTo>
                  <a:lnTo>
                    <a:pt x="64" y="3718"/>
                  </a:lnTo>
                  <a:cubicBezTo>
                    <a:pt x="1" y="3907"/>
                    <a:pt x="95" y="4065"/>
                    <a:pt x="284" y="4159"/>
                  </a:cubicBezTo>
                  <a:cubicBezTo>
                    <a:pt x="308" y="4163"/>
                    <a:pt x="332" y="4165"/>
                    <a:pt x="355" y="4165"/>
                  </a:cubicBezTo>
                  <a:cubicBezTo>
                    <a:pt x="512" y="4165"/>
                    <a:pt x="643" y="4072"/>
                    <a:pt x="725" y="3907"/>
                  </a:cubicBezTo>
                  <a:lnTo>
                    <a:pt x="1072" y="2773"/>
                  </a:lnTo>
                  <a:lnTo>
                    <a:pt x="1796" y="2773"/>
                  </a:lnTo>
                  <a:lnTo>
                    <a:pt x="2143" y="3907"/>
                  </a:lnTo>
                  <a:cubicBezTo>
                    <a:pt x="2170" y="4072"/>
                    <a:pt x="2318" y="4165"/>
                    <a:pt x="2502" y="4165"/>
                  </a:cubicBezTo>
                  <a:cubicBezTo>
                    <a:pt x="2528" y="4165"/>
                    <a:pt x="2556" y="4163"/>
                    <a:pt x="2584" y="4159"/>
                  </a:cubicBezTo>
                  <a:cubicBezTo>
                    <a:pt x="2773" y="4096"/>
                    <a:pt x="2836" y="3907"/>
                    <a:pt x="2805" y="3718"/>
                  </a:cubicBezTo>
                  <a:lnTo>
                    <a:pt x="2521" y="2773"/>
                  </a:lnTo>
                  <a:cubicBezTo>
                    <a:pt x="2678" y="2742"/>
                    <a:pt x="2805" y="2616"/>
                    <a:pt x="2805" y="2427"/>
                  </a:cubicBezTo>
                  <a:cubicBezTo>
                    <a:pt x="2805" y="2206"/>
                    <a:pt x="2647" y="2049"/>
                    <a:pt x="2458" y="2049"/>
                  </a:cubicBezTo>
                  <a:lnTo>
                    <a:pt x="2300" y="2049"/>
                  </a:lnTo>
                  <a:lnTo>
                    <a:pt x="1733" y="253"/>
                  </a:lnTo>
                  <a:cubicBezTo>
                    <a:pt x="1702" y="95"/>
                    <a:pt x="1576" y="1"/>
                    <a:pt x="14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96" name="Google Shape;16096;p84"/>
          <p:cNvGrpSpPr/>
          <p:nvPr/>
        </p:nvGrpSpPr>
        <p:grpSpPr>
          <a:xfrm>
            <a:off x="4110057" y="5125266"/>
            <a:ext cx="471409" cy="471409"/>
            <a:chOff x="-31164450" y="2657050"/>
            <a:chExt cx="291425" cy="291425"/>
          </a:xfrm>
        </p:grpSpPr>
        <p:sp>
          <p:nvSpPr>
            <p:cNvPr id="16097" name="Google Shape;16097;p84"/>
            <p:cNvSpPr/>
            <p:nvPr/>
          </p:nvSpPr>
          <p:spPr>
            <a:xfrm>
              <a:off x="-31028975" y="2761000"/>
              <a:ext cx="18125" cy="17350"/>
            </a:xfrm>
            <a:custGeom>
              <a:avLst/>
              <a:gdLst/>
              <a:ahLst/>
              <a:cxnLst/>
              <a:rect l="l" t="t" r="r" b="b"/>
              <a:pathLst>
                <a:path w="725" h="694" extrusionOk="0">
                  <a:moveTo>
                    <a:pt x="378" y="1"/>
                  </a:moveTo>
                  <a:cubicBezTo>
                    <a:pt x="158" y="1"/>
                    <a:pt x="0" y="158"/>
                    <a:pt x="0" y="347"/>
                  </a:cubicBezTo>
                  <a:cubicBezTo>
                    <a:pt x="63" y="536"/>
                    <a:pt x="221"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8" name="Google Shape;16098;p84"/>
            <p:cNvSpPr/>
            <p:nvPr/>
          </p:nvSpPr>
          <p:spPr>
            <a:xfrm>
              <a:off x="-31028975" y="2794075"/>
              <a:ext cx="18125" cy="52025"/>
            </a:xfrm>
            <a:custGeom>
              <a:avLst/>
              <a:gdLst/>
              <a:ahLst/>
              <a:cxnLst/>
              <a:rect l="l" t="t" r="r" b="b"/>
              <a:pathLst>
                <a:path w="725" h="2081" extrusionOk="0">
                  <a:moveTo>
                    <a:pt x="378" y="1"/>
                  </a:moveTo>
                  <a:cubicBezTo>
                    <a:pt x="158" y="1"/>
                    <a:pt x="0" y="158"/>
                    <a:pt x="0" y="347"/>
                  </a:cubicBezTo>
                  <a:lnTo>
                    <a:pt x="0" y="1734"/>
                  </a:lnTo>
                  <a:cubicBezTo>
                    <a:pt x="63" y="1923"/>
                    <a:pt x="221" y="2080"/>
                    <a:pt x="378" y="2080"/>
                  </a:cubicBezTo>
                  <a:cubicBezTo>
                    <a:pt x="567" y="2080"/>
                    <a:pt x="725" y="1923"/>
                    <a:pt x="725" y="1734"/>
                  </a:cubicBezTo>
                  <a:lnTo>
                    <a:pt x="725" y="347"/>
                  </a:ln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9" name="Google Shape;16099;p84"/>
            <p:cNvSpPr/>
            <p:nvPr/>
          </p:nvSpPr>
          <p:spPr>
            <a:xfrm>
              <a:off x="-31164450" y="2657050"/>
              <a:ext cx="291425" cy="291425"/>
            </a:xfrm>
            <a:custGeom>
              <a:avLst/>
              <a:gdLst/>
              <a:ahLst/>
              <a:cxnLst/>
              <a:rect l="l" t="t" r="r" b="b"/>
              <a:pathLst>
                <a:path w="11657" h="11657" extrusionOk="0">
                  <a:moveTo>
                    <a:pt x="1323" y="4852"/>
                  </a:moveTo>
                  <a:lnTo>
                    <a:pt x="1323" y="8286"/>
                  </a:lnTo>
                  <a:lnTo>
                    <a:pt x="977" y="8286"/>
                  </a:lnTo>
                  <a:cubicBezTo>
                    <a:pt x="788" y="8286"/>
                    <a:pt x="630" y="8128"/>
                    <a:pt x="630" y="7939"/>
                  </a:cubicBezTo>
                  <a:lnTo>
                    <a:pt x="630" y="5198"/>
                  </a:lnTo>
                  <a:cubicBezTo>
                    <a:pt x="630" y="5009"/>
                    <a:pt x="788" y="4852"/>
                    <a:pt x="977" y="4852"/>
                  </a:cubicBezTo>
                  <a:close/>
                  <a:moveTo>
                    <a:pt x="10554" y="4852"/>
                  </a:moveTo>
                  <a:cubicBezTo>
                    <a:pt x="10743" y="4852"/>
                    <a:pt x="10901" y="5009"/>
                    <a:pt x="10901" y="5198"/>
                  </a:cubicBezTo>
                  <a:lnTo>
                    <a:pt x="10901" y="7939"/>
                  </a:lnTo>
                  <a:lnTo>
                    <a:pt x="10932" y="7939"/>
                  </a:lnTo>
                  <a:cubicBezTo>
                    <a:pt x="10932" y="8128"/>
                    <a:pt x="10775" y="8286"/>
                    <a:pt x="10586" y="8286"/>
                  </a:cubicBezTo>
                  <a:lnTo>
                    <a:pt x="10239" y="8286"/>
                  </a:lnTo>
                  <a:lnTo>
                    <a:pt x="10239" y="4852"/>
                  </a:lnTo>
                  <a:close/>
                  <a:moveTo>
                    <a:pt x="5797" y="10302"/>
                  </a:moveTo>
                  <a:cubicBezTo>
                    <a:pt x="5986" y="10302"/>
                    <a:pt x="6144" y="10460"/>
                    <a:pt x="6144" y="10649"/>
                  </a:cubicBezTo>
                  <a:cubicBezTo>
                    <a:pt x="6144" y="10838"/>
                    <a:pt x="5986" y="10995"/>
                    <a:pt x="5797" y="10995"/>
                  </a:cubicBezTo>
                  <a:cubicBezTo>
                    <a:pt x="5577" y="10995"/>
                    <a:pt x="5419" y="10838"/>
                    <a:pt x="5419" y="10649"/>
                  </a:cubicBezTo>
                  <a:cubicBezTo>
                    <a:pt x="5419" y="10460"/>
                    <a:pt x="5577" y="10302"/>
                    <a:pt x="5797" y="10302"/>
                  </a:cubicBezTo>
                  <a:close/>
                  <a:moveTo>
                    <a:pt x="5829" y="0"/>
                  </a:moveTo>
                  <a:cubicBezTo>
                    <a:pt x="3371" y="0"/>
                    <a:pt x="1260" y="1796"/>
                    <a:pt x="788" y="4190"/>
                  </a:cubicBezTo>
                  <a:cubicBezTo>
                    <a:pt x="347" y="4316"/>
                    <a:pt x="0" y="4694"/>
                    <a:pt x="0" y="5167"/>
                  </a:cubicBezTo>
                  <a:lnTo>
                    <a:pt x="0" y="7876"/>
                  </a:lnTo>
                  <a:cubicBezTo>
                    <a:pt x="0" y="8443"/>
                    <a:pt x="473" y="8916"/>
                    <a:pt x="1008" y="8916"/>
                  </a:cubicBezTo>
                  <a:lnTo>
                    <a:pt x="1702" y="8916"/>
                  </a:lnTo>
                  <a:cubicBezTo>
                    <a:pt x="1891" y="8916"/>
                    <a:pt x="2048" y="8758"/>
                    <a:pt x="2048" y="8569"/>
                  </a:cubicBezTo>
                  <a:lnTo>
                    <a:pt x="2048" y="4474"/>
                  </a:lnTo>
                  <a:cubicBezTo>
                    <a:pt x="2048" y="4253"/>
                    <a:pt x="1891" y="4096"/>
                    <a:pt x="1702" y="4096"/>
                  </a:cubicBezTo>
                  <a:lnTo>
                    <a:pt x="1449" y="4096"/>
                  </a:lnTo>
                  <a:cubicBezTo>
                    <a:pt x="1922" y="2111"/>
                    <a:pt x="3749" y="630"/>
                    <a:pt x="5797" y="630"/>
                  </a:cubicBezTo>
                  <a:cubicBezTo>
                    <a:pt x="7876" y="630"/>
                    <a:pt x="9641" y="2079"/>
                    <a:pt x="10113" y="4096"/>
                  </a:cubicBezTo>
                  <a:lnTo>
                    <a:pt x="9893" y="4096"/>
                  </a:lnTo>
                  <a:cubicBezTo>
                    <a:pt x="9672" y="4096"/>
                    <a:pt x="9515" y="4253"/>
                    <a:pt x="9515" y="4474"/>
                  </a:cubicBezTo>
                  <a:lnTo>
                    <a:pt x="9515" y="8569"/>
                  </a:lnTo>
                  <a:cubicBezTo>
                    <a:pt x="9515" y="8758"/>
                    <a:pt x="9672" y="8916"/>
                    <a:pt x="9893" y="8916"/>
                  </a:cubicBezTo>
                  <a:lnTo>
                    <a:pt x="10208" y="8916"/>
                  </a:lnTo>
                  <a:cubicBezTo>
                    <a:pt x="10050" y="9704"/>
                    <a:pt x="9326" y="10302"/>
                    <a:pt x="8507" y="10302"/>
                  </a:cubicBezTo>
                  <a:lnTo>
                    <a:pt x="6742" y="10302"/>
                  </a:lnTo>
                  <a:cubicBezTo>
                    <a:pt x="6585" y="9893"/>
                    <a:pt x="6207" y="9609"/>
                    <a:pt x="5734" y="9609"/>
                  </a:cubicBezTo>
                  <a:cubicBezTo>
                    <a:pt x="5199" y="9609"/>
                    <a:pt x="4726" y="10082"/>
                    <a:pt x="4726" y="10649"/>
                  </a:cubicBezTo>
                  <a:cubicBezTo>
                    <a:pt x="4726" y="11184"/>
                    <a:pt x="5199" y="11657"/>
                    <a:pt x="5734" y="11657"/>
                  </a:cubicBezTo>
                  <a:cubicBezTo>
                    <a:pt x="6175" y="11657"/>
                    <a:pt x="6585" y="11405"/>
                    <a:pt x="6742" y="10995"/>
                  </a:cubicBezTo>
                  <a:lnTo>
                    <a:pt x="8507" y="10995"/>
                  </a:lnTo>
                  <a:cubicBezTo>
                    <a:pt x="9735" y="10995"/>
                    <a:pt x="10743" y="10082"/>
                    <a:pt x="10869" y="8916"/>
                  </a:cubicBezTo>
                  <a:cubicBezTo>
                    <a:pt x="11248" y="8790"/>
                    <a:pt x="11563" y="8412"/>
                    <a:pt x="11563" y="7939"/>
                  </a:cubicBezTo>
                  <a:lnTo>
                    <a:pt x="11563" y="5198"/>
                  </a:lnTo>
                  <a:cubicBezTo>
                    <a:pt x="11657" y="4694"/>
                    <a:pt x="11311" y="4316"/>
                    <a:pt x="10869" y="4190"/>
                  </a:cubicBezTo>
                  <a:cubicBezTo>
                    <a:pt x="10397" y="1796"/>
                    <a:pt x="8255"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0" name="Google Shape;16100;p84"/>
            <p:cNvSpPr/>
            <p:nvPr/>
          </p:nvSpPr>
          <p:spPr>
            <a:xfrm>
              <a:off x="-31097500" y="2727125"/>
              <a:ext cx="156750" cy="153925"/>
            </a:xfrm>
            <a:custGeom>
              <a:avLst/>
              <a:gdLst/>
              <a:ahLst/>
              <a:cxnLst/>
              <a:rect l="l" t="t" r="r" b="b"/>
              <a:pathLst>
                <a:path w="6270" h="6157" extrusionOk="0">
                  <a:moveTo>
                    <a:pt x="3119" y="663"/>
                  </a:moveTo>
                  <a:cubicBezTo>
                    <a:pt x="4442" y="663"/>
                    <a:pt x="5514" y="1734"/>
                    <a:pt x="5514" y="3088"/>
                  </a:cubicBezTo>
                  <a:cubicBezTo>
                    <a:pt x="5514" y="4412"/>
                    <a:pt x="4411" y="5483"/>
                    <a:pt x="3119" y="5483"/>
                  </a:cubicBezTo>
                  <a:cubicBezTo>
                    <a:pt x="2647" y="5483"/>
                    <a:pt x="2206" y="5357"/>
                    <a:pt x="1796" y="5136"/>
                  </a:cubicBezTo>
                  <a:cubicBezTo>
                    <a:pt x="1750" y="5090"/>
                    <a:pt x="1670" y="5061"/>
                    <a:pt x="1606" y="5061"/>
                  </a:cubicBezTo>
                  <a:cubicBezTo>
                    <a:pt x="1582" y="5061"/>
                    <a:pt x="1561" y="5065"/>
                    <a:pt x="1544" y="5073"/>
                  </a:cubicBezTo>
                  <a:lnTo>
                    <a:pt x="914" y="5294"/>
                  </a:lnTo>
                  <a:lnTo>
                    <a:pt x="1103" y="4664"/>
                  </a:lnTo>
                  <a:cubicBezTo>
                    <a:pt x="1134" y="4569"/>
                    <a:pt x="1103" y="4443"/>
                    <a:pt x="1071" y="4380"/>
                  </a:cubicBezTo>
                  <a:cubicBezTo>
                    <a:pt x="819" y="3971"/>
                    <a:pt x="693" y="3561"/>
                    <a:pt x="693" y="3120"/>
                  </a:cubicBezTo>
                  <a:cubicBezTo>
                    <a:pt x="693" y="1734"/>
                    <a:pt x="1796" y="663"/>
                    <a:pt x="3119" y="663"/>
                  </a:cubicBezTo>
                  <a:close/>
                  <a:moveTo>
                    <a:pt x="3151" y="1"/>
                  </a:moveTo>
                  <a:cubicBezTo>
                    <a:pt x="1449" y="1"/>
                    <a:pt x="32" y="1387"/>
                    <a:pt x="32" y="3057"/>
                  </a:cubicBezTo>
                  <a:cubicBezTo>
                    <a:pt x="32" y="3593"/>
                    <a:pt x="158" y="4097"/>
                    <a:pt x="441" y="4569"/>
                  </a:cubicBezTo>
                  <a:lnTo>
                    <a:pt x="32" y="5703"/>
                  </a:lnTo>
                  <a:cubicBezTo>
                    <a:pt x="0" y="5829"/>
                    <a:pt x="32" y="5955"/>
                    <a:pt x="126" y="6081"/>
                  </a:cubicBezTo>
                  <a:cubicBezTo>
                    <a:pt x="172" y="6128"/>
                    <a:pt x="269" y="6157"/>
                    <a:pt x="367" y="6157"/>
                  </a:cubicBezTo>
                  <a:cubicBezTo>
                    <a:pt x="403" y="6157"/>
                    <a:pt x="439" y="6153"/>
                    <a:pt x="473" y="6144"/>
                  </a:cubicBezTo>
                  <a:lnTo>
                    <a:pt x="1607" y="5735"/>
                  </a:lnTo>
                  <a:cubicBezTo>
                    <a:pt x="2080" y="5987"/>
                    <a:pt x="2584" y="6144"/>
                    <a:pt x="3151" y="6144"/>
                  </a:cubicBezTo>
                  <a:cubicBezTo>
                    <a:pt x="4852" y="6144"/>
                    <a:pt x="6270" y="4758"/>
                    <a:pt x="6270" y="3057"/>
                  </a:cubicBezTo>
                  <a:cubicBezTo>
                    <a:pt x="6270" y="1387"/>
                    <a:pt x="4883"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101" name="Google Shape;16101;p84"/>
          <p:cNvSpPr/>
          <p:nvPr/>
        </p:nvSpPr>
        <p:spPr>
          <a:xfrm>
            <a:off x="2918623" y="5686227"/>
            <a:ext cx="473997" cy="470156"/>
          </a:xfrm>
          <a:custGeom>
            <a:avLst/>
            <a:gdLst/>
            <a:ahLst/>
            <a:cxnLst/>
            <a:rect l="l" t="t" r="r" b="b"/>
            <a:pathLst>
              <a:path w="11721" h="11626" extrusionOk="0">
                <a:moveTo>
                  <a:pt x="8570" y="694"/>
                </a:moveTo>
                <a:cubicBezTo>
                  <a:pt x="9106" y="694"/>
                  <a:pt x="9578" y="1166"/>
                  <a:pt x="9578" y="1702"/>
                </a:cubicBezTo>
                <a:cubicBezTo>
                  <a:pt x="9578" y="2269"/>
                  <a:pt x="9106" y="2773"/>
                  <a:pt x="8570" y="2773"/>
                </a:cubicBezTo>
                <a:cubicBezTo>
                  <a:pt x="8003" y="2773"/>
                  <a:pt x="7530" y="2269"/>
                  <a:pt x="7530" y="1702"/>
                </a:cubicBezTo>
                <a:cubicBezTo>
                  <a:pt x="7530" y="1166"/>
                  <a:pt x="8003" y="694"/>
                  <a:pt x="8570" y="694"/>
                </a:cubicBezTo>
                <a:close/>
                <a:moveTo>
                  <a:pt x="8570" y="3403"/>
                </a:moveTo>
                <a:cubicBezTo>
                  <a:pt x="9893" y="3403"/>
                  <a:pt x="10964" y="4474"/>
                  <a:pt x="10964" y="5798"/>
                </a:cubicBezTo>
                <a:lnTo>
                  <a:pt x="10964" y="6144"/>
                </a:lnTo>
                <a:lnTo>
                  <a:pt x="6144" y="6144"/>
                </a:lnTo>
                <a:lnTo>
                  <a:pt x="6144" y="5798"/>
                </a:lnTo>
                <a:cubicBezTo>
                  <a:pt x="6144" y="4443"/>
                  <a:pt x="7215" y="3403"/>
                  <a:pt x="8570" y="3403"/>
                </a:cubicBezTo>
                <a:close/>
                <a:moveTo>
                  <a:pt x="3057" y="5483"/>
                </a:moveTo>
                <a:cubicBezTo>
                  <a:pt x="3592" y="5483"/>
                  <a:pt x="4096" y="5955"/>
                  <a:pt x="4096" y="6491"/>
                </a:cubicBezTo>
                <a:cubicBezTo>
                  <a:pt x="4096" y="7058"/>
                  <a:pt x="3624" y="7530"/>
                  <a:pt x="3057" y="7530"/>
                </a:cubicBezTo>
                <a:cubicBezTo>
                  <a:pt x="2490" y="7530"/>
                  <a:pt x="2017" y="7089"/>
                  <a:pt x="2017" y="6491"/>
                </a:cubicBezTo>
                <a:cubicBezTo>
                  <a:pt x="2017" y="5955"/>
                  <a:pt x="2490" y="5483"/>
                  <a:pt x="3057" y="5483"/>
                </a:cubicBezTo>
                <a:close/>
                <a:moveTo>
                  <a:pt x="10964" y="6869"/>
                </a:moveTo>
                <a:lnTo>
                  <a:pt x="10964" y="7530"/>
                </a:lnTo>
                <a:lnTo>
                  <a:pt x="4411" y="7530"/>
                </a:lnTo>
                <a:cubicBezTo>
                  <a:pt x="4569" y="7341"/>
                  <a:pt x="4695" y="7089"/>
                  <a:pt x="4726" y="6869"/>
                </a:cubicBezTo>
                <a:close/>
                <a:moveTo>
                  <a:pt x="3088" y="8255"/>
                </a:moveTo>
                <a:cubicBezTo>
                  <a:pt x="4411" y="8255"/>
                  <a:pt x="5514" y="9295"/>
                  <a:pt x="5514" y="10649"/>
                </a:cubicBezTo>
                <a:lnTo>
                  <a:pt x="5514" y="10996"/>
                </a:lnTo>
                <a:lnTo>
                  <a:pt x="694" y="10996"/>
                </a:lnTo>
                <a:lnTo>
                  <a:pt x="694" y="10649"/>
                </a:lnTo>
                <a:cubicBezTo>
                  <a:pt x="694" y="9295"/>
                  <a:pt x="1733" y="8255"/>
                  <a:pt x="3088" y="8255"/>
                </a:cubicBezTo>
                <a:close/>
                <a:moveTo>
                  <a:pt x="10933" y="8286"/>
                </a:moveTo>
                <a:lnTo>
                  <a:pt x="10933" y="10996"/>
                </a:lnTo>
                <a:lnTo>
                  <a:pt x="6144" y="10996"/>
                </a:lnTo>
                <a:lnTo>
                  <a:pt x="6144" y="10649"/>
                </a:lnTo>
                <a:cubicBezTo>
                  <a:pt x="6144" y="9830"/>
                  <a:pt x="5829" y="9074"/>
                  <a:pt x="5199" y="8476"/>
                </a:cubicBezTo>
                <a:cubicBezTo>
                  <a:pt x="5136" y="8412"/>
                  <a:pt x="5041" y="8318"/>
                  <a:pt x="4978" y="8286"/>
                </a:cubicBezTo>
                <a:close/>
                <a:moveTo>
                  <a:pt x="8602" y="1"/>
                </a:moveTo>
                <a:cubicBezTo>
                  <a:pt x="7656" y="1"/>
                  <a:pt x="6900" y="757"/>
                  <a:pt x="6900" y="1702"/>
                </a:cubicBezTo>
                <a:cubicBezTo>
                  <a:pt x="6900" y="2175"/>
                  <a:pt x="7058" y="2616"/>
                  <a:pt x="7404" y="2931"/>
                </a:cubicBezTo>
                <a:lnTo>
                  <a:pt x="7467" y="2962"/>
                </a:lnTo>
                <a:cubicBezTo>
                  <a:pt x="6302" y="3435"/>
                  <a:pt x="5514" y="4537"/>
                  <a:pt x="5514" y="5798"/>
                </a:cubicBezTo>
                <a:lnTo>
                  <a:pt x="5514" y="6144"/>
                </a:lnTo>
                <a:lnTo>
                  <a:pt x="4789" y="6144"/>
                </a:lnTo>
                <a:cubicBezTo>
                  <a:pt x="4632" y="5420"/>
                  <a:pt x="3907" y="4789"/>
                  <a:pt x="3088" y="4789"/>
                </a:cubicBezTo>
                <a:cubicBezTo>
                  <a:pt x="2143" y="4789"/>
                  <a:pt x="1387" y="5514"/>
                  <a:pt x="1387" y="6459"/>
                </a:cubicBezTo>
                <a:cubicBezTo>
                  <a:pt x="1387" y="6995"/>
                  <a:pt x="1576" y="7404"/>
                  <a:pt x="1954" y="7719"/>
                </a:cubicBezTo>
                <a:cubicBezTo>
                  <a:pt x="788" y="8192"/>
                  <a:pt x="1" y="9295"/>
                  <a:pt x="1" y="10555"/>
                </a:cubicBezTo>
                <a:lnTo>
                  <a:pt x="1" y="11279"/>
                </a:lnTo>
                <a:cubicBezTo>
                  <a:pt x="1" y="11468"/>
                  <a:pt x="158" y="11626"/>
                  <a:pt x="379" y="11626"/>
                </a:cubicBezTo>
                <a:lnTo>
                  <a:pt x="11342" y="11626"/>
                </a:lnTo>
                <a:cubicBezTo>
                  <a:pt x="11563" y="11626"/>
                  <a:pt x="11721" y="11468"/>
                  <a:pt x="11721" y="11279"/>
                </a:cubicBezTo>
                <a:lnTo>
                  <a:pt x="11721" y="5798"/>
                </a:lnTo>
                <a:cubicBezTo>
                  <a:pt x="11626" y="4537"/>
                  <a:pt x="10838" y="3435"/>
                  <a:pt x="9736" y="2962"/>
                </a:cubicBezTo>
                <a:lnTo>
                  <a:pt x="9767" y="2931"/>
                </a:lnTo>
                <a:cubicBezTo>
                  <a:pt x="10082" y="2616"/>
                  <a:pt x="10303" y="2175"/>
                  <a:pt x="10303" y="1702"/>
                </a:cubicBezTo>
                <a:cubicBezTo>
                  <a:pt x="10303" y="757"/>
                  <a:pt x="9547" y="1"/>
                  <a:pt x="86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102" name="Google Shape;16102;p84"/>
          <p:cNvGrpSpPr/>
          <p:nvPr/>
        </p:nvGrpSpPr>
        <p:grpSpPr>
          <a:xfrm>
            <a:off x="3510650" y="2046905"/>
            <a:ext cx="477799" cy="472380"/>
            <a:chOff x="-34421275" y="1912725"/>
            <a:chExt cx="295375" cy="292025"/>
          </a:xfrm>
        </p:grpSpPr>
        <p:sp>
          <p:nvSpPr>
            <p:cNvPr id="16103" name="Google Shape;16103;p84"/>
            <p:cNvSpPr/>
            <p:nvPr/>
          </p:nvSpPr>
          <p:spPr>
            <a:xfrm>
              <a:off x="-34421275" y="1974375"/>
              <a:ext cx="236300" cy="230375"/>
            </a:xfrm>
            <a:custGeom>
              <a:avLst/>
              <a:gdLst/>
              <a:ahLst/>
              <a:cxnLst/>
              <a:rect l="l" t="t" r="r" b="b"/>
              <a:pathLst>
                <a:path w="9452" h="9215" extrusionOk="0">
                  <a:moveTo>
                    <a:pt x="2158" y="725"/>
                  </a:moveTo>
                  <a:cubicBezTo>
                    <a:pt x="2245" y="725"/>
                    <a:pt x="2332" y="764"/>
                    <a:pt x="2395" y="843"/>
                  </a:cubicBezTo>
                  <a:lnTo>
                    <a:pt x="3371" y="1851"/>
                  </a:lnTo>
                  <a:cubicBezTo>
                    <a:pt x="3497" y="1946"/>
                    <a:pt x="3497" y="2198"/>
                    <a:pt x="3371" y="2324"/>
                  </a:cubicBezTo>
                  <a:lnTo>
                    <a:pt x="3151" y="2544"/>
                  </a:lnTo>
                  <a:lnTo>
                    <a:pt x="1702" y="1095"/>
                  </a:lnTo>
                  <a:lnTo>
                    <a:pt x="1922" y="843"/>
                  </a:lnTo>
                  <a:cubicBezTo>
                    <a:pt x="1985" y="764"/>
                    <a:pt x="2072" y="725"/>
                    <a:pt x="2158" y="725"/>
                  </a:cubicBezTo>
                  <a:close/>
                  <a:moveTo>
                    <a:pt x="7345" y="5884"/>
                  </a:moveTo>
                  <a:cubicBezTo>
                    <a:pt x="7428" y="5884"/>
                    <a:pt x="7514" y="5915"/>
                    <a:pt x="7593" y="5978"/>
                  </a:cubicBezTo>
                  <a:lnTo>
                    <a:pt x="8570" y="6955"/>
                  </a:lnTo>
                  <a:cubicBezTo>
                    <a:pt x="8696" y="7081"/>
                    <a:pt x="8696" y="7301"/>
                    <a:pt x="8570" y="7428"/>
                  </a:cubicBezTo>
                  <a:lnTo>
                    <a:pt x="8349" y="7648"/>
                  </a:lnTo>
                  <a:lnTo>
                    <a:pt x="6900" y="6199"/>
                  </a:lnTo>
                  <a:lnTo>
                    <a:pt x="7120" y="5978"/>
                  </a:lnTo>
                  <a:cubicBezTo>
                    <a:pt x="7183" y="5915"/>
                    <a:pt x="7262" y="5884"/>
                    <a:pt x="7345" y="5884"/>
                  </a:cubicBezTo>
                  <a:close/>
                  <a:moveTo>
                    <a:pt x="1166" y="1568"/>
                  </a:moveTo>
                  <a:lnTo>
                    <a:pt x="2678" y="3048"/>
                  </a:lnTo>
                  <a:cubicBezTo>
                    <a:pt x="2521" y="3426"/>
                    <a:pt x="2584" y="3867"/>
                    <a:pt x="2867" y="4214"/>
                  </a:cubicBezTo>
                  <a:lnTo>
                    <a:pt x="5104" y="6451"/>
                  </a:lnTo>
                  <a:cubicBezTo>
                    <a:pt x="5301" y="6648"/>
                    <a:pt x="5559" y="6746"/>
                    <a:pt x="5826" y="6746"/>
                  </a:cubicBezTo>
                  <a:cubicBezTo>
                    <a:pt x="5985" y="6746"/>
                    <a:pt x="6148" y="6711"/>
                    <a:pt x="6301" y="6640"/>
                  </a:cubicBezTo>
                  <a:lnTo>
                    <a:pt x="7782" y="8152"/>
                  </a:lnTo>
                  <a:lnTo>
                    <a:pt x="7719" y="8215"/>
                  </a:lnTo>
                  <a:cubicBezTo>
                    <a:pt x="7522" y="8412"/>
                    <a:pt x="7264" y="8510"/>
                    <a:pt x="6997" y="8510"/>
                  </a:cubicBezTo>
                  <a:cubicBezTo>
                    <a:pt x="6838" y="8510"/>
                    <a:pt x="6675" y="8475"/>
                    <a:pt x="6522" y="8404"/>
                  </a:cubicBezTo>
                  <a:cubicBezTo>
                    <a:pt x="4348" y="7301"/>
                    <a:pt x="1891" y="4876"/>
                    <a:pt x="851" y="2796"/>
                  </a:cubicBezTo>
                  <a:cubicBezTo>
                    <a:pt x="693" y="2418"/>
                    <a:pt x="788" y="1946"/>
                    <a:pt x="1103" y="1631"/>
                  </a:cubicBezTo>
                  <a:lnTo>
                    <a:pt x="1166" y="1568"/>
                  </a:lnTo>
                  <a:close/>
                  <a:moveTo>
                    <a:pt x="2190" y="0"/>
                  </a:moveTo>
                  <a:cubicBezTo>
                    <a:pt x="1922" y="0"/>
                    <a:pt x="1654" y="103"/>
                    <a:pt x="1449" y="307"/>
                  </a:cubicBezTo>
                  <a:lnTo>
                    <a:pt x="662" y="1095"/>
                  </a:lnTo>
                  <a:cubicBezTo>
                    <a:pt x="158" y="1599"/>
                    <a:pt x="0" y="2387"/>
                    <a:pt x="315" y="3017"/>
                  </a:cubicBezTo>
                  <a:cubicBezTo>
                    <a:pt x="1386" y="5348"/>
                    <a:pt x="3907" y="7869"/>
                    <a:pt x="6270" y="9034"/>
                  </a:cubicBezTo>
                  <a:cubicBezTo>
                    <a:pt x="6521" y="9154"/>
                    <a:pt x="6789" y="9214"/>
                    <a:pt x="7054" y="9214"/>
                  </a:cubicBezTo>
                  <a:cubicBezTo>
                    <a:pt x="7488" y="9214"/>
                    <a:pt x="7910" y="9052"/>
                    <a:pt x="8223" y="8719"/>
                  </a:cubicBezTo>
                  <a:lnTo>
                    <a:pt x="9042" y="7900"/>
                  </a:lnTo>
                  <a:cubicBezTo>
                    <a:pt x="9452" y="7522"/>
                    <a:pt x="9452" y="6829"/>
                    <a:pt x="9042" y="6451"/>
                  </a:cubicBezTo>
                  <a:lnTo>
                    <a:pt x="8066" y="5474"/>
                  </a:lnTo>
                  <a:cubicBezTo>
                    <a:pt x="7876" y="5269"/>
                    <a:pt x="7609" y="5167"/>
                    <a:pt x="7341" y="5167"/>
                  </a:cubicBezTo>
                  <a:cubicBezTo>
                    <a:pt x="7073" y="5167"/>
                    <a:pt x="6805" y="5269"/>
                    <a:pt x="6616" y="5474"/>
                  </a:cubicBezTo>
                  <a:lnTo>
                    <a:pt x="6144" y="5947"/>
                  </a:lnTo>
                  <a:cubicBezTo>
                    <a:pt x="6081" y="5994"/>
                    <a:pt x="5994" y="6018"/>
                    <a:pt x="5907" y="6018"/>
                  </a:cubicBezTo>
                  <a:cubicBezTo>
                    <a:pt x="5821" y="6018"/>
                    <a:pt x="5734" y="5994"/>
                    <a:pt x="5671" y="5947"/>
                  </a:cubicBezTo>
                  <a:lnTo>
                    <a:pt x="3434" y="3678"/>
                  </a:lnTo>
                  <a:cubicBezTo>
                    <a:pt x="3308" y="3584"/>
                    <a:pt x="3308" y="3332"/>
                    <a:pt x="3434" y="3206"/>
                  </a:cubicBezTo>
                  <a:lnTo>
                    <a:pt x="3907" y="2733"/>
                  </a:lnTo>
                  <a:cubicBezTo>
                    <a:pt x="4285" y="2355"/>
                    <a:pt x="4285" y="1694"/>
                    <a:pt x="3907" y="1284"/>
                  </a:cubicBezTo>
                  <a:lnTo>
                    <a:pt x="2930" y="307"/>
                  </a:lnTo>
                  <a:cubicBezTo>
                    <a:pt x="2725" y="103"/>
                    <a:pt x="2458" y="0"/>
                    <a:pt x="219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4" name="Google Shape;16104;p84"/>
            <p:cNvSpPr/>
            <p:nvPr/>
          </p:nvSpPr>
          <p:spPr>
            <a:xfrm>
              <a:off x="-34288175" y="1912725"/>
              <a:ext cx="162275" cy="163075"/>
            </a:xfrm>
            <a:custGeom>
              <a:avLst/>
              <a:gdLst/>
              <a:ahLst/>
              <a:cxnLst/>
              <a:rect l="l" t="t" r="r" b="b"/>
              <a:pathLst>
                <a:path w="6491" h="6523" extrusionOk="0">
                  <a:moveTo>
                    <a:pt x="5766" y="726"/>
                  </a:moveTo>
                  <a:lnTo>
                    <a:pt x="5766" y="2458"/>
                  </a:lnTo>
                  <a:lnTo>
                    <a:pt x="5388" y="2049"/>
                  </a:lnTo>
                  <a:cubicBezTo>
                    <a:pt x="5325" y="2002"/>
                    <a:pt x="5238" y="1978"/>
                    <a:pt x="5152" y="1978"/>
                  </a:cubicBezTo>
                  <a:cubicBezTo>
                    <a:pt x="5065" y="1978"/>
                    <a:pt x="4978" y="2002"/>
                    <a:pt x="4915" y="2049"/>
                  </a:cubicBezTo>
                  <a:lnTo>
                    <a:pt x="1985" y="4979"/>
                  </a:lnTo>
                  <a:cubicBezTo>
                    <a:pt x="1922" y="5042"/>
                    <a:pt x="1891" y="5136"/>
                    <a:pt x="1891" y="5199"/>
                  </a:cubicBezTo>
                  <a:cubicBezTo>
                    <a:pt x="1891" y="5294"/>
                    <a:pt x="1922" y="5420"/>
                    <a:pt x="1985" y="5451"/>
                  </a:cubicBezTo>
                  <a:lnTo>
                    <a:pt x="2395" y="5829"/>
                  </a:lnTo>
                  <a:lnTo>
                    <a:pt x="662" y="5829"/>
                  </a:lnTo>
                  <a:lnTo>
                    <a:pt x="662" y="4097"/>
                  </a:lnTo>
                  <a:lnTo>
                    <a:pt x="1040" y="4506"/>
                  </a:lnTo>
                  <a:cubicBezTo>
                    <a:pt x="1103" y="4553"/>
                    <a:pt x="1198" y="4577"/>
                    <a:pt x="1288" y="4577"/>
                  </a:cubicBezTo>
                  <a:cubicBezTo>
                    <a:pt x="1379" y="4577"/>
                    <a:pt x="1466" y="4553"/>
                    <a:pt x="1513" y="4506"/>
                  </a:cubicBezTo>
                  <a:lnTo>
                    <a:pt x="4443" y="1576"/>
                  </a:lnTo>
                  <a:cubicBezTo>
                    <a:pt x="4506" y="1513"/>
                    <a:pt x="4569" y="1419"/>
                    <a:pt x="4569" y="1356"/>
                  </a:cubicBezTo>
                  <a:cubicBezTo>
                    <a:pt x="4569" y="1261"/>
                    <a:pt x="4537" y="1135"/>
                    <a:pt x="4443" y="1104"/>
                  </a:cubicBezTo>
                  <a:lnTo>
                    <a:pt x="4033" y="726"/>
                  </a:lnTo>
                  <a:close/>
                  <a:moveTo>
                    <a:pt x="3214" y="1"/>
                  </a:moveTo>
                  <a:cubicBezTo>
                    <a:pt x="3057" y="1"/>
                    <a:pt x="2931" y="96"/>
                    <a:pt x="2899" y="222"/>
                  </a:cubicBezTo>
                  <a:cubicBezTo>
                    <a:pt x="2868" y="316"/>
                    <a:pt x="2868" y="474"/>
                    <a:pt x="2994" y="568"/>
                  </a:cubicBezTo>
                  <a:lnTo>
                    <a:pt x="3687" y="1261"/>
                  </a:lnTo>
                  <a:lnTo>
                    <a:pt x="1261" y="3719"/>
                  </a:lnTo>
                  <a:lnTo>
                    <a:pt x="536" y="2994"/>
                  </a:lnTo>
                  <a:cubicBezTo>
                    <a:pt x="490" y="2948"/>
                    <a:pt x="393" y="2919"/>
                    <a:pt x="295" y="2919"/>
                  </a:cubicBezTo>
                  <a:cubicBezTo>
                    <a:pt x="259" y="2919"/>
                    <a:pt x="223" y="2922"/>
                    <a:pt x="190" y="2931"/>
                  </a:cubicBezTo>
                  <a:cubicBezTo>
                    <a:pt x="64" y="2962"/>
                    <a:pt x="1" y="3120"/>
                    <a:pt x="1" y="3246"/>
                  </a:cubicBezTo>
                  <a:lnTo>
                    <a:pt x="1" y="6144"/>
                  </a:lnTo>
                  <a:cubicBezTo>
                    <a:pt x="1" y="6365"/>
                    <a:pt x="158" y="6522"/>
                    <a:pt x="347" y="6522"/>
                  </a:cubicBezTo>
                  <a:lnTo>
                    <a:pt x="3246" y="6522"/>
                  </a:lnTo>
                  <a:cubicBezTo>
                    <a:pt x="3403" y="6522"/>
                    <a:pt x="3529" y="6428"/>
                    <a:pt x="3561" y="6302"/>
                  </a:cubicBezTo>
                  <a:cubicBezTo>
                    <a:pt x="3624" y="6207"/>
                    <a:pt x="3624" y="6050"/>
                    <a:pt x="3498" y="5955"/>
                  </a:cubicBezTo>
                  <a:lnTo>
                    <a:pt x="2773" y="5262"/>
                  </a:lnTo>
                  <a:lnTo>
                    <a:pt x="5230" y="2805"/>
                  </a:lnTo>
                  <a:lnTo>
                    <a:pt x="5924" y="3530"/>
                  </a:lnTo>
                  <a:cubicBezTo>
                    <a:pt x="5993" y="3576"/>
                    <a:pt x="6096" y="3605"/>
                    <a:pt x="6195" y="3605"/>
                  </a:cubicBezTo>
                  <a:cubicBezTo>
                    <a:pt x="6232" y="3605"/>
                    <a:pt x="6268" y="3601"/>
                    <a:pt x="6302" y="3593"/>
                  </a:cubicBezTo>
                  <a:cubicBezTo>
                    <a:pt x="6396" y="3561"/>
                    <a:pt x="6491" y="3404"/>
                    <a:pt x="6491" y="3277"/>
                  </a:cubicBezTo>
                  <a:lnTo>
                    <a:pt x="6491" y="379"/>
                  </a:lnTo>
                  <a:cubicBezTo>
                    <a:pt x="6459" y="159"/>
                    <a:pt x="6333" y="1"/>
                    <a:pt x="61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05" name="Google Shape;16105;p84"/>
          <p:cNvGrpSpPr/>
          <p:nvPr/>
        </p:nvGrpSpPr>
        <p:grpSpPr>
          <a:xfrm>
            <a:off x="3509376" y="2657458"/>
            <a:ext cx="480347" cy="473997"/>
            <a:chOff x="-34418125" y="2271100"/>
            <a:chExt cx="296950" cy="293025"/>
          </a:xfrm>
        </p:grpSpPr>
        <p:sp>
          <p:nvSpPr>
            <p:cNvPr id="16106" name="Google Shape;16106;p84"/>
            <p:cNvSpPr/>
            <p:nvPr/>
          </p:nvSpPr>
          <p:spPr>
            <a:xfrm>
              <a:off x="-34418125" y="2271100"/>
              <a:ext cx="296950" cy="293025"/>
            </a:xfrm>
            <a:custGeom>
              <a:avLst/>
              <a:gdLst/>
              <a:ahLst/>
              <a:cxnLst/>
              <a:rect l="l" t="t" r="r" b="b"/>
              <a:pathLst>
                <a:path w="11878" h="11721" extrusionOk="0">
                  <a:moveTo>
                    <a:pt x="6207" y="1229"/>
                  </a:moveTo>
                  <a:lnTo>
                    <a:pt x="7089" y="2080"/>
                  </a:lnTo>
                  <a:lnTo>
                    <a:pt x="6207" y="2080"/>
                  </a:lnTo>
                  <a:lnTo>
                    <a:pt x="6207" y="1229"/>
                  </a:lnTo>
                  <a:close/>
                  <a:moveTo>
                    <a:pt x="7561" y="9074"/>
                  </a:moveTo>
                  <a:lnTo>
                    <a:pt x="7561" y="10366"/>
                  </a:lnTo>
                  <a:lnTo>
                    <a:pt x="6238" y="10366"/>
                  </a:lnTo>
                  <a:lnTo>
                    <a:pt x="7561" y="9074"/>
                  </a:lnTo>
                  <a:close/>
                  <a:moveTo>
                    <a:pt x="5514" y="725"/>
                  </a:moveTo>
                  <a:lnTo>
                    <a:pt x="5514" y="2427"/>
                  </a:lnTo>
                  <a:cubicBezTo>
                    <a:pt x="5514" y="2616"/>
                    <a:pt x="5671" y="2773"/>
                    <a:pt x="5860" y="2773"/>
                  </a:cubicBezTo>
                  <a:lnTo>
                    <a:pt x="7561" y="2773"/>
                  </a:lnTo>
                  <a:lnTo>
                    <a:pt x="7561" y="4222"/>
                  </a:lnTo>
                  <a:cubicBezTo>
                    <a:pt x="6837" y="4947"/>
                    <a:pt x="6742" y="5924"/>
                    <a:pt x="6994" y="6711"/>
                  </a:cubicBezTo>
                  <a:lnTo>
                    <a:pt x="4726" y="8980"/>
                  </a:lnTo>
                  <a:lnTo>
                    <a:pt x="1670" y="8980"/>
                  </a:lnTo>
                  <a:cubicBezTo>
                    <a:pt x="1481" y="8980"/>
                    <a:pt x="1323" y="9137"/>
                    <a:pt x="1323" y="9358"/>
                  </a:cubicBezTo>
                  <a:cubicBezTo>
                    <a:pt x="1323" y="9547"/>
                    <a:pt x="1481" y="9704"/>
                    <a:pt x="1670" y="9704"/>
                  </a:cubicBezTo>
                  <a:lnTo>
                    <a:pt x="4033" y="9704"/>
                  </a:lnTo>
                  <a:lnTo>
                    <a:pt x="3718" y="10019"/>
                  </a:lnTo>
                  <a:cubicBezTo>
                    <a:pt x="3623" y="10145"/>
                    <a:pt x="3529" y="10240"/>
                    <a:pt x="3497" y="10397"/>
                  </a:cubicBezTo>
                  <a:lnTo>
                    <a:pt x="662" y="10397"/>
                  </a:lnTo>
                  <a:lnTo>
                    <a:pt x="662" y="725"/>
                  </a:lnTo>
                  <a:close/>
                  <a:moveTo>
                    <a:pt x="9295" y="4211"/>
                  </a:moveTo>
                  <a:cubicBezTo>
                    <a:pt x="9367" y="4211"/>
                    <a:pt x="9441" y="4215"/>
                    <a:pt x="9515" y="4222"/>
                  </a:cubicBezTo>
                  <a:lnTo>
                    <a:pt x="9042" y="4695"/>
                  </a:lnTo>
                  <a:cubicBezTo>
                    <a:pt x="8664" y="5073"/>
                    <a:pt x="8664" y="5766"/>
                    <a:pt x="9042" y="6144"/>
                  </a:cubicBezTo>
                  <a:cubicBezTo>
                    <a:pt x="9247" y="6349"/>
                    <a:pt x="9515" y="6451"/>
                    <a:pt x="9779" y="6451"/>
                  </a:cubicBezTo>
                  <a:cubicBezTo>
                    <a:pt x="10042" y="6451"/>
                    <a:pt x="10302" y="6349"/>
                    <a:pt x="10491" y="6144"/>
                  </a:cubicBezTo>
                  <a:lnTo>
                    <a:pt x="10964" y="5672"/>
                  </a:lnTo>
                  <a:lnTo>
                    <a:pt x="10964" y="5672"/>
                  </a:lnTo>
                  <a:cubicBezTo>
                    <a:pt x="11058" y="6239"/>
                    <a:pt x="10869" y="6743"/>
                    <a:pt x="10491" y="7089"/>
                  </a:cubicBezTo>
                  <a:cubicBezTo>
                    <a:pt x="10183" y="7418"/>
                    <a:pt x="9741" y="7626"/>
                    <a:pt x="9278" y="7626"/>
                  </a:cubicBezTo>
                  <a:cubicBezTo>
                    <a:pt x="9031" y="7626"/>
                    <a:pt x="8779" y="7567"/>
                    <a:pt x="8538" y="7436"/>
                  </a:cubicBezTo>
                  <a:cubicBezTo>
                    <a:pt x="8496" y="7415"/>
                    <a:pt x="8451" y="7404"/>
                    <a:pt x="8404" y="7404"/>
                  </a:cubicBezTo>
                  <a:cubicBezTo>
                    <a:pt x="8311" y="7404"/>
                    <a:pt x="8213" y="7446"/>
                    <a:pt x="8129" y="7530"/>
                  </a:cubicBezTo>
                  <a:lnTo>
                    <a:pt x="4726" y="10964"/>
                  </a:lnTo>
                  <a:cubicBezTo>
                    <a:pt x="4663" y="11012"/>
                    <a:pt x="4568" y="11035"/>
                    <a:pt x="4478" y="11035"/>
                  </a:cubicBezTo>
                  <a:cubicBezTo>
                    <a:pt x="4387" y="11035"/>
                    <a:pt x="4301" y="11012"/>
                    <a:pt x="4253" y="10964"/>
                  </a:cubicBezTo>
                  <a:cubicBezTo>
                    <a:pt x="4127" y="10838"/>
                    <a:pt x="4127" y="10586"/>
                    <a:pt x="4253" y="10492"/>
                  </a:cubicBezTo>
                  <a:lnTo>
                    <a:pt x="7656" y="7058"/>
                  </a:lnTo>
                  <a:cubicBezTo>
                    <a:pt x="7782" y="6932"/>
                    <a:pt x="7782" y="6774"/>
                    <a:pt x="7750" y="6648"/>
                  </a:cubicBezTo>
                  <a:cubicBezTo>
                    <a:pt x="7467" y="6113"/>
                    <a:pt x="7498" y="5356"/>
                    <a:pt x="7971" y="4821"/>
                  </a:cubicBezTo>
                  <a:cubicBezTo>
                    <a:pt x="8330" y="4407"/>
                    <a:pt x="8785" y="4211"/>
                    <a:pt x="9295" y="4211"/>
                  </a:cubicBezTo>
                  <a:close/>
                  <a:moveTo>
                    <a:pt x="378" y="1"/>
                  </a:moveTo>
                  <a:cubicBezTo>
                    <a:pt x="189" y="1"/>
                    <a:pt x="32" y="158"/>
                    <a:pt x="32" y="347"/>
                  </a:cubicBezTo>
                  <a:lnTo>
                    <a:pt x="32" y="10681"/>
                  </a:lnTo>
                  <a:cubicBezTo>
                    <a:pt x="0" y="10870"/>
                    <a:pt x="158" y="11027"/>
                    <a:pt x="347" y="11027"/>
                  </a:cubicBezTo>
                  <a:lnTo>
                    <a:pt x="3529" y="11027"/>
                  </a:lnTo>
                  <a:cubicBezTo>
                    <a:pt x="3560" y="11185"/>
                    <a:pt x="3655" y="11311"/>
                    <a:pt x="3781" y="11437"/>
                  </a:cubicBezTo>
                  <a:cubicBezTo>
                    <a:pt x="3970" y="11626"/>
                    <a:pt x="4230" y="11720"/>
                    <a:pt x="4494" y="11720"/>
                  </a:cubicBezTo>
                  <a:cubicBezTo>
                    <a:pt x="4758" y="11720"/>
                    <a:pt x="5025" y="11626"/>
                    <a:pt x="5230" y="11437"/>
                  </a:cubicBezTo>
                  <a:lnTo>
                    <a:pt x="5608" y="11027"/>
                  </a:lnTo>
                  <a:lnTo>
                    <a:pt x="7940" y="11027"/>
                  </a:lnTo>
                  <a:cubicBezTo>
                    <a:pt x="8129" y="11027"/>
                    <a:pt x="8286" y="10870"/>
                    <a:pt x="8286" y="10681"/>
                  </a:cubicBezTo>
                  <a:lnTo>
                    <a:pt x="8286" y="8349"/>
                  </a:lnTo>
                  <a:lnTo>
                    <a:pt x="8538" y="8129"/>
                  </a:lnTo>
                  <a:cubicBezTo>
                    <a:pt x="8792" y="8220"/>
                    <a:pt x="9065" y="8269"/>
                    <a:pt x="9344" y="8269"/>
                  </a:cubicBezTo>
                  <a:cubicBezTo>
                    <a:pt x="9929" y="8269"/>
                    <a:pt x="10536" y="8053"/>
                    <a:pt x="11027" y="7562"/>
                  </a:cubicBezTo>
                  <a:cubicBezTo>
                    <a:pt x="11752" y="6806"/>
                    <a:pt x="11878" y="5735"/>
                    <a:pt x="11500" y="4852"/>
                  </a:cubicBezTo>
                  <a:cubicBezTo>
                    <a:pt x="11437" y="4726"/>
                    <a:pt x="11342" y="4695"/>
                    <a:pt x="11248" y="4663"/>
                  </a:cubicBezTo>
                  <a:cubicBezTo>
                    <a:pt x="11122" y="4663"/>
                    <a:pt x="11027" y="4663"/>
                    <a:pt x="10932" y="4726"/>
                  </a:cubicBezTo>
                  <a:lnTo>
                    <a:pt x="10082" y="5609"/>
                  </a:lnTo>
                  <a:cubicBezTo>
                    <a:pt x="10019" y="5656"/>
                    <a:pt x="9924" y="5679"/>
                    <a:pt x="9834" y="5679"/>
                  </a:cubicBezTo>
                  <a:cubicBezTo>
                    <a:pt x="9743" y="5679"/>
                    <a:pt x="9657" y="5656"/>
                    <a:pt x="9609" y="5609"/>
                  </a:cubicBezTo>
                  <a:cubicBezTo>
                    <a:pt x="9483" y="5483"/>
                    <a:pt x="9483" y="5230"/>
                    <a:pt x="9609" y="5136"/>
                  </a:cubicBezTo>
                  <a:lnTo>
                    <a:pt x="10460" y="4254"/>
                  </a:lnTo>
                  <a:cubicBezTo>
                    <a:pt x="10554" y="4191"/>
                    <a:pt x="10586" y="4065"/>
                    <a:pt x="10554" y="3939"/>
                  </a:cubicBezTo>
                  <a:cubicBezTo>
                    <a:pt x="10554" y="3813"/>
                    <a:pt x="10460" y="3750"/>
                    <a:pt x="10334" y="3718"/>
                  </a:cubicBezTo>
                  <a:cubicBezTo>
                    <a:pt x="10003" y="3561"/>
                    <a:pt x="9649" y="3482"/>
                    <a:pt x="9298" y="3482"/>
                  </a:cubicBezTo>
                  <a:cubicBezTo>
                    <a:pt x="8948" y="3482"/>
                    <a:pt x="8601" y="3561"/>
                    <a:pt x="8286" y="3718"/>
                  </a:cubicBezTo>
                  <a:lnTo>
                    <a:pt x="8286" y="2395"/>
                  </a:lnTo>
                  <a:cubicBezTo>
                    <a:pt x="8286" y="2332"/>
                    <a:pt x="8255" y="2206"/>
                    <a:pt x="8192" y="2175"/>
                  </a:cubicBezTo>
                  <a:lnTo>
                    <a:pt x="6144" y="127"/>
                  </a:lnTo>
                  <a:cubicBezTo>
                    <a:pt x="6049" y="64"/>
                    <a:pt x="5986" y="1"/>
                    <a:pt x="58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7" name="Google Shape;16107;p84"/>
            <p:cNvSpPr/>
            <p:nvPr/>
          </p:nvSpPr>
          <p:spPr>
            <a:xfrm>
              <a:off x="-34331500" y="23057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8" name="Google Shape;16108;p84"/>
            <p:cNvSpPr/>
            <p:nvPr/>
          </p:nvSpPr>
          <p:spPr>
            <a:xfrm>
              <a:off x="-34331500" y="2341200"/>
              <a:ext cx="17350" cy="69350"/>
            </a:xfrm>
            <a:custGeom>
              <a:avLst/>
              <a:gdLst/>
              <a:ahLst/>
              <a:cxnLst/>
              <a:rect l="l" t="t" r="r" b="b"/>
              <a:pathLst>
                <a:path w="694" h="2774" extrusionOk="0">
                  <a:moveTo>
                    <a:pt x="347" y="1"/>
                  </a:moveTo>
                  <a:cubicBezTo>
                    <a:pt x="158" y="1"/>
                    <a:pt x="1" y="158"/>
                    <a:pt x="1" y="347"/>
                  </a:cubicBezTo>
                  <a:lnTo>
                    <a:pt x="1" y="2395"/>
                  </a:lnTo>
                  <a:cubicBezTo>
                    <a:pt x="1" y="2584"/>
                    <a:pt x="158" y="2773"/>
                    <a:pt x="347" y="2773"/>
                  </a:cubicBezTo>
                  <a:cubicBezTo>
                    <a:pt x="536" y="2773"/>
                    <a:pt x="694" y="2584"/>
                    <a:pt x="694" y="2395"/>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9" name="Google Shape;16109;p84"/>
            <p:cNvSpPr/>
            <p:nvPr/>
          </p:nvSpPr>
          <p:spPr>
            <a:xfrm>
              <a:off x="-34384275" y="2427050"/>
              <a:ext cx="121325" cy="17350"/>
            </a:xfrm>
            <a:custGeom>
              <a:avLst/>
              <a:gdLst/>
              <a:ahLst/>
              <a:cxnLst/>
              <a:rect l="l" t="t" r="r" b="b"/>
              <a:pathLst>
                <a:path w="4853" h="694" extrusionOk="0">
                  <a:moveTo>
                    <a:pt x="379" y="1"/>
                  </a:moveTo>
                  <a:cubicBezTo>
                    <a:pt x="158" y="1"/>
                    <a:pt x="1" y="158"/>
                    <a:pt x="1" y="347"/>
                  </a:cubicBezTo>
                  <a:cubicBezTo>
                    <a:pt x="1" y="536"/>
                    <a:pt x="158" y="694"/>
                    <a:pt x="379" y="694"/>
                  </a:cubicBezTo>
                  <a:lnTo>
                    <a:pt x="4506" y="694"/>
                  </a:lnTo>
                  <a:cubicBezTo>
                    <a:pt x="4695" y="694"/>
                    <a:pt x="4853" y="536"/>
                    <a:pt x="4853" y="347"/>
                  </a:cubicBezTo>
                  <a:cubicBezTo>
                    <a:pt x="4853" y="158"/>
                    <a:pt x="4695" y="1"/>
                    <a:pt x="45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0" name="Google Shape;16110;p84"/>
            <p:cNvSpPr/>
            <p:nvPr/>
          </p:nvSpPr>
          <p:spPr>
            <a:xfrm>
              <a:off x="-34384275" y="2460125"/>
              <a:ext cx="88250" cy="18150"/>
            </a:xfrm>
            <a:custGeom>
              <a:avLst/>
              <a:gdLst/>
              <a:ahLst/>
              <a:cxnLst/>
              <a:rect l="l" t="t" r="r" b="b"/>
              <a:pathLst>
                <a:path w="3530" h="726" extrusionOk="0">
                  <a:moveTo>
                    <a:pt x="379" y="1"/>
                  </a:moveTo>
                  <a:cubicBezTo>
                    <a:pt x="158" y="1"/>
                    <a:pt x="1" y="158"/>
                    <a:pt x="1" y="379"/>
                  </a:cubicBezTo>
                  <a:cubicBezTo>
                    <a:pt x="1" y="599"/>
                    <a:pt x="158" y="725"/>
                    <a:pt x="379" y="725"/>
                  </a:cubicBezTo>
                  <a:lnTo>
                    <a:pt x="3151" y="725"/>
                  </a:lnTo>
                  <a:cubicBezTo>
                    <a:pt x="3372" y="725"/>
                    <a:pt x="3530" y="568"/>
                    <a:pt x="3530" y="379"/>
                  </a:cubicBezTo>
                  <a:cubicBezTo>
                    <a:pt x="3530" y="158"/>
                    <a:pt x="3372"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11" name="Google Shape;16111;p84"/>
          <p:cNvGrpSpPr/>
          <p:nvPr/>
        </p:nvGrpSpPr>
        <p:grpSpPr>
          <a:xfrm>
            <a:off x="3510650" y="3265493"/>
            <a:ext cx="477799" cy="471449"/>
            <a:chOff x="-34421275" y="2631050"/>
            <a:chExt cx="295375" cy="291450"/>
          </a:xfrm>
        </p:grpSpPr>
        <p:sp>
          <p:nvSpPr>
            <p:cNvPr id="16112" name="Google Shape;16112;p84"/>
            <p:cNvSpPr/>
            <p:nvPr/>
          </p:nvSpPr>
          <p:spPr>
            <a:xfrm>
              <a:off x="-34421275" y="2639125"/>
              <a:ext cx="288275" cy="283375"/>
            </a:xfrm>
            <a:custGeom>
              <a:avLst/>
              <a:gdLst/>
              <a:ahLst/>
              <a:cxnLst/>
              <a:rect l="l" t="t" r="r" b="b"/>
              <a:pathLst>
                <a:path w="11531" h="11335" extrusionOk="0">
                  <a:moveTo>
                    <a:pt x="5592" y="717"/>
                  </a:moveTo>
                  <a:cubicBezTo>
                    <a:pt x="5679" y="717"/>
                    <a:pt x="5766" y="749"/>
                    <a:pt x="5829" y="812"/>
                  </a:cubicBezTo>
                  <a:lnTo>
                    <a:pt x="10680" y="5663"/>
                  </a:lnTo>
                  <a:cubicBezTo>
                    <a:pt x="10775" y="5758"/>
                    <a:pt x="10775" y="6010"/>
                    <a:pt x="10680" y="6136"/>
                  </a:cubicBezTo>
                  <a:cubicBezTo>
                    <a:pt x="10617" y="6183"/>
                    <a:pt x="10523" y="6207"/>
                    <a:pt x="10432" y="6207"/>
                  </a:cubicBezTo>
                  <a:cubicBezTo>
                    <a:pt x="10342" y="6207"/>
                    <a:pt x="10255" y="6183"/>
                    <a:pt x="10208" y="6136"/>
                  </a:cubicBezTo>
                  <a:lnTo>
                    <a:pt x="5356" y="1284"/>
                  </a:lnTo>
                  <a:cubicBezTo>
                    <a:pt x="5230" y="1158"/>
                    <a:pt x="5230" y="938"/>
                    <a:pt x="5356" y="812"/>
                  </a:cubicBezTo>
                  <a:cubicBezTo>
                    <a:pt x="5419" y="749"/>
                    <a:pt x="5506" y="717"/>
                    <a:pt x="5592" y="717"/>
                  </a:cubicBezTo>
                  <a:close/>
                  <a:moveTo>
                    <a:pt x="8444" y="7239"/>
                  </a:moveTo>
                  <a:lnTo>
                    <a:pt x="8538" y="7396"/>
                  </a:lnTo>
                  <a:cubicBezTo>
                    <a:pt x="8696" y="7554"/>
                    <a:pt x="8664" y="7806"/>
                    <a:pt x="8475" y="7932"/>
                  </a:cubicBezTo>
                  <a:lnTo>
                    <a:pt x="5923" y="9223"/>
                  </a:lnTo>
                  <a:cubicBezTo>
                    <a:pt x="5873" y="9261"/>
                    <a:pt x="5819" y="9278"/>
                    <a:pt x="5763" y="9278"/>
                  </a:cubicBezTo>
                  <a:cubicBezTo>
                    <a:pt x="5678" y="9278"/>
                    <a:pt x="5590" y="9237"/>
                    <a:pt x="5514" y="9160"/>
                  </a:cubicBezTo>
                  <a:lnTo>
                    <a:pt x="5230" y="8877"/>
                  </a:lnTo>
                  <a:cubicBezTo>
                    <a:pt x="6301" y="8089"/>
                    <a:pt x="7341" y="7617"/>
                    <a:pt x="8444" y="7239"/>
                  </a:cubicBezTo>
                  <a:close/>
                  <a:moveTo>
                    <a:pt x="5230" y="2198"/>
                  </a:moveTo>
                  <a:lnTo>
                    <a:pt x="9294" y="6230"/>
                  </a:lnTo>
                  <a:cubicBezTo>
                    <a:pt x="7908" y="6703"/>
                    <a:pt x="5797" y="7270"/>
                    <a:pt x="3560" y="9381"/>
                  </a:cubicBezTo>
                  <a:lnTo>
                    <a:pt x="2080" y="7932"/>
                  </a:lnTo>
                  <a:cubicBezTo>
                    <a:pt x="3340" y="6608"/>
                    <a:pt x="4285" y="5033"/>
                    <a:pt x="4852" y="3395"/>
                  </a:cubicBezTo>
                  <a:lnTo>
                    <a:pt x="5230" y="2198"/>
                  </a:lnTo>
                  <a:close/>
                  <a:moveTo>
                    <a:pt x="1138" y="8089"/>
                  </a:moveTo>
                  <a:cubicBezTo>
                    <a:pt x="1229" y="8089"/>
                    <a:pt x="1323" y="8121"/>
                    <a:pt x="1386" y="8184"/>
                  </a:cubicBezTo>
                  <a:lnTo>
                    <a:pt x="3308" y="10105"/>
                  </a:lnTo>
                  <a:cubicBezTo>
                    <a:pt x="3434" y="10231"/>
                    <a:pt x="3434" y="10452"/>
                    <a:pt x="3308" y="10578"/>
                  </a:cubicBezTo>
                  <a:cubicBezTo>
                    <a:pt x="3245" y="10641"/>
                    <a:pt x="3159" y="10673"/>
                    <a:pt x="3072" y="10673"/>
                  </a:cubicBezTo>
                  <a:cubicBezTo>
                    <a:pt x="2985" y="10673"/>
                    <a:pt x="2899" y="10641"/>
                    <a:pt x="2836" y="10578"/>
                  </a:cubicBezTo>
                  <a:lnTo>
                    <a:pt x="914" y="8656"/>
                  </a:lnTo>
                  <a:cubicBezTo>
                    <a:pt x="788" y="8530"/>
                    <a:pt x="788" y="8278"/>
                    <a:pt x="914" y="8184"/>
                  </a:cubicBezTo>
                  <a:cubicBezTo>
                    <a:pt x="961" y="8121"/>
                    <a:pt x="1048" y="8089"/>
                    <a:pt x="1138" y="8089"/>
                  </a:cubicBezTo>
                  <a:close/>
                  <a:moveTo>
                    <a:pt x="5565" y="0"/>
                  </a:moveTo>
                  <a:cubicBezTo>
                    <a:pt x="5301" y="0"/>
                    <a:pt x="5041" y="103"/>
                    <a:pt x="4852" y="307"/>
                  </a:cubicBezTo>
                  <a:cubicBezTo>
                    <a:pt x="4474" y="654"/>
                    <a:pt x="4442" y="1158"/>
                    <a:pt x="4694" y="1568"/>
                  </a:cubicBezTo>
                  <a:lnTo>
                    <a:pt x="4159" y="3143"/>
                  </a:lnTo>
                  <a:cubicBezTo>
                    <a:pt x="3655" y="4655"/>
                    <a:pt x="2710" y="6199"/>
                    <a:pt x="1575" y="7428"/>
                  </a:cubicBezTo>
                  <a:cubicBezTo>
                    <a:pt x="1422" y="7357"/>
                    <a:pt x="1259" y="7321"/>
                    <a:pt x="1100" y="7321"/>
                  </a:cubicBezTo>
                  <a:cubicBezTo>
                    <a:pt x="834" y="7321"/>
                    <a:pt x="575" y="7420"/>
                    <a:pt x="378" y="7617"/>
                  </a:cubicBezTo>
                  <a:cubicBezTo>
                    <a:pt x="0" y="8026"/>
                    <a:pt x="0" y="8688"/>
                    <a:pt x="378" y="9066"/>
                  </a:cubicBezTo>
                  <a:lnTo>
                    <a:pt x="2363" y="11051"/>
                  </a:lnTo>
                  <a:cubicBezTo>
                    <a:pt x="2552" y="11240"/>
                    <a:pt x="2820" y="11334"/>
                    <a:pt x="3088" y="11334"/>
                  </a:cubicBezTo>
                  <a:cubicBezTo>
                    <a:pt x="3356" y="11334"/>
                    <a:pt x="3623" y="11240"/>
                    <a:pt x="3812" y="11051"/>
                  </a:cubicBezTo>
                  <a:cubicBezTo>
                    <a:pt x="4127" y="10736"/>
                    <a:pt x="4222" y="10263"/>
                    <a:pt x="4001" y="9853"/>
                  </a:cubicBezTo>
                  <a:cubicBezTo>
                    <a:pt x="4222" y="9664"/>
                    <a:pt x="4442" y="9475"/>
                    <a:pt x="4694" y="9286"/>
                  </a:cubicBezTo>
                  <a:lnTo>
                    <a:pt x="5041" y="9633"/>
                  </a:lnTo>
                  <a:cubicBezTo>
                    <a:pt x="5238" y="9830"/>
                    <a:pt x="5496" y="9928"/>
                    <a:pt x="5755" y="9928"/>
                  </a:cubicBezTo>
                  <a:cubicBezTo>
                    <a:pt x="5910" y="9928"/>
                    <a:pt x="6065" y="9893"/>
                    <a:pt x="6207" y="9822"/>
                  </a:cubicBezTo>
                  <a:lnTo>
                    <a:pt x="8790" y="8530"/>
                  </a:lnTo>
                  <a:cubicBezTo>
                    <a:pt x="9357" y="8215"/>
                    <a:pt x="9515" y="7459"/>
                    <a:pt x="9137" y="6986"/>
                  </a:cubicBezTo>
                  <a:lnTo>
                    <a:pt x="9893" y="6766"/>
                  </a:lnTo>
                  <a:cubicBezTo>
                    <a:pt x="10050" y="6858"/>
                    <a:pt x="10229" y="6906"/>
                    <a:pt x="10412" y="6906"/>
                  </a:cubicBezTo>
                  <a:cubicBezTo>
                    <a:pt x="10668" y="6906"/>
                    <a:pt x="10932" y="6811"/>
                    <a:pt x="11153" y="6608"/>
                  </a:cubicBezTo>
                  <a:cubicBezTo>
                    <a:pt x="11531" y="6199"/>
                    <a:pt x="11531" y="5537"/>
                    <a:pt x="11153" y="5128"/>
                  </a:cubicBezTo>
                  <a:lnTo>
                    <a:pt x="6301" y="307"/>
                  </a:lnTo>
                  <a:cubicBezTo>
                    <a:pt x="6096" y="103"/>
                    <a:pt x="5829" y="0"/>
                    <a:pt x="55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3" name="Google Shape;16113;p84"/>
            <p:cNvSpPr/>
            <p:nvPr/>
          </p:nvSpPr>
          <p:spPr>
            <a:xfrm>
              <a:off x="-34181850" y="2644625"/>
              <a:ext cx="41775" cy="41575"/>
            </a:xfrm>
            <a:custGeom>
              <a:avLst/>
              <a:gdLst/>
              <a:ahLst/>
              <a:cxnLst/>
              <a:rect l="l" t="t" r="r" b="b"/>
              <a:pathLst>
                <a:path w="1671" h="1663" extrusionOk="0">
                  <a:moveTo>
                    <a:pt x="1328" y="1"/>
                  </a:moveTo>
                  <a:cubicBezTo>
                    <a:pt x="1237" y="1"/>
                    <a:pt x="1151" y="40"/>
                    <a:pt x="1103" y="119"/>
                  </a:cubicBezTo>
                  <a:lnTo>
                    <a:pt x="95" y="1096"/>
                  </a:lnTo>
                  <a:cubicBezTo>
                    <a:pt x="1" y="1222"/>
                    <a:pt x="1" y="1442"/>
                    <a:pt x="95" y="1568"/>
                  </a:cubicBezTo>
                  <a:cubicBezTo>
                    <a:pt x="158" y="1631"/>
                    <a:pt x="253" y="1663"/>
                    <a:pt x="343" y="1663"/>
                  </a:cubicBezTo>
                  <a:cubicBezTo>
                    <a:pt x="434" y="1663"/>
                    <a:pt x="521" y="1631"/>
                    <a:pt x="568" y="1568"/>
                  </a:cubicBezTo>
                  <a:lnTo>
                    <a:pt x="1576" y="592"/>
                  </a:lnTo>
                  <a:cubicBezTo>
                    <a:pt x="1671" y="466"/>
                    <a:pt x="1671" y="213"/>
                    <a:pt x="1576" y="119"/>
                  </a:cubicBezTo>
                  <a:cubicBezTo>
                    <a:pt x="1513" y="40"/>
                    <a:pt x="1418" y="1"/>
                    <a:pt x="13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4" name="Google Shape;16114;p84"/>
            <p:cNvSpPr/>
            <p:nvPr/>
          </p:nvSpPr>
          <p:spPr>
            <a:xfrm>
              <a:off x="-34217275" y="2631050"/>
              <a:ext cx="17350" cy="41775"/>
            </a:xfrm>
            <a:custGeom>
              <a:avLst/>
              <a:gdLst/>
              <a:ahLst/>
              <a:cxnLst/>
              <a:rect l="l" t="t" r="r" b="b"/>
              <a:pathLst>
                <a:path w="694" h="1671" extrusionOk="0">
                  <a:moveTo>
                    <a:pt x="347" y="0"/>
                  </a:moveTo>
                  <a:cubicBezTo>
                    <a:pt x="158" y="0"/>
                    <a:pt x="0" y="158"/>
                    <a:pt x="0" y="347"/>
                  </a:cubicBezTo>
                  <a:lnTo>
                    <a:pt x="0" y="1324"/>
                  </a:lnTo>
                  <a:cubicBezTo>
                    <a:pt x="0" y="1513"/>
                    <a:pt x="158" y="1670"/>
                    <a:pt x="347" y="1670"/>
                  </a:cubicBezTo>
                  <a:cubicBezTo>
                    <a:pt x="536" y="1670"/>
                    <a:pt x="693" y="1513"/>
                    <a:pt x="693" y="1324"/>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5" name="Google Shape;16115;p84"/>
            <p:cNvSpPr/>
            <p:nvPr/>
          </p:nvSpPr>
          <p:spPr>
            <a:xfrm>
              <a:off x="-34168450" y="2704300"/>
              <a:ext cx="42550" cy="18125"/>
            </a:xfrm>
            <a:custGeom>
              <a:avLst/>
              <a:gdLst/>
              <a:ahLst/>
              <a:cxnLst/>
              <a:rect l="l" t="t" r="r" b="b"/>
              <a:pathLst>
                <a:path w="1702" h="725" extrusionOk="0">
                  <a:moveTo>
                    <a:pt x="347" y="0"/>
                  </a:moveTo>
                  <a:cubicBezTo>
                    <a:pt x="158" y="0"/>
                    <a:pt x="0" y="158"/>
                    <a:pt x="0" y="378"/>
                  </a:cubicBezTo>
                  <a:cubicBezTo>
                    <a:pt x="0" y="567"/>
                    <a:pt x="158" y="725"/>
                    <a:pt x="347" y="725"/>
                  </a:cubicBezTo>
                  <a:lnTo>
                    <a:pt x="1355" y="725"/>
                  </a:lnTo>
                  <a:cubicBezTo>
                    <a:pt x="1544" y="725"/>
                    <a:pt x="1702" y="567"/>
                    <a:pt x="1702" y="378"/>
                  </a:cubicBezTo>
                  <a:cubicBezTo>
                    <a:pt x="1670" y="158"/>
                    <a:pt x="1544" y="0"/>
                    <a:pt x="13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116" name="Google Shape;16116;p84"/>
          <p:cNvSpPr/>
          <p:nvPr/>
        </p:nvSpPr>
        <p:spPr>
          <a:xfrm>
            <a:off x="1732206" y="3886734"/>
            <a:ext cx="471449" cy="472703"/>
          </a:xfrm>
          <a:custGeom>
            <a:avLst/>
            <a:gdLst/>
            <a:ahLst/>
            <a:cxnLst/>
            <a:rect l="l" t="t" r="r" b="b"/>
            <a:pathLst>
              <a:path w="11658" h="11689" extrusionOk="0">
                <a:moveTo>
                  <a:pt x="2868" y="8538"/>
                </a:moveTo>
                <a:cubicBezTo>
                  <a:pt x="3025" y="8948"/>
                  <a:pt x="3340" y="9263"/>
                  <a:pt x="3781" y="9452"/>
                </a:cubicBezTo>
                <a:cubicBezTo>
                  <a:pt x="3403" y="9389"/>
                  <a:pt x="2364" y="9231"/>
                  <a:pt x="2080" y="8916"/>
                </a:cubicBezTo>
                <a:cubicBezTo>
                  <a:pt x="2143" y="8885"/>
                  <a:pt x="2332" y="8727"/>
                  <a:pt x="2868" y="8538"/>
                </a:cubicBezTo>
                <a:close/>
                <a:moveTo>
                  <a:pt x="8791" y="8538"/>
                </a:moveTo>
                <a:cubicBezTo>
                  <a:pt x="9326" y="8727"/>
                  <a:pt x="9547" y="8885"/>
                  <a:pt x="9578" y="8916"/>
                </a:cubicBezTo>
                <a:cubicBezTo>
                  <a:pt x="9295" y="9231"/>
                  <a:pt x="8287" y="9389"/>
                  <a:pt x="7877" y="9452"/>
                </a:cubicBezTo>
                <a:cubicBezTo>
                  <a:pt x="8287" y="9294"/>
                  <a:pt x="8602" y="8948"/>
                  <a:pt x="8791" y="8538"/>
                </a:cubicBezTo>
                <a:close/>
                <a:moveTo>
                  <a:pt x="5829" y="725"/>
                </a:moveTo>
                <a:cubicBezTo>
                  <a:pt x="6018" y="725"/>
                  <a:pt x="6176" y="883"/>
                  <a:pt x="6176" y="1072"/>
                </a:cubicBezTo>
                <a:lnTo>
                  <a:pt x="6176" y="4537"/>
                </a:lnTo>
                <a:cubicBezTo>
                  <a:pt x="6176" y="4695"/>
                  <a:pt x="6302" y="4821"/>
                  <a:pt x="6428" y="4852"/>
                </a:cubicBezTo>
                <a:cubicBezTo>
                  <a:pt x="6455" y="4858"/>
                  <a:pt x="6482" y="4860"/>
                  <a:pt x="6508" y="4860"/>
                </a:cubicBezTo>
                <a:cubicBezTo>
                  <a:pt x="6637" y="4860"/>
                  <a:pt x="6754" y="4799"/>
                  <a:pt x="6806" y="4695"/>
                </a:cubicBezTo>
                <a:lnTo>
                  <a:pt x="8287" y="2237"/>
                </a:lnTo>
                <a:cubicBezTo>
                  <a:pt x="8326" y="2139"/>
                  <a:pt x="8415" y="2090"/>
                  <a:pt x="8514" y="2090"/>
                </a:cubicBezTo>
                <a:cubicBezTo>
                  <a:pt x="8574" y="2090"/>
                  <a:pt x="8637" y="2107"/>
                  <a:pt x="8696" y="2143"/>
                </a:cubicBezTo>
                <a:cubicBezTo>
                  <a:pt x="8854" y="2206"/>
                  <a:pt x="8948" y="2426"/>
                  <a:pt x="8854" y="2615"/>
                </a:cubicBezTo>
                <a:lnTo>
                  <a:pt x="7656" y="5041"/>
                </a:lnTo>
                <a:cubicBezTo>
                  <a:pt x="7562" y="5262"/>
                  <a:pt x="7656" y="5451"/>
                  <a:pt x="7814" y="5514"/>
                </a:cubicBezTo>
                <a:cubicBezTo>
                  <a:pt x="7851" y="5551"/>
                  <a:pt x="7898" y="5569"/>
                  <a:pt x="7949" y="5569"/>
                </a:cubicBezTo>
                <a:cubicBezTo>
                  <a:pt x="8028" y="5569"/>
                  <a:pt x="8116" y="5527"/>
                  <a:pt x="8192" y="5451"/>
                </a:cubicBezTo>
                <a:cubicBezTo>
                  <a:pt x="9630" y="4282"/>
                  <a:pt x="9701" y="4254"/>
                  <a:pt x="9704" y="4254"/>
                </a:cubicBezTo>
                <a:cubicBezTo>
                  <a:pt x="9704" y="4254"/>
                  <a:pt x="9704" y="4254"/>
                  <a:pt x="9704" y="4254"/>
                </a:cubicBezTo>
                <a:cubicBezTo>
                  <a:pt x="9752" y="4206"/>
                  <a:pt x="9838" y="4183"/>
                  <a:pt x="9929" y="4183"/>
                </a:cubicBezTo>
                <a:cubicBezTo>
                  <a:pt x="10019" y="4183"/>
                  <a:pt x="10114" y="4206"/>
                  <a:pt x="10177" y="4254"/>
                </a:cubicBezTo>
                <a:cubicBezTo>
                  <a:pt x="10271" y="4380"/>
                  <a:pt x="10271" y="4632"/>
                  <a:pt x="10177" y="4726"/>
                </a:cubicBezTo>
                <a:lnTo>
                  <a:pt x="8318" y="6585"/>
                </a:lnTo>
                <a:cubicBezTo>
                  <a:pt x="8224" y="6680"/>
                  <a:pt x="8192" y="6743"/>
                  <a:pt x="8192" y="6837"/>
                </a:cubicBezTo>
                <a:lnTo>
                  <a:pt x="8192" y="7940"/>
                </a:lnTo>
                <a:cubicBezTo>
                  <a:pt x="8192" y="8349"/>
                  <a:pt x="7908" y="8759"/>
                  <a:pt x="7499" y="8916"/>
                </a:cubicBezTo>
                <a:cubicBezTo>
                  <a:pt x="7184" y="9042"/>
                  <a:pt x="6932" y="9263"/>
                  <a:pt x="6869" y="9609"/>
                </a:cubicBezTo>
                <a:cubicBezTo>
                  <a:pt x="6491" y="9672"/>
                  <a:pt x="6144" y="9672"/>
                  <a:pt x="5798" y="9672"/>
                </a:cubicBezTo>
                <a:cubicBezTo>
                  <a:pt x="5451" y="9672"/>
                  <a:pt x="5073" y="9672"/>
                  <a:pt x="4726" y="9609"/>
                </a:cubicBezTo>
                <a:cubicBezTo>
                  <a:pt x="4663" y="9294"/>
                  <a:pt x="4411" y="9042"/>
                  <a:pt x="4096" y="8916"/>
                </a:cubicBezTo>
                <a:cubicBezTo>
                  <a:pt x="3655" y="8759"/>
                  <a:pt x="3403" y="8381"/>
                  <a:pt x="3403" y="7940"/>
                </a:cubicBezTo>
                <a:cubicBezTo>
                  <a:pt x="3403" y="7562"/>
                  <a:pt x="3277" y="7247"/>
                  <a:pt x="2994" y="6963"/>
                </a:cubicBezTo>
                <a:lnTo>
                  <a:pt x="1418" y="5388"/>
                </a:lnTo>
                <a:cubicBezTo>
                  <a:pt x="1355" y="5293"/>
                  <a:pt x="1355" y="5041"/>
                  <a:pt x="1513" y="4947"/>
                </a:cubicBezTo>
                <a:cubicBezTo>
                  <a:pt x="1568" y="4873"/>
                  <a:pt x="1667" y="4842"/>
                  <a:pt x="1758" y="4842"/>
                </a:cubicBezTo>
                <a:cubicBezTo>
                  <a:pt x="1823" y="4842"/>
                  <a:pt x="1883" y="4858"/>
                  <a:pt x="1923" y="4884"/>
                </a:cubicBezTo>
                <a:cubicBezTo>
                  <a:pt x="3718" y="6238"/>
                  <a:pt x="3592" y="6144"/>
                  <a:pt x="3750" y="6207"/>
                </a:cubicBezTo>
                <a:cubicBezTo>
                  <a:pt x="3834" y="6207"/>
                  <a:pt x="3876" y="6221"/>
                  <a:pt x="3913" y="6221"/>
                </a:cubicBezTo>
                <a:cubicBezTo>
                  <a:pt x="3932" y="6221"/>
                  <a:pt x="3949" y="6217"/>
                  <a:pt x="3970" y="6207"/>
                </a:cubicBezTo>
                <a:cubicBezTo>
                  <a:pt x="5231" y="6238"/>
                  <a:pt x="5483" y="6617"/>
                  <a:pt x="5483" y="7215"/>
                </a:cubicBezTo>
                <a:cubicBezTo>
                  <a:pt x="5483" y="7404"/>
                  <a:pt x="5640" y="7562"/>
                  <a:pt x="5829" y="7562"/>
                </a:cubicBezTo>
                <a:cubicBezTo>
                  <a:pt x="6018" y="7562"/>
                  <a:pt x="6176" y="7404"/>
                  <a:pt x="6176" y="7215"/>
                </a:cubicBezTo>
                <a:cubicBezTo>
                  <a:pt x="6176" y="6554"/>
                  <a:pt x="5924" y="6081"/>
                  <a:pt x="5388" y="5797"/>
                </a:cubicBezTo>
                <a:cubicBezTo>
                  <a:pt x="5073" y="5640"/>
                  <a:pt x="4663" y="5514"/>
                  <a:pt x="4128" y="5514"/>
                </a:cubicBezTo>
                <a:cubicBezTo>
                  <a:pt x="3624" y="4348"/>
                  <a:pt x="2836" y="2647"/>
                  <a:pt x="2805" y="2615"/>
                </a:cubicBezTo>
                <a:cubicBezTo>
                  <a:pt x="2710" y="2458"/>
                  <a:pt x="2805" y="2206"/>
                  <a:pt x="2962" y="2143"/>
                </a:cubicBezTo>
                <a:cubicBezTo>
                  <a:pt x="3015" y="2111"/>
                  <a:pt x="3071" y="2097"/>
                  <a:pt x="3126" y="2097"/>
                </a:cubicBezTo>
                <a:cubicBezTo>
                  <a:pt x="3235" y="2097"/>
                  <a:pt x="3340" y="2153"/>
                  <a:pt x="3403" y="2237"/>
                </a:cubicBezTo>
                <a:lnTo>
                  <a:pt x="4852" y="4695"/>
                </a:lnTo>
                <a:cubicBezTo>
                  <a:pt x="4905" y="4799"/>
                  <a:pt x="5022" y="4860"/>
                  <a:pt x="5150" y="4860"/>
                </a:cubicBezTo>
                <a:cubicBezTo>
                  <a:pt x="5176" y="4860"/>
                  <a:pt x="5204" y="4858"/>
                  <a:pt x="5231" y="4852"/>
                </a:cubicBezTo>
                <a:cubicBezTo>
                  <a:pt x="5388" y="4821"/>
                  <a:pt x="5483" y="4695"/>
                  <a:pt x="5483" y="4537"/>
                </a:cubicBezTo>
                <a:lnTo>
                  <a:pt x="5483" y="1072"/>
                </a:lnTo>
                <a:cubicBezTo>
                  <a:pt x="5483" y="883"/>
                  <a:pt x="5640" y="725"/>
                  <a:pt x="5829" y="725"/>
                </a:cubicBezTo>
                <a:close/>
                <a:moveTo>
                  <a:pt x="8822" y="7310"/>
                </a:moveTo>
                <a:cubicBezTo>
                  <a:pt x="10082" y="7688"/>
                  <a:pt x="10901" y="8318"/>
                  <a:pt x="10901" y="8916"/>
                </a:cubicBezTo>
                <a:cubicBezTo>
                  <a:pt x="10996" y="9925"/>
                  <a:pt x="8791" y="10996"/>
                  <a:pt x="5829" y="10996"/>
                </a:cubicBezTo>
                <a:cubicBezTo>
                  <a:pt x="2868" y="10996"/>
                  <a:pt x="662" y="9988"/>
                  <a:pt x="662" y="8948"/>
                </a:cubicBezTo>
                <a:cubicBezTo>
                  <a:pt x="662" y="8412"/>
                  <a:pt x="1387" y="7814"/>
                  <a:pt x="2490" y="7404"/>
                </a:cubicBezTo>
                <a:lnTo>
                  <a:pt x="2553" y="7499"/>
                </a:lnTo>
                <a:cubicBezTo>
                  <a:pt x="2679" y="7625"/>
                  <a:pt x="2773" y="7782"/>
                  <a:pt x="2773" y="7940"/>
                </a:cubicBezTo>
                <a:cubicBezTo>
                  <a:pt x="2206" y="8097"/>
                  <a:pt x="1387" y="8349"/>
                  <a:pt x="1387" y="8948"/>
                </a:cubicBezTo>
                <a:cubicBezTo>
                  <a:pt x="1387" y="9231"/>
                  <a:pt x="1544" y="9452"/>
                  <a:pt x="1860" y="9672"/>
                </a:cubicBezTo>
                <a:cubicBezTo>
                  <a:pt x="2773" y="10208"/>
                  <a:pt x="4726" y="10334"/>
                  <a:pt x="5798" y="10334"/>
                </a:cubicBezTo>
                <a:cubicBezTo>
                  <a:pt x="6869" y="10334"/>
                  <a:pt x="8822" y="10208"/>
                  <a:pt x="9736" y="9672"/>
                </a:cubicBezTo>
                <a:cubicBezTo>
                  <a:pt x="10051" y="9452"/>
                  <a:pt x="10208" y="9231"/>
                  <a:pt x="10208" y="8948"/>
                </a:cubicBezTo>
                <a:cubicBezTo>
                  <a:pt x="10208" y="8349"/>
                  <a:pt x="9421" y="8097"/>
                  <a:pt x="8822" y="7940"/>
                </a:cubicBezTo>
                <a:lnTo>
                  <a:pt x="8822" y="7310"/>
                </a:lnTo>
                <a:close/>
                <a:moveTo>
                  <a:pt x="5829" y="1"/>
                </a:moveTo>
                <a:cubicBezTo>
                  <a:pt x="5294" y="1"/>
                  <a:pt x="4821" y="473"/>
                  <a:pt x="4821" y="1072"/>
                </a:cubicBezTo>
                <a:lnTo>
                  <a:pt x="4821" y="3309"/>
                </a:lnTo>
                <a:lnTo>
                  <a:pt x="4002" y="1954"/>
                </a:lnTo>
                <a:cubicBezTo>
                  <a:pt x="3807" y="1608"/>
                  <a:pt x="3464" y="1440"/>
                  <a:pt x="3115" y="1440"/>
                </a:cubicBezTo>
                <a:cubicBezTo>
                  <a:pt x="2956" y="1440"/>
                  <a:pt x="2795" y="1475"/>
                  <a:pt x="2647" y="1544"/>
                </a:cubicBezTo>
                <a:cubicBezTo>
                  <a:pt x="2143" y="1765"/>
                  <a:pt x="1923" y="2426"/>
                  <a:pt x="2175" y="2930"/>
                </a:cubicBezTo>
                <a:cubicBezTo>
                  <a:pt x="2206" y="2993"/>
                  <a:pt x="2679" y="4033"/>
                  <a:pt x="3088" y="4915"/>
                </a:cubicBezTo>
                <a:lnTo>
                  <a:pt x="2332" y="4380"/>
                </a:lnTo>
                <a:cubicBezTo>
                  <a:pt x="2157" y="4233"/>
                  <a:pt x="1933" y="4162"/>
                  <a:pt x="1710" y="4162"/>
                </a:cubicBezTo>
                <a:cubicBezTo>
                  <a:pt x="1452" y="4162"/>
                  <a:pt x="1195" y="4257"/>
                  <a:pt x="1009" y="4443"/>
                </a:cubicBezTo>
                <a:cubicBezTo>
                  <a:pt x="599" y="4852"/>
                  <a:pt x="599" y="5514"/>
                  <a:pt x="1009" y="5923"/>
                </a:cubicBezTo>
                <a:lnTo>
                  <a:pt x="1986" y="6900"/>
                </a:lnTo>
                <a:cubicBezTo>
                  <a:pt x="725" y="7404"/>
                  <a:pt x="1" y="8160"/>
                  <a:pt x="1" y="8948"/>
                </a:cubicBezTo>
                <a:cubicBezTo>
                  <a:pt x="1" y="9736"/>
                  <a:pt x="631" y="10460"/>
                  <a:pt x="1828" y="10964"/>
                </a:cubicBezTo>
                <a:cubicBezTo>
                  <a:pt x="2868" y="11437"/>
                  <a:pt x="4348" y="11689"/>
                  <a:pt x="5829" y="11689"/>
                </a:cubicBezTo>
                <a:cubicBezTo>
                  <a:pt x="8948" y="11689"/>
                  <a:pt x="11658" y="10586"/>
                  <a:pt x="11658" y="8979"/>
                </a:cubicBezTo>
                <a:cubicBezTo>
                  <a:pt x="11658" y="8003"/>
                  <a:pt x="10744" y="7184"/>
                  <a:pt x="9169" y="6680"/>
                </a:cubicBezTo>
                <a:lnTo>
                  <a:pt x="10649" y="5199"/>
                </a:lnTo>
                <a:cubicBezTo>
                  <a:pt x="11027" y="4821"/>
                  <a:pt x="11027" y="4159"/>
                  <a:pt x="10649" y="3750"/>
                </a:cubicBezTo>
                <a:cubicBezTo>
                  <a:pt x="10445" y="3561"/>
                  <a:pt x="10185" y="3466"/>
                  <a:pt x="9929" y="3466"/>
                </a:cubicBezTo>
                <a:cubicBezTo>
                  <a:pt x="9673" y="3466"/>
                  <a:pt x="9421" y="3561"/>
                  <a:pt x="9232" y="3750"/>
                </a:cubicBezTo>
                <a:cubicBezTo>
                  <a:pt x="9137" y="3844"/>
                  <a:pt x="9074" y="3876"/>
                  <a:pt x="8948" y="4002"/>
                </a:cubicBezTo>
                <a:cubicBezTo>
                  <a:pt x="8980" y="3876"/>
                  <a:pt x="9421" y="3025"/>
                  <a:pt x="9484" y="2930"/>
                </a:cubicBezTo>
                <a:cubicBezTo>
                  <a:pt x="9736" y="2426"/>
                  <a:pt x="9547" y="1765"/>
                  <a:pt x="9011" y="1544"/>
                </a:cubicBezTo>
                <a:cubicBezTo>
                  <a:pt x="8873" y="1475"/>
                  <a:pt x="8719" y="1440"/>
                  <a:pt x="8564" y="1440"/>
                </a:cubicBezTo>
                <a:cubicBezTo>
                  <a:pt x="8226" y="1440"/>
                  <a:pt x="7883" y="1608"/>
                  <a:pt x="7688" y="1954"/>
                </a:cubicBezTo>
                <a:lnTo>
                  <a:pt x="6869" y="3309"/>
                </a:lnTo>
                <a:lnTo>
                  <a:pt x="6869" y="1072"/>
                </a:lnTo>
                <a:cubicBezTo>
                  <a:pt x="6869" y="505"/>
                  <a:pt x="6396"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7" name="Google Shape;16117;p84"/>
          <p:cNvSpPr/>
          <p:nvPr/>
        </p:nvSpPr>
        <p:spPr>
          <a:xfrm>
            <a:off x="1732206" y="4511710"/>
            <a:ext cx="471449" cy="471409"/>
          </a:xfrm>
          <a:custGeom>
            <a:avLst/>
            <a:gdLst/>
            <a:ahLst/>
            <a:cxnLst/>
            <a:rect l="l" t="t" r="r" b="b"/>
            <a:pathLst>
              <a:path w="11658" h="11657" extrusionOk="0">
                <a:moveTo>
                  <a:pt x="5829" y="662"/>
                </a:moveTo>
                <a:cubicBezTo>
                  <a:pt x="6396" y="662"/>
                  <a:pt x="6869" y="1134"/>
                  <a:pt x="6869" y="1670"/>
                </a:cubicBezTo>
                <a:cubicBezTo>
                  <a:pt x="6869" y="2237"/>
                  <a:pt x="6396" y="2741"/>
                  <a:pt x="5829" y="2741"/>
                </a:cubicBezTo>
                <a:cubicBezTo>
                  <a:pt x="5294" y="2710"/>
                  <a:pt x="4821" y="2237"/>
                  <a:pt x="4821" y="1670"/>
                </a:cubicBezTo>
                <a:cubicBezTo>
                  <a:pt x="4821" y="1134"/>
                  <a:pt x="5294" y="662"/>
                  <a:pt x="5829" y="662"/>
                </a:cubicBezTo>
                <a:close/>
                <a:moveTo>
                  <a:pt x="5829" y="3403"/>
                </a:moveTo>
                <a:cubicBezTo>
                  <a:pt x="7058" y="3403"/>
                  <a:pt x="8034" y="4316"/>
                  <a:pt x="8192" y="5451"/>
                </a:cubicBezTo>
                <a:lnTo>
                  <a:pt x="3466" y="5451"/>
                </a:lnTo>
                <a:cubicBezTo>
                  <a:pt x="3624" y="4285"/>
                  <a:pt x="4600" y="3403"/>
                  <a:pt x="5829" y="3403"/>
                </a:cubicBezTo>
                <a:close/>
                <a:moveTo>
                  <a:pt x="1702" y="8885"/>
                </a:moveTo>
                <a:cubicBezTo>
                  <a:pt x="2269" y="8885"/>
                  <a:pt x="2710" y="9357"/>
                  <a:pt x="2710" y="9924"/>
                </a:cubicBezTo>
                <a:cubicBezTo>
                  <a:pt x="2710" y="10460"/>
                  <a:pt x="2269" y="10932"/>
                  <a:pt x="1702" y="10932"/>
                </a:cubicBezTo>
                <a:cubicBezTo>
                  <a:pt x="1135" y="10932"/>
                  <a:pt x="694" y="10460"/>
                  <a:pt x="694" y="9924"/>
                </a:cubicBezTo>
                <a:cubicBezTo>
                  <a:pt x="694" y="9357"/>
                  <a:pt x="1135" y="8885"/>
                  <a:pt x="1702" y="8885"/>
                </a:cubicBezTo>
                <a:close/>
                <a:moveTo>
                  <a:pt x="5829" y="8885"/>
                </a:moveTo>
                <a:cubicBezTo>
                  <a:pt x="6396" y="8885"/>
                  <a:pt x="6869" y="9357"/>
                  <a:pt x="6869" y="9924"/>
                </a:cubicBezTo>
                <a:cubicBezTo>
                  <a:pt x="6869" y="10460"/>
                  <a:pt x="6396" y="10932"/>
                  <a:pt x="5829" y="10932"/>
                </a:cubicBezTo>
                <a:cubicBezTo>
                  <a:pt x="5294" y="10932"/>
                  <a:pt x="4821" y="10460"/>
                  <a:pt x="4821" y="9924"/>
                </a:cubicBezTo>
                <a:cubicBezTo>
                  <a:pt x="4821" y="9357"/>
                  <a:pt x="5294" y="8885"/>
                  <a:pt x="5829" y="8885"/>
                </a:cubicBezTo>
                <a:close/>
                <a:moveTo>
                  <a:pt x="9956" y="8885"/>
                </a:moveTo>
                <a:cubicBezTo>
                  <a:pt x="10523" y="8885"/>
                  <a:pt x="10996" y="9357"/>
                  <a:pt x="10996" y="9924"/>
                </a:cubicBezTo>
                <a:cubicBezTo>
                  <a:pt x="10996" y="10460"/>
                  <a:pt x="10523" y="10932"/>
                  <a:pt x="9956" y="10932"/>
                </a:cubicBezTo>
                <a:cubicBezTo>
                  <a:pt x="9421" y="10932"/>
                  <a:pt x="8948" y="10460"/>
                  <a:pt x="8948" y="9924"/>
                </a:cubicBezTo>
                <a:cubicBezTo>
                  <a:pt x="8948" y="9357"/>
                  <a:pt x="9421" y="8885"/>
                  <a:pt x="9956" y="8885"/>
                </a:cubicBezTo>
                <a:close/>
                <a:moveTo>
                  <a:pt x="5829" y="0"/>
                </a:moveTo>
                <a:cubicBezTo>
                  <a:pt x="4884" y="0"/>
                  <a:pt x="4128" y="725"/>
                  <a:pt x="4128" y="1670"/>
                </a:cubicBezTo>
                <a:cubicBezTo>
                  <a:pt x="4128" y="2143"/>
                  <a:pt x="4285" y="2584"/>
                  <a:pt x="4663" y="2899"/>
                </a:cubicBezTo>
                <a:lnTo>
                  <a:pt x="4695" y="2930"/>
                </a:lnTo>
                <a:cubicBezTo>
                  <a:pt x="3561" y="3403"/>
                  <a:pt x="2773" y="4505"/>
                  <a:pt x="2773" y="5766"/>
                </a:cubicBezTo>
                <a:cubicBezTo>
                  <a:pt x="2773" y="5955"/>
                  <a:pt x="2931" y="6144"/>
                  <a:pt x="3120" y="6144"/>
                </a:cubicBezTo>
                <a:lnTo>
                  <a:pt x="5514" y="6144"/>
                </a:lnTo>
                <a:lnTo>
                  <a:pt x="5514" y="6837"/>
                </a:lnTo>
                <a:lnTo>
                  <a:pt x="2395" y="6837"/>
                </a:lnTo>
                <a:cubicBezTo>
                  <a:pt x="1860" y="6837"/>
                  <a:pt x="1387" y="7309"/>
                  <a:pt x="1387" y="7876"/>
                </a:cubicBezTo>
                <a:lnTo>
                  <a:pt x="1387" y="8254"/>
                </a:lnTo>
                <a:cubicBezTo>
                  <a:pt x="599" y="8412"/>
                  <a:pt x="1" y="9137"/>
                  <a:pt x="1" y="9956"/>
                </a:cubicBezTo>
                <a:cubicBezTo>
                  <a:pt x="1" y="10901"/>
                  <a:pt x="757" y="11657"/>
                  <a:pt x="1702" y="11657"/>
                </a:cubicBezTo>
                <a:cubicBezTo>
                  <a:pt x="2647" y="11657"/>
                  <a:pt x="3403" y="10901"/>
                  <a:pt x="3403" y="9956"/>
                </a:cubicBezTo>
                <a:cubicBezTo>
                  <a:pt x="3403" y="9137"/>
                  <a:pt x="2805" y="8412"/>
                  <a:pt x="2017" y="8254"/>
                </a:cubicBezTo>
                <a:lnTo>
                  <a:pt x="2017" y="7876"/>
                </a:lnTo>
                <a:cubicBezTo>
                  <a:pt x="2017" y="7656"/>
                  <a:pt x="2175" y="7498"/>
                  <a:pt x="2364" y="7498"/>
                </a:cubicBezTo>
                <a:lnTo>
                  <a:pt x="5483" y="7498"/>
                </a:lnTo>
                <a:lnTo>
                  <a:pt x="5483" y="8223"/>
                </a:lnTo>
                <a:cubicBezTo>
                  <a:pt x="4695" y="8380"/>
                  <a:pt x="4096" y="9074"/>
                  <a:pt x="4096" y="9924"/>
                </a:cubicBezTo>
                <a:cubicBezTo>
                  <a:pt x="4096" y="10869"/>
                  <a:pt x="4852" y="11594"/>
                  <a:pt x="5798" y="11594"/>
                </a:cubicBezTo>
                <a:cubicBezTo>
                  <a:pt x="6743" y="11594"/>
                  <a:pt x="7499" y="10869"/>
                  <a:pt x="7499" y="9924"/>
                </a:cubicBezTo>
                <a:cubicBezTo>
                  <a:pt x="7499" y="9074"/>
                  <a:pt x="6900" y="8380"/>
                  <a:pt x="6113" y="8223"/>
                </a:cubicBezTo>
                <a:lnTo>
                  <a:pt x="6113" y="7498"/>
                </a:lnTo>
                <a:lnTo>
                  <a:pt x="9232" y="7498"/>
                </a:lnTo>
                <a:cubicBezTo>
                  <a:pt x="9421" y="7498"/>
                  <a:pt x="9578" y="7656"/>
                  <a:pt x="9578" y="7876"/>
                </a:cubicBezTo>
                <a:lnTo>
                  <a:pt x="9578" y="8254"/>
                </a:lnTo>
                <a:cubicBezTo>
                  <a:pt x="8791" y="8412"/>
                  <a:pt x="8192" y="9137"/>
                  <a:pt x="8192" y="9956"/>
                </a:cubicBezTo>
                <a:cubicBezTo>
                  <a:pt x="8192" y="10901"/>
                  <a:pt x="8948" y="11657"/>
                  <a:pt x="9893" y="11657"/>
                </a:cubicBezTo>
                <a:cubicBezTo>
                  <a:pt x="10838" y="11657"/>
                  <a:pt x="11595" y="10901"/>
                  <a:pt x="11595" y="9956"/>
                </a:cubicBezTo>
                <a:cubicBezTo>
                  <a:pt x="11658" y="9074"/>
                  <a:pt x="11059" y="8412"/>
                  <a:pt x="10271" y="8254"/>
                </a:cubicBezTo>
                <a:lnTo>
                  <a:pt x="10271" y="7876"/>
                </a:lnTo>
                <a:cubicBezTo>
                  <a:pt x="10271" y="7309"/>
                  <a:pt x="9799" y="6837"/>
                  <a:pt x="9263" y="6837"/>
                </a:cubicBezTo>
                <a:lnTo>
                  <a:pt x="6144" y="6837"/>
                </a:lnTo>
                <a:lnTo>
                  <a:pt x="6144" y="6144"/>
                </a:lnTo>
                <a:lnTo>
                  <a:pt x="8539" y="6144"/>
                </a:lnTo>
                <a:cubicBezTo>
                  <a:pt x="8759" y="6144"/>
                  <a:pt x="8917" y="5955"/>
                  <a:pt x="8917" y="5766"/>
                </a:cubicBezTo>
                <a:cubicBezTo>
                  <a:pt x="8917" y="4474"/>
                  <a:pt x="8129" y="3371"/>
                  <a:pt x="6963" y="2930"/>
                </a:cubicBezTo>
                <a:lnTo>
                  <a:pt x="7026" y="2899"/>
                </a:lnTo>
                <a:cubicBezTo>
                  <a:pt x="7341" y="2584"/>
                  <a:pt x="7530" y="2143"/>
                  <a:pt x="7530" y="1670"/>
                </a:cubicBezTo>
                <a:cubicBezTo>
                  <a:pt x="7530" y="725"/>
                  <a:pt x="6774"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8" name="Google Shape;16118;p84"/>
          <p:cNvSpPr/>
          <p:nvPr/>
        </p:nvSpPr>
        <p:spPr>
          <a:xfrm>
            <a:off x="1720113" y="5125087"/>
            <a:ext cx="495632" cy="472380"/>
          </a:xfrm>
          <a:custGeom>
            <a:avLst/>
            <a:gdLst/>
            <a:ahLst/>
            <a:cxnLst/>
            <a:rect l="l" t="t" r="r" b="b"/>
            <a:pathLst>
              <a:path w="12256" h="11681" extrusionOk="0">
                <a:moveTo>
                  <a:pt x="8853" y="2072"/>
                </a:moveTo>
                <a:cubicBezTo>
                  <a:pt x="9121" y="2072"/>
                  <a:pt x="9389" y="2174"/>
                  <a:pt x="9578" y="2379"/>
                </a:cubicBezTo>
                <a:cubicBezTo>
                  <a:pt x="9987" y="2757"/>
                  <a:pt x="9987" y="3418"/>
                  <a:pt x="9578" y="3828"/>
                </a:cubicBezTo>
                <a:lnTo>
                  <a:pt x="8601" y="4805"/>
                </a:lnTo>
                <a:cubicBezTo>
                  <a:pt x="8444" y="4490"/>
                  <a:pt x="8254" y="4206"/>
                  <a:pt x="8002" y="3954"/>
                </a:cubicBezTo>
                <a:cubicBezTo>
                  <a:pt x="7782" y="3702"/>
                  <a:pt x="7467" y="3481"/>
                  <a:pt x="7152" y="3355"/>
                </a:cubicBezTo>
                <a:lnTo>
                  <a:pt x="8128" y="2379"/>
                </a:lnTo>
                <a:cubicBezTo>
                  <a:pt x="8317" y="2174"/>
                  <a:pt x="8585" y="2072"/>
                  <a:pt x="8853" y="2072"/>
                </a:cubicBezTo>
                <a:close/>
                <a:moveTo>
                  <a:pt x="5794" y="5110"/>
                </a:moveTo>
                <a:cubicBezTo>
                  <a:pt x="6066" y="5110"/>
                  <a:pt x="6350" y="5200"/>
                  <a:pt x="6553" y="5403"/>
                </a:cubicBezTo>
                <a:cubicBezTo>
                  <a:pt x="6837" y="5687"/>
                  <a:pt x="6900" y="6096"/>
                  <a:pt x="6774" y="6474"/>
                </a:cubicBezTo>
                <a:cubicBezTo>
                  <a:pt x="6675" y="6501"/>
                  <a:pt x="6569" y="6515"/>
                  <a:pt x="6462" y="6515"/>
                </a:cubicBezTo>
                <a:cubicBezTo>
                  <a:pt x="6192" y="6515"/>
                  <a:pt x="5915" y="6425"/>
                  <a:pt x="5734" y="6222"/>
                </a:cubicBezTo>
                <a:cubicBezTo>
                  <a:pt x="5451" y="5939"/>
                  <a:pt x="5356" y="5529"/>
                  <a:pt x="5482" y="5151"/>
                </a:cubicBezTo>
                <a:cubicBezTo>
                  <a:pt x="5580" y="5124"/>
                  <a:pt x="5686" y="5110"/>
                  <a:pt x="5794" y="5110"/>
                </a:cubicBezTo>
                <a:close/>
                <a:moveTo>
                  <a:pt x="8869" y="662"/>
                </a:moveTo>
                <a:cubicBezTo>
                  <a:pt x="9475" y="662"/>
                  <a:pt x="10082" y="898"/>
                  <a:pt x="10554" y="1371"/>
                </a:cubicBezTo>
                <a:cubicBezTo>
                  <a:pt x="11499" y="2316"/>
                  <a:pt x="11499" y="3828"/>
                  <a:pt x="10554" y="4773"/>
                </a:cubicBezTo>
                <a:lnTo>
                  <a:pt x="8160" y="7167"/>
                </a:lnTo>
                <a:cubicBezTo>
                  <a:pt x="7687" y="7640"/>
                  <a:pt x="7081" y="7876"/>
                  <a:pt x="6474" y="7876"/>
                </a:cubicBezTo>
                <a:cubicBezTo>
                  <a:pt x="5868" y="7876"/>
                  <a:pt x="5262" y="7640"/>
                  <a:pt x="4789" y="7167"/>
                </a:cubicBezTo>
                <a:cubicBezTo>
                  <a:pt x="4537" y="6947"/>
                  <a:pt x="4348" y="6632"/>
                  <a:pt x="4222" y="6254"/>
                </a:cubicBezTo>
                <a:lnTo>
                  <a:pt x="4789" y="5718"/>
                </a:lnTo>
                <a:cubicBezTo>
                  <a:pt x="4820" y="6065"/>
                  <a:pt x="4978" y="6411"/>
                  <a:pt x="5262" y="6695"/>
                </a:cubicBezTo>
                <a:cubicBezTo>
                  <a:pt x="5592" y="7026"/>
                  <a:pt x="6026" y="7191"/>
                  <a:pt x="6459" y="7191"/>
                </a:cubicBezTo>
                <a:cubicBezTo>
                  <a:pt x="6892" y="7191"/>
                  <a:pt x="7325" y="7026"/>
                  <a:pt x="7656" y="6695"/>
                </a:cubicBezTo>
                <a:lnTo>
                  <a:pt x="10050" y="4301"/>
                </a:lnTo>
                <a:cubicBezTo>
                  <a:pt x="10712" y="3639"/>
                  <a:pt x="10712" y="2568"/>
                  <a:pt x="10050" y="1906"/>
                </a:cubicBezTo>
                <a:cubicBezTo>
                  <a:pt x="9719" y="1560"/>
                  <a:pt x="9286" y="1386"/>
                  <a:pt x="8853" y="1386"/>
                </a:cubicBezTo>
                <a:cubicBezTo>
                  <a:pt x="8420" y="1386"/>
                  <a:pt x="7987" y="1560"/>
                  <a:pt x="7656" y="1906"/>
                </a:cubicBezTo>
                <a:lnTo>
                  <a:pt x="6427" y="3103"/>
                </a:lnTo>
                <a:cubicBezTo>
                  <a:pt x="6243" y="3066"/>
                  <a:pt x="6058" y="3051"/>
                  <a:pt x="5874" y="3051"/>
                </a:cubicBezTo>
                <a:cubicBezTo>
                  <a:pt x="5743" y="3051"/>
                  <a:pt x="5613" y="3059"/>
                  <a:pt x="5482" y="3072"/>
                </a:cubicBezTo>
                <a:lnTo>
                  <a:pt x="7183" y="1371"/>
                </a:lnTo>
                <a:cubicBezTo>
                  <a:pt x="7656" y="898"/>
                  <a:pt x="8262" y="662"/>
                  <a:pt x="8869" y="662"/>
                </a:cubicBezTo>
                <a:close/>
                <a:moveTo>
                  <a:pt x="3686" y="6821"/>
                </a:moveTo>
                <a:cubicBezTo>
                  <a:pt x="3844" y="7136"/>
                  <a:pt x="4033" y="7420"/>
                  <a:pt x="4253" y="7672"/>
                </a:cubicBezTo>
                <a:cubicBezTo>
                  <a:pt x="4505" y="7924"/>
                  <a:pt x="4820" y="8144"/>
                  <a:pt x="5135" y="8270"/>
                </a:cubicBezTo>
                <a:lnTo>
                  <a:pt x="4096" y="9278"/>
                </a:lnTo>
                <a:cubicBezTo>
                  <a:pt x="3907" y="9483"/>
                  <a:pt x="3647" y="9585"/>
                  <a:pt x="3383" y="9585"/>
                </a:cubicBezTo>
                <a:cubicBezTo>
                  <a:pt x="3119" y="9585"/>
                  <a:pt x="2851" y="9483"/>
                  <a:pt x="2647" y="9278"/>
                </a:cubicBezTo>
                <a:cubicBezTo>
                  <a:pt x="2269" y="8900"/>
                  <a:pt x="2269" y="8239"/>
                  <a:pt x="2647" y="7829"/>
                </a:cubicBezTo>
                <a:lnTo>
                  <a:pt x="3686" y="6821"/>
                </a:lnTo>
                <a:close/>
                <a:moveTo>
                  <a:pt x="5844" y="3718"/>
                </a:moveTo>
                <a:cubicBezTo>
                  <a:pt x="6451" y="3718"/>
                  <a:pt x="7057" y="3954"/>
                  <a:pt x="7530" y="4427"/>
                </a:cubicBezTo>
                <a:cubicBezTo>
                  <a:pt x="7782" y="4647"/>
                  <a:pt x="7971" y="4962"/>
                  <a:pt x="8097" y="5309"/>
                </a:cubicBezTo>
                <a:lnTo>
                  <a:pt x="7530" y="5876"/>
                </a:lnTo>
                <a:cubicBezTo>
                  <a:pt x="7498" y="5529"/>
                  <a:pt x="7341" y="5151"/>
                  <a:pt x="7057" y="4899"/>
                </a:cubicBezTo>
                <a:cubicBezTo>
                  <a:pt x="6726" y="4553"/>
                  <a:pt x="6293" y="4379"/>
                  <a:pt x="5860" y="4379"/>
                </a:cubicBezTo>
                <a:cubicBezTo>
                  <a:pt x="5427" y="4379"/>
                  <a:pt x="4994" y="4553"/>
                  <a:pt x="4663" y="4899"/>
                </a:cubicBezTo>
                <a:lnTo>
                  <a:pt x="2174" y="7357"/>
                </a:lnTo>
                <a:cubicBezTo>
                  <a:pt x="1512" y="8050"/>
                  <a:pt x="1512" y="9089"/>
                  <a:pt x="2174" y="9782"/>
                </a:cubicBezTo>
                <a:cubicBezTo>
                  <a:pt x="2505" y="10113"/>
                  <a:pt x="2938" y="10279"/>
                  <a:pt x="3371" y="10279"/>
                </a:cubicBezTo>
                <a:cubicBezTo>
                  <a:pt x="3804" y="10279"/>
                  <a:pt x="4238" y="10113"/>
                  <a:pt x="4568" y="9782"/>
                </a:cubicBezTo>
                <a:lnTo>
                  <a:pt x="5892" y="8459"/>
                </a:lnTo>
                <a:cubicBezTo>
                  <a:pt x="6122" y="8505"/>
                  <a:pt x="6336" y="8535"/>
                  <a:pt x="6570" y="8535"/>
                </a:cubicBezTo>
                <a:cubicBezTo>
                  <a:pt x="6656" y="8535"/>
                  <a:pt x="6744" y="8531"/>
                  <a:pt x="6837" y="8522"/>
                </a:cubicBezTo>
                <a:lnTo>
                  <a:pt x="6837" y="8522"/>
                </a:lnTo>
                <a:lnTo>
                  <a:pt x="5041" y="10286"/>
                </a:lnTo>
                <a:cubicBezTo>
                  <a:pt x="4568" y="10759"/>
                  <a:pt x="3962" y="10995"/>
                  <a:pt x="3355" y="10995"/>
                </a:cubicBezTo>
                <a:cubicBezTo>
                  <a:pt x="2749" y="10995"/>
                  <a:pt x="2143" y="10759"/>
                  <a:pt x="1670" y="10286"/>
                </a:cubicBezTo>
                <a:cubicBezTo>
                  <a:pt x="725" y="9341"/>
                  <a:pt x="725" y="7829"/>
                  <a:pt x="1670" y="6884"/>
                </a:cubicBezTo>
                <a:lnTo>
                  <a:pt x="4159" y="4427"/>
                </a:lnTo>
                <a:cubicBezTo>
                  <a:pt x="4631" y="3954"/>
                  <a:pt x="5238" y="3718"/>
                  <a:pt x="5844" y="3718"/>
                </a:cubicBezTo>
                <a:close/>
                <a:moveTo>
                  <a:pt x="8869" y="0"/>
                </a:moveTo>
                <a:cubicBezTo>
                  <a:pt x="8081" y="0"/>
                  <a:pt x="7294" y="299"/>
                  <a:pt x="6711" y="898"/>
                </a:cubicBezTo>
                <a:lnTo>
                  <a:pt x="1197" y="6411"/>
                </a:lnTo>
                <a:cubicBezTo>
                  <a:pt x="0" y="7609"/>
                  <a:pt x="0" y="9562"/>
                  <a:pt x="1197" y="10759"/>
                </a:cubicBezTo>
                <a:cubicBezTo>
                  <a:pt x="1812" y="11373"/>
                  <a:pt x="2599" y="11681"/>
                  <a:pt x="3379" y="11681"/>
                </a:cubicBezTo>
                <a:cubicBezTo>
                  <a:pt x="4159" y="11681"/>
                  <a:pt x="4931" y="11373"/>
                  <a:pt x="5514" y="10759"/>
                </a:cubicBezTo>
                <a:lnTo>
                  <a:pt x="11027" y="5246"/>
                </a:lnTo>
                <a:cubicBezTo>
                  <a:pt x="12256" y="4017"/>
                  <a:pt x="12256" y="2095"/>
                  <a:pt x="11027" y="898"/>
                </a:cubicBezTo>
                <a:cubicBezTo>
                  <a:pt x="10444" y="299"/>
                  <a:pt x="9656" y="0"/>
                  <a:pt x="88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119" name="Google Shape;16119;p84"/>
          <p:cNvGrpSpPr/>
          <p:nvPr/>
        </p:nvGrpSpPr>
        <p:grpSpPr>
          <a:xfrm>
            <a:off x="4716828" y="3887783"/>
            <a:ext cx="471449" cy="470156"/>
            <a:chOff x="-30805300" y="1938725"/>
            <a:chExt cx="291450" cy="290650"/>
          </a:xfrm>
        </p:grpSpPr>
        <p:sp>
          <p:nvSpPr>
            <p:cNvPr id="16120" name="Google Shape;16120;p84"/>
            <p:cNvSpPr/>
            <p:nvPr/>
          </p:nvSpPr>
          <p:spPr>
            <a:xfrm>
              <a:off x="-30805300" y="1938725"/>
              <a:ext cx="291450" cy="290650"/>
            </a:xfrm>
            <a:custGeom>
              <a:avLst/>
              <a:gdLst/>
              <a:ahLst/>
              <a:cxnLst/>
              <a:rect l="l" t="t" r="r" b="b"/>
              <a:pathLst>
                <a:path w="11658" h="11626" extrusionOk="0">
                  <a:moveTo>
                    <a:pt x="6806" y="694"/>
                  </a:moveTo>
                  <a:lnTo>
                    <a:pt x="6806" y="1450"/>
                  </a:lnTo>
                  <a:lnTo>
                    <a:pt x="6112" y="1450"/>
                  </a:lnTo>
                  <a:lnTo>
                    <a:pt x="6112" y="694"/>
                  </a:lnTo>
                  <a:close/>
                  <a:moveTo>
                    <a:pt x="10586" y="4821"/>
                  </a:moveTo>
                  <a:cubicBezTo>
                    <a:pt x="10807" y="4821"/>
                    <a:pt x="10964" y="5010"/>
                    <a:pt x="10964" y="5199"/>
                  </a:cubicBezTo>
                  <a:cubicBezTo>
                    <a:pt x="10964" y="5388"/>
                    <a:pt x="10807" y="5545"/>
                    <a:pt x="10586" y="5545"/>
                  </a:cubicBezTo>
                  <a:lnTo>
                    <a:pt x="8570" y="5545"/>
                  </a:lnTo>
                  <a:cubicBezTo>
                    <a:pt x="8349" y="5545"/>
                    <a:pt x="8192" y="5388"/>
                    <a:pt x="8192" y="5199"/>
                  </a:cubicBezTo>
                  <a:cubicBezTo>
                    <a:pt x="8192" y="5010"/>
                    <a:pt x="8349" y="4821"/>
                    <a:pt x="8570" y="4821"/>
                  </a:cubicBezTo>
                  <a:close/>
                  <a:moveTo>
                    <a:pt x="6459" y="3529"/>
                  </a:moveTo>
                  <a:cubicBezTo>
                    <a:pt x="7089" y="3529"/>
                    <a:pt x="7656" y="3844"/>
                    <a:pt x="7971" y="4411"/>
                  </a:cubicBezTo>
                  <a:cubicBezTo>
                    <a:pt x="7688" y="4600"/>
                    <a:pt x="7499" y="4915"/>
                    <a:pt x="7499" y="5262"/>
                  </a:cubicBezTo>
                  <a:cubicBezTo>
                    <a:pt x="7499" y="5388"/>
                    <a:pt x="7530" y="5545"/>
                    <a:pt x="7562" y="5672"/>
                  </a:cubicBezTo>
                  <a:cubicBezTo>
                    <a:pt x="7121" y="5703"/>
                    <a:pt x="6806" y="6113"/>
                    <a:pt x="6806" y="6585"/>
                  </a:cubicBezTo>
                  <a:cubicBezTo>
                    <a:pt x="6806" y="6680"/>
                    <a:pt x="6806" y="6774"/>
                    <a:pt x="6869" y="6900"/>
                  </a:cubicBezTo>
                  <a:cubicBezTo>
                    <a:pt x="6743" y="6932"/>
                    <a:pt x="6617" y="6932"/>
                    <a:pt x="6459" y="6932"/>
                  </a:cubicBezTo>
                  <a:cubicBezTo>
                    <a:pt x="5514" y="6932"/>
                    <a:pt x="4758" y="6176"/>
                    <a:pt x="4758" y="5230"/>
                  </a:cubicBezTo>
                  <a:cubicBezTo>
                    <a:pt x="4758" y="4285"/>
                    <a:pt x="5514" y="3529"/>
                    <a:pt x="6459" y="3529"/>
                  </a:cubicBezTo>
                  <a:close/>
                  <a:moveTo>
                    <a:pt x="9893" y="6207"/>
                  </a:moveTo>
                  <a:cubicBezTo>
                    <a:pt x="10082" y="6207"/>
                    <a:pt x="10240" y="6365"/>
                    <a:pt x="10240" y="6585"/>
                  </a:cubicBezTo>
                  <a:cubicBezTo>
                    <a:pt x="10240" y="6774"/>
                    <a:pt x="10082" y="6932"/>
                    <a:pt x="9893" y="6932"/>
                  </a:cubicBezTo>
                  <a:lnTo>
                    <a:pt x="7845" y="6932"/>
                  </a:lnTo>
                  <a:cubicBezTo>
                    <a:pt x="7656" y="6932"/>
                    <a:pt x="7499" y="6774"/>
                    <a:pt x="7499" y="6585"/>
                  </a:cubicBezTo>
                  <a:cubicBezTo>
                    <a:pt x="7499" y="6365"/>
                    <a:pt x="7656" y="6207"/>
                    <a:pt x="7845" y="6207"/>
                  </a:cubicBezTo>
                  <a:close/>
                  <a:moveTo>
                    <a:pt x="9231" y="7562"/>
                  </a:moveTo>
                  <a:cubicBezTo>
                    <a:pt x="9420" y="7562"/>
                    <a:pt x="9578" y="7719"/>
                    <a:pt x="9578" y="7908"/>
                  </a:cubicBezTo>
                  <a:cubicBezTo>
                    <a:pt x="9578" y="8097"/>
                    <a:pt x="9420" y="8255"/>
                    <a:pt x="9231" y="8255"/>
                  </a:cubicBezTo>
                  <a:lnTo>
                    <a:pt x="7845" y="8255"/>
                  </a:lnTo>
                  <a:cubicBezTo>
                    <a:pt x="7656" y="8255"/>
                    <a:pt x="7499" y="8097"/>
                    <a:pt x="7499" y="7908"/>
                  </a:cubicBezTo>
                  <a:cubicBezTo>
                    <a:pt x="7499" y="7719"/>
                    <a:pt x="7656" y="7562"/>
                    <a:pt x="7845" y="7562"/>
                  </a:cubicBezTo>
                  <a:close/>
                  <a:moveTo>
                    <a:pt x="6595" y="2171"/>
                  </a:moveTo>
                  <a:cubicBezTo>
                    <a:pt x="7889" y="2171"/>
                    <a:pt x="8963" y="3033"/>
                    <a:pt x="9389" y="4159"/>
                  </a:cubicBezTo>
                  <a:lnTo>
                    <a:pt x="8633" y="4159"/>
                  </a:lnTo>
                  <a:cubicBezTo>
                    <a:pt x="8223" y="3340"/>
                    <a:pt x="7404" y="2805"/>
                    <a:pt x="6459" y="2805"/>
                  </a:cubicBezTo>
                  <a:cubicBezTo>
                    <a:pt x="5136" y="2805"/>
                    <a:pt x="4065" y="3844"/>
                    <a:pt x="4065" y="5199"/>
                  </a:cubicBezTo>
                  <a:cubicBezTo>
                    <a:pt x="4065" y="6522"/>
                    <a:pt x="5136" y="7593"/>
                    <a:pt x="6459" y="7593"/>
                  </a:cubicBezTo>
                  <a:cubicBezTo>
                    <a:pt x="6617" y="7593"/>
                    <a:pt x="6743" y="7593"/>
                    <a:pt x="6900" y="7562"/>
                  </a:cubicBezTo>
                  <a:lnTo>
                    <a:pt x="6900" y="7562"/>
                  </a:lnTo>
                  <a:cubicBezTo>
                    <a:pt x="6869" y="7688"/>
                    <a:pt x="6806" y="7782"/>
                    <a:pt x="6806" y="7940"/>
                  </a:cubicBezTo>
                  <a:cubicBezTo>
                    <a:pt x="6806" y="8066"/>
                    <a:pt x="6806" y="8192"/>
                    <a:pt x="6869" y="8255"/>
                  </a:cubicBezTo>
                  <a:cubicBezTo>
                    <a:pt x="6743" y="8255"/>
                    <a:pt x="6585" y="8318"/>
                    <a:pt x="6459" y="8318"/>
                  </a:cubicBezTo>
                  <a:cubicBezTo>
                    <a:pt x="4758" y="8318"/>
                    <a:pt x="3403" y="6932"/>
                    <a:pt x="3403" y="5230"/>
                  </a:cubicBezTo>
                  <a:cubicBezTo>
                    <a:pt x="3403" y="3529"/>
                    <a:pt x="4758" y="2174"/>
                    <a:pt x="6459" y="2174"/>
                  </a:cubicBezTo>
                  <a:cubicBezTo>
                    <a:pt x="6505" y="2172"/>
                    <a:pt x="6550" y="2171"/>
                    <a:pt x="6595" y="2171"/>
                  </a:cubicBezTo>
                  <a:close/>
                  <a:moveTo>
                    <a:pt x="8538" y="8917"/>
                  </a:moveTo>
                  <a:cubicBezTo>
                    <a:pt x="8759" y="8917"/>
                    <a:pt x="8916" y="9074"/>
                    <a:pt x="8916" y="9295"/>
                  </a:cubicBezTo>
                  <a:cubicBezTo>
                    <a:pt x="8853" y="9484"/>
                    <a:pt x="8696" y="9641"/>
                    <a:pt x="8538" y="9641"/>
                  </a:cubicBezTo>
                  <a:lnTo>
                    <a:pt x="7877" y="9641"/>
                  </a:lnTo>
                  <a:cubicBezTo>
                    <a:pt x="7688" y="9641"/>
                    <a:pt x="7530" y="9484"/>
                    <a:pt x="7530" y="9295"/>
                  </a:cubicBezTo>
                  <a:cubicBezTo>
                    <a:pt x="7530" y="9074"/>
                    <a:pt x="7688" y="8917"/>
                    <a:pt x="7877" y="8917"/>
                  </a:cubicBezTo>
                  <a:close/>
                  <a:moveTo>
                    <a:pt x="3592" y="1765"/>
                  </a:moveTo>
                  <a:cubicBezTo>
                    <a:pt x="3655" y="2111"/>
                    <a:pt x="3655" y="2427"/>
                    <a:pt x="3592" y="2805"/>
                  </a:cubicBezTo>
                  <a:cubicBezTo>
                    <a:pt x="3025" y="3466"/>
                    <a:pt x="2710" y="4285"/>
                    <a:pt x="2710" y="5199"/>
                  </a:cubicBezTo>
                  <a:cubicBezTo>
                    <a:pt x="2710" y="7278"/>
                    <a:pt x="4411" y="8917"/>
                    <a:pt x="6459" y="8917"/>
                  </a:cubicBezTo>
                  <a:cubicBezTo>
                    <a:pt x="6585" y="8917"/>
                    <a:pt x="6743" y="8917"/>
                    <a:pt x="6869" y="8885"/>
                  </a:cubicBezTo>
                  <a:lnTo>
                    <a:pt x="6869" y="8885"/>
                  </a:lnTo>
                  <a:cubicBezTo>
                    <a:pt x="6806" y="9011"/>
                    <a:pt x="6774" y="9137"/>
                    <a:pt x="6774" y="9232"/>
                  </a:cubicBezTo>
                  <a:cubicBezTo>
                    <a:pt x="6774" y="9358"/>
                    <a:pt x="6806" y="9484"/>
                    <a:pt x="6806" y="9610"/>
                  </a:cubicBezTo>
                  <a:lnTo>
                    <a:pt x="4915" y="9610"/>
                  </a:lnTo>
                  <a:cubicBezTo>
                    <a:pt x="4537" y="9641"/>
                    <a:pt x="4096" y="9830"/>
                    <a:pt x="3781" y="10145"/>
                  </a:cubicBezTo>
                  <a:lnTo>
                    <a:pt x="3088" y="10870"/>
                  </a:lnTo>
                  <a:lnTo>
                    <a:pt x="788" y="8633"/>
                  </a:lnTo>
                  <a:lnTo>
                    <a:pt x="1544" y="7908"/>
                  </a:lnTo>
                  <a:cubicBezTo>
                    <a:pt x="1859" y="7593"/>
                    <a:pt x="2048" y="7152"/>
                    <a:pt x="2048" y="6680"/>
                  </a:cubicBezTo>
                  <a:lnTo>
                    <a:pt x="2048" y="3655"/>
                  </a:lnTo>
                  <a:cubicBezTo>
                    <a:pt x="2048" y="3592"/>
                    <a:pt x="2080" y="3498"/>
                    <a:pt x="2143" y="3435"/>
                  </a:cubicBezTo>
                  <a:lnTo>
                    <a:pt x="3592" y="1765"/>
                  </a:lnTo>
                  <a:close/>
                  <a:moveTo>
                    <a:pt x="5167" y="1"/>
                  </a:moveTo>
                  <a:cubicBezTo>
                    <a:pt x="4978" y="1"/>
                    <a:pt x="4821" y="158"/>
                    <a:pt x="4821" y="347"/>
                  </a:cubicBezTo>
                  <a:cubicBezTo>
                    <a:pt x="4821" y="536"/>
                    <a:pt x="4978" y="694"/>
                    <a:pt x="5167" y="694"/>
                  </a:cubicBezTo>
                  <a:lnTo>
                    <a:pt x="5514" y="694"/>
                  </a:lnTo>
                  <a:lnTo>
                    <a:pt x="5514" y="1576"/>
                  </a:lnTo>
                  <a:cubicBezTo>
                    <a:pt x="5136" y="1702"/>
                    <a:pt x="4726" y="1891"/>
                    <a:pt x="4380" y="2111"/>
                  </a:cubicBezTo>
                  <a:cubicBezTo>
                    <a:pt x="4380" y="1796"/>
                    <a:pt x="4317" y="1481"/>
                    <a:pt x="4222" y="1229"/>
                  </a:cubicBezTo>
                  <a:lnTo>
                    <a:pt x="4159" y="977"/>
                  </a:lnTo>
                  <a:cubicBezTo>
                    <a:pt x="4096" y="851"/>
                    <a:pt x="4033" y="788"/>
                    <a:pt x="3907" y="757"/>
                  </a:cubicBezTo>
                  <a:cubicBezTo>
                    <a:pt x="3872" y="739"/>
                    <a:pt x="3839" y="731"/>
                    <a:pt x="3808" y="731"/>
                  </a:cubicBezTo>
                  <a:cubicBezTo>
                    <a:pt x="3728" y="731"/>
                    <a:pt x="3660" y="783"/>
                    <a:pt x="3592" y="851"/>
                  </a:cubicBezTo>
                  <a:lnTo>
                    <a:pt x="1702" y="2962"/>
                  </a:lnTo>
                  <a:cubicBezTo>
                    <a:pt x="1544" y="3151"/>
                    <a:pt x="1418" y="3372"/>
                    <a:pt x="1418" y="3624"/>
                  </a:cubicBezTo>
                  <a:lnTo>
                    <a:pt x="1418" y="6648"/>
                  </a:lnTo>
                  <a:cubicBezTo>
                    <a:pt x="1418" y="6932"/>
                    <a:pt x="1292" y="7152"/>
                    <a:pt x="1103" y="7373"/>
                  </a:cubicBezTo>
                  <a:lnTo>
                    <a:pt x="127" y="8349"/>
                  </a:lnTo>
                  <a:cubicBezTo>
                    <a:pt x="64" y="8412"/>
                    <a:pt x="1" y="8507"/>
                    <a:pt x="1" y="8570"/>
                  </a:cubicBezTo>
                  <a:cubicBezTo>
                    <a:pt x="1" y="8664"/>
                    <a:pt x="32" y="8790"/>
                    <a:pt x="127" y="8822"/>
                  </a:cubicBezTo>
                  <a:lnTo>
                    <a:pt x="2867" y="11531"/>
                  </a:lnTo>
                  <a:cubicBezTo>
                    <a:pt x="2930" y="11594"/>
                    <a:pt x="3025" y="11626"/>
                    <a:pt x="3116" y="11626"/>
                  </a:cubicBezTo>
                  <a:cubicBezTo>
                    <a:pt x="3206" y="11626"/>
                    <a:pt x="3293" y="11594"/>
                    <a:pt x="3340" y="11531"/>
                  </a:cubicBezTo>
                  <a:lnTo>
                    <a:pt x="4348" y="10555"/>
                  </a:lnTo>
                  <a:cubicBezTo>
                    <a:pt x="4537" y="10366"/>
                    <a:pt x="4758" y="10240"/>
                    <a:pt x="5041" y="10240"/>
                  </a:cubicBezTo>
                  <a:lnTo>
                    <a:pt x="8601" y="10240"/>
                  </a:lnTo>
                  <a:cubicBezTo>
                    <a:pt x="9137" y="10240"/>
                    <a:pt x="9610" y="9767"/>
                    <a:pt x="9610" y="9200"/>
                  </a:cubicBezTo>
                  <a:cubicBezTo>
                    <a:pt x="9610" y="9106"/>
                    <a:pt x="9578" y="8948"/>
                    <a:pt x="9547" y="8822"/>
                  </a:cubicBezTo>
                  <a:cubicBezTo>
                    <a:pt x="9956" y="8696"/>
                    <a:pt x="10303" y="8318"/>
                    <a:pt x="10303" y="7845"/>
                  </a:cubicBezTo>
                  <a:cubicBezTo>
                    <a:pt x="10303" y="7719"/>
                    <a:pt x="10240" y="7562"/>
                    <a:pt x="10208" y="7436"/>
                  </a:cubicBezTo>
                  <a:cubicBezTo>
                    <a:pt x="10649" y="7310"/>
                    <a:pt x="10964" y="6932"/>
                    <a:pt x="10964" y="6459"/>
                  </a:cubicBezTo>
                  <a:cubicBezTo>
                    <a:pt x="10964" y="6333"/>
                    <a:pt x="10933" y="6176"/>
                    <a:pt x="10870" y="6050"/>
                  </a:cubicBezTo>
                  <a:cubicBezTo>
                    <a:pt x="11027" y="6018"/>
                    <a:pt x="11185" y="5955"/>
                    <a:pt x="11342" y="5798"/>
                  </a:cubicBezTo>
                  <a:cubicBezTo>
                    <a:pt x="11563" y="5577"/>
                    <a:pt x="11657" y="5325"/>
                    <a:pt x="11657" y="5041"/>
                  </a:cubicBezTo>
                  <a:cubicBezTo>
                    <a:pt x="11657" y="4758"/>
                    <a:pt x="11563" y="4474"/>
                    <a:pt x="11342" y="4285"/>
                  </a:cubicBezTo>
                  <a:cubicBezTo>
                    <a:pt x="11122" y="4285"/>
                    <a:pt x="10870" y="4159"/>
                    <a:pt x="10586" y="4159"/>
                  </a:cubicBezTo>
                  <a:lnTo>
                    <a:pt x="10145" y="4159"/>
                  </a:lnTo>
                  <a:cubicBezTo>
                    <a:pt x="9767" y="2899"/>
                    <a:pt x="8790" y="1922"/>
                    <a:pt x="7530" y="1576"/>
                  </a:cubicBezTo>
                  <a:lnTo>
                    <a:pt x="7530" y="694"/>
                  </a:lnTo>
                  <a:lnTo>
                    <a:pt x="7877" y="694"/>
                  </a:lnTo>
                  <a:cubicBezTo>
                    <a:pt x="8097" y="694"/>
                    <a:pt x="8255" y="536"/>
                    <a:pt x="8255" y="347"/>
                  </a:cubicBezTo>
                  <a:cubicBezTo>
                    <a:pt x="8255" y="158"/>
                    <a:pt x="8097" y="1"/>
                    <a:pt x="78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1" name="Google Shape;16121;p84"/>
            <p:cNvSpPr/>
            <p:nvPr/>
          </p:nvSpPr>
          <p:spPr>
            <a:xfrm>
              <a:off x="-30670625" y="2042700"/>
              <a:ext cx="35475" cy="35450"/>
            </a:xfrm>
            <a:custGeom>
              <a:avLst/>
              <a:gdLst/>
              <a:ahLst/>
              <a:cxnLst/>
              <a:rect l="l" t="t" r="r" b="b"/>
              <a:pathLst>
                <a:path w="1419" h="1418" extrusionOk="0">
                  <a:moveTo>
                    <a:pt x="1072" y="0"/>
                  </a:moveTo>
                  <a:cubicBezTo>
                    <a:pt x="883" y="0"/>
                    <a:pt x="725" y="158"/>
                    <a:pt x="725" y="378"/>
                  </a:cubicBezTo>
                  <a:lnTo>
                    <a:pt x="725" y="725"/>
                  </a:lnTo>
                  <a:lnTo>
                    <a:pt x="379" y="725"/>
                  </a:lnTo>
                  <a:cubicBezTo>
                    <a:pt x="158" y="725"/>
                    <a:pt x="1" y="882"/>
                    <a:pt x="1" y="1071"/>
                  </a:cubicBezTo>
                  <a:cubicBezTo>
                    <a:pt x="1" y="1260"/>
                    <a:pt x="158" y="1418"/>
                    <a:pt x="379" y="1418"/>
                  </a:cubicBezTo>
                  <a:lnTo>
                    <a:pt x="1041" y="1418"/>
                  </a:lnTo>
                  <a:cubicBezTo>
                    <a:pt x="1230" y="1418"/>
                    <a:pt x="1387" y="1260"/>
                    <a:pt x="1387" y="1071"/>
                  </a:cubicBezTo>
                  <a:lnTo>
                    <a:pt x="1387" y="410"/>
                  </a:lnTo>
                  <a:cubicBezTo>
                    <a:pt x="1419"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22" name="Google Shape;16122;p84"/>
          <p:cNvGrpSpPr/>
          <p:nvPr/>
        </p:nvGrpSpPr>
        <p:grpSpPr>
          <a:xfrm>
            <a:off x="4717474" y="4511687"/>
            <a:ext cx="470156" cy="470924"/>
            <a:chOff x="-30805300" y="2298675"/>
            <a:chExt cx="290650" cy="291125"/>
          </a:xfrm>
        </p:grpSpPr>
        <p:sp>
          <p:nvSpPr>
            <p:cNvPr id="16123" name="Google Shape;16123;p84"/>
            <p:cNvSpPr/>
            <p:nvPr/>
          </p:nvSpPr>
          <p:spPr>
            <a:xfrm>
              <a:off x="-30720225" y="24191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4" name="Google Shape;16124;p84"/>
            <p:cNvSpPr/>
            <p:nvPr/>
          </p:nvSpPr>
          <p:spPr>
            <a:xfrm>
              <a:off x="-30635175" y="2453250"/>
              <a:ext cx="87450" cy="69125"/>
            </a:xfrm>
            <a:custGeom>
              <a:avLst/>
              <a:gdLst/>
              <a:ahLst/>
              <a:cxnLst/>
              <a:rect l="l" t="t" r="r" b="b"/>
              <a:pathLst>
                <a:path w="3498" h="2765" extrusionOk="0">
                  <a:moveTo>
                    <a:pt x="3124" y="0"/>
                  </a:moveTo>
                  <a:cubicBezTo>
                    <a:pt x="3033" y="0"/>
                    <a:pt x="2946" y="40"/>
                    <a:pt x="2899" y="118"/>
                  </a:cubicBezTo>
                  <a:lnTo>
                    <a:pt x="1040" y="1946"/>
                  </a:lnTo>
                  <a:lnTo>
                    <a:pt x="599" y="1505"/>
                  </a:lnTo>
                  <a:cubicBezTo>
                    <a:pt x="536" y="1442"/>
                    <a:pt x="450" y="1410"/>
                    <a:pt x="363" y="1410"/>
                  </a:cubicBezTo>
                  <a:cubicBezTo>
                    <a:pt x="276" y="1410"/>
                    <a:pt x="190" y="1442"/>
                    <a:pt x="127" y="1505"/>
                  </a:cubicBezTo>
                  <a:cubicBezTo>
                    <a:pt x="1" y="1631"/>
                    <a:pt x="1" y="1851"/>
                    <a:pt x="127" y="1977"/>
                  </a:cubicBezTo>
                  <a:lnTo>
                    <a:pt x="788" y="2639"/>
                  </a:lnTo>
                  <a:cubicBezTo>
                    <a:pt x="883" y="2733"/>
                    <a:pt x="977" y="2765"/>
                    <a:pt x="1040" y="2765"/>
                  </a:cubicBezTo>
                  <a:cubicBezTo>
                    <a:pt x="1103" y="2765"/>
                    <a:pt x="1198" y="2733"/>
                    <a:pt x="1261" y="2639"/>
                  </a:cubicBezTo>
                  <a:lnTo>
                    <a:pt x="3372" y="591"/>
                  </a:lnTo>
                  <a:cubicBezTo>
                    <a:pt x="3498" y="496"/>
                    <a:pt x="3498" y="244"/>
                    <a:pt x="3372" y="118"/>
                  </a:cubicBezTo>
                  <a:cubicBezTo>
                    <a:pt x="3309" y="40"/>
                    <a:pt x="3214" y="0"/>
                    <a:pt x="31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5" name="Google Shape;16125;p84"/>
            <p:cNvSpPr/>
            <p:nvPr/>
          </p:nvSpPr>
          <p:spPr>
            <a:xfrm>
              <a:off x="-30805300" y="2298675"/>
              <a:ext cx="290650" cy="291125"/>
            </a:xfrm>
            <a:custGeom>
              <a:avLst/>
              <a:gdLst/>
              <a:ahLst/>
              <a:cxnLst/>
              <a:rect l="l" t="t" r="r" b="b"/>
              <a:pathLst>
                <a:path w="11626" h="11645" extrusionOk="0">
                  <a:moveTo>
                    <a:pt x="5797" y="630"/>
                  </a:moveTo>
                  <a:cubicBezTo>
                    <a:pt x="6333" y="630"/>
                    <a:pt x="6806" y="1103"/>
                    <a:pt x="6806" y="1670"/>
                  </a:cubicBezTo>
                  <a:lnTo>
                    <a:pt x="6806" y="4096"/>
                  </a:lnTo>
                  <a:lnTo>
                    <a:pt x="6459" y="4096"/>
                  </a:lnTo>
                  <a:cubicBezTo>
                    <a:pt x="5514" y="4096"/>
                    <a:pt x="4758" y="4852"/>
                    <a:pt x="4758" y="5797"/>
                  </a:cubicBezTo>
                  <a:lnTo>
                    <a:pt x="4758" y="6144"/>
                  </a:lnTo>
                  <a:lnTo>
                    <a:pt x="3088" y="6144"/>
                  </a:lnTo>
                  <a:lnTo>
                    <a:pt x="3088" y="6207"/>
                  </a:lnTo>
                  <a:cubicBezTo>
                    <a:pt x="2993" y="6207"/>
                    <a:pt x="2930" y="6238"/>
                    <a:pt x="2836" y="6270"/>
                  </a:cubicBezTo>
                  <a:lnTo>
                    <a:pt x="2017" y="7057"/>
                  </a:lnTo>
                  <a:lnTo>
                    <a:pt x="2017" y="6490"/>
                  </a:lnTo>
                  <a:cubicBezTo>
                    <a:pt x="2017" y="6301"/>
                    <a:pt x="1859" y="6144"/>
                    <a:pt x="1670" y="6144"/>
                  </a:cubicBezTo>
                  <a:cubicBezTo>
                    <a:pt x="1103" y="6144"/>
                    <a:pt x="631" y="5671"/>
                    <a:pt x="631" y="5136"/>
                  </a:cubicBezTo>
                  <a:lnTo>
                    <a:pt x="631" y="1670"/>
                  </a:lnTo>
                  <a:cubicBezTo>
                    <a:pt x="631" y="1103"/>
                    <a:pt x="1103" y="630"/>
                    <a:pt x="1670" y="630"/>
                  </a:cubicBezTo>
                  <a:close/>
                  <a:moveTo>
                    <a:pt x="9925" y="4852"/>
                  </a:moveTo>
                  <a:cubicBezTo>
                    <a:pt x="10492" y="4852"/>
                    <a:pt x="10964" y="5325"/>
                    <a:pt x="10964" y="5860"/>
                  </a:cubicBezTo>
                  <a:lnTo>
                    <a:pt x="10964" y="8601"/>
                  </a:lnTo>
                  <a:cubicBezTo>
                    <a:pt x="10964" y="9137"/>
                    <a:pt x="10492" y="9609"/>
                    <a:pt x="9925" y="9609"/>
                  </a:cubicBezTo>
                  <a:lnTo>
                    <a:pt x="8538" y="9609"/>
                  </a:lnTo>
                  <a:cubicBezTo>
                    <a:pt x="8475" y="9609"/>
                    <a:pt x="8349" y="9672"/>
                    <a:pt x="8318" y="9735"/>
                  </a:cubicBezTo>
                  <a:lnTo>
                    <a:pt x="7530" y="10523"/>
                  </a:lnTo>
                  <a:lnTo>
                    <a:pt x="7530" y="9987"/>
                  </a:lnTo>
                  <a:cubicBezTo>
                    <a:pt x="7530" y="9767"/>
                    <a:pt x="7373" y="9609"/>
                    <a:pt x="7184" y="9609"/>
                  </a:cubicBezTo>
                  <a:lnTo>
                    <a:pt x="6491" y="9609"/>
                  </a:lnTo>
                  <a:cubicBezTo>
                    <a:pt x="5955" y="9609"/>
                    <a:pt x="5482" y="9137"/>
                    <a:pt x="5482" y="8601"/>
                  </a:cubicBezTo>
                  <a:lnTo>
                    <a:pt x="5482" y="5860"/>
                  </a:lnTo>
                  <a:cubicBezTo>
                    <a:pt x="5482" y="5325"/>
                    <a:pt x="5955" y="4852"/>
                    <a:pt x="6491" y="4852"/>
                  </a:cubicBezTo>
                  <a:close/>
                  <a:moveTo>
                    <a:pt x="1702" y="0"/>
                  </a:moveTo>
                  <a:cubicBezTo>
                    <a:pt x="757" y="0"/>
                    <a:pt x="1" y="756"/>
                    <a:pt x="1" y="1702"/>
                  </a:cubicBezTo>
                  <a:lnTo>
                    <a:pt x="1" y="5167"/>
                  </a:lnTo>
                  <a:cubicBezTo>
                    <a:pt x="1" y="5986"/>
                    <a:pt x="599" y="6711"/>
                    <a:pt x="1387" y="6868"/>
                  </a:cubicBezTo>
                  <a:lnTo>
                    <a:pt x="1387" y="7940"/>
                  </a:lnTo>
                  <a:cubicBezTo>
                    <a:pt x="1387" y="8034"/>
                    <a:pt x="1450" y="8192"/>
                    <a:pt x="1576" y="8255"/>
                  </a:cubicBezTo>
                  <a:cubicBezTo>
                    <a:pt x="1618" y="8265"/>
                    <a:pt x="1663" y="8272"/>
                    <a:pt x="1708" y="8272"/>
                  </a:cubicBezTo>
                  <a:cubicBezTo>
                    <a:pt x="1796" y="8272"/>
                    <a:pt x="1880" y="8244"/>
                    <a:pt x="1922" y="8160"/>
                  </a:cubicBezTo>
                  <a:lnTo>
                    <a:pt x="3246" y="6900"/>
                  </a:lnTo>
                  <a:lnTo>
                    <a:pt x="4821" y="6900"/>
                  </a:lnTo>
                  <a:lnTo>
                    <a:pt x="4821" y="8601"/>
                  </a:lnTo>
                  <a:cubicBezTo>
                    <a:pt x="4821" y="9546"/>
                    <a:pt x="5545" y="10302"/>
                    <a:pt x="6491" y="10302"/>
                  </a:cubicBezTo>
                  <a:lnTo>
                    <a:pt x="6869" y="10302"/>
                  </a:lnTo>
                  <a:lnTo>
                    <a:pt x="6869" y="11311"/>
                  </a:lnTo>
                  <a:cubicBezTo>
                    <a:pt x="6869" y="11468"/>
                    <a:pt x="6932" y="11594"/>
                    <a:pt x="7058" y="11626"/>
                  </a:cubicBezTo>
                  <a:cubicBezTo>
                    <a:pt x="7104" y="11637"/>
                    <a:pt x="7154" y="11644"/>
                    <a:pt x="7202" y="11644"/>
                  </a:cubicBezTo>
                  <a:cubicBezTo>
                    <a:pt x="7286" y="11644"/>
                    <a:pt x="7364" y="11623"/>
                    <a:pt x="7404" y="11563"/>
                  </a:cubicBezTo>
                  <a:lnTo>
                    <a:pt x="8664" y="10302"/>
                  </a:lnTo>
                  <a:lnTo>
                    <a:pt x="9925" y="10302"/>
                  </a:lnTo>
                  <a:cubicBezTo>
                    <a:pt x="10870" y="10302"/>
                    <a:pt x="11626" y="9546"/>
                    <a:pt x="11626" y="8601"/>
                  </a:cubicBezTo>
                  <a:lnTo>
                    <a:pt x="11626" y="5892"/>
                  </a:lnTo>
                  <a:cubicBezTo>
                    <a:pt x="11626" y="4884"/>
                    <a:pt x="10870" y="4159"/>
                    <a:pt x="9925" y="4159"/>
                  </a:cubicBezTo>
                  <a:lnTo>
                    <a:pt x="7530" y="4159"/>
                  </a:lnTo>
                  <a:lnTo>
                    <a:pt x="7530" y="1702"/>
                  </a:lnTo>
                  <a:cubicBezTo>
                    <a:pt x="7530" y="756"/>
                    <a:pt x="6774"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6" name="Google Shape;16126;p84"/>
            <p:cNvSpPr/>
            <p:nvPr/>
          </p:nvSpPr>
          <p:spPr>
            <a:xfrm>
              <a:off x="-30737575" y="2332550"/>
              <a:ext cx="53600" cy="69325"/>
            </a:xfrm>
            <a:custGeom>
              <a:avLst/>
              <a:gdLst/>
              <a:ahLst/>
              <a:cxnLst/>
              <a:rect l="l" t="t" r="r" b="b"/>
              <a:pathLst>
                <a:path w="2144" h="2773" extrusionOk="0">
                  <a:moveTo>
                    <a:pt x="1041" y="0"/>
                  </a:moveTo>
                  <a:cubicBezTo>
                    <a:pt x="474" y="0"/>
                    <a:pt x="1" y="473"/>
                    <a:pt x="1" y="1008"/>
                  </a:cubicBezTo>
                  <a:cubicBezTo>
                    <a:pt x="1" y="1197"/>
                    <a:pt x="158" y="1355"/>
                    <a:pt x="379" y="1355"/>
                  </a:cubicBezTo>
                  <a:cubicBezTo>
                    <a:pt x="568" y="1355"/>
                    <a:pt x="726" y="1197"/>
                    <a:pt x="726" y="1008"/>
                  </a:cubicBezTo>
                  <a:cubicBezTo>
                    <a:pt x="726" y="819"/>
                    <a:pt x="883" y="662"/>
                    <a:pt x="1072" y="662"/>
                  </a:cubicBezTo>
                  <a:cubicBezTo>
                    <a:pt x="1293" y="662"/>
                    <a:pt x="1450" y="819"/>
                    <a:pt x="1450" y="1008"/>
                  </a:cubicBezTo>
                  <a:cubicBezTo>
                    <a:pt x="1450" y="1103"/>
                    <a:pt x="1324" y="1292"/>
                    <a:pt x="1198" y="1323"/>
                  </a:cubicBezTo>
                  <a:cubicBezTo>
                    <a:pt x="915" y="1449"/>
                    <a:pt x="757" y="1701"/>
                    <a:pt x="757" y="1953"/>
                  </a:cubicBezTo>
                  <a:lnTo>
                    <a:pt x="757" y="2426"/>
                  </a:lnTo>
                  <a:cubicBezTo>
                    <a:pt x="757" y="2615"/>
                    <a:pt x="915" y="2772"/>
                    <a:pt x="1135" y="2772"/>
                  </a:cubicBezTo>
                  <a:cubicBezTo>
                    <a:pt x="1324" y="2772"/>
                    <a:pt x="1482" y="2615"/>
                    <a:pt x="1482" y="2426"/>
                  </a:cubicBezTo>
                  <a:lnTo>
                    <a:pt x="1482" y="1953"/>
                  </a:lnTo>
                  <a:cubicBezTo>
                    <a:pt x="1860" y="1796"/>
                    <a:pt x="2143" y="1418"/>
                    <a:pt x="2143" y="1008"/>
                  </a:cubicBezTo>
                  <a:cubicBezTo>
                    <a:pt x="2049" y="473"/>
                    <a:pt x="1576"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27" name="Google Shape;16127;p84"/>
          <p:cNvGrpSpPr/>
          <p:nvPr/>
        </p:nvGrpSpPr>
        <p:grpSpPr>
          <a:xfrm>
            <a:off x="4716848" y="5125266"/>
            <a:ext cx="471409" cy="471409"/>
            <a:chOff x="-30806075" y="2657050"/>
            <a:chExt cx="291425" cy="291425"/>
          </a:xfrm>
        </p:grpSpPr>
        <p:sp>
          <p:nvSpPr>
            <p:cNvPr id="16128" name="Google Shape;16128;p84"/>
            <p:cNvSpPr/>
            <p:nvPr/>
          </p:nvSpPr>
          <p:spPr>
            <a:xfrm>
              <a:off x="-30806075" y="2657050"/>
              <a:ext cx="291425" cy="291425"/>
            </a:xfrm>
            <a:custGeom>
              <a:avLst/>
              <a:gdLst/>
              <a:ahLst/>
              <a:cxnLst/>
              <a:rect l="l" t="t" r="r" b="b"/>
              <a:pathLst>
                <a:path w="11657" h="11657" extrusionOk="0">
                  <a:moveTo>
                    <a:pt x="5828" y="693"/>
                  </a:moveTo>
                  <a:cubicBezTo>
                    <a:pt x="8664" y="693"/>
                    <a:pt x="10995" y="2993"/>
                    <a:pt x="10995" y="5828"/>
                  </a:cubicBezTo>
                  <a:cubicBezTo>
                    <a:pt x="10995" y="8664"/>
                    <a:pt x="8664" y="10995"/>
                    <a:pt x="5828" y="10995"/>
                  </a:cubicBezTo>
                  <a:cubicBezTo>
                    <a:pt x="2993" y="10995"/>
                    <a:pt x="662" y="8664"/>
                    <a:pt x="662" y="5828"/>
                  </a:cubicBezTo>
                  <a:cubicBezTo>
                    <a:pt x="662" y="2993"/>
                    <a:pt x="2993" y="693"/>
                    <a:pt x="5828" y="693"/>
                  </a:cubicBezTo>
                  <a:close/>
                  <a:moveTo>
                    <a:pt x="5828" y="0"/>
                  </a:moveTo>
                  <a:cubicBezTo>
                    <a:pt x="2583" y="0"/>
                    <a:pt x="0" y="2646"/>
                    <a:pt x="0" y="5828"/>
                  </a:cubicBezTo>
                  <a:cubicBezTo>
                    <a:pt x="0" y="9073"/>
                    <a:pt x="2646" y="11657"/>
                    <a:pt x="5828" y="11657"/>
                  </a:cubicBezTo>
                  <a:cubicBezTo>
                    <a:pt x="9042" y="11657"/>
                    <a:pt x="11657" y="9042"/>
                    <a:pt x="11657" y="5828"/>
                  </a:cubicBezTo>
                  <a:cubicBezTo>
                    <a:pt x="11657" y="2646"/>
                    <a:pt x="9042" y="0"/>
                    <a:pt x="58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9" name="Google Shape;16129;p84"/>
            <p:cNvSpPr/>
            <p:nvPr/>
          </p:nvSpPr>
          <p:spPr>
            <a:xfrm>
              <a:off x="-30771425" y="2692475"/>
              <a:ext cx="222125" cy="222925"/>
            </a:xfrm>
            <a:custGeom>
              <a:avLst/>
              <a:gdLst/>
              <a:ahLst/>
              <a:cxnLst/>
              <a:rect l="l" t="t" r="r" b="b"/>
              <a:pathLst>
                <a:path w="8885" h="8917" extrusionOk="0">
                  <a:moveTo>
                    <a:pt x="4442" y="725"/>
                  </a:moveTo>
                  <a:cubicBezTo>
                    <a:pt x="6522" y="725"/>
                    <a:pt x="8192" y="2427"/>
                    <a:pt x="8192" y="4474"/>
                  </a:cubicBezTo>
                  <a:cubicBezTo>
                    <a:pt x="8192" y="6522"/>
                    <a:pt x="6522" y="8192"/>
                    <a:pt x="4442" y="8192"/>
                  </a:cubicBezTo>
                  <a:cubicBezTo>
                    <a:pt x="2363" y="8192"/>
                    <a:pt x="693" y="6522"/>
                    <a:pt x="693" y="4474"/>
                  </a:cubicBezTo>
                  <a:cubicBezTo>
                    <a:pt x="693" y="2427"/>
                    <a:pt x="2395" y="725"/>
                    <a:pt x="4442" y="725"/>
                  </a:cubicBezTo>
                  <a:close/>
                  <a:moveTo>
                    <a:pt x="4442" y="1"/>
                  </a:moveTo>
                  <a:cubicBezTo>
                    <a:pt x="1985" y="1"/>
                    <a:pt x="0" y="2017"/>
                    <a:pt x="0" y="4474"/>
                  </a:cubicBezTo>
                  <a:cubicBezTo>
                    <a:pt x="0" y="6900"/>
                    <a:pt x="1985" y="8917"/>
                    <a:pt x="4442" y="8917"/>
                  </a:cubicBezTo>
                  <a:cubicBezTo>
                    <a:pt x="6868" y="8917"/>
                    <a:pt x="8885" y="6900"/>
                    <a:pt x="8885" y="4474"/>
                  </a:cubicBezTo>
                  <a:cubicBezTo>
                    <a:pt x="8885" y="2017"/>
                    <a:pt x="6868" y="1"/>
                    <a:pt x="4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0" name="Google Shape;16130;p84"/>
            <p:cNvSpPr/>
            <p:nvPr/>
          </p:nvSpPr>
          <p:spPr>
            <a:xfrm>
              <a:off x="-30669050" y="2726350"/>
              <a:ext cx="52025" cy="119150"/>
            </a:xfrm>
            <a:custGeom>
              <a:avLst/>
              <a:gdLst/>
              <a:ahLst/>
              <a:cxnLst/>
              <a:rect l="l" t="t" r="r" b="b"/>
              <a:pathLst>
                <a:path w="2081" h="4766" extrusionOk="0">
                  <a:moveTo>
                    <a:pt x="347" y="0"/>
                  </a:moveTo>
                  <a:cubicBezTo>
                    <a:pt x="158" y="0"/>
                    <a:pt x="1" y="158"/>
                    <a:pt x="1" y="347"/>
                  </a:cubicBezTo>
                  <a:lnTo>
                    <a:pt x="1" y="3056"/>
                  </a:lnTo>
                  <a:cubicBezTo>
                    <a:pt x="1" y="3151"/>
                    <a:pt x="32" y="3277"/>
                    <a:pt x="95" y="3308"/>
                  </a:cubicBezTo>
                  <a:lnTo>
                    <a:pt x="1482" y="4695"/>
                  </a:lnTo>
                  <a:cubicBezTo>
                    <a:pt x="1545" y="4742"/>
                    <a:pt x="1631" y="4766"/>
                    <a:pt x="1718" y="4766"/>
                  </a:cubicBezTo>
                  <a:cubicBezTo>
                    <a:pt x="1805" y="4766"/>
                    <a:pt x="1891" y="4742"/>
                    <a:pt x="1954" y="4695"/>
                  </a:cubicBezTo>
                  <a:cubicBezTo>
                    <a:pt x="2080" y="4569"/>
                    <a:pt x="2080" y="4317"/>
                    <a:pt x="1954" y="4222"/>
                  </a:cubicBezTo>
                  <a:lnTo>
                    <a:pt x="694" y="2962"/>
                  </a:lnTo>
                  <a:lnTo>
                    <a:pt x="694" y="347"/>
                  </a:ln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31" name="Google Shape;16131;p84"/>
          <p:cNvGrpSpPr/>
          <p:nvPr/>
        </p:nvGrpSpPr>
        <p:grpSpPr>
          <a:xfrm>
            <a:off x="3519576" y="5735676"/>
            <a:ext cx="471409" cy="471409"/>
            <a:chOff x="-30064925" y="2332550"/>
            <a:chExt cx="291425" cy="291425"/>
          </a:xfrm>
        </p:grpSpPr>
        <p:sp>
          <p:nvSpPr>
            <p:cNvPr id="16132" name="Google Shape;16132;p84"/>
            <p:cNvSpPr/>
            <p:nvPr/>
          </p:nvSpPr>
          <p:spPr>
            <a:xfrm>
              <a:off x="-30064925" y="2332550"/>
              <a:ext cx="291425" cy="291425"/>
            </a:xfrm>
            <a:custGeom>
              <a:avLst/>
              <a:gdLst/>
              <a:ahLst/>
              <a:cxnLst/>
              <a:rect l="l" t="t" r="r" b="b"/>
              <a:pathLst>
                <a:path w="11657" h="11657" extrusionOk="0">
                  <a:moveTo>
                    <a:pt x="5829" y="662"/>
                  </a:moveTo>
                  <a:cubicBezTo>
                    <a:pt x="8664" y="662"/>
                    <a:pt x="10995" y="2993"/>
                    <a:pt x="10995" y="5828"/>
                  </a:cubicBezTo>
                  <a:cubicBezTo>
                    <a:pt x="10995" y="8695"/>
                    <a:pt x="8664" y="10995"/>
                    <a:pt x="5829" y="10995"/>
                  </a:cubicBezTo>
                  <a:cubicBezTo>
                    <a:pt x="2993" y="10995"/>
                    <a:pt x="662" y="8664"/>
                    <a:pt x="662" y="5828"/>
                  </a:cubicBezTo>
                  <a:cubicBezTo>
                    <a:pt x="662" y="2993"/>
                    <a:pt x="2993" y="662"/>
                    <a:pt x="5829" y="662"/>
                  </a:cubicBezTo>
                  <a:close/>
                  <a:moveTo>
                    <a:pt x="5829" y="0"/>
                  </a:moveTo>
                  <a:cubicBezTo>
                    <a:pt x="2615" y="0"/>
                    <a:pt x="0" y="2615"/>
                    <a:pt x="0" y="5828"/>
                  </a:cubicBezTo>
                  <a:cubicBezTo>
                    <a:pt x="0" y="9042"/>
                    <a:pt x="2647" y="11657"/>
                    <a:pt x="5829" y="11657"/>
                  </a:cubicBezTo>
                  <a:cubicBezTo>
                    <a:pt x="9074" y="11657"/>
                    <a:pt x="11657" y="9010"/>
                    <a:pt x="11657" y="5828"/>
                  </a:cubicBezTo>
                  <a:cubicBezTo>
                    <a:pt x="11657" y="2646"/>
                    <a:pt x="9074"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3" name="Google Shape;16133;p84"/>
            <p:cNvSpPr/>
            <p:nvPr/>
          </p:nvSpPr>
          <p:spPr>
            <a:xfrm>
              <a:off x="-29944425" y="2384525"/>
              <a:ext cx="51225" cy="51225"/>
            </a:xfrm>
            <a:custGeom>
              <a:avLst/>
              <a:gdLst/>
              <a:ahLst/>
              <a:cxnLst/>
              <a:rect l="l" t="t" r="r" b="b"/>
              <a:pathLst>
                <a:path w="2049" h="2049" extrusionOk="0">
                  <a:moveTo>
                    <a:pt x="1009" y="662"/>
                  </a:moveTo>
                  <a:cubicBezTo>
                    <a:pt x="1198" y="662"/>
                    <a:pt x="1355" y="819"/>
                    <a:pt x="1355" y="1040"/>
                  </a:cubicBezTo>
                  <a:cubicBezTo>
                    <a:pt x="1355" y="1229"/>
                    <a:pt x="1198" y="1387"/>
                    <a:pt x="1009" y="1387"/>
                  </a:cubicBezTo>
                  <a:cubicBezTo>
                    <a:pt x="820" y="1387"/>
                    <a:pt x="662" y="1229"/>
                    <a:pt x="662" y="1040"/>
                  </a:cubicBezTo>
                  <a:cubicBezTo>
                    <a:pt x="662" y="819"/>
                    <a:pt x="820" y="662"/>
                    <a:pt x="1009" y="662"/>
                  </a:cubicBezTo>
                  <a:close/>
                  <a:moveTo>
                    <a:pt x="1009" y="0"/>
                  </a:moveTo>
                  <a:cubicBezTo>
                    <a:pt x="473" y="0"/>
                    <a:pt x="0" y="473"/>
                    <a:pt x="0" y="1040"/>
                  </a:cubicBezTo>
                  <a:cubicBezTo>
                    <a:pt x="0" y="1576"/>
                    <a:pt x="473" y="2048"/>
                    <a:pt x="1009" y="2048"/>
                  </a:cubicBezTo>
                  <a:cubicBezTo>
                    <a:pt x="1576" y="2048"/>
                    <a:pt x="2048" y="1576"/>
                    <a:pt x="2048" y="1040"/>
                  </a:cubicBezTo>
                  <a:cubicBezTo>
                    <a:pt x="2048" y="473"/>
                    <a:pt x="1607"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4" name="Google Shape;16134;p84"/>
            <p:cNvSpPr/>
            <p:nvPr/>
          </p:nvSpPr>
          <p:spPr>
            <a:xfrm>
              <a:off x="-29944425" y="2452250"/>
              <a:ext cx="51225" cy="119750"/>
            </a:xfrm>
            <a:custGeom>
              <a:avLst/>
              <a:gdLst/>
              <a:ahLst/>
              <a:cxnLst/>
              <a:rect l="l" t="t" r="r" b="b"/>
              <a:pathLst>
                <a:path w="2049" h="4790" extrusionOk="0">
                  <a:moveTo>
                    <a:pt x="1009" y="725"/>
                  </a:moveTo>
                  <a:cubicBezTo>
                    <a:pt x="1198" y="725"/>
                    <a:pt x="1355" y="883"/>
                    <a:pt x="1355" y="1072"/>
                  </a:cubicBezTo>
                  <a:lnTo>
                    <a:pt x="1355" y="3781"/>
                  </a:lnTo>
                  <a:cubicBezTo>
                    <a:pt x="1355" y="4002"/>
                    <a:pt x="1198" y="4159"/>
                    <a:pt x="1009" y="4159"/>
                  </a:cubicBezTo>
                  <a:cubicBezTo>
                    <a:pt x="820" y="4159"/>
                    <a:pt x="662" y="4002"/>
                    <a:pt x="662" y="3781"/>
                  </a:cubicBezTo>
                  <a:lnTo>
                    <a:pt x="662" y="1072"/>
                  </a:lnTo>
                  <a:cubicBezTo>
                    <a:pt x="662" y="883"/>
                    <a:pt x="820" y="725"/>
                    <a:pt x="1009" y="725"/>
                  </a:cubicBezTo>
                  <a:close/>
                  <a:moveTo>
                    <a:pt x="1009" y="1"/>
                  </a:moveTo>
                  <a:cubicBezTo>
                    <a:pt x="473" y="1"/>
                    <a:pt x="0" y="473"/>
                    <a:pt x="0" y="1040"/>
                  </a:cubicBezTo>
                  <a:lnTo>
                    <a:pt x="0" y="3750"/>
                  </a:lnTo>
                  <a:cubicBezTo>
                    <a:pt x="0" y="4317"/>
                    <a:pt x="473" y="4790"/>
                    <a:pt x="1009" y="4790"/>
                  </a:cubicBezTo>
                  <a:cubicBezTo>
                    <a:pt x="1576" y="4790"/>
                    <a:pt x="2048" y="4317"/>
                    <a:pt x="2048" y="3750"/>
                  </a:cubicBezTo>
                  <a:lnTo>
                    <a:pt x="2048" y="1040"/>
                  </a:lnTo>
                  <a:cubicBezTo>
                    <a:pt x="2048" y="473"/>
                    <a:pt x="1607"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35" name="Google Shape;16135;p84"/>
          <p:cNvGrpSpPr/>
          <p:nvPr/>
        </p:nvGrpSpPr>
        <p:grpSpPr>
          <a:xfrm>
            <a:off x="5310758" y="3881675"/>
            <a:ext cx="465140" cy="463839"/>
            <a:chOff x="2821450" y="2957850"/>
            <a:chExt cx="259275" cy="258550"/>
          </a:xfrm>
        </p:grpSpPr>
        <p:sp>
          <p:nvSpPr>
            <p:cNvPr id="16136" name="Google Shape;16136;p84"/>
            <p:cNvSpPr/>
            <p:nvPr/>
          </p:nvSpPr>
          <p:spPr>
            <a:xfrm>
              <a:off x="2821450" y="3080500"/>
              <a:ext cx="259275" cy="135900"/>
            </a:xfrm>
            <a:custGeom>
              <a:avLst/>
              <a:gdLst/>
              <a:ahLst/>
              <a:cxnLst/>
              <a:rect l="l" t="t" r="r" b="b"/>
              <a:pathLst>
                <a:path w="10371" h="5436" extrusionOk="0">
                  <a:moveTo>
                    <a:pt x="2677" y="585"/>
                  </a:moveTo>
                  <a:cubicBezTo>
                    <a:pt x="3151" y="585"/>
                    <a:pt x="3569" y="1004"/>
                    <a:pt x="3569" y="1505"/>
                  </a:cubicBezTo>
                  <a:cubicBezTo>
                    <a:pt x="3569" y="1979"/>
                    <a:pt x="3151" y="2397"/>
                    <a:pt x="2677" y="2397"/>
                  </a:cubicBezTo>
                  <a:cubicBezTo>
                    <a:pt x="2147" y="2397"/>
                    <a:pt x="1757" y="1979"/>
                    <a:pt x="1757" y="1505"/>
                  </a:cubicBezTo>
                  <a:cubicBezTo>
                    <a:pt x="1757" y="1004"/>
                    <a:pt x="2175" y="585"/>
                    <a:pt x="2677" y="585"/>
                  </a:cubicBezTo>
                  <a:close/>
                  <a:moveTo>
                    <a:pt x="7555" y="585"/>
                  </a:moveTo>
                  <a:cubicBezTo>
                    <a:pt x="8029" y="585"/>
                    <a:pt x="8447" y="1004"/>
                    <a:pt x="8447" y="1505"/>
                  </a:cubicBezTo>
                  <a:cubicBezTo>
                    <a:pt x="8447" y="1979"/>
                    <a:pt x="8029" y="2397"/>
                    <a:pt x="7555" y="2397"/>
                  </a:cubicBezTo>
                  <a:cubicBezTo>
                    <a:pt x="7025" y="2397"/>
                    <a:pt x="6635" y="1979"/>
                    <a:pt x="6635" y="1505"/>
                  </a:cubicBezTo>
                  <a:cubicBezTo>
                    <a:pt x="6635" y="1004"/>
                    <a:pt x="7053" y="585"/>
                    <a:pt x="7555" y="585"/>
                  </a:cubicBezTo>
                  <a:close/>
                  <a:moveTo>
                    <a:pt x="2677" y="2983"/>
                  </a:moveTo>
                  <a:cubicBezTo>
                    <a:pt x="3736" y="2983"/>
                    <a:pt x="4628" y="3791"/>
                    <a:pt x="4795" y="4795"/>
                  </a:cubicBezTo>
                  <a:lnTo>
                    <a:pt x="586" y="4795"/>
                  </a:lnTo>
                  <a:cubicBezTo>
                    <a:pt x="698" y="3791"/>
                    <a:pt x="1618" y="2983"/>
                    <a:pt x="2677" y="2983"/>
                  </a:cubicBezTo>
                  <a:close/>
                  <a:moveTo>
                    <a:pt x="7555" y="2983"/>
                  </a:moveTo>
                  <a:cubicBezTo>
                    <a:pt x="8614" y="2983"/>
                    <a:pt x="9506" y="3791"/>
                    <a:pt x="9646" y="4795"/>
                  </a:cubicBezTo>
                  <a:lnTo>
                    <a:pt x="5409" y="4795"/>
                  </a:lnTo>
                  <a:cubicBezTo>
                    <a:pt x="5548" y="3791"/>
                    <a:pt x="6468" y="2983"/>
                    <a:pt x="7555" y="2983"/>
                  </a:cubicBezTo>
                  <a:close/>
                  <a:moveTo>
                    <a:pt x="2733" y="0"/>
                  </a:moveTo>
                  <a:cubicBezTo>
                    <a:pt x="1896" y="0"/>
                    <a:pt x="1227" y="669"/>
                    <a:pt x="1227" y="1505"/>
                  </a:cubicBezTo>
                  <a:cubicBezTo>
                    <a:pt x="1227" y="1951"/>
                    <a:pt x="1395" y="2342"/>
                    <a:pt x="1729" y="2620"/>
                  </a:cubicBezTo>
                  <a:cubicBezTo>
                    <a:pt x="698" y="3039"/>
                    <a:pt x="1" y="4014"/>
                    <a:pt x="1" y="5129"/>
                  </a:cubicBezTo>
                  <a:cubicBezTo>
                    <a:pt x="1" y="5296"/>
                    <a:pt x="140" y="5436"/>
                    <a:pt x="335" y="5436"/>
                  </a:cubicBezTo>
                  <a:lnTo>
                    <a:pt x="10036" y="5436"/>
                  </a:lnTo>
                  <a:cubicBezTo>
                    <a:pt x="10231" y="5436"/>
                    <a:pt x="10370" y="5296"/>
                    <a:pt x="10370" y="5129"/>
                  </a:cubicBezTo>
                  <a:cubicBezTo>
                    <a:pt x="10259" y="3958"/>
                    <a:pt x="9562" y="2983"/>
                    <a:pt x="8559" y="2620"/>
                  </a:cubicBezTo>
                  <a:cubicBezTo>
                    <a:pt x="8865" y="2342"/>
                    <a:pt x="9032" y="1951"/>
                    <a:pt x="9032" y="1505"/>
                  </a:cubicBezTo>
                  <a:cubicBezTo>
                    <a:pt x="9032" y="669"/>
                    <a:pt x="8391" y="0"/>
                    <a:pt x="7555" y="0"/>
                  </a:cubicBezTo>
                  <a:cubicBezTo>
                    <a:pt x="6719" y="0"/>
                    <a:pt x="6050" y="669"/>
                    <a:pt x="6050" y="1505"/>
                  </a:cubicBezTo>
                  <a:cubicBezTo>
                    <a:pt x="6050" y="1951"/>
                    <a:pt x="6217" y="2342"/>
                    <a:pt x="6524" y="2620"/>
                  </a:cubicBezTo>
                  <a:cubicBezTo>
                    <a:pt x="5910" y="2843"/>
                    <a:pt x="5409" y="3317"/>
                    <a:pt x="5130" y="3903"/>
                  </a:cubicBezTo>
                  <a:cubicBezTo>
                    <a:pt x="4823" y="3317"/>
                    <a:pt x="4322" y="2843"/>
                    <a:pt x="3736" y="2620"/>
                  </a:cubicBezTo>
                  <a:cubicBezTo>
                    <a:pt x="4043" y="2342"/>
                    <a:pt x="4238" y="1951"/>
                    <a:pt x="4238" y="1505"/>
                  </a:cubicBezTo>
                  <a:cubicBezTo>
                    <a:pt x="4238" y="669"/>
                    <a:pt x="3569" y="0"/>
                    <a:pt x="2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7" name="Google Shape;16137;p84"/>
            <p:cNvSpPr/>
            <p:nvPr/>
          </p:nvSpPr>
          <p:spPr>
            <a:xfrm>
              <a:off x="2831900" y="2957850"/>
              <a:ext cx="228625" cy="106350"/>
            </a:xfrm>
            <a:custGeom>
              <a:avLst/>
              <a:gdLst/>
              <a:ahLst/>
              <a:cxnLst/>
              <a:rect l="l" t="t" r="r" b="b"/>
              <a:pathLst>
                <a:path w="9145" h="4254" extrusionOk="0">
                  <a:moveTo>
                    <a:pt x="8336" y="585"/>
                  </a:moveTo>
                  <a:cubicBezTo>
                    <a:pt x="8531" y="585"/>
                    <a:pt x="8642" y="725"/>
                    <a:pt x="8642" y="892"/>
                  </a:cubicBezTo>
                  <a:lnTo>
                    <a:pt x="8642" y="2119"/>
                  </a:lnTo>
                  <a:cubicBezTo>
                    <a:pt x="8642" y="2286"/>
                    <a:pt x="8531" y="2425"/>
                    <a:pt x="8336" y="2425"/>
                  </a:cubicBezTo>
                  <a:lnTo>
                    <a:pt x="7137" y="2425"/>
                  </a:lnTo>
                  <a:cubicBezTo>
                    <a:pt x="6942" y="2425"/>
                    <a:pt x="6803" y="2565"/>
                    <a:pt x="6803" y="2732"/>
                  </a:cubicBezTo>
                  <a:lnTo>
                    <a:pt x="6803" y="3234"/>
                  </a:lnTo>
                  <a:lnTo>
                    <a:pt x="6106" y="2537"/>
                  </a:lnTo>
                  <a:cubicBezTo>
                    <a:pt x="6050" y="2453"/>
                    <a:pt x="5966" y="2425"/>
                    <a:pt x="5911" y="2425"/>
                  </a:cubicBezTo>
                  <a:lnTo>
                    <a:pt x="3430" y="2425"/>
                  </a:lnTo>
                  <a:cubicBezTo>
                    <a:pt x="3346" y="2425"/>
                    <a:pt x="3262" y="2453"/>
                    <a:pt x="3207" y="2537"/>
                  </a:cubicBezTo>
                  <a:lnTo>
                    <a:pt x="2510" y="3234"/>
                  </a:lnTo>
                  <a:lnTo>
                    <a:pt x="2510" y="2732"/>
                  </a:lnTo>
                  <a:cubicBezTo>
                    <a:pt x="2510" y="2565"/>
                    <a:pt x="2370" y="2425"/>
                    <a:pt x="2203" y="2425"/>
                  </a:cubicBezTo>
                  <a:lnTo>
                    <a:pt x="1032" y="2425"/>
                  </a:lnTo>
                  <a:cubicBezTo>
                    <a:pt x="865" y="2425"/>
                    <a:pt x="726" y="2286"/>
                    <a:pt x="726" y="2119"/>
                  </a:cubicBezTo>
                  <a:lnTo>
                    <a:pt x="726" y="892"/>
                  </a:lnTo>
                  <a:cubicBezTo>
                    <a:pt x="726" y="725"/>
                    <a:pt x="865" y="585"/>
                    <a:pt x="1032" y="585"/>
                  </a:cubicBezTo>
                  <a:close/>
                  <a:moveTo>
                    <a:pt x="921" y="0"/>
                  </a:moveTo>
                  <a:cubicBezTo>
                    <a:pt x="447" y="0"/>
                    <a:pt x="1" y="418"/>
                    <a:pt x="1" y="892"/>
                  </a:cubicBezTo>
                  <a:lnTo>
                    <a:pt x="1" y="2119"/>
                  </a:lnTo>
                  <a:cubicBezTo>
                    <a:pt x="1" y="2592"/>
                    <a:pt x="419" y="3011"/>
                    <a:pt x="921" y="3011"/>
                  </a:cubicBezTo>
                  <a:lnTo>
                    <a:pt x="1841" y="3011"/>
                  </a:lnTo>
                  <a:lnTo>
                    <a:pt x="1841" y="3958"/>
                  </a:lnTo>
                  <a:cubicBezTo>
                    <a:pt x="1924" y="4098"/>
                    <a:pt x="2008" y="4209"/>
                    <a:pt x="2120" y="4237"/>
                  </a:cubicBezTo>
                  <a:cubicBezTo>
                    <a:pt x="2150" y="4247"/>
                    <a:pt x="2188" y="4254"/>
                    <a:pt x="2228" y="4254"/>
                  </a:cubicBezTo>
                  <a:cubicBezTo>
                    <a:pt x="2298" y="4254"/>
                    <a:pt x="2373" y="4234"/>
                    <a:pt x="2426" y="4181"/>
                  </a:cubicBezTo>
                  <a:lnTo>
                    <a:pt x="3541" y="3011"/>
                  </a:lnTo>
                  <a:lnTo>
                    <a:pt x="5743" y="3011"/>
                  </a:lnTo>
                  <a:lnTo>
                    <a:pt x="6830" y="4181"/>
                  </a:lnTo>
                  <a:cubicBezTo>
                    <a:pt x="6883" y="4234"/>
                    <a:pt x="6959" y="4254"/>
                    <a:pt x="7035" y="4254"/>
                  </a:cubicBezTo>
                  <a:cubicBezTo>
                    <a:pt x="7080" y="4254"/>
                    <a:pt x="7124" y="4247"/>
                    <a:pt x="7165" y="4237"/>
                  </a:cubicBezTo>
                  <a:cubicBezTo>
                    <a:pt x="7249" y="4209"/>
                    <a:pt x="7332" y="4070"/>
                    <a:pt x="7332" y="3958"/>
                  </a:cubicBezTo>
                  <a:lnTo>
                    <a:pt x="7332" y="3011"/>
                  </a:lnTo>
                  <a:lnTo>
                    <a:pt x="8224" y="3011"/>
                  </a:lnTo>
                  <a:cubicBezTo>
                    <a:pt x="8726" y="3011"/>
                    <a:pt x="9144" y="2592"/>
                    <a:pt x="9144" y="2119"/>
                  </a:cubicBezTo>
                  <a:lnTo>
                    <a:pt x="9144" y="892"/>
                  </a:lnTo>
                  <a:cubicBezTo>
                    <a:pt x="9144" y="418"/>
                    <a:pt x="8726" y="0"/>
                    <a:pt x="82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8" name="Google Shape;16138;p84"/>
            <p:cNvSpPr/>
            <p:nvPr/>
          </p:nvSpPr>
          <p:spPr>
            <a:xfrm>
              <a:off x="3024600" y="2966925"/>
              <a:ext cx="29875" cy="58497"/>
            </a:xfrm>
            <a:custGeom>
              <a:avLst/>
              <a:gdLst/>
              <a:ahLst/>
              <a:cxnLst/>
              <a:rect l="l" t="t" r="r" b="b"/>
              <a:pathLst>
                <a:path w="1195" h="2376" extrusionOk="0">
                  <a:moveTo>
                    <a:pt x="159" y="2269"/>
                  </a:moveTo>
                  <a:cubicBezTo>
                    <a:pt x="131" y="2225"/>
                    <a:pt x="349" y="2178"/>
                    <a:pt x="444" y="2102"/>
                  </a:cubicBezTo>
                  <a:cubicBezTo>
                    <a:pt x="539" y="2027"/>
                    <a:pt x="682" y="2090"/>
                    <a:pt x="730" y="1816"/>
                  </a:cubicBezTo>
                  <a:cubicBezTo>
                    <a:pt x="778" y="1542"/>
                    <a:pt x="774" y="725"/>
                    <a:pt x="730" y="459"/>
                  </a:cubicBezTo>
                  <a:cubicBezTo>
                    <a:pt x="686" y="193"/>
                    <a:pt x="587" y="273"/>
                    <a:pt x="468" y="221"/>
                  </a:cubicBezTo>
                  <a:cubicBezTo>
                    <a:pt x="349" y="169"/>
                    <a:pt x="-16" y="185"/>
                    <a:pt x="16" y="149"/>
                  </a:cubicBezTo>
                  <a:cubicBezTo>
                    <a:pt x="48" y="113"/>
                    <a:pt x="473" y="-21"/>
                    <a:pt x="659" y="7"/>
                  </a:cubicBezTo>
                  <a:cubicBezTo>
                    <a:pt x="846" y="35"/>
                    <a:pt x="1048" y="54"/>
                    <a:pt x="1135" y="316"/>
                  </a:cubicBezTo>
                  <a:cubicBezTo>
                    <a:pt x="1222" y="578"/>
                    <a:pt x="1183" y="1276"/>
                    <a:pt x="1183" y="1578"/>
                  </a:cubicBezTo>
                  <a:cubicBezTo>
                    <a:pt x="1183" y="1880"/>
                    <a:pt x="1230" y="1995"/>
                    <a:pt x="1135" y="2126"/>
                  </a:cubicBezTo>
                  <a:cubicBezTo>
                    <a:pt x="1040" y="2257"/>
                    <a:pt x="774" y="2340"/>
                    <a:pt x="611" y="2364"/>
                  </a:cubicBezTo>
                  <a:cubicBezTo>
                    <a:pt x="448" y="2388"/>
                    <a:pt x="187" y="2313"/>
                    <a:pt x="159" y="2269"/>
                  </a:cubicBezTo>
                  <a:close/>
                </a:path>
              </a:pathLst>
            </a:custGeom>
            <a:solidFill>
              <a:srgbClr val="5F7D95"/>
            </a:solidFill>
            <a:ln>
              <a:noFill/>
            </a:ln>
          </p:spPr>
        </p:sp>
      </p:grpSp>
      <p:grpSp>
        <p:nvGrpSpPr>
          <p:cNvPr id="16139" name="Google Shape;16139;p84"/>
          <p:cNvGrpSpPr/>
          <p:nvPr/>
        </p:nvGrpSpPr>
        <p:grpSpPr>
          <a:xfrm>
            <a:off x="6477467" y="2043032"/>
            <a:ext cx="481453" cy="481453"/>
            <a:chOff x="-57970450" y="1903275"/>
            <a:chExt cx="318225" cy="318225"/>
          </a:xfrm>
        </p:grpSpPr>
        <p:sp>
          <p:nvSpPr>
            <p:cNvPr id="16140" name="Google Shape;16140;p84"/>
            <p:cNvSpPr/>
            <p:nvPr/>
          </p:nvSpPr>
          <p:spPr>
            <a:xfrm>
              <a:off x="-57847575" y="2135825"/>
              <a:ext cx="73250" cy="28975"/>
            </a:xfrm>
            <a:custGeom>
              <a:avLst/>
              <a:gdLst/>
              <a:ahLst/>
              <a:cxnLst/>
              <a:rect l="l" t="t" r="r" b="b"/>
              <a:pathLst>
                <a:path w="2930" h="1159" extrusionOk="0">
                  <a:moveTo>
                    <a:pt x="414" y="1"/>
                  </a:moveTo>
                  <a:cubicBezTo>
                    <a:pt x="315" y="1"/>
                    <a:pt x="221" y="40"/>
                    <a:pt x="158" y="119"/>
                  </a:cubicBezTo>
                  <a:cubicBezTo>
                    <a:pt x="0" y="276"/>
                    <a:pt x="0" y="497"/>
                    <a:pt x="158" y="623"/>
                  </a:cubicBezTo>
                  <a:cubicBezTo>
                    <a:pt x="536" y="970"/>
                    <a:pt x="1008" y="1159"/>
                    <a:pt x="1481" y="1159"/>
                  </a:cubicBezTo>
                  <a:cubicBezTo>
                    <a:pt x="1954" y="1159"/>
                    <a:pt x="2458" y="970"/>
                    <a:pt x="2773" y="623"/>
                  </a:cubicBezTo>
                  <a:cubicBezTo>
                    <a:pt x="2930" y="465"/>
                    <a:pt x="2930" y="213"/>
                    <a:pt x="2773" y="119"/>
                  </a:cubicBezTo>
                  <a:cubicBezTo>
                    <a:pt x="2694" y="40"/>
                    <a:pt x="2592" y="1"/>
                    <a:pt x="2497" y="1"/>
                  </a:cubicBezTo>
                  <a:cubicBezTo>
                    <a:pt x="2402" y="1"/>
                    <a:pt x="2316" y="40"/>
                    <a:pt x="2269" y="119"/>
                  </a:cubicBezTo>
                  <a:cubicBezTo>
                    <a:pt x="2048" y="308"/>
                    <a:pt x="1733" y="434"/>
                    <a:pt x="1481" y="434"/>
                  </a:cubicBezTo>
                  <a:cubicBezTo>
                    <a:pt x="1197" y="434"/>
                    <a:pt x="882" y="339"/>
                    <a:pt x="693" y="119"/>
                  </a:cubicBezTo>
                  <a:cubicBezTo>
                    <a:pt x="615" y="40"/>
                    <a:pt x="512"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1" name="Google Shape;16141;p84"/>
            <p:cNvSpPr/>
            <p:nvPr/>
          </p:nvSpPr>
          <p:spPr>
            <a:xfrm>
              <a:off x="-57857025"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2" name="Google Shape;16142;p84"/>
            <p:cNvSpPr/>
            <p:nvPr/>
          </p:nvSpPr>
          <p:spPr>
            <a:xfrm>
              <a:off x="-57782200"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3" name="Google Shape;16143;p84"/>
            <p:cNvSpPr/>
            <p:nvPr/>
          </p:nvSpPr>
          <p:spPr>
            <a:xfrm>
              <a:off x="-57970450" y="1903275"/>
              <a:ext cx="318225" cy="318225"/>
            </a:xfrm>
            <a:custGeom>
              <a:avLst/>
              <a:gdLst/>
              <a:ahLst/>
              <a:cxnLst/>
              <a:rect l="l" t="t" r="r" b="b"/>
              <a:pathLst>
                <a:path w="12729" h="12729" extrusionOk="0">
                  <a:moveTo>
                    <a:pt x="6396" y="757"/>
                  </a:moveTo>
                  <a:cubicBezTo>
                    <a:pt x="6774" y="757"/>
                    <a:pt x="7121" y="915"/>
                    <a:pt x="7404" y="1167"/>
                  </a:cubicBezTo>
                  <a:lnTo>
                    <a:pt x="8507" y="2269"/>
                  </a:lnTo>
                  <a:lnTo>
                    <a:pt x="4348" y="2269"/>
                  </a:lnTo>
                  <a:lnTo>
                    <a:pt x="5356" y="1167"/>
                  </a:lnTo>
                  <a:cubicBezTo>
                    <a:pt x="5640" y="915"/>
                    <a:pt x="5986" y="757"/>
                    <a:pt x="6396" y="757"/>
                  </a:cubicBezTo>
                  <a:close/>
                  <a:moveTo>
                    <a:pt x="11783" y="2994"/>
                  </a:moveTo>
                  <a:cubicBezTo>
                    <a:pt x="11626" y="3845"/>
                    <a:pt x="10838" y="4475"/>
                    <a:pt x="9925" y="4475"/>
                  </a:cubicBezTo>
                  <a:lnTo>
                    <a:pt x="2489" y="4475"/>
                  </a:lnTo>
                  <a:cubicBezTo>
                    <a:pt x="2454" y="4478"/>
                    <a:pt x="2420" y="4479"/>
                    <a:pt x="2385" y="4479"/>
                  </a:cubicBezTo>
                  <a:cubicBezTo>
                    <a:pt x="1665" y="4479"/>
                    <a:pt x="968" y="3867"/>
                    <a:pt x="788" y="3025"/>
                  </a:cubicBezTo>
                  <a:lnTo>
                    <a:pt x="2300" y="3025"/>
                  </a:lnTo>
                  <a:lnTo>
                    <a:pt x="2300" y="3372"/>
                  </a:lnTo>
                  <a:cubicBezTo>
                    <a:pt x="2300" y="3592"/>
                    <a:pt x="2458" y="3750"/>
                    <a:pt x="2647" y="3750"/>
                  </a:cubicBezTo>
                  <a:cubicBezTo>
                    <a:pt x="2836" y="3750"/>
                    <a:pt x="2993" y="3592"/>
                    <a:pt x="2993" y="3372"/>
                  </a:cubicBezTo>
                  <a:lnTo>
                    <a:pt x="2993" y="3025"/>
                  </a:lnTo>
                  <a:lnTo>
                    <a:pt x="3750" y="3025"/>
                  </a:lnTo>
                  <a:lnTo>
                    <a:pt x="3750" y="3372"/>
                  </a:lnTo>
                  <a:cubicBezTo>
                    <a:pt x="3750" y="3592"/>
                    <a:pt x="3907" y="3750"/>
                    <a:pt x="4096" y="3750"/>
                  </a:cubicBezTo>
                  <a:cubicBezTo>
                    <a:pt x="4285" y="3750"/>
                    <a:pt x="4443" y="3592"/>
                    <a:pt x="4443" y="3372"/>
                  </a:cubicBezTo>
                  <a:lnTo>
                    <a:pt x="4443" y="3025"/>
                  </a:lnTo>
                  <a:lnTo>
                    <a:pt x="5199" y="3025"/>
                  </a:lnTo>
                  <a:lnTo>
                    <a:pt x="5199" y="3372"/>
                  </a:lnTo>
                  <a:cubicBezTo>
                    <a:pt x="5199" y="3592"/>
                    <a:pt x="5356" y="3750"/>
                    <a:pt x="5545" y="3750"/>
                  </a:cubicBezTo>
                  <a:cubicBezTo>
                    <a:pt x="5766" y="3750"/>
                    <a:pt x="5923" y="3592"/>
                    <a:pt x="5923" y="3372"/>
                  </a:cubicBezTo>
                  <a:lnTo>
                    <a:pt x="5923" y="3025"/>
                  </a:lnTo>
                  <a:lnTo>
                    <a:pt x="6648" y="3025"/>
                  </a:lnTo>
                  <a:lnTo>
                    <a:pt x="6648" y="3372"/>
                  </a:lnTo>
                  <a:cubicBezTo>
                    <a:pt x="6648" y="3592"/>
                    <a:pt x="6806" y="3750"/>
                    <a:pt x="7026" y="3750"/>
                  </a:cubicBezTo>
                  <a:cubicBezTo>
                    <a:pt x="7215" y="3750"/>
                    <a:pt x="7373" y="3592"/>
                    <a:pt x="7373" y="3372"/>
                  </a:cubicBezTo>
                  <a:lnTo>
                    <a:pt x="7373" y="3025"/>
                  </a:lnTo>
                  <a:lnTo>
                    <a:pt x="8129" y="3025"/>
                  </a:lnTo>
                  <a:lnTo>
                    <a:pt x="8129" y="3372"/>
                  </a:lnTo>
                  <a:cubicBezTo>
                    <a:pt x="8129" y="3592"/>
                    <a:pt x="8286" y="3750"/>
                    <a:pt x="8475" y="3750"/>
                  </a:cubicBezTo>
                  <a:cubicBezTo>
                    <a:pt x="8664" y="3750"/>
                    <a:pt x="8822" y="3592"/>
                    <a:pt x="8822" y="3372"/>
                  </a:cubicBezTo>
                  <a:lnTo>
                    <a:pt x="8822" y="2994"/>
                  </a:lnTo>
                  <a:lnTo>
                    <a:pt x="9578" y="2994"/>
                  </a:lnTo>
                  <a:lnTo>
                    <a:pt x="9578" y="3372"/>
                  </a:lnTo>
                  <a:cubicBezTo>
                    <a:pt x="9578" y="3592"/>
                    <a:pt x="9735" y="3750"/>
                    <a:pt x="9925" y="3750"/>
                  </a:cubicBezTo>
                  <a:cubicBezTo>
                    <a:pt x="10114" y="3750"/>
                    <a:pt x="10271" y="3592"/>
                    <a:pt x="10271" y="3372"/>
                  </a:cubicBezTo>
                  <a:lnTo>
                    <a:pt x="10271" y="2994"/>
                  </a:lnTo>
                  <a:close/>
                  <a:moveTo>
                    <a:pt x="2300" y="6774"/>
                  </a:moveTo>
                  <a:lnTo>
                    <a:pt x="2300" y="8255"/>
                  </a:lnTo>
                  <a:cubicBezTo>
                    <a:pt x="1859" y="8255"/>
                    <a:pt x="1544" y="7909"/>
                    <a:pt x="1544" y="7531"/>
                  </a:cubicBezTo>
                  <a:cubicBezTo>
                    <a:pt x="1544" y="7121"/>
                    <a:pt x="1891" y="6774"/>
                    <a:pt x="2300" y="6774"/>
                  </a:cubicBezTo>
                  <a:close/>
                  <a:moveTo>
                    <a:pt x="10492" y="6774"/>
                  </a:moveTo>
                  <a:cubicBezTo>
                    <a:pt x="10870" y="6774"/>
                    <a:pt x="11216" y="7090"/>
                    <a:pt x="11216" y="7531"/>
                  </a:cubicBezTo>
                  <a:cubicBezTo>
                    <a:pt x="11216" y="7940"/>
                    <a:pt x="10901" y="8255"/>
                    <a:pt x="10492" y="8255"/>
                  </a:cubicBezTo>
                  <a:lnTo>
                    <a:pt x="10492" y="6774"/>
                  </a:lnTo>
                  <a:close/>
                  <a:moveTo>
                    <a:pt x="9767" y="5262"/>
                  </a:moveTo>
                  <a:cubicBezTo>
                    <a:pt x="9735" y="5388"/>
                    <a:pt x="9735" y="8507"/>
                    <a:pt x="9735" y="8633"/>
                  </a:cubicBezTo>
                  <a:cubicBezTo>
                    <a:pt x="9735" y="9421"/>
                    <a:pt x="9452" y="10145"/>
                    <a:pt x="8979" y="10744"/>
                  </a:cubicBezTo>
                  <a:lnTo>
                    <a:pt x="8979" y="9358"/>
                  </a:lnTo>
                  <a:cubicBezTo>
                    <a:pt x="8979" y="8350"/>
                    <a:pt x="8160" y="7531"/>
                    <a:pt x="7121" y="7531"/>
                  </a:cubicBezTo>
                  <a:cubicBezTo>
                    <a:pt x="6932" y="7531"/>
                    <a:pt x="6774" y="7688"/>
                    <a:pt x="6774" y="7877"/>
                  </a:cubicBezTo>
                  <a:cubicBezTo>
                    <a:pt x="6774" y="8066"/>
                    <a:pt x="6932" y="8224"/>
                    <a:pt x="7121" y="8224"/>
                  </a:cubicBezTo>
                  <a:cubicBezTo>
                    <a:pt x="7751" y="8224"/>
                    <a:pt x="8223" y="8728"/>
                    <a:pt x="8223" y="9326"/>
                  </a:cubicBezTo>
                  <a:lnTo>
                    <a:pt x="8223" y="11374"/>
                  </a:lnTo>
                  <a:cubicBezTo>
                    <a:pt x="7688" y="11721"/>
                    <a:pt x="7058" y="11973"/>
                    <a:pt x="6396" y="11973"/>
                  </a:cubicBezTo>
                  <a:cubicBezTo>
                    <a:pt x="5734" y="11973"/>
                    <a:pt x="5041" y="11784"/>
                    <a:pt x="4537" y="11374"/>
                  </a:cubicBezTo>
                  <a:lnTo>
                    <a:pt x="4537" y="9326"/>
                  </a:lnTo>
                  <a:cubicBezTo>
                    <a:pt x="4537" y="8696"/>
                    <a:pt x="5041" y="8224"/>
                    <a:pt x="5640" y="8224"/>
                  </a:cubicBezTo>
                  <a:cubicBezTo>
                    <a:pt x="5829" y="8224"/>
                    <a:pt x="5986" y="8066"/>
                    <a:pt x="5986" y="7877"/>
                  </a:cubicBezTo>
                  <a:cubicBezTo>
                    <a:pt x="5986" y="7688"/>
                    <a:pt x="5829" y="7499"/>
                    <a:pt x="5640" y="7499"/>
                  </a:cubicBezTo>
                  <a:cubicBezTo>
                    <a:pt x="4600" y="7499"/>
                    <a:pt x="3781" y="8350"/>
                    <a:pt x="3781" y="9358"/>
                  </a:cubicBezTo>
                  <a:lnTo>
                    <a:pt x="3781" y="10744"/>
                  </a:lnTo>
                  <a:cubicBezTo>
                    <a:pt x="3308" y="10145"/>
                    <a:pt x="3056" y="9389"/>
                    <a:pt x="3056" y="8602"/>
                  </a:cubicBezTo>
                  <a:lnTo>
                    <a:pt x="3056" y="5262"/>
                  </a:lnTo>
                  <a:close/>
                  <a:moveTo>
                    <a:pt x="6333" y="1"/>
                  </a:moveTo>
                  <a:cubicBezTo>
                    <a:pt x="5766" y="1"/>
                    <a:pt x="5199" y="221"/>
                    <a:pt x="4821" y="631"/>
                  </a:cubicBezTo>
                  <a:lnTo>
                    <a:pt x="3182" y="2238"/>
                  </a:lnTo>
                  <a:lnTo>
                    <a:pt x="347" y="2238"/>
                  </a:lnTo>
                  <a:cubicBezTo>
                    <a:pt x="158" y="2238"/>
                    <a:pt x="0" y="2395"/>
                    <a:pt x="0" y="2584"/>
                  </a:cubicBezTo>
                  <a:cubicBezTo>
                    <a:pt x="0" y="3908"/>
                    <a:pt x="1009" y="5010"/>
                    <a:pt x="2237" y="5199"/>
                  </a:cubicBezTo>
                  <a:lnTo>
                    <a:pt x="2237" y="5987"/>
                  </a:lnTo>
                  <a:cubicBezTo>
                    <a:pt x="1418" y="5987"/>
                    <a:pt x="757" y="6648"/>
                    <a:pt x="757" y="7468"/>
                  </a:cubicBezTo>
                  <a:cubicBezTo>
                    <a:pt x="757" y="8318"/>
                    <a:pt x="1418" y="8980"/>
                    <a:pt x="2237" y="8980"/>
                  </a:cubicBezTo>
                  <a:cubicBezTo>
                    <a:pt x="2363" y="10114"/>
                    <a:pt x="2930" y="11091"/>
                    <a:pt x="3718" y="11784"/>
                  </a:cubicBezTo>
                  <a:lnTo>
                    <a:pt x="3718" y="12351"/>
                  </a:lnTo>
                  <a:cubicBezTo>
                    <a:pt x="3718" y="12571"/>
                    <a:pt x="3876" y="12729"/>
                    <a:pt x="4065" y="12729"/>
                  </a:cubicBezTo>
                  <a:cubicBezTo>
                    <a:pt x="4254" y="12729"/>
                    <a:pt x="4411" y="12571"/>
                    <a:pt x="4411" y="12351"/>
                  </a:cubicBezTo>
                  <a:lnTo>
                    <a:pt x="4411" y="12288"/>
                  </a:lnTo>
                  <a:cubicBezTo>
                    <a:pt x="4978" y="12571"/>
                    <a:pt x="5608" y="12729"/>
                    <a:pt x="6270" y="12729"/>
                  </a:cubicBezTo>
                  <a:cubicBezTo>
                    <a:pt x="6932" y="12729"/>
                    <a:pt x="7562" y="12571"/>
                    <a:pt x="8129" y="12288"/>
                  </a:cubicBezTo>
                  <a:lnTo>
                    <a:pt x="8129" y="12351"/>
                  </a:lnTo>
                  <a:cubicBezTo>
                    <a:pt x="8129" y="12571"/>
                    <a:pt x="8286" y="12729"/>
                    <a:pt x="8475" y="12729"/>
                  </a:cubicBezTo>
                  <a:cubicBezTo>
                    <a:pt x="8664" y="12729"/>
                    <a:pt x="8822" y="12571"/>
                    <a:pt x="8822" y="12351"/>
                  </a:cubicBezTo>
                  <a:lnTo>
                    <a:pt x="8822" y="11784"/>
                  </a:lnTo>
                  <a:cubicBezTo>
                    <a:pt x="9641" y="11091"/>
                    <a:pt x="10208" y="10082"/>
                    <a:pt x="10271" y="8980"/>
                  </a:cubicBezTo>
                  <a:cubicBezTo>
                    <a:pt x="11122" y="8980"/>
                    <a:pt x="11783" y="8318"/>
                    <a:pt x="11783" y="7468"/>
                  </a:cubicBezTo>
                  <a:cubicBezTo>
                    <a:pt x="11972" y="6680"/>
                    <a:pt x="11311" y="6018"/>
                    <a:pt x="10492" y="6018"/>
                  </a:cubicBezTo>
                  <a:lnTo>
                    <a:pt x="10492" y="5231"/>
                  </a:lnTo>
                  <a:cubicBezTo>
                    <a:pt x="11752" y="5042"/>
                    <a:pt x="12728" y="3971"/>
                    <a:pt x="12728" y="2647"/>
                  </a:cubicBezTo>
                  <a:cubicBezTo>
                    <a:pt x="12728" y="2521"/>
                    <a:pt x="12697" y="2427"/>
                    <a:pt x="12602" y="2364"/>
                  </a:cubicBezTo>
                  <a:cubicBezTo>
                    <a:pt x="12539" y="2269"/>
                    <a:pt x="12445" y="2238"/>
                    <a:pt x="12319" y="2238"/>
                  </a:cubicBezTo>
                  <a:lnTo>
                    <a:pt x="9483" y="2238"/>
                  </a:lnTo>
                  <a:lnTo>
                    <a:pt x="7877" y="631"/>
                  </a:lnTo>
                  <a:cubicBezTo>
                    <a:pt x="7499" y="221"/>
                    <a:pt x="6932"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44" name="Google Shape;16144;p84"/>
          <p:cNvGrpSpPr/>
          <p:nvPr/>
        </p:nvGrpSpPr>
        <p:grpSpPr>
          <a:xfrm>
            <a:off x="6506667" y="2677642"/>
            <a:ext cx="423053" cy="479071"/>
            <a:chOff x="-57950750" y="2296300"/>
            <a:chExt cx="279625" cy="316650"/>
          </a:xfrm>
        </p:grpSpPr>
        <p:sp>
          <p:nvSpPr>
            <p:cNvPr id="16145" name="Google Shape;16145;p84"/>
            <p:cNvSpPr/>
            <p:nvPr/>
          </p:nvSpPr>
          <p:spPr>
            <a:xfrm>
              <a:off x="-57847575" y="2528075"/>
              <a:ext cx="73250" cy="29750"/>
            </a:xfrm>
            <a:custGeom>
              <a:avLst/>
              <a:gdLst/>
              <a:ahLst/>
              <a:cxnLst/>
              <a:rect l="l" t="t" r="r" b="b"/>
              <a:pathLst>
                <a:path w="2930" h="1190" extrusionOk="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6" name="Google Shape;16146;p84"/>
            <p:cNvSpPr/>
            <p:nvPr/>
          </p:nvSpPr>
          <p:spPr>
            <a:xfrm>
              <a:off x="-57857025"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7" name="Google Shape;16147;p84"/>
            <p:cNvSpPr/>
            <p:nvPr/>
          </p:nvSpPr>
          <p:spPr>
            <a:xfrm>
              <a:off x="-57782200"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8" name="Google Shape;16148;p84"/>
            <p:cNvSpPr/>
            <p:nvPr/>
          </p:nvSpPr>
          <p:spPr>
            <a:xfrm>
              <a:off x="-57950750" y="2296300"/>
              <a:ext cx="279625" cy="316650"/>
            </a:xfrm>
            <a:custGeom>
              <a:avLst/>
              <a:gdLst/>
              <a:ahLst/>
              <a:cxnLst/>
              <a:rect l="l" t="t" r="r" b="b"/>
              <a:pathLst>
                <a:path w="11185" h="12666" extrusionOk="0">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49" name="Google Shape;16149;p84"/>
          <p:cNvGrpSpPr/>
          <p:nvPr/>
        </p:nvGrpSpPr>
        <p:grpSpPr>
          <a:xfrm>
            <a:off x="6477619" y="3279877"/>
            <a:ext cx="481151" cy="480281"/>
            <a:chOff x="-57969675" y="2687750"/>
            <a:chExt cx="318025" cy="317450"/>
          </a:xfrm>
        </p:grpSpPr>
        <p:sp>
          <p:nvSpPr>
            <p:cNvPr id="16150" name="Google Shape;16150;p84"/>
            <p:cNvSpPr/>
            <p:nvPr/>
          </p:nvSpPr>
          <p:spPr>
            <a:xfrm>
              <a:off x="-57856250" y="285630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1" name="Google Shape;16151;p84"/>
            <p:cNvSpPr/>
            <p:nvPr/>
          </p:nvSpPr>
          <p:spPr>
            <a:xfrm>
              <a:off x="-578460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2" name="Google Shape;16152;p84"/>
            <p:cNvSpPr/>
            <p:nvPr/>
          </p:nvSpPr>
          <p:spPr>
            <a:xfrm>
              <a:off x="-57969675" y="2687750"/>
              <a:ext cx="318025" cy="317450"/>
            </a:xfrm>
            <a:custGeom>
              <a:avLst/>
              <a:gdLst/>
              <a:ahLst/>
              <a:cxnLst/>
              <a:rect l="l" t="t" r="r" b="b"/>
              <a:pathLst>
                <a:path w="12721" h="12698" extrusionOk="0">
                  <a:moveTo>
                    <a:pt x="6365" y="757"/>
                  </a:moveTo>
                  <a:cubicBezTo>
                    <a:pt x="7090" y="757"/>
                    <a:pt x="7783" y="1072"/>
                    <a:pt x="8255" y="1576"/>
                  </a:cubicBezTo>
                  <a:cubicBezTo>
                    <a:pt x="8888" y="2274"/>
                    <a:pt x="9792" y="2670"/>
                    <a:pt x="10717" y="2670"/>
                  </a:cubicBezTo>
                  <a:cubicBezTo>
                    <a:pt x="11128" y="2670"/>
                    <a:pt x="11544" y="2591"/>
                    <a:pt x="11941" y="2427"/>
                  </a:cubicBezTo>
                  <a:lnTo>
                    <a:pt x="11941" y="3183"/>
                  </a:lnTo>
                  <a:lnTo>
                    <a:pt x="11973" y="3183"/>
                  </a:lnTo>
                  <a:cubicBezTo>
                    <a:pt x="11973" y="4348"/>
                    <a:pt x="11028" y="5231"/>
                    <a:pt x="9925" y="5231"/>
                  </a:cubicBezTo>
                  <a:cubicBezTo>
                    <a:pt x="9358" y="5231"/>
                    <a:pt x="9043" y="5041"/>
                    <a:pt x="8192" y="4600"/>
                  </a:cubicBezTo>
                  <a:cubicBezTo>
                    <a:pt x="8066" y="4537"/>
                    <a:pt x="7877" y="4506"/>
                    <a:pt x="7688" y="4506"/>
                  </a:cubicBezTo>
                  <a:lnTo>
                    <a:pt x="5042" y="4506"/>
                  </a:lnTo>
                  <a:cubicBezTo>
                    <a:pt x="4916" y="4506"/>
                    <a:pt x="4695" y="4537"/>
                    <a:pt x="4538" y="4600"/>
                  </a:cubicBezTo>
                  <a:cubicBezTo>
                    <a:pt x="3687" y="5041"/>
                    <a:pt x="3403" y="5231"/>
                    <a:pt x="2805" y="5231"/>
                  </a:cubicBezTo>
                  <a:cubicBezTo>
                    <a:pt x="1671" y="5231"/>
                    <a:pt x="757" y="4348"/>
                    <a:pt x="757" y="3183"/>
                  </a:cubicBezTo>
                  <a:lnTo>
                    <a:pt x="757" y="2490"/>
                  </a:lnTo>
                  <a:cubicBezTo>
                    <a:pt x="1150" y="2639"/>
                    <a:pt x="1556" y="2711"/>
                    <a:pt x="1958" y="2711"/>
                  </a:cubicBezTo>
                  <a:cubicBezTo>
                    <a:pt x="2909" y="2711"/>
                    <a:pt x="3832" y="2307"/>
                    <a:pt x="4475" y="1576"/>
                  </a:cubicBezTo>
                  <a:cubicBezTo>
                    <a:pt x="4947" y="1072"/>
                    <a:pt x="5640" y="757"/>
                    <a:pt x="6365" y="757"/>
                  </a:cubicBezTo>
                  <a:close/>
                  <a:moveTo>
                    <a:pt x="7846" y="6743"/>
                  </a:moveTo>
                  <a:cubicBezTo>
                    <a:pt x="8035" y="6743"/>
                    <a:pt x="8192" y="6900"/>
                    <a:pt x="8192" y="7089"/>
                  </a:cubicBezTo>
                  <a:cubicBezTo>
                    <a:pt x="8192" y="7278"/>
                    <a:pt x="8035" y="7436"/>
                    <a:pt x="7846" y="7436"/>
                  </a:cubicBezTo>
                  <a:cubicBezTo>
                    <a:pt x="7657" y="7436"/>
                    <a:pt x="7499" y="7278"/>
                    <a:pt x="7499" y="7089"/>
                  </a:cubicBezTo>
                  <a:cubicBezTo>
                    <a:pt x="7499" y="6900"/>
                    <a:pt x="7657" y="6743"/>
                    <a:pt x="7846" y="6743"/>
                  </a:cubicBezTo>
                  <a:close/>
                  <a:moveTo>
                    <a:pt x="7720" y="5231"/>
                  </a:moveTo>
                  <a:cubicBezTo>
                    <a:pt x="7783" y="5231"/>
                    <a:pt x="7846" y="5231"/>
                    <a:pt x="7877" y="5294"/>
                  </a:cubicBezTo>
                  <a:cubicBezTo>
                    <a:pt x="8759" y="5703"/>
                    <a:pt x="9074" y="5955"/>
                    <a:pt x="9767" y="5987"/>
                  </a:cubicBezTo>
                  <a:lnTo>
                    <a:pt x="9767" y="7656"/>
                  </a:lnTo>
                  <a:lnTo>
                    <a:pt x="9736" y="7656"/>
                  </a:lnTo>
                  <a:lnTo>
                    <a:pt x="8980" y="7278"/>
                  </a:lnTo>
                  <a:cubicBezTo>
                    <a:pt x="9106" y="6617"/>
                    <a:pt x="8570" y="5987"/>
                    <a:pt x="7877" y="5987"/>
                  </a:cubicBezTo>
                  <a:cubicBezTo>
                    <a:pt x="7562" y="5987"/>
                    <a:pt x="7247" y="6144"/>
                    <a:pt x="7058" y="6333"/>
                  </a:cubicBezTo>
                  <a:lnTo>
                    <a:pt x="4884" y="5294"/>
                  </a:lnTo>
                  <a:lnTo>
                    <a:pt x="4947" y="5294"/>
                  </a:lnTo>
                  <a:cubicBezTo>
                    <a:pt x="4979" y="5231"/>
                    <a:pt x="5042" y="5231"/>
                    <a:pt x="5105" y="5231"/>
                  </a:cubicBezTo>
                  <a:close/>
                  <a:moveTo>
                    <a:pt x="4065" y="5672"/>
                  </a:moveTo>
                  <a:cubicBezTo>
                    <a:pt x="4065" y="5672"/>
                    <a:pt x="4128" y="5672"/>
                    <a:pt x="4128" y="5703"/>
                  </a:cubicBezTo>
                  <a:lnTo>
                    <a:pt x="6806" y="7026"/>
                  </a:lnTo>
                  <a:cubicBezTo>
                    <a:pt x="6743" y="7656"/>
                    <a:pt x="7279" y="8192"/>
                    <a:pt x="7909" y="8192"/>
                  </a:cubicBezTo>
                  <a:cubicBezTo>
                    <a:pt x="8161" y="8192"/>
                    <a:pt x="8444" y="8066"/>
                    <a:pt x="8633" y="7908"/>
                  </a:cubicBezTo>
                  <a:lnTo>
                    <a:pt x="9767" y="8476"/>
                  </a:lnTo>
                  <a:lnTo>
                    <a:pt x="9767" y="8602"/>
                  </a:lnTo>
                  <a:lnTo>
                    <a:pt x="9736" y="8602"/>
                  </a:lnTo>
                  <a:cubicBezTo>
                    <a:pt x="9736" y="10429"/>
                    <a:pt x="8255" y="11973"/>
                    <a:pt x="6396" y="11973"/>
                  </a:cubicBezTo>
                  <a:cubicBezTo>
                    <a:pt x="4538" y="11973"/>
                    <a:pt x="3057" y="10429"/>
                    <a:pt x="3057" y="8602"/>
                  </a:cubicBezTo>
                  <a:lnTo>
                    <a:pt x="3057" y="5955"/>
                  </a:lnTo>
                  <a:cubicBezTo>
                    <a:pt x="3403" y="5924"/>
                    <a:pt x="3750" y="5829"/>
                    <a:pt x="4065" y="5672"/>
                  </a:cubicBezTo>
                  <a:close/>
                  <a:moveTo>
                    <a:pt x="6365" y="1"/>
                  </a:moveTo>
                  <a:cubicBezTo>
                    <a:pt x="5420" y="1"/>
                    <a:pt x="4506" y="410"/>
                    <a:pt x="3908" y="1072"/>
                  </a:cubicBezTo>
                  <a:cubicBezTo>
                    <a:pt x="3408" y="1648"/>
                    <a:pt x="2687" y="1943"/>
                    <a:pt x="1957" y="1943"/>
                  </a:cubicBezTo>
                  <a:cubicBezTo>
                    <a:pt x="1489" y="1943"/>
                    <a:pt x="1018" y="1822"/>
                    <a:pt x="600" y="1576"/>
                  </a:cubicBezTo>
                  <a:lnTo>
                    <a:pt x="568" y="1544"/>
                  </a:lnTo>
                  <a:cubicBezTo>
                    <a:pt x="505" y="1505"/>
                    <a:pt x="438" y="1487"/>
                    <a:pt x="373" y="1487"/>
                  </a:cubicBezTo>
                  <a:cubicBezTo>
                    <a:pt x="178" y="1487"/>
                    <a:pt x="1" y="1647"/>
                    <a:pt x="1" y="1860"/>
                  </a:cubicBezTo>
                  <a:lnTo>
                    <a:pt x="1" y="3151"/>
                  </a:lnTo>
                  <a:cubicBezTo>
                    <a:pt x="1" y="4506"/>
                    <a:pt x="1009" y="5640"/>
                    <a:pt x="2269" y="5861"/>
                  </a:cubicBezTo>
                  <a:lnTo>
                    <a:pt x="2269" y="8539"/>
                  </a:lnTo>
                  <a:cubicBezTo>
                    <a:pt x="2269" y="10838"/>
                    <a:pt x="4097" y="12697"/>
                    <a:pt x="6365" y="12697"/>
                  </a:cubicBezTo>
                  <a:cubicBezTo>
                    <a:pt x="8602" y="12697"/>
                    <a:pt x="10461" y="10838"/>
                    <a:pt x="10461" y="8539"/>
                  </a:cubicBezTo>
                  <a:lnTo>
                    <a:pt x="10461" y="5861"/>
                  </a:lnTo>
                  <a:cubicBezTo>
                    <a:pt x="11752" y="5640"/>
                    <a:pt x="12697" y="4506"/>
                    <a:pt x="12697" y="3151"/>
                  </a:cubicBezTo>
                  <a:lnTo>
                    <a:pt x="12697" y="1860"/>
                  </a:lnTo>
                  <a:cubicBezTo>
                    <a:pt x="12721" y="1647"/>
                    <a:pt x="12550" y="1487"/>
                    <a:pt x="12370" y="1487"/>
                  </a:cubicBezTo>
                  <a:cubicBezTo>
                    <a:pt x="12310" y="1487"/>
                    <a:pt x="12249" y="1505"/>
                    <a:pt x="12193" y="1544"/>
                  </a:cubicBezTo>
                  <a:lnTo>
                    <a:pt x="12130" y="1576"/>
                  </a:lnTo>
                  <a:cubicBezTo>
                    <a:pt x="11721" y="1824"/>
                    <a:pt x="11253" y="1945"/>
                    <a:pt x="10785" y="1945"/>
                  </a:cubicBezTo>
                  <a:cubicBezTo>
                    <a:pt x="10063" y="1945"/>
                    <a:pt x="9338" y="1657"/>
                    <a:pt x="8822" y="1103"/>
                  </a:cubicBezTo>
                  <a:cubicBezTo>
                    <a:pt x="8192" y="442"/>
                    <a:pt x="7342" y="1"/>
                    <a:pt x="63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3" name="Google Shape;16153;p84"/>
            <p:cNvSpPr/>
            <p:nvPr/>
          </p:nvSpPr>
          <p:spPr>
            <a:xfrm>
              <a:off x="-57838125" y="2724975"/>
              <a:ext cx="56725" cy="55550"/>
            </a:xfrm>
            <a:custGeom>
              <a:avLst/>
              <a:gdLst/>
              <a:ahLst/>
              <a:cxnLst/>
              <a:rect l="l" t="t" r="r" b="b"/>
              <a:pathLst>
                <a:path w="2269" h="2222" extrusionOk="0">
                  <a:moveTo>
                    <a:pt x="386" y="0"/>
                  </a:moveTo>
                  <a:cubicBezTo>
                    <a:pt x="292" y="0"/>
                    <a:pt x="205" y="40"/>
                    <a:pt x="158" y="118"/>
                  </a:cubicBezTo>
                  <a:cubicBezTo>
                    <a:pt x="0" y="276"/>
                    <a:pt x="0" y="528"/>
                    <a:pt x="158" y="654"/>
                  </a:cubicBezTo>
                  <a:lnTo>
                    <a:pt x="630" y="1127"/>
                  </a:lnTo>
                  <a:lnTo>
                    <a:pt x="158" y="1599"/>
                  </a:lnTo>
                  <a:cubicBezTo>
                    <a:pt x="0" y="1757"/>
                    <a:pt x="0" y="1977"/>
                    <a:pt x="158" y="2103"/>
                  </a:cubicBezTo>
                  <a:cubicBezTo>
                    <a:pt x="237" y="2182"/>
                    <a:pt x="331" y="2221"/>
                    <a:pt x="422" y="2221"/>
                  </a:cubicBezTo>
                  <a:cubicBezTo>
                    <a:pt x="512" y="2221"/>
                    <a:pt x="599" y="2182"/>
                    <a:pt x="662" y="2103"/>
                  </a:cubicBezTo>
                  <a:lnTo>
                    <a:pt x="1134" y="1631"/>
                  </a:lnTo>
                  <a:lnTo>
                    <a:pt x="1607" y="2103"/>
                  </a:lnTo>
                  <a:cubicBezTo>
                    <a:pt x="1686" y="2182"/>
                    <a:pt x="1780" y="2221"/>
                    <a:pt x="1871" y="2221"/>
                  </a:cubicBezTo>
                  <a:cubicBezTo>
                    <a:pt x="1961" y="2221"/>
                    <a:pt x="2048" y="2182"/>
                    <a:pt x="2111" y="2103"/>
                  </a:cubicBezTo>
                  <a:cubicBezTo>
                    <a:pt x="2269" y="1946"/>
                    <a:pt x="2269" y="1694"/>
                    <a:pt x="2111" y="1599"/>
                  </a:cubicBezTo>
                  <a:lnTo>
                    <a:pt x="1639" y="1127"/>
                  </a:lnTo>
                  <a:lnTo>
                    <a:pt x="2111" y="654"/>
                  </a:lnTo>
                  <a:cubicBezTo>
                    <a:pt x="2269" y="497"/>
                    <a:pt x="2269" y="244"/>
                    <a:pt x="2111" y="118"/>
                  </a:cubicBezTo>
                  <a:cubicBezTo>
                    <a:pt x="2032" y="40"/>
                    <a:pt x="1938" y="0"/>
                    <a:pt x="1847" y="0"/>
                  </a:cubicBezTo>
                  <a:cubicBezTo>
                    <a:pt x="1757" y="0"/>
                    <a:pt x="1670" y="40"/>
                    <a:pt x="1607" y="118"/>
                  </a:cubicBezTo>
                  <a:lnTo>
                    <a:pt x="1134" y="591"/>
                  </a:lnTo>
                  <a:lnTo>
                    <a:pt x="662" y="118"/>
                  </a:lnTo>
                  <a:cubicBezTo>
                    <a:pt x="583" y="40"/>
                    <a:pt x="481" y="0"/>
                    <a:pt x="3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54" name="Google Shape;16154;p84"/>
          <p:cNvGrpSpPr/>
          <p:nvPr/>
        </p:nvGrpSpPr>
        <p:grpSpPr>
          <a:xfrm>
            <a:off x="9423197" y="2043032"/>
            <a:ext cx="485047" cy="481453"/>
            <a:chOff x="-56012425" y="1903275"/>
            <a:chExt cx="320600" cy="318225"/>
          </a:xfrm>
        </p:grpSpPr>
        <p:sp>
          <p:nvSpPr>
            <p:cNvPr id="16155" name="Google Shape;16155;p84"/>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6" name="Google Shape;16156;p84"/>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57" name="Google Shape;16157;p84"/>
          <p:cNvGrpSpPr/>
          <p:nvPr/>
        </p:nvGrpSpPr>
        <p:grpSpPr>
          <a:xfrm>
            <a:off x="9424387" y="2675257"/>
            <a:ext cx="482664" cy="482664"/>
            <a:chOff x="-56010850" y="2294725"/>
            <a:chExt cx="319025" cy="319025"/>
          </a:xfrm>
        </p:grpSpPr>
        <p:sp>
          <p:nvSpPr>
            <p:cNvPr id="16158" name="Google Shape;16158;p84"/>
            <p:cNvSpPr/>
            <p:nvPr/>
          </p:nvSpPr>
          <p:spPr>
            <a:xfrm>
              <a:off x="-55906875" y="2527275"/>
              <a:ext cx="73275" cy="29750"/>
            </a:xfrm>
            <a:custGeom>
              <a:avLst/>
              <a:gdLst/>
              <a:ahLst/>
              <a:cxnLst/>
              <a:rect l="l" t="t" r="r" b="b"/>
              <a:pathLst>
                <a:path w="2931" h="1190" extrusionOk="0">
                  <a:moveTo>
                    <a:pt x="398" y="1"/>
                  </a:moveTo>
                  <a:cubicBezTo>
                    <a:pt x="308" y="1"/>
                    <a:pt x="221" y="40"/>
                    <a:pt x="158" y="119"/>
                  </a:cubicBezTo>
                  <a:cubicBezTo>
                    <a:pt x="0" y="276"/>
                    <a:pt x="0" y="528"/>
                    <a:pt x="158" y="623"/>
                  </a:cubicBezTo>
                  <a:cubicBezTo>
                    <a:pt x="505" y="1001"/>
                    <a:pt x="977" y="1190"/>
                    <a:pt x="1450" y="1190"/>
                  </a:cubicBezTo>
                  <a:cubicBezTo>
                    <a:pt x="1922" y="1190"/>
                    <a:pt x="2458" y="1001"/>
                    <a:pt x="2773" y="623"/>
                  </a:cubicBezTo>
                  <a:cubicBezTo>
                    <a:pt x="2930" y="465"/>
                    <a:pt x="2930" y="245"/>
                    <a:pt x="2773" y="119"/>
                  </a:cubicBezTo>
                  <a:cubicBezTo>
                    <a:pt x="2694" y="40"/>
                    <a:pt x="2592" y="1"/>
                    <a:pt x="2493" y="1"/>
                  </a:cubicBezTo>
                  <a:cubicBezTo>
                    <a:pt x="2395" y="1"/>
                    <a:pt x="2300" y="40"/>
                    <a:pt x="2237" y="119"/>
                  </a:cubicBezTo>
                  <a:cubicBezTo>
                    <a:pt x="2048" y="308"/>
                    <a:pt x="1733" y="434"/>
                    <a:pt x="1450" y="434"/>
                  </a:cubicBezTo>
                  <a:cubicBezTo>
                    <a:pt x="1135" y="434"/>
                    <a:pt x="883"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9" name="Google Shape;16159;p84"/>
            <p:cNvSpPr/>
            <p:nvPr/>
          </p:nvSpPr>
          <p:spPr>
            <a:xfrm>
              <a:off x="-5591632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0" name="Google Shape;16160;p84"/>
            <p:cNvSpPr/>
            <p:nvPr/>
          </p:nvSpPr>
          <p:spPr>
            <a:xfrm>
              <a:off x="-55842300"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1" name="Google Shape;16161;p84"/>
            <p:cNvSpPr/>
            <p:nvPr/>
          </p:nvSpPr>
          <p:spPr>
            <a:xfrm>
              <a:off x="-56010850" y="2294725"/>
              <a:ext cx="319025" cy="319025"/>
            </a:xfrm>
            <a:custGeom>
              <a:avLst/>
              <a:gdLst/>
              <a:ahLst/>
              <a:cxnLst/>
              <a:rect l="l" t="t" r="r" b="b"/>
              <a:pathLst>
                <a:path w="12761" h="12761" extrusionOk="0">
                  <a:moveTo>
                    <a:pt x="6333" y="4506"/>
                  </a:moveTo>
                  <a:cubicBezTo>
                    <a:pt x="6522" y="4506"/>
                    <a:pt x="6680" y="4664"/>
                    <a:pt x="6680" y="4853"/>
                  </a:cubicBezTo>
                  <a:lnTo>
                    <a:pt x="6680" y="5199"/>
                  </a:lnTo>
                  <a:lnTo>
                    <a:pt x="4475" y="5199"/>
                  </a:lnTo>
                  <a:lnTo>
                    <a:pt x="4475" y="4853"/>
                  </a:lnTo>
                  <a:cubicBezTo>
                    <a:pt x="4475" y="4664"/>
                    <a:pt x="4632" y="4506"/>
                    <a:pt x="4821" y="4506"/>
                  </a:cubicBezTo>
                  <a:close/>
                  <a:moveTo>
                    <a:pt x="5577" y="757"/>
                  </a:moveTo>
                  <a:cubicBezTo>
                    <a:pt x="7814" y="757"/>
                    <a:pt x="9673" y="2616"/>
                    <a:pt x="9673" y="4853"/>
                  </a:cubicBezTo>
                  <a:lnTo>
                    <a:pt x="9673" y="5199"/>
                  </a:lnTo>
                  <a:lnTo>
                    <a:pt x="7436" y="5199"/>
                  </a:lnTo>
                  <a:lnTo>
                    <a:pt x="7436" y="4853"/>
                  </a:lnTo>
                  <a:cubicBezTo>
                    <a:pt x="7436" y="4222"/>
                    <a:pt x="6932" y="3750"/>
                    <a:pt x="6333" y="3750"/>
                  </a:cubicBezTo>
                  <a:lnTo>
                    <a:pt x="4821" y="3750"/>
                  </a:lnTo>
                  <a:cubicBezTo>
                    <a:pt x="4191" y="3750"/>
                    <a:pt x="3718" y="4254"/>
                    <a:pt x="3718" y="4853"/>
                  </a:cubicBezTo>
                  <a:lnTo>
                    <a:pt x="3718" y="5199"/>
                  </a:lnTo>
                  <a:lnTo>
                    <a:pt x="1482" y="5199"/>
                  </a:lnTo>
                  <a:lnTo>
                    <a:pt x="1482" y="4853"/>
                  </a:lnTo>
                  <a:cubicBezTo>
                    <a:pt x="1482" y="2616"/>
                    <a:pt x="3340" y="757"/>
                    <a:pt x="5577" y="757"/>
                  </a:cubicBezTo>
                  <a:close/>
                  <a:moveTo>
                    <a:pt x="1482" y="5955"/>
                  </a:moveTo>
                  <a:lnTo>
                    <a:pt x="1482" y="7467"/>
                  </a:lnTo>
                  <a:cubicBezTo>
                    <a:pt x="1103" y="7467"/>
                    <a:pt x="725" y="7152"/>
                    <a:pt x="725" y="6711"/>
                  </a:cubicBezTo>
                  <a:cubicBezTo>
                    <a:pt x="725" y="6302"/>
                    <a:pt x="1103" y="5955"/>
                    <a:pt x="1482" y="5955"/>
                  </a:cubicBezTo>
                  <a:close/>
                  <a:moveTo>
                    <a:pt x="9704" y="5955"/>
                  </a:moveTo>
                  <a:cubicBezTo>
                    <a:pt x="10114" y="5955"/>
                    <a:pt x="10460" y="6302"/>
                    <a:pt x="10460" y="6711"/>
                  </a:cubicBezTo>
                  <a:cubicBezTo>
                    <a:pt x="10460" y="7089"/>
                    <a:pt x="10145" y="7467"/>
                    <a:pt x="9704" y="7467"/>
                  </a:cubicBezTo>
                  <a:lnTo>
                    <a:pt x="9704" y="5955"/>
                  </a:lnTo>
                  <a:close/>
                  <a:moveTo>
                    <a:pt x="9011" y="5955"/>
                  </a:moveTo>
                  <a:cubicBezTo>
                    <a:pt x="8980" y="6270"/>
                    <a:pt x="8980" y="8318"/>
                    <a:pt x="8980" y="8633"/>
                  </a:cubicBezTo>
                  <a:cubicBezTo>
                    <a:pt x="8980" y="10492"/>
                    <a:pt x="7467" y="11973"/>
                    <a:pt x="5609" y="11973"/>
                  </a:cubicBezTo>
                  <a:cubicBezTo>
                    <a:pt x="3781" y="11973"/>
                    <a:pt x="2269" y="10492"/>
                    <a:pt x="2269" y="8633"/>
                  </a:cubicBezTo>
                  <a:lnTo>
                    <a:pt x="2269" y="5955"/>
                  </a:lnTo>
                  <a:close/>
                  <a:moveTo>
                    <a:pt x="5577" y="1"/>
                  </a:moveTo>
                  <a:cubicBezTo>
                    <a:pt x="2899" y="1"/>
                    <a:pt x="725" y="2175"/>
                    <a:pt x="725" y="4853"/>
                  </a:cubicBezTo>
                  <a:lnTo>
                    <a:pt x="725" y="5451"/>
                  </a:lnTo>
                  <a:cubicBezTo>
                    <a:pt x="316" y="5703"/>
                    <a:pt x="1" y="6207"/>
                    <a:pt x="1" y="6743"/>
                  </a:cubicBezTo>
                  <a:cubicBezTo>
                    <a:pt x="1" y="7562"/>
                    <a:pt x="662" y="8255"/>
                    <a:pt x="1482" y="8255"/>
                  </a:cubicBezTo>
                  <a:lnTo>
                    <a:pt x="1482" y="8665"/>
                  </a:lnTo>
                  <a:cubicBezTo>
                    <a:pt x="1482" y="10933"/>
                    <a:pt x="3340" y="12760"/>
                    <a:pt x="5577" y="12760"/>
                  </a:cubicBezTo>
                  <a:cubicBezTo>
                    <a:pt x="7814" y="12760"/>
                    <a:pt x="9673" y="10933"/>
                    <a:pt x="9673" y="8665"/>
                  </a:cubicBezTo>
                  <a:lnTo>
                    <a:pt x="9673" y="8255"/>
                  </a:lnTo>
                  <a:cubicBezTo>
                    <a:pt x="10492" y="8255"/>
                    <a:pt x="11185" y="7562"/>
                    <a:pt x="11185" y="6743"/>
                  </a:cubicBezTo>
                  <a:cubicBezTo>
                    <a:pt x="11185" y="6459"/>
                    <a:pt x="11091" y="6239"/>
                    <a:pt x="10965" y="5987"/>
                  </a:cubicBezTo>
                  <a:lnTo>
                    <a:pt x="12351" y="5987"/>
                  </a:lnTo>
                  <a:cubicBezTo>
                    <a:pt x="12540" y="5987"/>
                    <a:pt x="12697" y="5829"/>
                    <a:pt x="12697" y="5640"/>
                  </a:cubicBezTo>
                  <a:cubicBezTo>
                    <a:pt x="12760" y="5420"/>
                    <a:pt x="12540" y="5199"/>
                    <a:pt x="12351" y="5199"/>
                  </a:cubicBezTo>
                  <a:lnTo>
                    <a:pt x="10429" y="5199"/>
                  </a:lnTo>
                  <a:lnTo>
                    <a:pt x="10429" y="4853"/>
                  </a:lnTo>
                  <a:cubicBezTo>
                    <a:pt x="10429" y="2175"/>
                    <a:pt x="8255"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62" name="Google Shape;16162;p84"/>
          <p:cNvGrpSpPr/>
          <p:nvPr/>
        </p:nvGrpSpPr>
        <p:grpSpPr>
          <a:xfrm>
            <a:off x="9424408" y="3278703"/>
            <a:ext cx="482625" cy="481453"/>
            <a:chOff x="-56010050" y="2686975"/>
            <a:chExt cx="319000" cy="318225"/>
          </a:xfrm>
        </p:grpSpPr>
        <p:sp>
          <p:nvSpPr>
            <p:cNvPr id="16163" name="Google Shape;16163;p84"/>
            <p:cNvSpPr/>
            <p:nvPr/>
          </p:nvSpPr>
          <p:spPr>
            <a:xfrm>
              <a:off x="-55887975" y="2917925"/>
              <a:ext cx="72475" cy="29775"/>
            </a:xfrm>
            <a:custGeom>
              <a:avLst/>
              <a:gdLst/>
              <a:ahLst/>
              <a:cxnLst/>
              <a:rect l="l" t="t" r="r" b="b"/>
              <a:pathLst>
                <a:path w="2899" h="1191" extrusionOk="0">
                  <a:moveTo>
                    <a:pt x="398" y="1"/>
                  </a:moveTo>
                  <a:cubicBezTo>
                    <a:pt x="308" y="1"/>
                    <a:pt x="221" y="40"/>
                    <a:pt x="158" y="119"/>
                  </a:cubicBezTo>
                  <a:cubicBezTo>
                    <a:pt x="1" y="277"/>
                    <a:pt x="1" y="529"/>
                    <a:pt x="158" y="655"/>
                  </a:cubicBezTo>
                  <a:cubicBezTo>
                    <a:pt x="505" y="1001"/>
                    <a:pt x="977" y="1190"/>
                    <a:pt x="1450" y="1190"/>
                  </a:cubicBezTo>
                  <a:cubicBezTo>
                    <a:pt x="1922" y="1190"/>
                    <a:pt x="2426" y="1001"/>
                    <a:pt x="2742" y="655"/>
                  </a:cubicBezTo>
                  <a:cubicBezTo>
                    <a:pt x="2899" y="497"/>
                    <a:pt x="2899" y="245"/>
                    <a:pt x="2742" y="119"/>
                  </a:cubicBezTo>
                  <a:cubicBezTo>
                    <a:pt x="2694" y="72"/>
                    <a:pt x="2608" y="48"/>
                    <a:pt x="2513" y="48"/>
                  </a:cubicBezTo>
                  <a:cubicBezTo>
                    <a:pt x="2419" y="48"/>
                    <a:pt x="2316" y="72"/>
                    <a:pt x="2237" y="119"/>
                  </a:cubicBezTo>
                  <a:cubicBezTo>
                    <a:pt x="2048" y="340"/>
                    <a:pt x="1733" y="434"/>
                    <a:pt x="1450" y="434"/>
                  </a:cubicBezTo>
                  <a:cubicBezTo>
                    <a:pt x="1135" y="434"/>
                    <a:pt x="851" y="340"/>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4" name="Google Shape;16164;p84"/>
            <p:cNvSpPr/>
            <p:nvPr/>
          </p:nvSpPr>
          <p:spPr>
            <a:xfrm>
              <a:off x="-5589742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5" name="Google Shape;16165;p84"/>
            <p:cNvSpPr/>
            <p:nvPr/>
          </p:nvSpPr>
          <p:spPr>
            <a:xfrm>
              <a:off x="-55822600" y="2854725"/>
              <a:ext cx="17350" cy="18150"/>
            </a:xfrm>
            <a:custGeom>
              <a:avLst/>
              <a:gdLst/>
              <a:ahLst/>
              <a:cxnLst/>
              <a:rect l="l" t="t" r="r" b="b"/>
              <a:pathLst>
                <a:path w="694" h="726" extrusionOk="0">
                  <a:moveTo>
                    <a:pt x="347" y="1"/>
                  </a:moveTo>
                  <a:cubicBezTo>
                    <a:pt x="158" y="1"/>
                    <a:pt x="0" y="190"/>
                    <a:pt x="0" y="379"/>
                  </a:cubicBezTo>
                  <a:cubicBezTo>
                    <a:pt x="0"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6" name="Google Shape;16166;p84"/>
            <p:cNvSpPr/>
            <p:nvPr/>
          </p:nvSpPr>
          <p:spPr>
            <a:xfrm>
              <a:off x="-56010050" y="2686975"/>
              <a:ext cx="319000" cy="318225"/>
            </a:xfrm>
            <a:custGeom>
              <a:avLst/>
              <a:gdLst/>
              <a:ahLst/>
              <a:cxnLst/>
              <a:rect l="l" t="t" r="r" b="b"/>
              <a:pathLst>
                <a:path w="12760" h="12729" extrusionOk="0">
                  <a:moveTo>
                    <a:pt x="2962" y="756"/>
                  </a:moveTo>
                  <a:cubicBezTo>
                    <a:pt x="3686" y="756"/>
                    <a:pt x="4285" y="1260"/>
                    <a:pt x="4443" y="1954"/>
                  </a:cubicBezTo>
                  <a:cubicBezTo>
                    <a:pt x="4096" y="2174"/>
                    <a:pt x="3749" y="2395"/>
                    <a:pt x="3434" y="2710"/>
                  </a:cubicBezTo>
                  <a:cubicBezTo>
                    <a:pt x="3119" y="3025"/>
                    <a:pt x="2867" y="3340"/>
                    <a:pt x="2678" y="3686"/>
                  </a:cubicBezTo>
                  <a:cubicBezTo>
                    <a:pt x="1954" y="3592"/>
                    <a:pt x="1450" y="2962"/>
                    <a:pt x="1450" y="2237"/>
                  </a:cubicBezTo>
                  <a:cubicBezTo>
                    <a:pt x="1450" y="1418"/>
                    <a:pt x="2111" y="756"/>
                    <a:pt x="2962" y="756"/>
                  </a:cubicBezTo>
                  <a:close/>
                  <a:moveTo>
                    <a:pt x="9735" y="756"/>
                  </a:moveTo>
                  <a:cubicBezTo>
                    <a:pt x="10554" y="756"/>
                    <a:pt x="11216" y="1418"/>
                    <a:pt x="11216" y="2237"/>
                  </a:cubicBezTo>
                  <a:cubicBezTo>
                    <a:pt x="11216" y="2993"/>
                    <a:pt x="10712" y="3592"/>
                    <a:pt x="9987" y="3686"/>
                  </a:cubicBezTo>
                  <a:cubicBezTo>
                    <a:pt x="9798" y="3340"/>
                    <a:pt x="9578" y="2993"/>
                    <a:pt x="9263" y="2710"/>
                  </a:cubicBezTo>
                  <a:cubicBezTo>
                    <a:pt x="8948" y="2395"/>
                    <a:pt x="8570" y="2174"/>
                    <a:pt x="8223" y="1954"/>
                  </a:cubicBezTo>
                  <a:cubicBezTo>
                    <a:pt x="8381" y="1260"/>
                    <a:pt x="8979" y="756"/>
                    <a:pt x="9735" y="756"/>
                  </a:cubicBezTo>
                  <a:close/>
                  <a:moveTo>
                    <a:pt x="5986" y="2237"/>
                  </a:moveTo>
                  <a:lnTo>
                    <a:pt x="5986" y="2584"/>
                  </a:lnTo>
                  <a:cubicBezTo>
                    <a:pt x="5986" y="4064"/>
                    <a:pt x="4789" y="5230"/>
                    <a:pt x="3340" y="5230"/>
                  </a:cubicBezTo>
                  <a:lnTo>
                    <a:pt x="2993" y="5230"/>
                  </a:lnTo>
                  <a:cubicBezTo>
                    <a:pt x="3151" y="3655"/>
                    <a:pt x="4411" y="2395"/>
                    <a:pt x="5986" y="2237"/>
                  </a:cubicBezTo>
                  <a:close/>
                  <a:moveTo>
                    <a:pt x="6742" y="2237"/>
                  </a:moveTo>
                  <a:cubicBezTo>
                    <a:pt x="8318" y="2395"/>
                    <a:pt x="9578" y="3655"/>
                    <a:pt x="9735" y="5230"/>
                  </a:cubicBezTo>
                  <a:lnTo>
                    <a:pt x="9357" y="5230"/>
                  </a:lnTo>
                  <a:cubicBezTo>
                    <a:pt x="7908" y="5230"/>
                    <a:pt x="6742" y="4064"/>
                    <a:pt x="6742" y="2584"/>
                  </a:cubicBezTo>
                  <a:lnTo>
                    <a:pt x="6742" y="2237"/>
                  </a:lnTo>
                  <a:close/>
                  <a:moveTo>
                    <a:pt x="2206" y="5986"/>
                  </a:moveTo>
                  <a:lnTo>
                    <a:pt x="2206" y="7467"/>
                  </a:lnTo>
                  <a:cubicBezTo>
                    <a:pt x="1796" y="7467"/>
                    <a:pt x="1450" y="7152"/>
                    <a:pt x="1450" y="6742"/>
                  </a:cubicBezTo>
                  <a:cubicBezTo>
                    <a:pt x="1450" y="6301"/>
                    <a:pt x="1796" y="5986"/>
                    <a:pt x="2206" y="5986"/>
                  </a:cubicBezTo>
                  <a:close/>
                  <a:moveTo>
                    <a:pt x="10460" y="5986"/>
                  </a:moveTo>
                  <a:cubicBezTo>
                    <a:pt x="10870" y="5986"/>
                    <a:pt x="11216" y="6301"/>
                    <a:pt x="11216" y="6742"/>
                  </a:cubicBezTo>
                  <a:cubicBezTo>
                    <a:pt x="11216" y="7120"/>
                    <a:pt x="10870" y="7467"/>
                    <a:pt x="10460" y="7467"/>
                  </a:cubicBezTo>
                  <a:lnTo>
                    <a:pt x="10460" y="5986"/>
                  </a:lnTo>
                  <a:close/>
                  <a:moveTo>
                    <a:pt x="1008" y="7624"/>
                  </a:moveTo>
                  <a:cubicBezTo>
                    <a:pt x="1292" y="8002"/>
                    <a:pt x="1733" y="8223"/>
                    <a:pt x="2206" y="8223"/>
                  </a:cubicBezTo>
                  <a:cubicBezTo>
                    <a:pt x="2206" y="8633"/>
                    <a:pt x="1891" y="8979"/>
                    <a:pt x="1450" y="8979"/>
                  </a:cubicBezTo>
                  <a:cubicBezTo>
                    <a:pt x="1071" y="8979"/>
                    <a:pt x="693" y="8664"/>
                    <a:pt x="693" y="8223"/>
                  </a:cubicBezTo>
                  <a:cubicBezTo>
                    <a:pt x="693" y="8002"/>
                    <a:pt x="819" y="7750"/>
                    <a:pt x="1008" y="7624"/>
                  </a:cubicBezTo>
                  <a:close/>
                  <a:moveTo>
                    <a:pt x="11657" y="7624"/>
                  </a:moveTo>
                  <a:cubicBezTo>
                    <a:pt x="11846" y="7782"/>
                    <a:pt x="11972" y="8002"/>
                    <a:pt x="11972" y="8223"/>
                  </a:cubicBezTo>
                  <a:cubicBezTo>
                    <a:pt x="11972" y="8633"/>
                    <a:pt x="11626" y="8979"/>
                    <a:pt x="11216" y="8979"/>
                  </a:cubicBezTo>
                  <a:cubicBezTo>
                    <a:pt x="10838" y="8979"/>
                    <a:pt x="10460" y="8664"/>
                    <a:pt x="10460" y="8223"/>
                  </a:cubicBezTo>
                  <a:cubicBezTo>
                    <a:pt x="10933" y="8223"/>
                    <a:pt x="11374" y="8002"/>
                    <a:pt x="11657" y="7624"/>
                  </a:cubicBezTo>
                  <a:close/>
                  <a:moveTo>
                    <a:pt x="6333" y="4127"/>
                  </a:moveTo>
                  <a:cubicBezTo>
                    <a:pt x="6490" y="4442"/>
                    <a:pt x="6679" y="4726"/>
                    <a:pt x="6963" y="5009"/>
                  </a:cubicBezTo>
                  <a:cubicBezTo>
                    <a:pt x="7593" y="5640"/>
                    <a:pt x="8475" y="5986"/>
                    <a:pt x="9357" y="5986"/>
                  </a:cubicBezTo>
                  <a:lnTo>
                    <a:pt x="9735" y="5986"/>
                  </a:lnTo>
                  <a:lnTo>
                    <a:pt x="9735" y="8570"/>
                  </a:lnTo>
                  <a:cubicBezTo>
                    <a:pt x="9735" y="10428"/>
                    <a:pt x="8192" y="11972"/>
                    <a:pt x="6333" y="11972"/>
                  </a:cubicBezTo>
                  <a:cubicBezTo>
                    <a:pt x="4474" y="11972"/>
                    <a:pt x="2962" y="10428"/>
                    <a:pt x="2962" y="8570"/>
                  </a:cubicBezTo>
                  <a:lnTo>
                    <a:pt x="2962" y="5986"/>
                  </a:lnTo>
                  <a:lnTo>
                    <a:pt x="3308" y="5986"/>
                  </a:lnTo>
                  <a:cubicBezTo>
                    <a:pt x="4222" y="5986"/>
                    <a:pt x="5041" y="5640"/>
                    <a:pt x="5703" y="5009"/>
                  </a:cubicBezTo>
                  <a:cubicBezTo>
                    <a:pt x="5955" y="4757"/>
                    <a:pt x="6175" y="4442"/>
                    <a:pt x="6333" y="4127"/>
                  </a:cubicBezTo>
                  <a:close/>
                  <a:moveTo>
                    <a:pt x="2962" y="0"/>
                  </a:moveTo>
                  <a:cubicBezTo>
                    <a:pt x="1733" y="0"/>
                    <a:pt x="693" y="977"/>
                    <a:pt x="693" y="2237"/>
                  </a:cubicBezTo>
                  <a:cubicBezTo>
                    <a:pt x="693" y="3277"/>
                    <a:pt x="1418" y="4159"/>
                    <a:pt x="2395" y="4411"/>
                  </a:cubicBezTo>
                  <a:cubicBezTo>
                    <a:pt x="2332" y="4694"/>
                    <a:pt x="2237" y="4946"/>
                    <a:pt x="2237" y="5230"/>
                  </a:cubicBezTo>
                  <a:cubicBezTo>
                    <a:pt x="1355" y="5230"/>
                    <a:pt x="630" y="6018"/>
                    <a:pt x="756" y="6931"/>
                  </a:cubicBezTo>
                  <a:cubicBezTo>
                    <a:pt x="284" y="7215"/>
                    <a:pt x="0" y="7687"/>
                    <a:pt x="0" y="8223"/>
                  </a:cubicBezTo>
                  <a:cubicBezTo>
                    <a:pt x="0" y="9042"/>
                    <a:pt x="662" y="9735"/>
                    <a:pt x="1513" y="9735"/>
                  </a:cubicBezTo>
                  <a:cubicBezTo>
                    <a:pt x="1828" y="9735"/>
                    <a:pt x="2080" y="9641"/>
                    <a:pt x="2332" y="9452"/>
                  </a:cubicBezTo>
                  <a:cubicBezTo>
                    <a:pt x="2710" y="11310"/>
                    <a:pt x="4379" y="12728"/>
                    <a:pt x="6396" y="12728"/>
                  </a:cubicBezTo>
                  <a:cubicBezTo>
                    <a:pt x="8381" y="12728"/>
                    <a:pt x="10050" y="11310"/>
                    <a:pt x="10428" y="9452"/>
                  </a:cubicBezTo>
                  <a:cubicBezTo>
                    <a:pt x="10680" y="9609"/>
                    <a:pt x="10964" y="9735"/>
                    <a:pt x="11279" y="9735"/>
                  </a:cubicBezTo>
                  <a:cubicBezTo>
                    <a:pt x="12098" y="9735"/>
                    <a:pt x="12760" y="9042"/>
                    <a:pt x="12760" y="8223"/>
                  </a:cubicBezTo>
                  <a:cubicBezTo>
                    <a:pt x="12728" y="7687"/>
                    <a:pt x="12413" y="7152"/>
                    <a:pt x="11941" y="6931"/>
                  </a:cubicBezTo>
                  <a:cubicBezTo>
                    <a:pt x="12035" y="6018"/>
                    <a:pt x="11342" y="5230"/>
                    <a:pt x="10428" y="5230"/>
                  </a:cubicBezTo>
                  <a:cubicBezTo>
                    <a:pt x="10397" y="4946"/>
                    <a:pt x="10365" y="4694"/>
                    <a:pt x="10271" y="4411"/>
                  </a:cubicBezTo>
                  <a:cubicBezTo>
                    <a:pt x="11248" y="4159"/>
                    <a:pt x="11972" y="3277"/>
                    <a:pt x="11972" y="2237"/>
                  </a:cubicBezTo>
                  <a:cubicBezTo>
                    <a:pt x="11972" y="1008"/>
                    <a:pt x="10996" y="0"/>
                    <a:pt x="9735" y="0"/>
                  </a:cubicBezTo>
                  <a:cubicBezTo>
                    <a:pt x="8664" y="0"/>
                    <a:pt x="7814" y="693"/>
                    <a:pt x="7530" y="1638"/>
                  </a:cubicBezTo>
                  <a:cubicBezTo>
                    <a:pt x="7120" y="1544"/>
                    <a:pt x="6742" y="1481"/>
                    <a:pt x="6333" y="1481"/>
                  </a:cubicBezTo>
                  <a:cubicBezTo>
                    <a:pt x="5955" y="1481"/>
                    <a:pt x="5514" y="1575"/>
                    <a:pt x="5167" y="1638"/>
                  </a:cubicBezTo>
                  <a:cubicBezTo>
                    <a:pt x="4915" y="693"/>
                    <a:pt x="4033" y="0"/>
                    <a:pt x="29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67" name="Google Shape;16167;p84"/>
          <p:cNvGrpSpPr/>
          <p:nvPr/>
        </p:nvGrpSpPr>
        <p:grpSpPr>
          <a:xfrm>
            <a:off x="7671735" y="3882582"/>
            <a:ext cx="482664" cy="481453"/>
            <a:chOff x="-54081175" y="1903275"/>
            <a:chExt cx="319025" cy="318225"/>
          </a:xfrm>
        </p:grpSpPr>
        <p:sp>
          <p:nvSpPr>
            <p:cNvPr id="16168" name="Google Shape;16168;p84"/>
            <p:cNvSpPr/>
            <p:nvPr/>
          </p:nvSpPr>
          <p:spPr>
            <a:xfrm>
              <a:off x="-53959075" y="2135825"/>
              <a:ext cx="72475" cy="28975"/>
            </a:xfrm>
            <a:custGeom>
              <a:avLst/>
              <a:gdLst/>
              <a:ahLst/>
              <a:cxnLst/>
              <a:rect l="l" t="t" r="r" b="b"/>
              <a:pathLst>
                <a:path w="2899" h="1159" extrusionOk="0">
                  <a:moveTo>
                    <a:pt x="386" y="1"/>
                  </a:moveTo>
                  <a:cubicBezTo>
                    <a:pt x="292" y="1"/>
                    <a:pt x="205"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9" name="Google Shape;16169;p84"/>
            <p:cNvSpPr/>
            <p:nvPr/>
          </p:nvSpPr>
          <p:spPr>
            <a:xfrm>
              <a:off x="-54081175" y="1903275"/>
              <a:ext cx="319025" cy="318225"/>
            </a:xfrm>
            <a:custGeom>
              <a:avLst/>
              <a:gdLst/>
              <a:ahLst/>
              <a:cxnLst/>
              <a:rect l="l" t="t" r="r" b="b"/>
              <a:pathLst>
                <a:path w="12761" h="12729" extrusionOk="0">
                  <a:moveTo>
                    <a:pt x="6365" y="757"/>
                  </a:moveTo>
                  <a:cubicBezTo>
                    <a:pt x="7594" y="757"/>
                    <a:pt x="8728" y="1324"/>
                    <a:pt x="9515" y="2238"/>
                  </a:cubicBezTo>
                  <a:lnTo>
                    <a:pt x="8570" y="2238"/>
                  </a:lnTo>
                  <a:cubicBezTo>
                    <a:pt x="7436" y="2238"/>
                    <a:pt x="6396" y="1702"/>
                    <a:pt x="5829" y="789"/>
                  </a:cubicBezTo>
                  <a:cubicBezTo>
                    <a:pt x="5987" y="757"/>
                    <a:pt x="6176" y="757"/>
                    <a:pt x="6365" y="757"/>
                  </a:cubicBezTo>
                  <a:close/>
                  <a:moveTo>
                    <a:pt x="5042" y="946"/>
                  </a:moveTo>
                  <a:cubicBezTo>
                    <a:pt x="5357" y="1482"/>
                    <a:pt x="5829" y="1954"/>
                    <a:pt x="6365" y="2332"/>
                  </a:cubicBezTo>
                  <a:cubicBezTo>
                    <a:pt x="7027" y="2742"/>
                    <a:pt x="7783" y="2962"/>
                    <a:pt x="8570" y="2962"/>
                  </a:cubicBezTo>
                  <a:lnTo>
                    <a:pt x="9988" y="2962"/>
                  </a:lnTo>
                  <a:cubicBezTo>
                    <a:pt x="10272" y="3498"/>
                    <a:pt x="10461" y="4160"/>
                    <a:pt x="10461" y="4853"/>
                  </a:cubicBezTo>
                  <a:lnTo>
                    <a:pt x="10461" y="5199"/>
                  </a:lnTo>
                  <a:lnTo>
                    <a:pt x="10429" y="5199"/>
                  </a:lnTo>
                  <a:cubicBezTo>
                    <a:pt x="10272" y="4380"/>
                    <a:pt x="9484" y="3687"/>
                    <a:pt x="8570" y="3687"/>
                  </a:cubicBezTo>
                  <a:cubicBezTo>
                    <a:pt x="7657" y="3687"/>
                    <a:pt x="6932" y="4317"/>
                    <a:pt x="6775" y="5199"/>
                  </a:cubicBezTo>
                  <a:lnTo>
                    <a:pt x="5924" y="5199"/>
                  </a:lnTo>
                  <a:cubicBezTo>
                    <a:pt x="5766" y="4317"/>
                    <a:pt x="4979" y="3687"/>
                    <a:pt x="4128" y="3687"/>
                  </a:cubicBezTo>
                  <a:cubicBezTo>
                    <a:pt x="3214" y="3687"/>
                    <a:pt x="2427" y="4380"/>
                    <a:pt x="2269" y="5199"/>
                  </a:cubicBezTo>
                  <a:lnTo>
                    <a:pt x="2238" y="5199"/>
                  </a:lnTo>
                  <a:lnTo>
                    <a:pt x="2238" y="4853"/>
                  </a:lnTo>
                  <a:cubicBezTo>
                    <a:pt x="2206" y="3025"/>
                    <a:pt x="3372" y="1482"/>
                    <a:pt x="5042" y="946"/>
                  </a:cubicBezTo>
                  <a:close/>
                  <a:moveTo>
                    <a:pt x="1450" y="5231"/>
                  </a:moveTo>
                  <a:lnTo>
                    <a:pt x="1450" y="6711"/>
                  </a:lnTo>
                  <a:cubicBezTo>
                    <a:pt x="1431" y="6713"/>
                    <a:pt x="1413" y="6714"/>
                    <a:pt x="1394" y="6714"/>
                  </a:cubicBezTo>
                  <a:cubicBezTo>
                    <a:pt x="1009" y="6714"/>
                    <a:pt x="694" y="6408"/>
                    <a:pt x="694" y="5987"/>
                  </a:cubicBezTo>
                  <a:cubicBezTo>
                    <a:pt x="694" y="5577"/>
                    <a:pt x="1009" y="5231"/>
                    <a:pt x="1450" y="5231"/>
                  </a:cubicBezTo>
                  <a:close/>
                  <a:moveTo>
                    <a:pt x="4097" y="4538"/>
                  </a:moveTo>
                  <a:cubicBezTo>
                    <a:pt x="4727" y="4538"/>
                    <a:pt x="5199" y="5042"/>
                    <a:pt x="5199" y="5640"/>
                  </a:cubicBezTo>
                  <a:cubicBezTo>
                    <a:pt x="5199" y="6270"/>
                    <a:pt x="4664" y="6743"/>
                    <a:pt x="4097" y="6743"/>
                  </a:cubicBezTo>
                  <a:cubicBezTo>
                    <a:pt x="3467" y="6743"/>
                    <a:pt x="2931" y="6207"/>
                    <a:pt x="2931" y="5640"/>
                  </a:cubicBezTo>
                  <a:cubicBezTo>
                    <a:pt x="2931" y="5042"/>
                    <a:pt x="3467" y="4538"/>
                    <a:pt x="4097" y="4538"/>
                  </a:cubicBezTo>
                  <a:close/>
                  <a:moveTo>
                    <a:pt x="8539" y="4538"/>
                  </a:moveTo>
                  <a:cubicBezTo>
                    <a:pt x="9169" y="4538"/>
                    <a:pt x="9673" y="5042"/>
                    <a:pt x="9673" y="5640"/>
                  </a:cubicBezTo>
                  <a:cubicBezTo>
                    <a:pt x="9673" y="6207"/>
                    <a:pt x="9169" y="6743"/>
                    <a:pt x="8539" y="6743"/>
                  </a:cubicBezTo>
                  <a:cubicBezTo>
                    <a:pt x="7940" y="6743"/>
                    <a:pt x="7436" y="6207"/>
                    <a:pt x="7436" y="5640"/>
                  </a:cubicBezTo>
                  <a:cubicBezTo>
                    <a:pt x="7436" y="5010"/>
                    <a:pt x="7940" y="4538"/>
                    <a:pt x="8539" y="4538"/>
                  </a:cubicBezTo>
                  <a:close/>
                  <a:moveTo>
                    <a:pt x="11217" y="5231"/>
                  </a:moveTo>
                  <a:cubicBezTo>
                    <a:pt x="11595" y="5231"/>
                    <a:pt x="11973" y="5577"/>
                    <a:pt x="11973" y="5987"/>
                  </a:cubicBezTo>
                  <a:cubicBezTo>
                    <a:pt x="11973" y="6428"/>
                    <a:pt x="11595" y="6743"/>
                    <a:pt x="11217" y="6743"/>
                  </a:cubicBezTo>
                  <a:lnTo>
                    <a:pt x="11217" y="5231"/>
                  </a:lnTo>
                  <a:close/>
                  <a:moveTo>
                    <a:pt x="10461" y="5987"/>
                  </a:moveTo>
                  <a:lnTo>
                    <a:pt x="10461" y="7877"/>
                  </a:lnTo>
                  <a:lnTo>
                    <a:pt x="10461" y="8224"/>
                  </a:lnTo>
                  <a:lnTo>
                    <a:pt x="8696" y="8224"/>
                  </a:lnTo>
                  <a:cubicBezTo>
                    <a:pt x="7972" y="7767"/>
                    <a:pt x="7153" y="7538"/>
                    <a:pt x="6337" y="7538"/>
                  </a:cubicBezTo>
                  <a:cubicBezTo>
                    <a:pt x="5522" y="7538"/>
                    <a:pt x="4711" y="7767"/>
                    <a:pt x="4002" y="8224"/>
                  </a:cubicBezTo>
                  <a:lnTo>
                    <a:pt x="2238" y="8224"/>
                  </a:lnTo>
                  <a:lnTo>
                    <a:pt x="2238" y="7877"/>
                  </a:lnTo>
                  <a:lnTo>
                    <a:pt x="2238" y="5987"/>
                  </a:lnTo>
                  <a:lnTo>
                    <a:pt x="2269" y="5987"/>
                  </a:lnTo>
                  <a:cubicBezTo>
                    <a:pt x="2427" y="6806"/>
                    <a:pt x="3214" y="7468"/>
                    <a:pt x="4128" y="7468"/>
                  </a:cubicBezTo>
                  <a:cubicBezTo>
                    <a:pt x="5042" y="7468"/>
                    <a:pt x="5766" y="6837"/>
                    <a:pt x="5955" y="5987"/>
                  </a:cubicBezTo>
                  <a:lnTo>
                    <a:pt x="6775" y="5987"/>
                  </a:lnTo>
                  <a:cubicBezTo>
                    <a:pt x="6932" y="6837"/>
                    <a:pt x="7720" y="7468"/>
                    <a:pt x="8570" y="7468"/>
                  </a:cubicBezTo>
                  <a:cubicBezTo>
                    <a:pt x="9106" y="7468"/>
                    <a:pt x="9578" y="7279"/>
                    <a:pt x="9925" y="6932"/>
                  </a:cubicBezTo>
                  <a:cubicBezTo>
                    <a:pt x="10209" y="6648"/>
                    <a:pt x="10366" y="6333"/>
                    <a:pt x="10429" y="5987"/>
                  </a:cubicBezTo>
                  <a:close/>
                  <a:moveTo>
                    <a:pt x="6318" y="8271"/>
                  </a:moveTo>
                  <a:cubicBezTo>
                    <a:pt x="7027" y="8271"/>
                    <a:pt x="7735" y="8476"/>
                    <a:pt x="8350" y="8885"/>
                  </a:cubicBezTo>
                  <a:cubicBezTo>
                    <a:pt x="8413" y="8948"/>
                    <a:pt x="8444" y="8980"/>
                    <a:pt x="8539" y="8980"/>
                  </a:cubicBezTo>
                  <a:lnTo>
                    <a:pt x="10272" y="8980"/>
                  </a:lnTo>
                  <a:cubicBezTo>
                    <a:pt x="9799" y="10713"/>
                    <a:pt x="8224" y="11973"/>
                    <a:pt x="6333" y="11973"/>
                  </a:cubicBezTo>
                  <a:cubicBezTo>
                    <a:pt x="4443" y="11973"/>
                    <a:pt x="2868" y="10713"/>
                    <a:pt x="2364" y="8980"/>
                  </a:cubicBezTo>
                  <a:lnTo>
                    <a:pt x="4097" y="8980"/>
                  </a:lnTo>
                  <a:cubicBezTo>
                    <a:pt x="4160" y="8980"/>
                    <a:pt x="4254" y="8948"/>
                    <a:pt x="4286" y="8885"/>
                  </a:cubicBezTo>
                  <a:cubicBezTo>
                    <a:pt x="4900" y="8476"/>
                    <a:pt x="5609" y="8271"/>
                    <a:pt x="6318" y="8271"/>
                  </a:cubicBezTo>
                  <a:close/>
                  <a:moveTo>
                    <a:pt x="6333" y="1"/>
                  </a:moveTo>
                  <a:cubicBezTo>
                    <a:pt x="3782" y="1"/>
                    <a:pt x="1639" y="1986"/>
                    <a:pt x="1482" y="4475"/>
                  </a:cubicBezTo>
                  <a:cubicBezTo>
                    <a:pt x="663" y="4475"/>
                    <a:pt x="1" y="5168"/>
                    <a:pt x="1" y="5987"/>
                  </a:cubicBezTo>
                  <a:cubicBezTo>
                    <a:pt x="1" y="6806"/>
                    <a:pt x="663" y="7468"/>
                    <a:pt x="1482" y="7468"/>
                  </a:cubicBezTo>
                  <a:lnTo>
                    <a:pt x="1482" y="7877"/>
                  </a:lnTo>
                  <a:cubicBezTo>
                    <a:pt x="1482" y="10555"/>
                    <a:pt x="3656" y="12729"/>
                    <a:pt x="6365" y="12729"/>
                  </a:cubicBezTo>
                  <a:cubicBezTo>
                    <a:pt x="9043" y="12729"/>
                    <a:pt x="11248" y="10555"/>
                    <a:pt x="11248" y="7877"/>
                  </a:cubicBezTo>
                  <a:lnTo>
                    <a:pt x="11248" y="7468"/>
                  </a:lnTo>
                  <a:cubicBezTo>
                    <a:pt x="12067" y="7468"/>
                    <a:pt x="12760" y="6806"/>
                    <a:pt x="12760" y="5987"/>
                  </a:cubicBezTo>
                  <a:cubicBezTo>
                    <a:pt x="12697" y="5168"/>
                    <a:pt x="12036" y="4475"/>
                    <a:pt x="11217" y="4475"/>
                  </a:cubicBezTo>
                  <a:cubicBezTo>
                    <a:pt x="11028" y="1954"/>
                    <a:pt x="8885"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70" name="Google Shape;16170;p84"/>
          <p:cNvGrpSpPr/>
          <p:nvPr/>
        </p:nvGrpSpPr>
        <p:grpSpPr>
          <a:xfrm>
            <a:off x="7701539" y="4487200"/>
            <a:ext cx="423053" cy="480281"/>
            <a:chOff x="-54063050" y="2296300"/>
            <a:chExt cx="279625" cy="317450"/>
          </a:xfrm>
        </p:grpSpPr>
        <p:sp>
          <p:nvSpPr>
            <p:cNvPr id="16171" name="Google Shape;16171;p84"/>
            <p:cNvSpPr/>
            <p:nvPr/>
          </p:nvSpPr>
          <p:spPr>
            <a:xfrm>
              <a:off x="-53959075" y="2527275"/>
              <a:ext cx="72475" cy="29750"/>
            </a:xfrm>
            <a:custGeom>
              <a:avLst/>
              <a:gdLst/>
              <a:ahLst/>
              <a:cxnLst/>
              <a:rect l="l" t="t" r="r" b="b"/>
              <a:pathLst>
                <a:path w="2899" h="1190" extrusionOk="0">
                  <a:moveTo>
                    <a:pt x="386" y="1"/>
                  </a:moveTo>
                  <a:cubicBezTo>
                    <a:pt x="292" y="1"/>
                    <a:pt x="205" y="40"/>
                    <a:pt x="158" y="119"/>
                  </a:cubicBezTo>
                  <a:cubicBezTo>
                    <a:pt x="0" y="276"/>
                    <a:pt x="0" y="528"/>
                    <a:pt x="158" y="623"/>
                  </a:cubicBezTo>
                  <a:cubicBezTo>
                    <a:pt x="504" y="1001"/>
                    <a:pt x="977" y="1190"/>
                    <a:pt x="1449" y="1190"/>
                  </a:cubicBezTo>
                  <a:cubicBezTo>
                    <a:pt x="1922" y="1190"/>
                    <a:pt x="2426" y="1001"/>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2" name="Google Shape;16172;p84"/>
            <p:cNvSpPr/>
            <p:nvPr/>
          </p:nvSpPr>
          <p:spPr>
            <a:xfrm>
              <a:off x="-53969325" y="24829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3" name="Google Shape;16173;p84"/>
            <p:cNvSpPr/>
            <p:nvPr/>
          </p:nvSpPr>
          <p:spPr>
            <a:xfrm>
              <a:off x="-53894500" y="2482975"/>
              <a:ext cx="18125" cy="17350"/>
            </a:xfrm>
            <a:custGeom>
              <a:avLst/>
              <a:gdLst/>
              <a:ahLst/>
              <a:cxnLst/>
              <a:rect l="l" t="t" r="r" b="b"/>
              <a:pathLst>
                <a:path w="725"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4" name="Google Shape;16174;p84"/>
            <p:cNvSpPr/>
            <p:nvPr/>
          </p:nvSpPr>
          <p:spPr>
            <a:xfrm>
              <a:off x="-54063050" y="2296300"/>
              <a:ext cx="279625" cy="317450"/>
            </a:xfrm>
            <a:custGeom>
              <a:avLst/>
              <a:gdLst/>
              <a:ahLst/>
              <a:cxnLst/>
              <a:rect l="l" t="t" r="r" b="b"/>
              <a:pathLst>
                <a:path w="11185" h="12698" extrusionOk="0">
                  <a:moveTo>
                    <a:pt x="5640" y="694"/>
                  </a:moveTo>
                  <a:cubicBezTo>
                    <a:pt x="7026" y="694"/>
                    <a:pt x="8286" y="883"/>
                    <a:pt x="9232" y="1198"/>
                  </a:cubicBezTo>
                  <a:cubicBezTo>
                    <a:pt x="10177" y="1576"/>
                    <a:pt x="10523" y="1923"/>
                    <a:pt x="10523" y="2206"/>
                  </a:cubicBezTo>
                  <a:cubicBezTo>
                    <a:pt x="10523" y="2427"/>
                    <a:pt x="10114" y="2647"/>
                    <a:pt x="9358" y="2931"/>
                  </a:cubicBezTo>
                  <a:lnTo>
                    <a:pt x="2017" y="2931"/>
                  </a:lnTo>
                  <a:cubicBezTo>
                    <a:pt x="1198" y="2679"/>
                    <a:pt x="757" y="2427"/>
                    <a:pt x="757" y="2206"/>
                  </a:cubicBezTo>
                  <a:cubicBezTo>
                    <a:pt x="757" y="1954"/>
                    <a:pt x="1103" y="1576"/>
                    <a:pt x="2048" y="1198"/>
                  </a:cubicBezTo>
                  <a:cubicBezTo>
                    <a:pt x="2994" y="851"/>
                    <a:pt x="4254" y="694"/>
                    <a:pt x="5640" y="694"/>
                  </a:cubicBezTo>
                  <a:close/>
                  <a:moveTo>
                    <a:pt x="8948" y="3687"/>
                  </a:moveTo>
                  <a:lnTo>
                    <a:pt x="8948" y="4475"/>
                  </a:lnTo>
                  <a:lnTo>
                    <a:pt x="2206" y="4475"/>
                  </a:lnTo>
                  <a:lnTo>
                    <a:pt x="2206" y="3687"/>
                  </a:lnTo>
                  <a:close/>
                  <a:moveTo>
                    <a:pt x="8633" y="5231"/>
                  </a:moveTo>
                  <a:cubicBezTo>
                    <a:pt x="8192" y="5703"/>
                    <a:pt x="7562" y="5987"/>
                    <a:pt x="6932" y="5987"/>
                  </a:cubicBezTo>
                  <a:lnTo>
                    <a:pt x="4317" y="5987"/>
                  </a:lnTo>
                  <a:cubicBezTo>
                    <a:pt x="3624" y="5987"/>
                    <a:pt x="3057" y="5703"/>
                    <a:pt x="2615" y="5231"/>
                  </a:cubicBezTo>
                  <a:close/>
                  <a:moveTo>
                    <a:pt x="9704" y="6680"/>
                  </a:moveTo>
                  <a:cubicBezTo>
                    <a:pt x="10082" y="6680"/>
                    <a:pt x="10460" y="6995"/>
                    <a:pt x="10460" y="7436"/>
                  </a:cubicBezTo>
                  <a:cubicBezTo>
                    <a:pt x="10460" y="7877"/>
                    <a:pt x="10145" y="8192"/>
                    <a:pt x="9704" y="8192"/>
                  </a:cubicBezTo>
                  <a:lnTo>
                    <a:pt x="9704" y="6680"/>
                  </a:lnTo>
                  <a:close/>
                  <a:moveTo>
                    <a:pt x="1513" y="6711"/>
                  </a:moveTo>
                  <a:lnTo>
                    <a:pt x="1513" y="8224"/>
                  </a:lnTo>
                  <a:cubicBezTo>
                    <a:pt x="1072" y="8192"/>
                    <a:pt x="757" y="7877"/>
                    <a:pt x="757" y="7467"/>
                  </a:cubicBezTo>
                  <a:cubicBezTo>
                    <a:pt x="757" y="7089"/>
                    <a:pt x="1103" y="6711"/>
                    <a:pt x="1513" y="6711"/>
                  </a:cubicBezTo>
                  <a:close/>
                  <a:moveTo>
                    <a:pt x="8979" y="5924"/>
                  </a:moveTo>
                  <a:lnTo>
                    <a:pt x="8979" y="8570"/>
                  </a:lnTo>
                  <a:cubicBezTo>
                    <a:pt x="8948" y="10429"/>
                    <a:pt x="7467" y="11910"/>
                    <a:pt x="5608" y="11910"/>
                  </a:cubicBezTo>
                  <a:cubicBezTo>
                    <a:pt x="3750" y="11910"/>
                    <a:pt x="2269" y="10429"/>
                    <a:pt x="2269" y="8570"/>
                  </a:cubicBezTo>
                  <a:lnTo>
                    <a:pt x="2269" y="5924"/>
                  </a:lnTo>
                  <a:cubicBezTo>
                    <a:pt x="2805" y="6459"/>
                    <a:pt x="3561" y="6711"/>
                    <a:pt x="4317" y="6711"/>
                  </a:cubicBezTo>
                  <a:lnTo>
                    <a:pt x="6932" y="6711"/>
                  </a:lnTo>
                  <a:cubicBezTo>
                    <a:pt x="7688" y="6711"/>
                    <a:pt x="8444" y="6459"/>
                    <a:pt x="8979" y="5924"/>
                  </a:cubicBezTo>
                  <a:close/>
                  <a:moveTo>
                    <a:pt x="5608" y="1"/>
                  </a:moveTo>
                  <a:cubicBezTo>
                    <a:pt x="4191" y="1"/>
                    <a:pt x="2805" y="190"/>
                    <a:pt x="1796" y="536"/>
                  </a:cubicBezTo>
                  <a:cubicBezTo>
                    <a:pt x="316" y="1040"/>
                    <a:pt x="1" y="1734"/>
                    <a:pt x="1" y="2206"/>
                  </a:cubicBezTo>
                  <a:cubicBezTo>
                    <a:pt x="1" y="2931"/>
                    <a:pt x="788" y="3309"/>
                    <a:pt x="1513" y="3561"/>
                  </a:cubicBezTo>
                  <a:lnTo>
                    <a:pt x="1513" y="5955"/>
                  </a:lnTo>
                  <a:cubicBezTo>
                    <a:pt x="694" y="5955"/>
                    <a:pt x="1" y="6648"/>
                    <a:pt x="1" y="7467"/>
                  </a:cubicBezTo>
                  <a:cubicBezTo>
                    <a:pt x="1" y="8287"/>
                    <a:pt x="694" y="8980"/>
                    <a:pt x="1513" y="8980"/>
                  </a:cubicBezTo>
                  <a:cubicBezTo>
                    <a:pt x="1702" y="11059"/>
                    <a:pt x="3466" y="12697"/>
                    <a:pt x="5608" y="12697"/>
                  </a:cubicBezTo>
                  <a:cubicBezTo>
                    <a:pt x="7719" y="12697"/>
                    <a:pt x="9515" y="11059"/>
                    <a:pt x="9704" y="8980"/>
                  </a:cubicBezTo>
                  <a:cubicBezTo>
                    <a:pt x="10523" y="8980"/>
                    <a:pt x="11185" y="8287"/>
                    <a:pt x="11185" y="7467"/>
                  </a:cubicBezTo>
                  <a:cubicBezTo>
                    <a:pt x="11185" y="6648"/>
                    <a:pt x="10523" y="5955"/>
                    <a:pt x="9704" y="5955"/>
                  </a:cubicBezTo>
                  <a:lnTo>
                    <a:pt x="9704" y="3561"/>
                  </a:lnTo>
                  <a:cubicBezTo>
                    <a:pt x="10397" y="3309"/>
                    <a:pt x="11185" y="2931"/>
                    <a:pt x="11185" y="2206"/>
                  </a:cubicBezTo>
                  <a:cubicBezTo>
                    <a:pt x="11185" y="1734"/>
                    <a:pt x="10870" y="1040"/>
                    <a:pt x="9421" y="536"/>
                  </a:cubicBezTo>
                  <a:cubicBezTo>
                    <a:pt x="8412" y="190"/>
                    <a:pt x="7058" y="1"/>
                    <a:pt x="56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75" name="Google Shape;16175;p84"/>
          <p:cNvGrpSpPr/>
          <p:nvPr/>
        </p:nvGrpSpPr>
        <p:grpSpPr>
          <a:xfrm>
            <a:off x="7701539" y="5105949"/>
            <a:ext cx="423053" cy="481377"/>
            <a:chOff x="-54061475" y="2685450"/>
            <a:chExt cx="279625" cy="318175"/>
          </a:xfrm>
        </p:grpSpPr>
        <p:sp>
          <p:nvSpPr>
            <p:cNvPr id="16176" name="Google Shape;16176;p84"/>
            <p:cNvSpPr/>
            <p:nvPr/>
          </p:nvSpPr>
          <p:spPr>
            <a:xfrm>
              <a:off x="-53959075" y="2919525"/>
              <a:ext cx="72475" cy="28950"/>
            </a:xfrm>
            <a:custGeom>
              <a:avLst/>
              <a:gdLst/>
              <a:ahLst/>
              <a:cxnLst/>
              <a:rect l="l" t="t" r="r" b="b"/>
              <a:pathLst>
                <a:path w="2899" h="1158" extrusionOk="0">
                  <a:moveTo>
                    <a:pt x="386" y="0"/>
                  </a:moveTo>
                  <a:cubicBezTo>
                    <a:pt x="292" y="0"/>
                    <a:pt x="205" y="39"/>
                    <a:pt x="158" y="118"/>
                  </a:cubicBezTo>
                  <a:cubicBezTo>
                    <a:pt x="0" y="276"/>
                    <a:pt x="0" y="496"/>
                    <a:pt x="158" y="622"/>
                  </a:cubicBezTo>
                  <a:cubicBezTo>
                    <a:pt x="504" y="969"/>
                    <a:pt x="977" y="1158"/>
                    <a:pt x="1449" y="1158"/>
                  </a:cubicBezTo>
                  <a:cubicBezTo>
                    <a:pt x="1922" y="1158"/>
                    <a:pt x="2426" y="969"/>
                    <a:pt x="2741" y="622"/>
                  </a:cubicBezTo>
                  <a:cubicBezTo>
                    <a:pt x="2899" y="465"/>
                    <a:pt x="2899" y="213"/>
                    <a:pt x="2741" y="118"/>
                  </a:cubicBezTo>
                  <a:cubicBezTo>
                    <a:pt x="2678" y="39"/>
                    <a:pt x="2592" y="0"/>
                    <a:pt x="2501" y="0"/>
                  </a:cubicBezTo>
                  <a:cubicBezTo>
                    <a:pt x="2410" y="0"/>
                    <a:pt x="2316" y="39"/>
                    <a:pt x="2237" y="118"/>
                  </a:cubicBezTo>
                  <a:cubicBezTo>
                    <a:pt x="2048" y="307"/>
                    <a:pt x="1733" y="433"/>
                    <a:pt x="1449" y="433"/>
                  </a:cubicBezTo>
                  <a:cubicBezTo>
                    <a:pt x="1134" y="433"/>
                    <a:pt x="851" y="307"/>
                    <a:pt x="662" y="118"/>
                  </a:cubicBezTo>
                  <a:cubicBezTo>
                    <a:pt x="583" y="39"/>
                    <a:pt x="481" y="0"/>
                    <a:pt x="3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7" name="Google Shape;16177;p84"/>
            <p:cNvSpPr/>
            <p:nvPr/>
          </p:nvSpPr>
          <p:spPr>
            <a:xfrm>
              <a:off x="-53969325" y="28547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725" y="190"/>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8" name="Google Shape;16178;p84"/>
            <p:cNvSpPr/>
            <p:nvPr/>
          </p:nvSpPr>
          <p:spPr>
            <a:xfrm>
              <a:off x="-53894500" y="2854725"/>
              <a:ext cx="18125" cy="18150"/>
            </a:xfrm>
            <a:custGeom>
              <a:avLst/>
              <a:gdLst/>
              <a:ahLst/>
              <a:cxnLst/>
              <a:rect l="l" t="t" r="r" b="b"/>
              <a:pathLst>
                <a:path w="725" h="726" extrusionOk="0">
                  <a:moveTo>
                    <a:pt x="379" y="1"/>
                  </a:moveTo>
                  <a:cubicBezTo>
                    <a:pt x="158" y="1"/>
                    <a:pt x="1" y="190"/>
                    <a:pt x="1" y="379"/>
                  </a:cubicBezTo>
                  <a:cubicBezTo>
                    <a:pt x="1" y="568"/>
                    <a:pt x="158" y="725"/>
                    <a:pt x="379" y="725"/>
                  </a:cubicBezTo>
                  <a:cubicBezTo>
                    <a:pt x="568" y="725"/>
                    <a:pt x="725" y="568"/>
                    <a:pt x="725" y="379"/>
                  </a:cubicBezTo>
                  <a:cubicBezTo>
                    <a:pt x="725" y="190"/>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9" name="Google Shape;16179;p84"/>
            <p:cNvSpPr/>
            <p:nvPr/>
          </p:nvSpPr>
          <p:spPr>
            <a:xfrm>
              <a:off x="-54061475" y="2685450"/>
              <a:ext cx="279625" cy="318175"/>
            </a:xfrm>
            <a:custGeom>
              <a:avLst/>
              <a:gdLst/>
              <a:ahLst/>
              <a:cxnLst/>
              <a:rect l="l" t="t" r="r" b="b"/>
              <a:pathLst>
                <a:path w="11185" h="12727" extrusionOk="0">
                  <a:moveTo>
                    <a:pt x="4096" y="1699"/>
                  </a:moveTo>
                  <a:cubicBezTo>
                    <a:pt x="4348" y="1699"/>
                    <a:pt x="4537" y="1762"/>
                    <a:pt x="4726" y="1794"/>
                  </a:cubicBezTo>
                  <a:cubicBezTo>
                    <a:pt x="4254" y="2235"/>
                    <a:pt x="3970" y="2897"/>
                    <a:pt x="3844" y="3527"/>
                  </a:cubicBezTo>
                  <a:cubicBezTo>
                    <a:pt x="3813" y="3716"/>
                    <a:pt x="3970" y="3905"/>
                    <a:pt x="4159" y="3968"/>
                  </a:cubicBezTo>
                  <a:cubicBezTo>
                    <a:pt x="4178" y="3971"/>
                    <a:pt x="4197" y="3972"/>
                    <a:pt x="4216" y="3972"/>
                  </a:cubicBezTo>
                  <a:cubicBezTo>
                    <a:pt x="4411" y="3972"/>
                    <a:pt x="4572" y="3825"/>
                    <a:pt x="4600" y="3653"/>
                  </a:cubicBezTo>
                  <a:cubicBezTo>
                    <a:pt x="4695" y="3117"/>
                    <a:pt x="4915" y="2645"/>
                    <a:pt x="5199" y="2330"/>
                  </a:cubicBezTo>
                  <a:cubicBezTo>
                    <a:pt x="5335" y="2194"/>
                    <a:pt x="5588" y="1964"/>
                    <a:pt x="5877" y="1964"/>
                  </a:cubicBezTo>
                  <a:cubicBezTo>
                    <a:pt x="5923" y="1964"/>
                    <a:pt x="5970" y="1970"/>
                    <a:pt x="6018" y="1983"/>
                  </a:cubicBezTo>
                  <a:cubicBezTo>
                    <a:pt x="6365" y="2046"/>
                    <a:pt x="6585" y="2361"/>
                    <a:pt x="6648" y="2613"/>
                  </a:cubicBezTo>
                  <a:cubicBezTo>
                    <a:pt x="6806" y="2991"/>
                    <a:pt x="6900" y="3527"/>
                    <a:pt x="6774" y="4031"/>
                  </a:cubicBezTo>
                  <a:cubicBezTo>
                    <a:pt x="6743" y="4251"/>
                    <a:pt x="6900" y="4472"/>
                    <a:pt x="7121" y="4472"/>
                  </a:cubicBezTo>
                  <a:cubicBezTo>
                    <a:pt x="7310" y="4472"/>
                    <a:pt x="7467" y="4346"/>
                    <a:pt x="7467" y="4157"/>
                  </a:cubicBezTo>
                  <a:cubicBezTo>
                    <a:pt x="7593" y="3527"/>
                    <a:pt x="7562" y="2802"/>
                    <a:pt x="7247" y="2204"/>
                  </a:cubicBezTo>
                  <a:lnTo>
                    <a:pt x="7247" y="2204"/>
                  </a:lnTo>
                  <a:lnTo>
                    <a:pt x="7404" y="2267"/>
                  </a:lnTo>
                  <a:cubicBezTo>
                    <a:pt x="8822" y="2487"/>
                    <a:pt x="9767" y="3873"/>
                    <a:pt x="9515" y="5291"/>
                  </a:cubicBezTo>
                  <a:cubicBezTo>
                    <a:pt x="9486" y="5464"/>
                    <a:pt x="9326" y="5610"/>
                    <a:pt x="9130" y="5610"/>
                  </a:cubicBezTo>
                  <a:cubicBezTo>
                    <a:pt x="9112" y="5610"/>
                    <a:pt x="9093" y="5609"/>
                    <a:pt x="9074" y="5606"/>
                  </a:cubicBezTo>
                  <a:lnTo>
                    <a:pt x="1733" y="4314"/>
                  </a:lnTo>
                  <a:cubicBezTo>
                    <a:pt x="1639" y="4283"/>
                    <a:pt x="1481" y="4062"/>
                    <a:pt x="1513" y="3873"/>
                  </a:cubicBezTo>
                  <a:cubicBezTo>
                    <a:pt x="1765" y="2613"/>
                    <a:pt x="2868" y="1699"/>
                    <a:pt x="4096" y="1699"/>
                  </a:cubicBezTo>
                  <a:close/>
                  <a:moveTo>
                    <a:pt x="1450" y="6740"/>
                  </a:moveTo>
                  <a:lnTo>
                    <a:pt x="1450" y="8252"/>
                  </a:lnTo>
                  <a:cubicBezTo>
                    <a:pt x="1009" y="8252"/>
                    <a:pt x="694" y="7937"/>
                    <a:pt x="694" y="7496"/>
                  </a:cubicBezTo>
                  <a:cubicBezTo>
                    <a:pt x="694" y="7118"/>
                    <a:pt x="1040" y="6740"/>
                    <a:pt x="1450" y="6740"/>
                  </a:cubicBezTo>
                  <a:close/>
                  <a:moveTo>
                    <a:pt x="9641" y="6740"/>
                  </a:moveTo>
                  <a:cubicBezTo>
                    <a:pt x="10019" y="6740"/>
                    <a:pt x="10397" y="7118"/>
                    <a:pt x="10397" y="7496"/>
                  </a:cubicBezTo>
                  <a:cubicBezTo>
                    <a:pt x="10397" y="7937"/>
                    <a:pt x="10082" y="8252"/>
                    <a:pt x="9641" y="8252"/>
                  </a:cubicBezTo>
                  <a:lnTo>
                    <a:pt x="9641" y="6740"/>
                  </a:lnTo>
                  <a:close/>
                  <a:moveTo>
                    <a:pt x="2206" y="5102"/>
                  </a:moveTo>
                  <a:lnTo>
                    <a:pt x="8916" y="6268"/>
                  </a:lnTo>
                  <a:lnTo>
                    <a:pt x="8916" y="8599"/>
                  </a:lnTo>
                  <a:cubicBezTo>
                    <a:pt x="8885" y="10489"/>
                    <a:pt x="7404" y="12033"/>
                    <a:pt x="5545" y="12033"/>
                  </a:cubicBezTo>
                  <a:cubicBezTo>
                    <a:pt x="3687" y="12033"/>
                    <a:pt x="2206" y="10489"/>
                    <a:pt x="2206" y="8599"/>
                  </a:cubicBezTo>
                  <a:lnTo>
                    <a:pt x="2206" y="5102"/>
                  </a:lnTo>
                  <a:close/>
                  <a:moveTo>
                    <a:pt x="7575" y="1"/>
                  </a:moveTo>
                  <a:cubicBezTo>
                    <a:pt x="6800" y="1"/>
                    <a:pt x="6137" y="473"/>
                    <a:pt x="5861" y="1164"/>
                  </a:cubicBezTo>
                  <a:lnTo>
                    <a:pt x="4726" y="975"/>
                  </a:lnTo>
                  <a:cubicBezTo>
                    <a:pt x="4530" y="941"/>
                    <a:pt x="4334" y="925"/>
                    <a:pt x="4141" y="925"/>
                  </a:cubicBezTo>
                  <a:cubicBezTo>
                    <a:pt x="2536" y="925"/>
                    <a:pt x="1101" y="2053"/>
                    <a:pt x="820" y="3684"/>
                  </a:cubicBezTo>
                  <a:cubicBezTo>
                    <a:pt x="757" y="4188"/>
                    <a:pt x="1009" y="4692"/>
                    <a:pt x="1481" y="4913"/>
                  </a:cubicBezTo>
                  <a:lnTo>
                    <a:pt x="1481" y="5953"/>
                  </a:lnTo>
                  <a:cubicBezTo>
                    <a:pt x="662" y="5953"/>
                    <a:pt x="1" y="6614"/>
                    <a:pt x="1" y="7465"/>
                  </a:cubicBezTo>
                  <a:cubicBezTo>
                    <a:pt x="1" y="8284"/>
                    <a:pt x="662" y="8946"/>
                    <a:pt x="1481" y="8946"/>
                  </a:cubicBezTo>
                  <a:cubicBezTo>
                    <a:pt x="1702" y="11056"/>
                    <a:pt x="3403" y="12726"/>
                    <a:pt x="5577" y="12726"/>
                  </a:cubicBezTo>
                  <a:cubicBezTo>
                    <a:pt x="7751" y="12726"/>
                    <a:pt x="9484" y="11056"/>
                    <a:pt x="9673" y="8946"/>
                  </a:cubicBezTo>
                  <a:cubicBezTo>
                    <a:pt x="10492" y="8946"/>
                    <a:pt x="11185" y="8284"/>
                    <a:pt x="11185" y="7465"/>
                  </a:cubicBezTo>
                  <a:cubicBezTo>
                    <a:pt x="11122" y="6803"/>
                    <a:pt x="10649" y="6205"/>
                    <a:pt x="9988" y="6047"/>
                  </a:cubicBezTo>
                  <a:cubicBezTo>
                    <a:pt x="10177" y="5890"/>
                    <a:pt x="10303" y="5638"/>
                    <a:pt x="10334" y="5417"/>
                  </a:cubicBezTo>
                  <a:cubicBezTo>
                    <a:pt x="10649" y="3590"/>
                    <a:pt x="9452" y="1825"/>
                    <a:pt x="7625" y="1510"/>
                  </a:cubicBezTo>
                  <a:lnTo>
                    <a:pt x="6617" y="1321"/>
                  </a:lnTo>
                  <a:cubicBezTo>
                    <a:pt x="6812" y="958"/>
                    <a:pt x="7206" y="744"/>
                    <a:pt x="7622" y="744"/>
                  </a:cubicBezTo>
                  <a:cubicBezTo>
                    <a:pt x="7675" y="744"/>
                    <a:pt x="7729" y="747"/>
                    <a:pt x="7782" y="754"/>
                  </a:cubicBezTo>
                  <a:cubicBezTo>
                    <a:pt x="7811" y="764"/>
                    <a:pt x="7840" y="768"/>
                    <a:pt x="7869" y="768"/>
                  </a:cubicBezTo>
                  <a:cubicBezTo>
                    <a:pt x="8034" y="768"/>
                    <a:pt x="8197" y="627"/>
                    <a:pt x="8223" y="439"/>
                  </a:cubicBezTo>
                  <a:cubicBezTo>
                    <a:pt x="8255" y="250"/>
                    <a:pt x="8097" y="61"/>
                    <a:pt x="7908" y="30"/>
                  </a:cubicBezTo>
                  <a:cubicBezTo>
                    <a:pt x="7796" y="10"/>
                    <a:pt x="7684" y="1"/>
                    <a:pt x="757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80" name="Google Shape;16180;p84"/>
          <p:cNvGrpSpPr/>
          <p:nvPr/>
        </p:nvGrpSpPr>
        <p:grpSpPr>
          <a:xfrm>
            <a:off x="10706254" y="3895708"/>
            <a:ext cx="367037" cy="482625"/>
            <a:chOff x="-52074300" y="1911950"/>
            <a:chExt cx="242600" cy="319000"/>
          </a:xfrm>
        </p:grpSpPr>
        <p:sp>
          <p:nvSpPr>
            <p:cNvPr id="16181" name="Google Shape;16181;p84"/>
            <p:cNvSpPr/>
            <p:nvPr/>
          </p:nvSpPr>
          <p:spPr>
            <a:xfrm>
              <a:off x="-51989225" y="2125600"/>
              <a:ext cx="72475" cy="29750"/>
            </a:xfrm>
            <a:custGeom>
              <a:avLst/>
              <a:gdLst/>
              <a:ahLst/>
              <a:cxnLst/>
              <a:rect l="l" t="t" r="r" b="b"/>
              <a:pathLst>
                <a:path w="2899" h="1190" extrusionOk="0">
                  <a:moveTo>
                    <a:pt x="398" y="0"/>
                  </a:moveTo>
                  <a:cubicBezTo>
                    <a:pt x="307" y="0"/>
                    <a:pt x="221" y="40"/>
                    <a:pt x="158" y="118"/>
                  </a:cubicBezTo>
                  <a:cubicBezTo>
                    <a:pt x="0" y="276"/>
                    <a:pt x="0" y="528"/>
                    <a:pt x="158" y="622"/>
                  </a:cubicBezTo>
                  <a:cubicBezTo>
                    <a:pt x="504" y="1000"/>
                    <a:pt x="977" y="1189"/>
                    <a:pt x="1449" y="1189"/>
                  </a:cubicBezTo>
                  <a:cubicBezTo>
                    <a:pt x="1922" y="1189"/>
                    <a:pt x="2426" y="1000"/>
                    <a:pt x="2741" y="622"/>
                  </a:cubicBezTo>
                  <a:cubicBezTo>
                    <a:pt x="2899" y="465"/>
                    <a:pt x="2899" y="244"/>
                    <a:pt x="2741" y="118"/>
                  </a:cubicBezTo>
                  <a:cubicBezTo>
                    <a:pt x="2662" y="40"/>
                    <a:pt x="2568" y="0"/>
                    <a:pt x="2477" y="0"/>
                  </a:cubicBezTo>
                  <a:cubicBezTo>
                    <a:pt x="2387" y="0"/>
                    <a:pt x="2300" y="40"/>
                    <a:pt x="2237" y="118"/>
                  </a:cubicBezTo>
                  <a:cubicBezTo>
                    <a:pt x="2048" y="307"/>
                    <a:pt x="1733" y="433"/>
                    <a:pt x="1449" y="433"/>
                  </a:cubicBezTo>
                  <a:cubicBezTo>
                    <a:pt x="1134" y="433"/>
                    <a:pt x="851" y="307"/>
                    <a:pt x="662" y="118"/>
                  </a:cubicBezTo>
                  <a:cubicBezTo>
                    <a:pt x="583" y="40"/>
                    <a:pt x="48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2" name="Google Shape;16182;p84"/>
            <p:cNvSpPr/>
            <p:nvPr/>
          </p:nvSpPr>
          <p:spPr>
            <a:xfrm>
              <a:off x="-51998675" y="2062375"/>
              <a:ext cx="17325" cy="18150"/>
            </a:xfrm>
            <a:custGeom>
              <a:avLst/>
              <a:gdLst/>
              <a:ahLst/>
              <a:cxnLst/>
              <a:rect l="l" t="t" r="r" b="b"/>
              <a:pathLst>
                <a:path w="693" h="726" extrusionOk="0">
                  <a:moveTo>
                    <a:pt x="347" y="1"/>
                  </a:moveTo>
                  <a:cubicBezTo>
                    <a:pt x="158" y="1"/>
                    <a:pt x="0" y="158"/>
                    <a:pt x="0" y="347"/>
                  </a:cubicBezTo>
                  <a:cubicBezTo>
                    <a:pt x="0" y="568"/>
                    <a:pt x="158" y="726"/>
                    <a:pt x="347" y="726"/>
                  </a:cubicBezTo>
                  <a:cubicBezTo>
                    <a:pt x="536" y="726"/>
                    <a:pt x="693" y="568"/>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3" name="Google Shape;16183;p84"/>
            <p:cNvSpPr/>
            <p:nvPr/>
          </p:nvSpPr>
          <p:spPr>
            <a:xfrm>
              <a:off x="-51925450" y="2062375"/>
              <a:ext cx="18150" cy="18150"/>
            </a:xfrm>
            <a:custGeom>
              <a:avLst/>
              <a:gdLst/>
              <a:ahLst/>
              <a:cxnLst/>
              <a:rect l="l" t="t" r="r" b="b"/>
              <a:pathLst>
                <a:path w="726" h="726" extrusionOk="0">
                  <a:moveTo>
                    <a:pt x="379" y="1"/>
                  </a:moveTo>
                  <a:cubicBezTo>
                    <a:pt x="158" y="1"/>
                    <a:pt x="1" y="158"/>
                    <a:pt x="1" y="347"/>
                  </a:cubicBezTo>
                  <a:cubicBezTo>
                    <a:pt x="1" y="568"/>
                    <a:pt x="158" y="726"/>
                    <a:pt x="379" y="726"/>
                  </a:cubicBezTo>
                  <a:cubicBezTo>
                    <a:pt x="568" y="726"/>
                    <a:pt x="726" y="568"/>
                    <a:pt x="726" y="347"/>
                  </a:cubicBezTo>
                  <a:cubicBezTo>
                    <a:pt x="726"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4" name="Google Shape;16184;p84"/>
            <p:cNvSpPr/>
            <p:nvPr/>
          </p:nvSpPr>
          <p:spPr>
            <a:xfrm>
              <a:off x="-52074300" y="1911950"/>
              <a:ext cx="242600" cy="319000"/>
            </a:xfrm>
            <a:custGeom>
              <a:avLst/>
              <a:gdLst/>
              <a:ahLst/>
              <a:cxnLst/>
              <a:rect l="l" t="t" r="r" b="b"/>
              <a:pathLst>
                <a:path w="9704" h="12760" extrusionOk="0">
                  <a:moveTo>
                    <a:pt x="6743" y="694"/>
                  </a:moveTo>
                  <a:cubicBezTo>
                    <a:pt x="7940" y="757"/>
                    <a:pt x="8948" y="1733"/>
                    <a:pt x="8948" y="2993"/>
                  </a:cubicBezTo>
                  <a:lnTo>
                    <a:pt x="8948" y="5293"/>
                  </a:lnTo>
                  <a:lnTo>
                    <a:pt x="8601" y="5293"/>
                  </a:lnTo>
                  <a:cubicBezTo>
                    <a:pt x="6743" y="5293"/>
                    <a:pt x="5262" y="3750"/>
                    <a:pt x="5262" y="1859"/>
                  </a:cubicBezTo>
                  <a:lnTo>
                    <a:pt x="5262" y="1292"/>
                  </a:lnTo>
                  <a:cubicBezTo>
                    <a:pt x="5640" y="946"/>
                    <a:pt x="6207" y="694"/>
                    <a:pt x="6743" y="694"/>
                  </a:cubicBezTo>
                  <a:close/>
                  <a:moveTo>
                    <a:pt x="2962" y="757"/>
                  </a:moveTo>
                  <a:cubicBezTo>
                    <a:pt x="3529" y="757"/>
                    <a:pt x="4033" y="946"/>
                    <a:pt x="4474" y="1355"/>
                  </a:cubicBezTo>
                  <a:lnTo>
                    <a:pt x="4474" y="1891"/>
                  </a:lnTo>
                  <a:cubicBezTo>
                    <a:pt x="4474" y="3781"/>
                    <a:pt x="2962" y="5325"/>
                    <a:pt x="1103" y="5325"/>
                  </a:cubicBezTo>
                  <a:lnTo>
                    <a:pt x="757" y="5325"/>
                  </a:lnTo>
                  <a:lnTo>
                    <a:pt x="757" y="3025"/>
                  </a:lnTo>
                  <a:cubicBezTo>
                    <a:pt x="725" y="1733"/>
                    <a:pt x="1733" y="757"/>
                    <a:pt x="2962" y="757"/>
                  </a:cubicBezTo>
                  <a:close/>
                  <a:moveTo>
                    <a:pt x="1103" y="6018"/>
                  </a:moveTo>
                  <a:cubicBezTo>
                    <a:pt x="1324" y="6018"/>
                    <a:pt x="1481" y="6175"/>
                    <a:pt x="1481" y="6396"/>
                  </a:cubicBezTo>
                  <a:cubicBezTo>
                    <a:pt x="1481" y="6585"/>
                    <a:pt x="1324" y="6743"/>
                    <a:pt x="1103" y="6743"/>
                  </a:cubicBezTo>
                  <a:cubicBezTo>
                    <a:pt x="914" y="6743"/>
                    <a:pt x="757" y="6585"/>
                    <a:pt x="757" y="6396"/>
                  </a:cubicBezTo>
                  <a:cubicBezTo>
                    <a:pt x="757" y="6175"/>
                    <a:pt x="914" y="6018"/>
                    <a:pt x="1103" y="6018"/>
                  </a:cubicBezTo>
                  <a:close/>
                  <a:moveTo>
                    <a:pt x="8570" y="6018"/>
                  </a:moveTo>
                  <a:cubicBezTo>
                    <a:pt x="8759" y="6018"/>
                    <a:pt x="8916" y="6175"/>
                    <a:pt x="8916" y="6396"/>
                  </a:cubicBezTo>
                  <a:cubicBezTo>
                    <a:pt x="8916" y="6585"/>
                    <a:pt x="8759" y="6743"/>
                    <a:pt x="8570" y="6743"/>
                  </a:cubicBezTo>
                  <a:cubicBezTo>
                    <a:pt x="8349" y="6743"/>
                    <a:pt x="8192" y="6585"/>
                    <a:pt x="8192" y="6396"/>
                  </a:cubicBezTo>
                  <a:cubicBezTo>
                    <a:pt x="8192" y="6175"/>
                    <a:pt x="8349" y="6018"/>
                    <a:pt x="8570" y="6018"/>
                  </a:cubicBezTo>
                  <a:close/>
                  <a:moveTo>
                    <a:pt x="1072" y="7530"/>
                  </a:moveTo>
                  <a:cubicBezTo>
                    <a:pt x="1261" y="7530"/>
                    <a:pt x="1418" y="7688"/>
                    <a:pt x="1418" y="7877"/>
                  </a:cubicBezTo>
                  <a:cubicBezTo>
                    <a:pt x="1418" y="8066"/>
                    <a:pt x="1261" y="8223"/>
                    <a:pt x="1072" y="8223"/>
                  </a:cubicBezTo>
                  <a:cubicBezTo>
                    <a:pt x="914" y="8223"/>
                    <a:pt x="725" y="8066"/>
                    <a:pt x="725" y="7877"/>
                  </a:cubicBezTo>
                  <a:cubicBezTo>
                    <a:pt x="725" y="7688"/>
                    <a:pt x="883" y="7530"/>
                    <a:pt x="1072" y="7530"/>
                  </a:cubicBezTo>
                  <a:close/>
                  <a:moveTo>
                    <a:pt x="8601" y="7530"/>
                  </a:moveTo>
                  <a:cubicBezTo>
                    <a:pt x="8790" y="7530"/>
                    <a:pt x="8948" y="7688"/>
                    <a:pt x="8948" y="7877"/>
                  </a:cubicBezTo>
                  <a:cubicBezTo>
                    <a:pt x="8948" y="8066"/>
                    <a:pt x="8790" y="8223"/>
                    <a:pt x="8601" y="8223"/>
                  </a:cubicBezTo>
                  <a:cubicBezTo>
                    <a:pt x="8412" y="8223"/>
                    <a:pt x="8255" y="8066"/>
                    <a:pt x="8255" y="7877"/>
                  </a:cubicBezTo>
                  <a:cubicBezTo>
                    <a:pt x="8255" y="7688"/>
                    <a:pt x="8412" y="7530"/>
                    <a:pt x="8601" y="7530"/>
                  </a:cubicBezTo>
                  <a:close/>
                  <a:moveTo>
                    <a:pt x="1072" y="9011"/>
                  </a:moveTo>
                  <a:cubicBezTo>
                    <a:pt x="1261" y="9011"/>
                    <a:pt x="1418" y="9168"/>
                    <a:pt x="1418" y="9389"/>
                  </a:cubicBezTo>
                  <a:cubicBezTo>
                    <a:pt x="1418" y="9578"/>
                    <a:pt x="1261" y="9735"/>
                    <a:pt x="1072" y="9735"/>
                  </a:cubicBezTo>
                  <a:cubicBezTo>
                    <a:pt x="914" y="9735"/>
                    <a:pt x="725" y="9578"/>
                    <a:pt x="725" y="9389"/>
                  </a:cubicBezTo>
                  <a:cubicBezTo>
                    <a:pt x="725" y="9168"/>
                    <a:pt x="883" y="9011"/>
                    <a:pt x="1072" y="9011"/>
                  </a:cubicBezTo>
                  <a:close/>
                  <a:moveTo>
                    <a:pt x="8601" y="9011"/>
                  </a:moveTo>
                  <a:cubicBezTo>
                    <a:pt x="8790" y="9011"/>
                    <a:pt x="8948" y="9168"/>
                    <a:pt x="8948" y="9389"/>
                  </a:cubicBezTo>
                  <a:cubicBezTo>
                    <a:pt x="8948" y="9578"/>
                    <a:pt x="8790" y="9735"/>
                    <a:pt x="8601" y="9735"/>
                  </a:cubicBezTo>
                  <a:cubicBezTo>
                    <a:pt x="8412" y="9735"/>
                    <a:pt x="8255" y="9578"/>
                    <a:pt x="8255" y="9389"/>
                  </a:cubicBezTo>
                  <a:cubicBezTo>
                    <a:pt x="8255" y="9168"/>
                    <a:pt x="8412" y="9011"/>
                    <a:pt x="8601" y="9011"/>
                  </a:cubicBezTo>
                  <a:close/>
                  <a:moveTo>
                    <a:pt x="4852" y="3592"/>
                  </a:moveTo>
                  <a:cubicBezTo>
                    <a:pt x="5041" y="4002"/>
                    <a:pt x="5325" y="4411"/>
                    <a:pt x="5703" y="4758"/>
                  </a:cubicBezTo>
                  <a:cubicBezTo>
                    <a:pt x="6239" y="5325"/>
                    <a:pt x="6869" y="5671"/>
                    <a:pt x="7593" y="5860"/>
                  </a:cubicBezTo>
                  <a:cubicBezTo>
                    <a:pt x="7499" y="6018"/>
                    <a:pt x="7467" y="6175"/>
                    <a:pt x="7467" y="6364"/>
                  </a:cubicBezTo>
                  <a:cubicBezTo>
                    <a:pt x="7467" y="6648"/>
                    <a:pt x="7593" y="6932"/>
                    <a:pt x="7751" y="7121"/>
                  </a:cubicBezTo>
                  <a:cubicBezTo>
                    <a:pt x="7530" y="7341"/>
                    <a:pt x="7467" y="7593"/>
                    <a:pt x="7467" y="7877"/>
                  </a:cubicBezTo>
                  <a:cubicBezTo>
                    <a:pt x="7467" y="8160"/>
                    <a:pt x="7593" y="8444"/>
                    <a:pt x="7751" y="8633"/>
                  </a:cubicBezTo>
                  <a:cubicBezTo>
                    <a:pt x="7530" y="8822"/>
                    <a:pt x="7467" y="9105"/>
                    <a:pt x="7467" y="9389"/>
                  </a:cubicBezTo>
                  <a:cubicBezTo>
                    <a:pt x="7467" y="9546"/>
                    <a:pt x="7499" y="9704"/>
                    <a:pt x="7593" y="9861"/>
                  </a:cubicBezTo>
                  <a:cubicBezTo>
                    <a:pt x="6932" y="10712"/>
                    <a:pt x="5923" y="11216"/>
                    <a:pt x="4852" y="11216"/>
                  </a:cubicBezTo>
                  <a:cubicBezTo>
                    <a:pt x="3750" y="11216"/>
                    <a:pt x="2773" y="10712"/>
                    <a:pt x="2143" y="9861"/>
                  </a:cubicBezTo>
                  <a:cubicBezTo>
                    <a:pt x="2206" y="9704"/>
                    <a:pt x="2269" y="9515"/>
                    <a:pt x="2269" y="9389"/>
                  </a:cubicBezTo>
                  <a:cubicBezTo>
                    <a:pt x="2269" y="9105"/>
                    <a:pt x="2143" y="8822"/>
                    <a:pt x="1985" y="8633"/>
                  </a:cubicBezTo>
                  <a:cubicBezTo>
                    <a:pt x="2174" y="8444"/>
                    <a:pt x="2269" y="8160"/>
                    <a:pt x="2269" y="7877"/>
                  </a:cubicBezTo>
                  <a:cubicBezTo>
                    <a:pt x="2269" y="7593"/>
                    <a:pt x="2143" y="7341"/>
                    <a:pt x="1985" y="7121"/>
                  </a:cubicBezTo>
                  <a:cubicBezTo>
                    <a:pt x="2174" y="6932"/>
                    <a:pt x="2269" y="6648"/>
                    <a:pt x="2269" y="6364"/>
                  </a:cubicBezTo>
                  <a:cubicBezTo>
                    <a:pt x="2269" y="6175"/>
                    <a:pt x="2206" y="6018"/>
                    <a:pt x="2143" y="5860"/>
                  </a:cubicBezTo>
                  <a:cubicBezTo>
                    <a:pt x="2836" y="5671"/>
                    <a:pt x="3529" y="5325"/>
                    <a:pt x="4033" y="4758"/>
                  </a:cubicBezTo>
                  <a:cubicBezTo>
                    <a:pt x="4380" y="4411"/>
                    <a:pt x="4663" y="4002"/>
                    <a:pt x="4852" y="3592"/>
                  </a:cubicBezTo>
                  <a:close/>
                  <a:moveTo>
                    <a:pt x="1103" y="10523"/>
                  </a:moveTo>
                  <a:cubicBezTo>
                    <a:pt x="1324" y="10523"/>
                    <a:pt x="1481" y="10681"/>
                    <a:pt x="1481" y="10870"/>
                  </a:cubicBezTo>
                  <a:cubicBezTo>
                    <a:pt x="1481" y="10996"/>
                    <a:pt x="1481" y="10996"/>
                    <a:pt x="1103" y="11626"/>
                  </a:cubicBezTo>
                  <a:cubicBezTo>
                    <a:pt x="757" y="10996"/>
                    <a:pt x="757" y="10996"/>
                    <a:pt x="757" y="10870"/>
                  </a:cubicBezTo>
                  <a:cubicBezTo>
                    <a:pt x="757" y="10681"/>
                    <a:pt x="914" y="10523"/>
                    <a:pt x="1103" y="10523"/>
                  </a:cubicBezTo>
                  <a:close/>
                  <a:moveTo>
                    <a:pt x="8570" y="10523"/>
                  </a:moveTo>
                  <a:cubicBezTo>
                    <a:pt x="8759" y="10523"/>
                    <a:pt x="8916" y="10681"/>
                    <a:pt x="8916" y="10870"/>
                  </a:cubicBezTo>
                  <a:cubicBezTo>
                    <a:pt x="8948" y="10996"/>
                    <a:pt x="8916" y="10996"/>
                    <a:pt x="8570" y="11626"/>
                  </a:cubicBezTo>
                  <a:cubicBezTo>
                    <a:pt x="8192" y="10996"/>
                    <a:pt x="8192" y="10996"/>
                    <a:pt x="8192" y="10870"/>
                  </a:cubicBezTo>
                  <a:cubicBezTo>
                    <a:pt x="8192" y="10681"/>
                    <a:pt x="8349" y="10523"/>
                    <a:pt x="8570" y="10523"/>
                  </a:cubicBezTo>
                  <a:close/>
                  <a:moveTo>
                    <a:pt x="3025" y="0"/>
                  </a:moveTo>
                  <a:cubicBezTo>
                    <a:pt x="1355" y="0"/>
                    <a:pt x="1" y="1355"/>
                    <a:pt x="1" y="2993"/>
                  </a:cubicBezTo>
                  <a:lnTo>
                    <a:pt x="1" y="6427"/>
                  </a:lnTo>
                  <a:cubicBezTo>
                    <a:pt x="1" y="6711"/>
                    <a:pt x="127" y="6963"/>
                    <a:pt x="284" y="7184"/>
                  </a:cubicBezTo>
                  <a:cubicBezTo>
                    <a:pt x="95" y="7373"/>
                    <a:pt x="1" y="7656"/>
                    <a:pt x="1" y="7908"/>
                  </a:cubicBezTo>
                  <a:cubicBezTo>
                    <a:pt x="1" y="8192"/>
                    <a:pt x="127" y="8475"/>
                    <a:pt x="284" y="8664"/>
                  </a:cubicBezTo>
                  <a:cubicBezTo>
                    <a:pt x="95" y="8853"/>
                    <a:pt x="1" y="9137"/>
                    <a:pt x="1" y="9420"/>
                  </a:cubicBezTo>
                  <a:cubicBezTo>
                    <a:pt x="1" y="9704"/>
                    <a:pt x="127" y="9956"/>
                    <a:pt x="284" y="10177"/>
                  </a:cubicBezTo>
                  <a:cubicBezTo>
                    <a:pt x="95" y="10366"/>
                    <a:pt x="1" y="10649"/>
                    <a:pt x="1" y="10901"/>
                  </a:cubicBezTo>
                  <a:cubicBezTo>
                    <a:pt x="1" y="11122"/>
                    <a:pt x="64" y="11311"/>
                    <a:pt x="127" y="11374"/>
                  </a:cubicBezTo>
                  <a:lnTo>
                    <a:pt x="788" y="12571"/>
                  </a:lnTo>
                  <a:cubicBezTo>
                    <a:pt x="883" y="12697"/>
                    <a:pt x="1009" y="12760"/>
                    <a:pt x="1103" y="12760"/>
                  </a:cubicBezTo>
                  <a:cubicBezTo>
                    <a:pt x="1229" y="12760"/>
                    <a:pt x="1387" y="12697"/>
                    <a:pt x="1450" y="12571"/>
                  </a:cubicBezTo>
                  <a:lnTo>
                    <a:pt x="2111" y="11437"/>
                  </a:lnTo>
                  <a:lnTo>
                    <a:pt x="2237" y="11059"/>
                  </a:lnTo>
                  <a:cubicBezTo>
                    <a:pt x="2930" y="11657"/>
                    <a:pt x="3876" y="12004"/>
                    <a:pt x="4852" y="12004"/>
                  </a:cubicBezTo>
                  <a:cubicBezTo>
                    <a:pt x="5829" y="12004"/>
                    <a:pt x="6743" y="11657"/>
                    <a:pt x="7499" y="11059"/>
                  </a:cubicBezTo>
                  <a:cubicBezTo>
                    <a:pt x="7499" y="11153"/>
                    <a:pt x="7530" y="11279"/>
                    <a:pt x="7562" y="11342"/>
                  </a:cubicBezTo>
                  <a:cubicBezTo>
                    <a:pt x="7562" y="11374"/>
                    <a:pt x="7530" y="11279"/>
                    <a:pt x="8286" y="12571"/>
                  </a:cubicBezTo>
                  <a:cubicBezTo>
                    <a:pt x="8349" y="12665"/>
                    <a:pt x="8475" y="12760"/>
                    <a:pt x="8601" y="12760"/>
                  </a:cubicBezTo>
                  <a:cubicBezTo>
                    <a:pt x="8727" y="12760"/>
                    <a:pt x="8885" y="12665"/>
                    <a:pt x="8916" y="12571"/>
                  </a:cubicBezTo>
                  <a:lnTo>
                    <a:pt x="9578" y="11405"/>
                  </a:lnTo>
                  <a:cubicBezTo>
                    <a:pt x="9673" y="11248"/>
                    <a:pt x="9704" y="11059"/>
                    <a:pt x="9704" y="10901"/>
                  </a:cubicBezTo>
                  <a:cubicBezTo>
                    <a:pt x="9704" y="10618"/>
                    <a:pt x="9578" y="10366"/>
                    <a:pt x="9421" y="10145"/>
                  </a:cubicBezTo>
                  <a:cubicBezTo>
                    <a:pt x="9641" y="9956"/>
                    <a:pt x="9704" y="9672"/>
                    <a:pt x="9704" y="9420"/>
                  </a:cubicBezTo>
                  <a:cubicBezTo>
                    <a:pt x="9704" y="9137"/>
                    <a:pt x="9578" y="8853"/>
                    <a:pt x="9421" y="8664"/>
                  </a:cubicBezTo>
                  <a:cubicBezTo>
                    <a:pt x="9641" y="8475"/>
                    <a:pt x="9704" y="8192"/>
                    <a:pt x="9704" y="7908"/>
                  </a:cubicBezTo>
                  <a:cubicBezTo>
                    <a:pt x="9704" y="7625"/>
                    <a:pt x="9578" y="7373"/>
                    <a:pt x="9421" y="7152"/>
                  </a:cubicBezTo>
                  <a:cubicBezTo>
                    <a:pt x="9641" y="6963"/>
                    <a:pt x="9704" y="6680"/>
                    <a:pt x="9704" y="6427"/>
                  </a:cubicBezTo>
                  <a:lnTo>
                    <a:pt x="9704" y="2993"/>
                  </a:lnTo>
                  <a:cubicBezTo>
                    <a:pt x="9704" y="1355"/>
                    <a:pt x="8349" y="0"/>
                    <a:pt x="6711" y="0"/>
                  </a:cubicBezTo>
                  <a:cubicBezTo>
                    <a:pt x="6049" y="0"/>
                    <a:pt x="5388" y="253"/>
                    <a:pt x="4852" y="662"/>
                  </a:cubicBezTo>
                  <a:cubicBezTo>
                    <a:pt x="4348" y="253"/>
                    <a:pt x="3687" y="0"/>
                    <a:pt x="30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85" name="Google Shape;16185;p84"/>
          <p:cNvGrpSpPr/>
          <p:nvPr/>
        </p:nvGrpSpPr>
        <p:grpSpPr>
          <a:xfrm>
            <a:off x="7050252" y="2044243"/>
            <a:ext cx="482664" cy="481453"/>
            <a:chOff x="-57578225" y="1904075"/>
            <a:chExt cx="319025" cy="318225"/>
          </a:xfrm>
        </p:grpSpPr>
        <p:sp>
          <p:nvSpPr>
            <p:cNvPr id="16186" name="Google Shape;16186;p84"/>
            <p:cNvSpPr/>
            <p:nvPr/>
          </p:nvSpPr>
          <p:spPr>
            <a:xfrm>
              <a:off x="-57578225" y="1904075"/>
              <a:ext cx="319025" cy="318225"/>
            </a:xfrm>
            <a:custGeom>
              <a:avLst/>
              <a:gdLst/>
              <a:ahLst/>
              <a:cxnLst/>
              <a:rect l="l" t="t" r="r" b="b"/>
              <a:pathLst>
                <a:path w="12761" h="12729" extrusionOk="0">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7" name="Google Shape;16187;p84"/>
            <p:cNvSpPr/>
            <p:nvPr/>
          </p:nvSpPr>
          <p:spPr>
            <a:xfrm>
              <a:off x="-57446675" y="2073400"/>
              <a:ext cx="18125" cy="18150"/>
            </a:xfrm>
            <a:custGeom>
              <a:avLst/>
              <a:gdLst/>
              <a:ahLst/>
              <a:cxnLst/>
              <a:rect l="l" t="t" r="r" b="b"/>
              <a:pathLst>
                <a:path w="725" h="726" extrusionOk="0">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8" name="Google Shape;16188;p84"/>
            <p:cNvSpPr/>
            <p:nvPr/>
          </p:nvSpPr>
          <p:spPr>
            <a:xfrm>
              <a:off x="-57371850" y="2073400"/>
              <a:ext cx="18125" cy="18150"/>
            </a:xfrm>
            <a:custGeom>
              <a:avLst/>
              <a:gdLst/>
              <a:ahLst/>
              <a:cxnLst/>
              <a:rect l="l" t="t" r="r" b="b"/>
              <a:pathLst>
                <a:path w="725" h="726" extrusionOk="0">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9" name="Google Shape;16189;p84"/>
            <p:cNvSpPr/>
            <p:nvPr/>
          </p:nvSpPr>
          <p:spPr>
            <a:xfrm>
              <a:off x="-57436450" y="2136625"/>
              <a:ext cx="72500" cy="29750"/>
            </a:xfrm>
            <a:custGeom>
              <a:avLst/>
              <a:gdLst/>
              <a:ahLst/>
              <a:cxnLst/>
              <a:rect l="l" t="t" r="r" b="b"/>
              <a:pathLst>
                <a:path w="2900" h="1190" extrusionOk="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90" name="Google Shape;16190;p84"/>
          <p:cNvGrpSpPr/>
          <p:nvPr/>
        </p:nvGrpSpPr>
        <p:grpSpPr>
          <a:xfrm>
            <a:off x="7080056" y="2675258"/>
            <a:ext cx="423053" cy="481453"/>
            <a:chOff x="-57558525" y="2294725"/>
            <a:chExt cx="279625" cy="318225"/>
          </a:xfrm>
        </p:grpSpPr>
        <p:sp>
          <p:nvSpPr>
            <p:cNvPr id="16191" name="Google Shape;16191;p84"/>
            <p:cNvSpPr/>
            <p:nvPr/>
          </p:nvSpPr>
          <p:spPr>
            <a:xfrm>
              <a:off x="-57455350" y="2498925"/>
              <a:ext cx="72475" cy="29750"/>
            </a:xfrm>
            <a:custGeom>
              <a:avLst/>
              <a:gdLst/>
              <a:ahLst/>
              <a:cxnLst/>
              <a:rect l="l" t="t" r="r" b="b"/>
              <a:pathLst>
                <a:path w="2899" h="1190" extrusionOk="0">
                  <a:moveTo>
                    <a:pt x="398" y="0"/>
                  </a:moveTo>
                  <a:cubicBezTo>
                    <a:pt x="308" y="0"/>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0"/>
                    <a:pt x="2513" y="0"/>
                  </a:cubicBezTo>
                  <a:cubicBezTo>
                    <a:pt x="2419" y="0"/>
                    <a:pt x="2316" y="40"/>
                    <a:pt x="2238" y="119"/>
                  </a:cubicBezTo>
                  <a:cubicBezTo>
                    <a:pt x="2049" y="308"/>
                    <a:pt x="1733" y="434"/>
                    <a:pt x="1450" y="434"/>
                  </a:cubicBezTo>
                  <a:cubicBezTo>
                    <a:pt x="1135" y="434"/>
                    <a:pt x="851" y="308"/>
                    <a:pt x="662" y="119"/>
                  </a:cubicBezTo>
                  <a:cubicBezTo>
                    <a:pt x="584" y="40"/>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2" name="Google Shape;16192;p84"/>
            <p:cNvSpPr/>
            <p:nvPr/>
          </p:nvSpPr>
          <p:spPr>
            <a:xfrm>
              <a:off x="-57465575" y="242705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3" name="Google Shape;16193;p84"/>
            <p:cNvSpPr/>
            <p:nvPr/>
          </p:nvSpPr>
          <p:spPr>
            <a:xfrm>
              <a:off x="-57389975" y="24270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4" name="Google Shape;16194;p84"/>
            <p:cNvSpPr/>
            <p:nvPr/>
          </p:nvSpPr>
          <p:spPr>
            <a:xfrm>
              <a:off x="-57558525" y="2294725"/>
              <a:ext cx="279625" cy="318225"/>
            </a:xfrm>
            <a:custGeom>
              <a:avLst/>
              <a:gdLst/>
              <a:ahLst/>
              <a:cxnLst/>
              <a:rect l="l" t="t" r="r" b="b"/>
              <a:pathLst>
                <a:path w="11185" h="12729" extrusionOk="0">
                  <a:moveTo>
                    <a:pt x="5577" y="788"/>
                  </a:moveTo>
                  <a:cubicBezTo>
                    <a:pt x="8255" y="788"/>
                    <a:pt x="10429" y="2962"/>
                    <a:pt x="10429" y="5640"/>
                  </a:cubicBezTo>
                  <a:lnTo>
                    <a:pt x="10429" y="12036"/>
                  </a:lnTo>
                  <a:lnTo>
                    <a:pt x="725" y="12036"/>
                  </a:lnTo>
                  <a:lnTo>
                    <a:pt x="725" y="5640"/>
                  </a:lnTo>
                  <a:cubicBezTo>
                    <a:pt x="725" y="2962"/>
                    <a:pt x="2899" y="788"/>
                    <a:pt x="5577" y="788"/>
                  </a:cubicBezTo>
                  <a:close/>
                  <a:moveTo>
                    <a:pt x="5577" y="1"/>
                  </a:moveTo>
                  <a:cubicBezTo>
                    <a:pt x="2458" y="1"/>
                    <a:pt x="1" y="2521"/>
                    <a:pt x="1" y="5609"/>
                  </a:cubicBezTo>
                  <a:lnTo>
                    <a:pt x="1" y="12382"/>
                  </a:lnTo>
                  <a:cubicBezTo>
                    <a:pt x="1" y="12571"/>
                    <a:pt x="158" y="12729"/>
                    <a:pt x="347" y="12729"/>
                  </a:cubicBezTo>
                  <a:lnTo>
                    <a:pt x="10775" y="12729"/>
                  </a:lnTo>
                  <a:cubicBezTo>
                    <a:pt x="10964" y="12729"/>
                    <a:pt x="11122" y="12571"/>
                    <a:pt x="11122" y="12382"/>
                  </a:cubicBezTo>
                  <a:lnTo>
                    <a:pt x="11122" y="5609"/>
                  </a:lnTo>
                  <a:cubicBezTo>
                    <a:pt x="11185" y="2521"/>
                    <a:pt x="8696"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5" name="Google Shape;16195;p84"/>
            <p:cNvSpPr/>
            <p:nvPr/>
          </p:nvSpPr>
          <p:spPr>
            <a:xfrm>
              <a:off x="-57521500" y="2332550"/>
              <a:ext cx="204800" cy="241825"/>
            </a:xfrm>
            <a:custGeom>
              <a:avLst/>
              <a:gdLst/>
              <a:ahLst/>
              <a:cxnLst/>
              <a:rect l="l" t="t" r="r" b="b"/>
              <a:pathLst>
                <a:path w="8192" h="9673" extrusionOk="0">
                  <a:moveTo>
                    <a:pt x="4096" y="756"/>
                  </a:moveTo>
                  <a:cubicBezTo>
                    <a:pt x="5230" y="756"/>
                    <a:pt x="6301" y="1323"/>
                    <a:pt x="6900" y="2237"/>
                  </a:cubicBezTo>
                  <a:lnTo>
                    <a:pt x="1292" y="2237"/>
                  </a:lnTo>
                  <a:cubicBezTo>
                    <a:pt x="1891" y="1323"/>
                    <a:pt x="2930" y="756"/>
                    <a:pt x="4096" y="756"/>
                  </a:cubicBezTo>
                  <a:close/>
                  <a:moveTo>
                    <a:pt x="7278" y="3025"/>
                  </a:moveTo>
                  <a:cubicBezTo>
                    <a:pt x="7404" y="3371"/>
                    <a:pt x="7498" y="3718"/>
                    <a:pt x="7498" y="4127"/>
                  </a:cubicBezTo>
                  <a:lnTo>
                    <a:pt x="7498" y="5230"/>
                  </a:lnTo>
                  <a:lnTo>
                    <a:pt x="756" y="5230"/>
                  </a:lnTo>
                  <a:lnTo>
                    <a:pt x="756" y="4127"/>
                  </a:lnTo>
                  <a:cubicBezTo>
                    <a:pt x="756" y="3718"/>
                    <a:pt x="819" y="3340"/>
                    <a:pt x="945" y="3025"/>
                  </a:cubicBezTo>
                  <a:close/>
                  <a:moveTo>
                    <a:pt x="7404" y="5986"/>
                  </a:moveTo>
                  <a:cubicBezTo>
                    <a:pt x="7246" y="7624"/>
                    <a:pt x="5829" y="8979"/>
                    <a:pt x="4096" y="8979"/>
                  </a:cubicBezTo>
                  <a:cubicBezTo>
                    <a:pt x="2363" y="8979"/>
                    <a:pt x="945" y="7687"/>
                    <a:pt x="756" y="5986"/>
                  </a:cubicBezTo>
                  <a:close/>
                  <a:moveTo>
                    <a:pt x="4096" y="0"/>
                  </a:moveTo>
                  <a:cubicBezTo>
                    <a:pt x="1859" y="0"/>
                    <a:pt x="0" y="1827"/>
                    <a:pt x="0" y="4096"/>
                  </a:cubicBezTo>
                  <a:lnTo>
                    <a:pt x="0" y="5576"/>
                  </a:lnTo>
                  <a:cubicBezTo>
                    <a:pt x="0" y="7845"/>
                    <a:pt x="1859" y="9672"/>
                    <a:pt x="4096" y="9672"/>
                  </a:cubicBezTo>
                  <a:cubicBezTo>
                    <a:pt x="6333" y="9672"/>
                    <a:pt x="8192" y="7845"/>
                    <a:pt x="8192" y="5576"/>
                  </a:cubicBezTo>
                  <a:lnTo>
                    <a:pt x="8192" y="4096"/>
                  </a:lnTo>
                  <a:cubicBezTo>
                    <a:pt x="8192" y="1859"/>
                    <a:pt x="6333" y="0"/>
                    <a:pt x="40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96" name="Google Shape;16196;p84"/>
          <p:cNvGrpSpPr/>
          <p:nvPr/>
        </p:nvGrpSpPr>
        <p:grpSpPr>
          <a:xfrm>
            <a:off x="7047868" y="3278704"/>
            <a:ext cx="487429" cy="482625"/>
            <a:chOff x="-57579800" y="2686975"/>
            <a:chExt cx="322175" cy="319000"/>
          </a:xfrm>
        </p:grpSpPr>
        <p:sp>
          <p:nvSpPr>
            <p:cNvPr id="16197" name="Google Shape;16197;p84"/>
            <p:cNvSpPr/>
            <p:nvPr/>
          </p:nvSpPr>
          <p:spPr>
            <a:xfrm>
              <a:off x="-57455350" y="2920300"/>
              <a:ext cx="72475" cy="29750"/>
            </a:xfrm>
            <a:custGeom>
              <a:avLst/>
              <a:gdLst/>
              <a:ahLst/>
              <a:cxnLst/>
              <a:rect l="l" t="t" r="r" b="b"/>
              <a:pathLst>
                <a:path w="2899" h="1190" extrusionOk="0">
                  <a:moveTo>
                    <a:pt x="398" y="1"/>
                  </a:moveTo>
                  <a:cubicBezTo>
                    <a:pt x="308" y="1"/>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1"/>
                    <a:pt x="2513" y="1"/>
                  </a:cubicBezTo>
                  <a:cubicBezTo>
                    <a:pt x="2419" y="1"/>
                    <a:pt x="2316" y="40"/>
                    <a:pt x="2238" y="119"/>
                  </a:cubicBezTo>
                  <a:cubicBezTo>
                    <a:pt x="2049" y="308"/>
                    <a:pt x="1733" y="434"/>
                    <a:pt x="1450" y="434"/>
                  </a:cubicBezTo>
                  <a:cubicBezTo>
                    <a:pt x="1135" y="434"/>
                    <a:pt x="851" y="308"/>
                    <a:pt x="662" y="119"/>
                  </a:cubicBezTo>
                  <a:cubicBezTo>
                    <a:pt x="584"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8" name="Google Shape;16198;p84"/>
            <p:cNvSpPr/>
            <p:nvPr/>
          </p:nvSpPr>
          <p:spPr>
            <a:xfrm>
              <a:off x="-57579800" y="2686975"/>
              <a:ext cx="322175" cy="319000"/>
            </a:xfrm>
            <a:custGeom>
              <a:avLst/>
              <a:gdLst/>
              <a:ahLst/>
              <a:cxnLst/>
              <a:rect l="l" t="t" r="r" b="b"/>
              <a:pathLst>
                <a:path w="12887" h="12760" extrusionOk="0">
                  <a:moveTo>
                    <a:pt x="6428" y="756"/>
                  </a:moveTo>
                  <a:cubicBezTo>
                    <a:pt x="6680" y="756"/>
                    <a:pt x="6901" y="945"/>
                    <a:pt x="6932" y="1166"/>
                  </a:cubicBezTo>
                  <a:lnTo>
                    <a:pt x="7153" y="2080"/>
                  </a:lnTo>
                  <a:lnTo>
                    <a:pt x="7247" y="2710"/>
                  </a:lnTo>
                  <a:cubicBezTo>
                    <a:pt x="7373" y="3214"/>
                    <a:pt x="6932" y="3749"/>
                    <a:pt x="6428" y="3749"/>
                  </a:cubicBezTo>
                  <a:cubicBezTo>
                    <a:pt x="5892" y="3749"/>
                    <a:pt x="5483" y="3277"/>
                    <a:pt x="5609" y="2710"/>
                  </a:cubicBezTo>
                  <a:lnTo>
                    <a:pt x="5735" y="2080"/>
                  </a:lnTo>
                  <a:lnTo>
                    <a:pt x="5924" y="1166"/>
                  </a:lnTo>
                  <a:cubicBezTo>
                    <a:pt x="5955" y="945"/>
                    <a:pt x="6144" y="756"/>
                    <a:pt x="6428" y="756"/>
                  </a:cubicBezTo>
                  <a:close/>
                  <a:moveTo>
                    <a:pt x="8003" y="2647"/>
                  </a:moveTo>
                  <a:lnTo>
                    <a:pt x="8003" y="2647"/>
                  </a:lnTo>
                  <a:cubicBezTo>
                    <a:pt x="9106" y="3214"/>
                    <a:pt x="9830" y="4379"/>
                    <a:pt x="9830" y="5577"/>
                  </a:cubicBezTo>
                  <a:lnTo>
                    <a:pt x="9830" y="6049"/>
                  </a:lnTo>
                  <a:cubicBezTo>
                    <a:pt x="9704" y="6018"/>
                    <a:pt x="9578" y="5986"/>
                    <a:pt x="9452" y="5986"/>
                  </a:cubicBezTo>
                  <a:lnTo>
                    <a:pt x="7940" y="5986"/>
                  </a:lnTo>
                  <a:cubicBezTo>
                    <a:pt x="7468" y="5986"/>
                    <a:pt x="7027" y="6301"/>
                    <a:pt x="6869" y="6742"/>
                  </a:cubicBezTo>
                  <a:lnTo>
                    <a:pt x="6018" y="6742"/>
                  </a:lnTo>
                  <a:cubicBezTo>
                    <a:pt x="5861" y="6301"/>
                    <a:pt x="5451" y="5986"/>
                    <a:pt x="4947" y="5986"/>
                  </a:cubicBezTo>
                  <a:lnTo>
                    <a:pt x="3403" y="5986"/>
                  </a:lnTo>
                  <a:cubicBezTo>
                    <a:pt x="3277" y="5986"/>
                    <a:pt x="3120" y="6018"/>
                    <a:pt x="3057" y="6049"/>
                  </a:cubicBezTo>
                  <a:lnTo>
                    <a:pt x="3057" y="5577"/>
                  </a:lnTo>
                  <a:cubicBezTo>
                    <a:pt x="3057" y="4379"/>
                    <a:pt x="3750" y="3214"/>
                    <a:pt x="4853" y="2647"/>
                  </a:cubicBezTo>
                  <a:lnTo>
                    <a:pt x="4853" y="2647"/>
                  </a:lnTo>
                  <a:cubicBezTo>
                    <a:pt x="4695" y="3623"/>
                    <a:pt x="5451" y="4474"/>
                    <a:pt x="6428" y="4474"/>
                  </a:cubicBezTo>
                  <a:cubicBezTo>
                    <a:pt x="7405" y="4474"/>
                    <a:pt x="8161" y="3623"/>
                    <a:pt x="8003" y="2647"/>
                  </a:cubicBezTo>
                  <a:close/>
                  <a:moveTo>
                    <a:pt x="2301" y="6774"/>
                  </a:moveTo>
                  <a:lnTo>
                    <a:pt x="2301" y="8254"/>
                  </a:lnTo>
                  <a:cubicBezTo>
                    <a:pt x="1891" y="8254"/>
                    <a:pt x="1545" y="7939"/>
                    <a:pt x="1545" y="7530"/>
                  </a:cubicBezTo>
                  <a:cubicBezTo>
                    <a:pt x="1545" y="7120"/>
                    <a:pt x="1891" y="6774"/>
                    <a:pt x="2301" y="6774"/>
                  </a:cubicBezTo>
                  <a:close/>
                  <a:moveTo>
                    <a:pt x="4947" y="6805"/>
                  </a:moveTo>
                  <a:cubicBezTo>
                    <a:pt x="5136" y="6805"/>
                    <a:pt x="5294" y="6963"/>
                    <a:pt x="5294" y="7152"/>
                  </a:cubicBezTo>
                  <a:cubicBezTo>
                    <a:pt x="5294" y="7782"/>
                    <a:pt x="4790" y="8254"/>
                    <a:pt x="4191" y="8254"/>
                  </a:cubicBezTo>
                  <a:lnTo>
                    <a:pt x="3403" y="8254"/>
                  </a:lnTo>
                  <a:cubicBezTo>
                    <a:pt x="3214" y="8254"/>
                    <a:pt x="3057" y="8097"/>
                    <a:pt x="3057" y="7908"/>
                  </a:cubicBezTo>
                  <a:lnTo>
                    <a:pt x="3057" y="7152"/>
                  </a:lnTo>
                  <a:cubicBezTo>
                    <a:pt x="3057" y="6963"/>
                    <a:pt x="3214" y="6805"/>
                    <a:pt x="3403" y="6805"/>
                  </a:cubicBezTo>
                  <a:close/>
                  <a:moveTo>
                    <a:pt x="9452" y="6805"/>
                  </a:moveTo>
                  <a:cubicBezTo>
                    <a:pt x="9673" y="6805"/>
                    <a:pt x="9830" y="6963"/>
                    <a:pt x="9830" y="7152"/>
                  </a:cubicBezTo>
                  <a:lnTo>
                    <a:pt x="9830" y="7908"/>
                  </a:lnTo>
                  <a:cubicBezTo>
                    <a:pt x="9830" y="8097"/>
                    <a:pt x="9673" y="8254"/>
                    <a:pt x="9452" y="8254"/>
                  </a:cubicBezTo>
                  <a:lnTo>
                    <a:pt x="8665" y="8254"/>
                  </a:lnTo>
                  <a:cubicBezTo>
                    <a:pt x="8035" y="8254"/>
                    <a:pt x="7562" y="7750"/>
                    <a:pt x="7562" y="7152"/>
                  </a:cubicBezTo>
                  <a:cubicBezTo>
                    <a:pt x="7562" y="6963"/>
                    <a:pt x="7720" y="6805"/>
                    <a:pt x="7940" y="6805"/>
                  </a:cubicBezTo>
                  <a:close/>
                  <a:moveTo>
                    <a:pt x="10587" y="6774"/>
                  </a:moveTo>
                  <a:cubicBezTo>
                    <a:pt x="10965" y="6774"/>
                    <a:pt x="11311" y="7120"/>
                    <a:pt x="11311" y="7530"/>
                  </a:cubicBezTo>
                  <a:cubicBezTo>
                    <a:pt x="11311" y="7908"/>
                    <a:pt x="10996" y="8254"/>
                    <a:pt x="10587" y="8254"/>
                  </a:cubicBezTo>
                  <a:lnTo>
                    <a:pt x="10587" y="6774"/>
                  </a:lnTo>
                  <a:close/>
                  <a:moveTo>
                    <a:pt x="1135" y="8412"/>
                  </a:moveTo>
                  <a:cubicBezTo>
                    <a:pt x="1387" y="8790"/>
                    <a:pt x="1828" y="9011"/>
                    <a:pt x="2301" y="9011"/>
                  </a:cubicBezTo>
                  <a:cubicBezTo>
                    <a:pt x="2301" y="9420"/>
                    <a:pt x="1986" y="9767"/>
                    <a:pt x="1545" y="9767"/>
                  </a:cubicBezTo>
                  <a:cubicBezTo>
                    <a:pt x="1167" y="9767"/>
                    <a:pt x="789" y="9452"/>
                    <a:pt x="789" y="9011"/>
                  </a:cubicBezTo>
                  <a:cubicBezTo>
                    <a:pt x="789" y="8790"/>
                    <a:pt x="915" y="8538"/>
                    <a:pt x="1135" y="8412"/>
                  </a:cubicBezTo>
                  <a:close/>
                  <a:moveTo>
                    <a:pt x="11752" y="8412"/>
                  </a:moveTo>
                  <a:cubicBezTo>
                    <a:pt x="11941" y="8570"/>
                    <a:pt x="12067" y="8790"/>
                    <a:pt x="12067" y="9011"/>
                  </a:cubicBezTo>
                  <a:cubicBezTo>
                    <a:pt x="12067" y="9420"/>
                    <a:pt x="11752" y="9767"/>
                    <a:pt x="11311" y="9767"/>
                  </a:cubicBezTo>
                  <a:cubicBezTo>
                    <a:pt x="10870" y="9767"/>
                    <a:pt x="10555" y="9420"/>
                    <a:pt x="10555" y="9011"/>
                  </a:cubicBezTo>
                  <a:cubicBezTo>
                    <a:pt x="11028" y="9011"/>
                    <a:pt x="11469" y="8790"/>
                    <a:pt x="11752" y="8412"/>
                  </a:cubicBezTo>
                  <a:close/>
                  <a:moveTo>
                    <a:pt x="6837" y="7561"/>
                  </a:moveTo>
                  <a:cubicBezTo>
                    <a:pt x="6995" y="8412"/>
                    <a:pt x="7783" y="9042"/>
                    <a:pt x="8633" y="9042"/>
                  </a:cubicBezTo>
                  <a:lnTo>
                    <a:pt x="9421" y="9042"/>
                  </a:lnTo>
                  <a:cubicBezTo>
                    <a:pt x="9547" y="9042"/>
                    <a:pt x="9673" y="9011"/>
                    <a:pt x="9767" y="8979"/>
                  </a:cubicBezTo>
                  <a:lnTo>
                    <a:pt x="9767" y="8979"/>
                  </a:lnTo>
                  <a:cubicBezTo>
                    <a:pt x="9610" y="10680"/>
                    <a:pt x="8192" y="12004"/>
                    <a:pt x="6428" y="12004"/>
                  </a:cubicBezTo>
                  <a:cubicBezTo>
                    <a:pt x="4664" y="12004"/>
                    <a:pt x="3246" y="10680"/>
                    <a:pt x="3057" y="8979"/>
                  </a:cubicBezTo>
                  <a:lnTo>
                    <a:pt x="3057" y="8979"/>
                  </a:lnTo>
                  <a:cubicBezTo>
                    <a:pt x="3151" y="9011"/>
                    <a:pt x="3277" y="9042"/>
                    <a:pt x="3403" y="9042"/>
                  </a:cubicBezTo>
                  <a:lnTo>
                    <a:pt x="4191" y="9042"/>
                  </a:lnTo>
                  <a:cubicBezTo>
                    <a:pt x="5105" y="9042"/>
                    <a:pt x="5829" y="8412"/>
                    <a:pt x="5987" y="7561"/>
                  </a:cubicBezTo>
                  <a:close/>
                  <a:moveTo>
                    <a:pt x="6428" y="0"/>
                  </a:moveTo>
                  <a:cubicBezTo>
                    <a:pt x="5798" y="0"/>
                    <a:pt x="5294" y="410"/>
                    <a:pt x="5168" y="1008"/>
                  </a:cubicBezTo>
                  <a:lnTo>
                    <a:pt x="5010" y="1733"/>
                  </a:lnTo>
                  <a:cubicBezTo>
                    <a:pt x="4286" y="1985"/>
                    <a:pt x="3592" y="2458"/>
                    <a:pt x="3120" y="3088"/>
                  </a:cubicBezTo>
                  <a:cubicBezTo>
                    <a:pt x="2584" y="3812"/>
                    <a:pt x="2301" y="4663"/>
                    <a:pt x="2301" y="5577"/>
                  </a:cubicBezTo>
                  <a:lnTo>
                    <a:pt x="2301" y="6018"/>
                  </a:lnTo>
                  <a:cubicBezTo>
                    <a:pt x="1387" y="6018"/>
                    <a:pt x="694" y="6805"/>
                    <a:pt x="789" y="7719"/>
                  </a:cubicBezTo>
                  <a:cubicBezTo>
                    <a:pt x="316" y="7971"/>
                    <a:pt x="64" y="8475"/>
                    <a:pt x="64" y="9011"/>
                  </a:cubicBezTo>
                  <a:cubicBezTo>
                    <a:pt x="64" y="9420"/>
                    <a:pt x="221" y="9767"/>
                    <a:pt x="442" y="9987"/>
                  </a:cubicBezTo>
                  <a:lnTo>
                    <a:pt x="95" y="10712"/>
                  </a:lnTo>
                  <a:cubicBezTo>
                    <a:pt x="1" y="10901"/>
                    <a:pt x="95" y="11090"/>
                    <a:pt x="253" y="11216"/>
                  </a:cubicBezTo>
                  <a:cubicBezTo>
                    <a:pt x="305" y="11242"/>
                    <a:pt x="357" y="11254"/>
                    <a:pt x="408" y="11254"/>
                  </a:cubicBezTo>
                  <a:cubicBezTo>
                    <a:pt x="541" y="11254"/>
                    <a:pt x="666" y="11173"/>
                    <a:pt x="757" y="11058"/>
                  </a:cubicBezTo>
                  <a:lnTo>
                    <a:pt x="1072" y="10428"/>
                  </a:lnTo>
                  <a:cubicBezTo>
                    <a:pt x="1230" y="10460"/>
                    <a:pt x="1387" y="10523"/>
                    <a:pt x="1545" y="10523"/>
                  </a:cubicBezTo>
                  <a:cubicBezTo>
                    <a:pt x="1954" y="10523"/>
                    <a:pt x="2301" y="10365"/>
                    <a:pt x="2584" y="10113"/>
                  </a:cubicBezTo>
                  <a:cubicBezTo>
                    <a:pt x="3151" y="11657"/>
                    <a:pt x="4664" y="12760"/>
                    <a:pt x="6428" y="12760"/>
                  </a:cubicBezTo>
                  <a:cubicBezTo>
                    <a:pt x="8224" y="12760"/>
                    <a:pt x="9704" y="11657"/>
                    <a:pt x="10303" y="10113"/>
                  </a:cubicBezTo>
                  <a:cubicBezTo>
                    <a:pt x="10587" y="10365"/>
                    <a:pt x="10933" y="10523"/>
                    <a:pt x="11311" y="10523"/>
                  </a:cubicBezTo>
                  <a:cubicBezTo>
                    <a:pt x="11469" y="10523"/>
                    <a:pt x="11626" y="10460"/>
                    <a:pt x="11784" y="10428"/>
                  </a:cubicBezTo>
                  <a:lnTo>
                    <a:pt x="12099" y="11058"/>
                  </a:lnTo>
                  <a:cubicBezTo>
                    <a:pt x="12164" y="11188"/>
                    <a:pt x="12288" y="11273"/>
                    <a:pt x="12431" y="11273"/>
                  </a:cubicBezTo>
                  <a:cubicBezTo>
                    <a:pt x="12496" y="11273"/>
                    <a:pt x="12565" y="11255"/>
                    <a:pt x="12634" y="11216"/>
                  </a:cubicBezTo>
                  <a:cubicBezTo>
                    <a:pt x="12823" y="11153"/>
                    <a:pt x="12886" y="10901"/>
                    <a:pt x="12792" y="10712"/>
                  </a:cubicBezTo>
                  <a:lnTo>
                    <a:pt x="12414" y="9987"/>
                  </a:lnTo>
                  <a:cubicBezTo>
                    <a:pt x="12666" y="9735"/>
                    <a:pt x="12823" y="9357"/>
                    <a:pt x="12823" y="9011"/>
                  </a:cubicBezTo>
                  <a:cubicBezTo>
                    <a:pt x="12823" y="8475"/>
                    <a:pt x="12508" y="8002"/>
                    <a:pt x="12067" y="7719"/>
                  </a:cubicBezTo>
                  <a:cubicBezTo>
                    <a:pt x="12193" y="6805"/>
                    <a:pt x="11469" y="6018"/>
                    <a:pt x="10555" y="6018"/>
                  </a:cubicBezTo>
                  <a:lnTo>
                    <a:pt x="10555" y="5577"/>
                  </a:lnTo>
                  <a:cubicBezTo>
                    <a:pt x="10555" y="4663"/>
                    <a:pt x="10303" y="3812"/>
                    <a:pt x="9736" y="3088"/>
                  </a:cubicBezTo>
                  <a:cubicBezTo>
                    <a:pt x="9263" y="2458"/>
                    <a:pt x="8602" y="1985"/>
                    <a:pt x="7846" y="1733"/>
                  </a:cubicBezTo>
                  <a:lnTo>
                    <a:pt x="7688" y="1008"/>
                  </a:lnTo>
                  <a:cubicBezTo>
                    <a:pt x="7562" y="410"/>
                    <a:pt x="7058" y="0"/>
                    <a:pt x="64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99" name="Google Shape;16199;p84"/>
          <p:cNvGrpSpPr/>
          <p:nvPr/>
        </p:nvGrpSpPr>
        <p:grpSpPr>
          <a:xfrm>
            <a:off x="10014243" y="2675258"/>
            <a:ext cx="489812" cy="481453"/>
            <a:chOff x="-55620975" y="2294725"/>
            <a:chExt cx="323750" cy="318225"/>
          </a:xfrm>
        </p:grpSpPr>
        <p:sp>
          <p:nvSpPr>
            <p:cNvPr id="16200" name="Google Shape;16200;p84"/>
            <p:cNvSpPr/>
            <p:nvPr/>
          </p:nvSpPr>
          <p:spPr>
            <a:xfrm>
              <a:off x="-55496525" y="2527275"/>
              <a:ext cx="73275" cy="29750"/>
            </a:xfrm>
            <a:custGeom>
              <a:avLst/>
              <a:gdLst/>
              <a:ahLst/>
              <a:cxnLst/>
              <a:rect l="l" t="t" r="r" b="b"/>
              <a:pathLst>
                <a:path w="2931" h="1190" extrusionOk="0">
                  <a:moveTo>
                    <a:pt x="414" y="1"/>
                  </a:moveTo>
                  <a:cubicBezTo>
                    <a:pt x="316" y="1"/>
                    <a:pt x="221" y="40"/>
                    <a:pt x="158" y="119"/>
                  </a:cubicBezTo>
                  <a:cubicBezTo>
                    <a:pt x="1" y="276"/>
                    <a:pt x="1" y="528"/>
                    <a:pt x="158" y="623"/>
                  </a:cubicBezTo>
                  <a:cubicBezTo>
                    <a:pt x="536" y="1001"/>
                    <a:pt x="1009" y="1190"/>
                    <a:pt x="1481" y="1190"/>
                  </a:cubicBezTo>
                  <a:cubicBezTo>
                    <a:pt x="1954" y="1190"/>
                    <a:pt x="2458" y="1001"/>
                    <a:pt x="2773" y="623"/>
                  </a:cubicBezTo>
                  <a:cubicBezTo>
                    <a:pt x="2931" y="465"/>
                    <a:pt x="2931" y="245"/>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2"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1" name="Google Shape;16201;p84"/>
            <p:cNvSpPr/>
            <p:nvPr/>
          </p:nvSpPr>
          <p:spPr>
            <a:xfrm>
              <a:off x="-55505975"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2" name="Google Shape;16202;p84"/>
            <p:cNvSpPr/>
            <p:nvPr/>
          </p:nvSpPr>
          <p:spPr>
            <a:xfrm>
              <a:off x="-55431150"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3" name="Google Shape;16203;p84"/>
            <p:cNvSpPr/>
            <p:nvPr/>
          </p:nvSpPr>
          <p:spPr>
            <a:xfrm>
              <a:off x="-55620975" y="2294725"/>
              <a:ext cx="323750" cy="318225"/>
            </a:xfrm>
            <a:custGeom>
              <a:avLst/>
              <a:gdLst/>
              <a:ahLst/>
              <a:cxnLst/>
              <a:rect l="l" t="t" r="r" b="b"/>
              <a:pathLst>
                <a:path w="12950" h="12729" extrusionOk="0">
                  <a:moveTo>
                    <a:pt x="6459" y="851"/>
                  </a:moveTo>
                  <a:lnTo>
                    <a:pt x="11343" y="4506"/>
                  </a:lnTo>
                  <a:lnTo>
                    <a:pt x="1576" y="4506"/>
                  </a:lnTo>
                  <a:lnTo>
                    <a:pt x="6459" y="851"/>
                  </a:lnTo>
                  <a:close/>
                  <a:moveTo>
                    <a:pt x="2364" y="5987"/>
                  </a:moveTo>
                  <a:lnTo>
                    <a:pt x="2364" y="7499"/>
                  </a:lnTo>
                  <a:cubicBezTo>
                    <a:pt x="1923" y="7499"/>
                    <a:pt x="1608" y="7152"/>
                    <a:pt x="1608" y="6743"/>
                  </a:cubicBezTo>
                  <a:cubicBezTo>
                    <a:pt x="1608" y="6365"/>
                    <a:pt x="1923" y="5987"/>
                    <a:pt x="2364" y="5987"/>
                  </a:cubicBezTo>
                  <a:close/>
                  <a:moveTo>
                    <a:pt x="10555" y="5987"/>
                  </a:moveTo>
                  <a:cubicBezTo>
                    <a:pt x="10964" y="5987"/>
                    <a:pt x="11280" y="6365"/>
                    <a:pt x="11280" y="6743"/>
                  </a:cubicBezTo>
                  <a:cubicBezTo>
                    <a:pt x="11280" y="7152"/>
                    <a:pt x="10964" y="7499"/>
                    <a:pt x="10555" y="7499"/>
                  </a:cubicBezTo>
                  <a:lnTo>
                    <a:pt x="10555" y="5987"/>
                  </a:lnTo>
                  <a:close/>
                  <a:moveTo>
                    <a:pt x="9830" y="5262"/>
                  </a:moveTo>
                  <a:cubicBezTo>
                    <a:pt x="9799" y="5798"/>
                    <a:pt x="9799" y="8287"/>
                    <a:pt x="9799" y="8633"/>
                  </a:cubicBezTo>
                  <a:cubicBezTo>
                    <a:pt x="9799" y="10492"/>
                    <a:pt x="8287" y="11973"/>
                    <a:pt x="6459" y="11973"/>
                  </a:cubicBezTo>
                  <a:cubicBezTo>
                    <a:pt x="4600" y="11973"/>
                    <a:pt x="3088" y="10492"/>
                    <a:pt x="3088" y="8633"/>
                  </a:cubicBezTo>
                  <a:lnTo>
                    <a:pt x="3088" y="5262"/>
                  </a:lnTo>
                  <a:close/>
                  <a:moveTo>
                    <a:pt x="6459" y="1"/>
                  </a:moveTo>
                  <a:cubicBezTo>
                    <a:pt x="6381" y="1"/>
                    <a:pt x="6302" y="32"/>
                    <a:pt x="6239" y="95"/>
                  </a:cubicBezTo>
                  <a:lnTo>
                    <a:pt x="253" y="4569"/>
                  </a:lnTo>
                  <a:cubicBezTo>
                    <a:pt x="1" y="4790"/>
                    <a:pt x="158" y="5231"/>
                    <a:pt x="505" y="5231"/>
                  </a:cubicBezTo>
                  <a:lnTo>
                    <a:pt x="2395" y="5231"/>
                  </a:lnTo>
                  <a:cubicBezTo>
                    <a:pt x="1576" y="5231"/>
                    <a:pt x="883" y="5924"/>
                    <a:pt x="883" y="6743"/>
                  </a:cubicBezTo>
                  <a:cubicBezTo>
                    <a:pt x="883" y="7562"/>
                    <a:pt x="1576" y="8255"/>
                    <a:pt x="2395" y="8255"/>
                  </a:cubicBezTo>
                  <a:lnTo>
                    <a:pt x="2395" y="8633"/>
                  </a:lnTo>
                  <a:cubicBezTo>
                    <a:pt x="2395" y="10870"/>
                    <a:pt x="4254" y="12729"/>
                    <a:pt x="6491" y="12729"/>
                  </a:cubicBezTo>
                  <a:cubicBezTo>
                    <a:pt x="8728" y="12729"/>
                    <a:pt x="10586" y="10870"/>
                    <a:pt x="10586" y="8633"/>
                  </a:cubicBezTo>
                  <a:lnTo>
                    <a:pt x="10586" y="8255"/>
                  </a:lnTo>
                  <a:cubicBezTo>
                    <a:pt x="11406" y="8255"/>
                    <a:pt x="12067" y="7562"/>
                    <a:pt x="12067" y="6743"/>
                  </a:cubicBezTo>
                  <a:cubicBezTo>
                    <a:pt x="12067" y="5924"/>
                    <a:pt x="11406" y="5231"/>
                    <a:pt x="10586" y="5231"/>
                  </a:cubicBezTo>
                  <a:lnTo>
                    <a:pt x="12477" y="5231"/>
                  </a:lnTo>
                  <a:cubicBezTo>
                    <a:pt x="12792" y="5231"/>
                    <a:pt x="12949" y="4790"/>
                    <a:pt x="12666" y="4569"/>
                  </a:cubicBezTo>
                  <a:lnTo>
                    <a:pt x="6680" y="95"/>
                  </a:lnTo>
                  <a:cubicBezTo>
                    <a:pt x="6617" y="32"/>
                    <a:pt x="6538" y="1"/>
                    <a:pt x="64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4" name="Google Shape;16204;p84"/>
            <p:cNvSpPr/>
            <p:nvPr/>
          </p:nvSpPr>
          <p:spPr>
            <a:xfrm>
              <a:off x="-55450850" y="2482375"/>
              <a:ext cx="39400" cy="38225"/>
            </a:xfrm>
            <a:custGeom>
              <a:avLst/>
              <a:gdLst/>
              <a:ahLst/>
              <a:cxnLst/>
              <a:rect l="l" t="t" r="r" b="b"/>
              <a:pathLst>
                <a:path w="1576" h="1529" extrusionOk="0">
                  <a:moveTo>
                    <a:pt x="399" y="1"/>
                  </a:moveTo>
                  <a:cubicBezTo>
                    <a:pt x="308" y="1"/>
                    <a:pt x="221" y="40"/>
                    <a:pt x="158" y="119"/>
                  </a:cubicBezTo>
                  <a:cubicBezTo>
                    <a:pt x="1" y="277"/>
                    <a:pt x="1" y="497"/>
                    <a:pt x="158" y="623"/>
                  </a:cubicBezTo>
                  <a:lnTo>
                    <a:pt x="914" y="1411"/>
                  </a:lnTo>
                  <a:cubicBezTo>
                    <a:pt x="993" y="1489"/>
                    <a:pt x="1088" y="1529"/>
                    <a:pt x="1178" y="1529"/>
                  </a:cubicBezTo>
                  <a:cubicBezTo>
                    <a:pt x="1269" y="1529"/>
                    <a:pt x="1356" y="1489"/>
                    <a:pt x="1419" y="1411"/>
                  </a:cubicBezTo>
                  <a:cubicBezTo>
                    <a:pt x="1576" y="1253"/>
                    <a:pt x="1576" y="1001"/>
                    <a:pt x="1419" y="907"/>
                  </a:cubicBezTo>
                  <a:lnTo>
                    <a:pt x="662" y="119"/>
                  </a:lnTo>
                  <a:cubicBezTo>
                    <a:pt x="584" y="40"/>
                    <a:pt x="489" y="1"/>
                    <a:pt x="39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5" name="Google Shape;16205;p84"/>
            <p:cNvSpPr/>
            <p:nvPr/>
          </p:nvSpPr>
          <p:spPr>
            <a:xfrm>
              <a:off x="-55506775" y="2482375"/>
              <a:ext cx="39400" cy="38225"/>
            </a:xfrm>
            <a:custGeom>
              <a:avLst/>
              <a:gdLst/>
              <a:ahLst/>
              <a:cxnLst/>
              <a:rect l="l" t="t" r="r" b="b"/>
              <a:pathLst>
                <a:path w="1576" h="1529" extrusionOk="0">
                  <a:moveTo>
                    <a:pt x="1139" y="1"/>
                  </a:moveTo>
                  <a:cubicBezTo>
                    <a:pt x="1041" y="1"/>
                    <a:pt x="946" y="40"/>
                    <a:pt x="883" y="119"/>
                  </a:cubicBezTo>
                  <a:lnTo>
                    <a:pt x="159" y="907"/>
                  </a:lnTo>
                  <a:cubicBezTo>
                    <a:pt x="1" y="1064"/>
                    <a:pt x="1" y="1285"/>
                    <a:pt x="159" y="1411"/>
                  </a:cubicBezTo>
                  <a:cubicBezTo>
                    <a:pt x="237" y="1489"/>
                    <a:pt x="332" y="1529"/>
                    <a:pt x="422" y="1529"/>
                  </a:cubicBezTo>
                  <a:cubicBezTo>
                    <a:pt x="513" y="1529"/>
                    <a:pt x="600" y="1489"/>
                    <a:pt x="663" y="1411"/>
                  </a:cubicBezTo>
                  <a:lnTo>
                    <a:pt x="1419" y="623"/>
                  </a:lnTo>
                  <a:cubicBezTo>
                    <a:pt x="1576" y="466"/>
                    <a:pt x="1576" y="213"/>
                    <a:pt x="1419" y="119"/>
                  </a:cubicBezTo>
                  <a:cubicBezTo>
                    <a:pt x="1340" y="40"/>
                    <a:pt x="1238" y="1"/>
                    <a:pt x="11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06" name="Google Shape;16206;p84"/>
          <p:cNvGrpSpPr/>
          <p:nvPr/>
        </p:nvGrpSpPr>
        <p:grpSpPr>
          <a:xfrm>
            <a:off x="10017231" y="3278590"/>
            <a:ext cx="483836" cy="481567"/>
            <a:chOff x="-55620175" y="2686900"/>
            <a:chExt cx="319800" cy="318300"/>
          </a:xfrm>
        </p:grpSpPr>
        <p:sp>
          <p:nvSpPr>
            <p:cNvPr id="16207" name="Google Shape;16207;p84"/>
            <p:cNvSpPr/>
            <p:nvPr/>
          </p:nvSpPr>
          <p:spPr>
            <a:xfrm>
              <a:off x="-55514650" y="2917925"/>
              <a:ext cx="72500" cy="29775"/>
            </a:xfrm>
            <a:custGeom>
              <a:avLst/>
              <a:gdLst/>
              <a:ahLst/>
              <a:cxnLst/>
              <a:rect l="l" t="t" r="r" b="b"/>
              <a:pathLst>
                <a:path w="2900" h="1191" extrusionOk="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8" name="Google Shape;16208;p84"/>
            <p:cNvSpPr/>
            <p:nvPr/>
          </p:nvSpPr>
          <p:spPr>
            <a:xfrm>
              <a:off x="-5545005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9" name="Google Shape;16209;p84"/>
            <p:cNvSpPr/>
            <p:nvPr/>
          </p:nvSpPr>
          <p:spPr>
            <a:xfrm>
              <a:off x="-55524875" y="2855525"/>
              <a:ext cx="18925" cy="17450"/>
            </a:xfrm>
            <a:custGeom>
              <a:avLst/>
              <a:gdLst/>
              <a:ahLst/>
              <a:cxnLst/>
              <a:rect l="l" t="t" r="r" b="b"/>
              <a:pathLst>
                <a:path w="757" h="698" extrusionOk="0">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0" name="Google Shape;16210;p84"/>
            <p:cNvSpPr/>
            <p:nvPr/>
          </p:nvSpPr>
          <p:spPr>
            <a:xfrm>
              <a:off x="-55620175" y="2686900"/>
              <a:ext cx="319800" cy="318300"/>
            </a:xfrm>
            <a:custGeom>
              <a:avLst/>
              <a:gdLst/>
              <a:ahLst/>
              <a:cxnLst/>
              <a:rect l="l" t="t" r="r" b="b"/>
              <a:pathLst>
                <a:path w="12792" h="12732" extrusionOk="0">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11" name="Google Shape;16211;p84"/>
          <p:cNvGrpSpPr/>
          <p:nvPr/>
        </p:nvGrpSpPr>
        <p:grpSpPr>
          <a:xfrm>
            <a:off x="8265184" y="3882582"/>
            <a:ext cx="482625" cy="481453"/>
            <a:chOff x="-53690500" y="1903275"/>
            <a:chExt cx="319000" cy="318225"/>
          </a:xfrm>
        </p:grpSpPr>
        <p:sp>
          <p:nvSpPr>
            <p:cNvPr id="16212" name="Google Shape;16212;p84"/>
            <p:cNvSpPr/>
            <p:nvPr/>
          </p:nvSpPr>
          <p:spPr>
            <a:xfrm>
              <a:off x="-53567625" y="2136625"/>
              <a:ext cx="71675" cy="29750"/>
            </a:xfrm>
            <a:custGeom>
              <a:avLst/>
              <a:gdLst/>
              <a:ahLst/>
              <a:cxnLst/>
              <a:rect l="l" t="t" r="r" b="b"/>
              <a:pathLst>
                <a:path w="2867" h="1190" extrusionOk="0">
                  <a:moveTo>
                    <a:pt x="366" y="0"/>
                  </a:moveTo>
                  <a:cubicBezTo>
                    <a:pt x="276" y="0"/>
                    <a:pt x="189" y="40"/>
                    <a:pt x="126" y="118"/>
                  </a:cubicBezTo>
                  <a:cubicBezTo>
                    <a:pt x="0" y="244"/>
                    <a:pt x="0" y="465"/>
                    <a:pt x="126" y="622"/>
                  </a:cubicBezTo>
                  <a:cubicBezTo>
                    <a:pt x="473" y="969"/>
                    <a:pt x="945" y="1190"/>
                    <a:pt x="1418" y="1190"/>
                  </a:cubicBezTo>
                  <a:cubicBezTo>
                    <a:pt x="1890" y="1190"/>
                    <a:pt x="2395" y="969"/>
                    <a:pt x="2710" y="622"/>
                  </a:cubicBezTo>
                  <a:cubicBezTo>
                    <a:pt x="2867" y="465"/>
                    <a:pt x="2867" y="244"/>
                    <a:pt x="2710" y="118"/>
                  </a:cubicBezTo>
                  <a:cubicBezTo>
                    <a:pt x="2631" y="40"/>
                    <a:pt x="2536" y="0"/>
                    <a:pt x="2446" y="0"/>
                  </a:cubicBezTo>
                  <a:cubicBezTo>
                    <a:pt x="2355" y="0"/>
                    <a:pt x="2269" y="40"/>
                    <a:pt x="2206" y="118"/>
                  </a:cubicBezTo>
                  <a:cubicBezTo>
                    <a:pt x="2017" y="307"/>
                    <a:pt x="1701" y="433"/>
                    <a:pt x="1418" y="433"/>
                  </a:cubicBezTo>
                  <a:cubicBezTo>
                    <a:pt x="1103" y="433"/>
                    <a:pt x="819" y="307"/>
                    <a:pt x="630" y="118"/>
                  </a:cubicBezTo>
                  <a:cubicBezTo>
                    <a:pt x="552" y="40"/>
                    <a:pt x="457" y="0"/>
                    <a:pt x="3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3" name="Google Shape;16213;p84"/>
            <p:cNvSpPr/>
            <p:nvPr/>
          </p:nvSpPr>
          <p:spPr>
            <a:xfrm>
              <a:off x="-535022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4" name="Google Shape;16214;p84"/>
            <p:cNvSpPr/>
            <p:nvPr/>
          </p:nvSpPr>
          <p:spPr>
            <a:xfrm>
              <a:off x="-53577075"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5" name="Google Shape;16215;p84"/>
            <p:cNvSpPr/>
            <p:nvPr/>
          </p:nvSpPr>
          <p:spPr>
            <a:xfrm>
              <a:off x="-53690500" y="1903275"/>
              <a:ext cx="319000" cy="318225"/>
            </a:xfrm>
            <a:custGeom>
              <a:avLst/>
              <a:gdLst/>
              <a:ahLst/>
              <a:cxnLst/>
              <a:rect l="l" t="t" r="r" b="b"/>
              <a:pathLst>
                <a:path w="12760" h="12729" extrusionOk="0">
                  <a:moveTo>
                    <a:pt x="9735" y="4475"/>
                  </a:moveTo>
                  <a:lnTo>
                    <a:pt x="9735" y="5262"/>
                  </a:lnTo>
                  <a:lnTo>
                    <a:pt x="2993" y="5262"/>
                  </a:lnTo>
                  <a:lnTo>
                    <a:pt x="2993" y="4475"/>
                  </a:lnTo>
                  <a:close/>
                  <a:moveTo>
                    <a:pt x="9767" y="6018"/>
                  </a:moveTo>
                  <a:lnTo>
                    <a:pt x="9767" y="8633"/>
                  </a:lnTo>
                  <a:cubicBezTo>
                    <a:pt x="9767" y="10461"/>
                    <a:pt x="8255" y="11973"/>
                    <a:pt x="6427" y="11973"/>
                  </a:cubicBezTo>
                  <a:cubicBezTo>
                    <a:pt x="4569" y="11973"/>
                    <a:pt x="3088" y="10461"/>
                    <a:pt x="3088" y="8633"/>
                  </a:cubicBezTo>
                  <a:lnTo>
                    <a:pt x="3088" y="6018"/>
                  </a:lnTo>
                  <a:close/>
                  <a:moveTo>
                    <a:pt x="6459" y="757"/>
                  </a:moveTo>
                  <a:cubicBezTo>
                    <a:pt x="9578" y="757"/>
                    <a:pt x="12098" y="3277"/>
                    <a:pt x="12098" y="6365"/>
                  </a:cubicBezTo>
                  <a:lnTo>
                    <a:pt x="12098" y="11973"/>
                  </a:lnTo>
                  <a:lnTo>
                    <a:pt x="8727" y="11973"/>
                  </a:lnTo>
                  <a:cubicBezTo>
                    <a:pt x="9798" y="11217"/>
                    <a:pt x="10460" y="9988"/>
                    <a:pt x="10460" y="8633"/>
                  </a:cubicBezTo>
                  <a:lnTo>
                    <a:pt x="10460" y="4097"/>
                  </a:lnTo>
                  <a:cubicBezTo>
                    <a:pt x="10460" y="3908"/>
                    <a:pt x="10303" y="3750"/>
                    <a:pt x="10114" y="3750"/>
                  </a:cubicBezTo>
                  <a:lnTo>
                    <a:pt x="6774" y="3750"/>
                  </a:lnTo>
                  <a:lnTo>
                    <a:pt x="6774" y="2994"/>
                  </a:lnTo>
                  <a:lnTo>
                    <a:pt x="7121" y="2994"/>
                  </a:lnTo>
                  <a:cubicBezTo>
                    <a:pt x="7310" y="2994"/>
                    <a:pt x="7467" y="2836"/>
                    <a:pt x="7467" y="2616"/>
                  </a:cubicBezTo>
                  <a:cubicBezTo>
                    <a:pt x="7467" y="2427"/>
                    <a:pt x="7310" y="2269"/>
                    <a:pt x="7121" y="2269"/>
                  </a:cubicBezTo>
                  <a:lnTo>
                    <a:pt x="6774" y="2269"/>
                  </a:lnTo>
                  <a:lnTo>
                    <a:pt x="6774" y="1923"/>
                  </a:lnTo>
                  <a:cubicBezTo>
                    <a:pt x="6774" y="1734"/>
                    <a:pt x="6616" y="1576"/>
                    <a:pt x="6427" y="1576"/>
                  </a:cubicBezTo>
                  <a:cubicBezTo>
                    <a:pt x="6207" y="1576"/>
                    <a:pt x="6049" y="1734"/>
                    <a:pt x="6049" y="1923"/>
                  </a:cubicBezTo>
                  <a:lnTo>
                    <a:pt x="6049" y="2269"/>
                  </a:lnTo>
                  <a:lnTo>
                    <a:pt x="5703" y="2269"/>
                  </a:lnTo>
                  <a:cubicBezTo>
                    <a:pt x="5514" y="2269"/>
                    <a:pt x="5356" y="2427"/>
                    <a:pt x="5356" y="2616"/>
                  </a:cubicBezTo>
                  <a:cubicBezTo>
                    <a:pt x="5356" y="2836"/>
                    <a:pt x="5514" y="2994"/>
                    <a:pt x="5703" y="2994"/>
                  </a:cubicBezTo>
                  <a:lnTo>
                    <a:pt x="6049" y="2994"/>
                  </a:lnTo>
                  <a:lnTo>
                    <a:pt x="6049" y="3750"/>
                  </a:lnTo>
                  <a:lnTo>
                    <a:pt x="2710" y="3750"/>
                  </a:lnTo>
                  <a:cubicBezTo>
                    <a:pt x="2521" y="3750"/>
                    <a:pt x="2363" y="3908"/>
                    <a:pt x="2363" y="4097"/>
                  </a:cubicBezTo>
                  <a:lnTo>
                    <a:pt x="2363" y="8633"/>
                  </a:lnTo>
                  <a:cubicBezTo>
                    <a:pt x="2363" y="9988"/>
                    <a:pt x="3088" y="11217"/>
                    <a:pt x="4096" y="11973"/>
                  </a:cubicBezTo>
                  <a:lnTo>
                    <a:pt x="820" y="11973"/>
                  </a:lnTo>
                  <a:lnTo>
                    <a:pt x="820" y="6365"/>
                  </a:lnTo>
                  <a:cubicBezTo>
                    <a:pt x="820" y="3277"/>
                    <a:pt x="3340" y="757"/>
                    <a:pt x="6459" y="757"/>
                  </a:cubicBezTo>
                  <a:close/>
                  <a:moveTo>
                    <a:pt x="6364" y="1"/>
                  </a:moveTo>
                  <a:cubicBezTo>
                    <a:pt x="2867" y="1"/>
                    <a:pt x="0" y="2868"/>
                    <a:pt x="0" y="6365"/>
                  </a:cubicBezTo>
                  <a:lnTo>
                    <a:pt x="0" y="12351"/>
                  </a:lnTo>
                  <a:cubicBezTo>
                    <a:pt x="0" y="12571"/>
                    <a:pt x="158" y="12729"/>
                    <a:pt x="347" y="12729"/>
                  </a:cubicBezTo>
                  <a:lnTo>
                    <a:pt x="12319" y="12729"/>
                  </a:lnTo>
                  <a:cubicBezTo>
                    <a:pt x="12508" y="12729"/>
                    <a:pt x="12665" y="12571"/>
                    <a:pt x="12665" y="12351"/>
                  </a:cubicBezTo>
                  <a:lnTo>
                    <a:pt x="12665" y="6365"/>
                  </a:lnTo>
                  <a:cubicBezTo>
                    <a:pt x="12760" y="2868"/>
                    <a:pt x="9893" y="1"/>
                    <a:pt x="63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16" name="Google Shape;16216;p84"/>
          <p:cNvGrpSpPr/>
          <p:nvPr/>
        </p:nvGrpSpPr>
        <p:grpSpPr>
          <a:xfrm>
            <a:off x="8294968" y="4487199"/>
            <a:ext cx="423053" cy="479071"/>
            <a:chOff x="-53670800" y="2296300"/>
            <a:chExt cx="279625" cy="316650"/>
          </a:xfrm>
        </p:grpSpPr>
        <p:sp>
          <p:nvSpPr>
            <p:cNvPr id="16217" name="Google Shape;16217;p84"/>
            <p:cNvSpPr/>
            <p:nvPr/>
          </p:nvSpPr>
          <p:spPr>
            <a:xfrm>
              <a:off x="-53567625" y="2527275"/>
              <a:ext cx="73250" cy="29750"/>
            </a:xfrm>
            <a:custGeom>
              <a:avLst/>
              <a:gdLst/>
              <a:ahLst/>
              <a:cxnLst/>
              <a:rect l="l" t="t" r="r" b="b"/>
              <a:pathLst>
                <a:path w="2930" h="1190" extrusionOk="0">
                  <a:moveTo>
                    <a:pt x="410" y="1"/>
                  </a:moveTo>
                  <a:cubicBezTo>
                    <a:pt x="315" y="1"/>
                    <a:pt x="221" y="40"/>
                    <a:pt x="158" y="119"/>
                  </a:cubicBezTo>
                  <a:cubicBezTo>
                    <a:pt x="0" y="276"/>
                    <a:pt x="0" y="528"/>
                    <a:pt x="158" y="623"/>
                  </a:cubicBezTo>
                  <a:cubicBezTo>
                    <a:pt x="504" y="1001"/>
                    <a:pt x="977" y="1190"/>
                    <a:pt x="1449" y="1190"/>
                  </a:cubicBezTo>
                  <a:cubicBezTo>
                    <a:pt x="1922" y="1190"/>
                    <a:pt x="2458" y="1001"/>
                    <a:pt x="2773" y="623"/>
                  </a:cubicBezTo>
                  <a:cubicBezTo>
                    <a:pt x="2930" y="465"/>
                    <a:pt x="2930" y="245"/>
                    <a:pt x="2773" y="119"/>
                  </a:cubicBezTo>
                  <a:cubicBezTo>
                    <a:pt x="2710" y="40"/>
                    <a:pt x="2615" y="1"/>
                    <a:pt x="2517" y="1"/>
                  </a:cubicBezTo>
                  <a:cubicBezTo>
                    <a:pt x="2418" y="1"/>
                    <a:pt x="2316" y="40"/>
                    <a:pt x="2237" y="119"/>
                  </a:cubicBezTo>
                  <a:cubicBezTo>
                    <a:pt x="2048" y="308"/>
                    <a:pt x="1733" y="434"/>
                    <a:pt x="1449" y="434"/>
                  </a:cubicBezTo>
                  <a:cubicBezTo>
                    <a:pt x="1134" y="434"/>
                    <a:pt x="882" y="308"/>
                    <a:pt x="662" y="119"/>
                  </a:cubicBezTo>
                  <a:cubicBezTo>
                    <a:pt x="599" y="40"/>
                    <a:pt x="504"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8" name="Google Shape;16218;p84"/>
            <p:cNvSpPr/>
            <p:nvPr/>
          </p:nvSpPr>
          <p:spPr>
            <a:xfrm>
              <a:off x="-53502250"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9" name="Google Shape;16219;p84"/>
            <p:cNvSpPr/>
            <p:nvPr/>
          </p:nvSpPr>
          <p:spPr>
            <a:xfrm>
              <a:off x="-53577075"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0" name="Google Shape;16220;p84"/>
            <p:cNvSpPr/>
            <p:nvPr/>
          </p:nvSpPr>
          <p:spPr>
            <a:xfrm>
              <a:off x="-53670800" y="2296300"/>
              <a:ext cx="279625" cy="316650"/>
            </a:xfrm>
            <a:custGeom>
              <a:avLst/>
              <a:gdLst/>
              <a:ahLst/>
              <a:cxnLst/>
              <a:rect l="l" t="t" r="r" b="b"/>
              <a:pathLst>
                <a:path w="11185" h="12666" extrusionOk="0">
                  <a:moveTo>
                    <a:pt x="1481" y="6680"/>
                  </a:moveTo>
                  <a:lnTo>
                    <a:pt x="1481" y="7026"/>
                  </a:lnTo>
                  <a:lnTo>
                    <a:pt x="1481" y="8129"/>
                  </a:lnTo>
                  <a:cubicBezTo>
                    <a:pt x="1450" y="8134"/>
                    <a:pt x="1421" y="8136"/>
                    <a:pt x="1391" y="8136"/>
                  </a:cubicBezTo>
                  <a:cubicBezTo>
                    <a:pt x="1026" y="8136"/>
                    <a:pt x="756" y="7786"/>
                    <a:pt x="756" y="7436"/>
                  </a:cubicBezTo>
                  <a:cubicBezTo>
                    <a:pt x="756" y="7026"/>
                    <a:pt x="1103" y="6680"/>
                    <a:pt x="1481" y="6680"/>
                  </a:cubicBezTo>
                  <a:close/>
                  <a:moveTo>
                    <a:pt x="9672" y="6711"/>
                  </a:moveTo>
                  <a:cubicBezTo>
                    <a:pt x="10082" y="6711"/>
                    <a:pt x="10428" y="7026"/>
                    <a:pt x="10428" y="7467"/>
                  </a:cubicBezTo>
                  <a:cubicBezTo>
                    <a:pt x="10428" y="7814"/>
                    <a:pt x="10113" y="8192"/>
                    <a:pt x="9672" y="8192"/>
                  </a:cubicBezTo>
                  <a:lnTo>
                    <a:pt x="9672" y="7089"/>
                  </a:lnTo>
                  <a:lnTo>
                    <a:pt x="9672" y="6711"/>
                  </a:lnTo>
                  <a:close/>
                  <a:moveTo>
                    <a:pt x="5576" y="3718"/>
                  </a:moveTo>
                  <a:cubicBezTo>
                    <a:pt x="7435" y="3718"/>
                    <a:pt x="8947" y="5231"/>
                    <a:pt x="8947" y="7089"/>
                  </a:cubicBezTo>
                  <a:lnTo>
                    <a:pt x="8947" y="9326"/>
                  </a:lnTo>
                  <a:cubicBezTo>
                    <a:pt x="8947" y="10775"/>
                    <a:pt x="7750" y="11910"/>
                    <a:pt x="6333" y="11910"/>
                  </a:cubicBezTo>
                  <a:lnTo>
                    <a:pt x="4852" y="11910"/>
                  </a:lnTo>
                  <a:cubicBezTo>
                    <a:pt x="3371" y="11910"/>
                    <a:pt x="2237" y="10744"/>
                    <a:pt x="2237" y="9326"/>
                  </a:cubicBezTo>
                  <a:lnTo>
                    <a:pt x="2237" y="7089"/>
                  </a:lnTo>
                  <a:cubicBezTo>
                    <a:pt x="2237" y="5231"/>
                    <a:pt x="3749" y="3718"/>
                    <a:pt x="5576" y="3718"/>
                  </a:cubicBezTo>
                  <a:close/>
                  <a:moveTo>
                    <a:pt x="7089" y="1"/>
                  </a:moveTo>
                  <a:cubicBezTo>
                    <a:pt x="6080" y="1"/>
                    <a:pt x="5230" y="820"/>
                    <a:pt x="5230" y="1828"/>
                  </a:cubicBezTo>
                  <a:lnTo>
                    <a:pt x="5230" y="2994"/>
                  </a:lnTo>
                  <a:cubicBezTo>
                    <a:pt x="3560" y="3151"/>
                    <a:pt x="2142" y="4348"/>
                    <a:pt x="1670" y="5924"/>
                  </a:cubicBezTo>
                  <a:lnTo>
                    <a:pt x="1512" y="5924"/>
                  </a:lnTo>
                  <a:cubicBezTo>
                    <a:pt x="662" y="5924"/>
                    <a:pt x="0" y="6585"/>
                    <a:pt x="0" y="7436"/>
                  </a:cubicBezTo>
                  <a:cubicBezTo>
                    <a:pt x="0" y="8255"/>
                    <a:pt x="662" y="8917"/>
                    <a:pt x="1512" y="8917"/>
                  </a:cubicBezTo>
                  <a:lnTo>
                    <a:pt x="1512" y="9326"/>
                  </a:lnTo>
                  <a:cubicBezTo>
                    <a:pt x="1512" y="11185"/>
                    <a:pt x="2993" y="12666"/>
                    <a:pt x="4852" y="12666"/>
                  </a:cubicBezTo>
                  <a:lnTo>
                    <a:pt x="6333" y="12666"/>
                  </a:lnTo>
                  <a:cubicBezTo>
                    <a:pt x="8191" y="12666"/>
                    <a:pt x="9704" y="11185"/>
                    <a:pt x="9704" y="9326"/>
                  </a:cubicBezTo>
                  <a:lnTo>
                    <a:pt x="9704" y="8917"/>
                  </a:lnTo>
                  <a:cubicBezTo>
                    <a:pt x="10523" y="8917"/>
                    <a:pt x="11184" y="8255"/>
                    <a:pt x="11184" y="7436"/>
                  </a:cubicBezTo>
                  <a:cubicBezTo>
                    <a:pt x="11184" y="6617"/>
                    <a:pt x="10523" y="5924"/>
                    <a:pt x="9672" y="5924"/>
                  </a:cubicBezTo>
                  <a:lnTo>
                    <a:pt x="9515" y="5924"/>
                  </a:lnTo>
                  <a:cubicBezTo>
                    <a:pt x="9042" y="4317"/>
                    <a:pt x="7687" y="3151"/>
                    <a:pt x="5954" y="2994"/>
                  </a:cubicBezTo>
                  <a:lnTo>
                    <a:pt x="5954" y="1828"/>
                  </a:lnTo>
                  <a:cubicBezTo>
                    <a:pt x="5954" y="1198"/>
                    <a:pt x="6459" y="725"/>
                    <a:pt x="7057" y="725"/>
                  </a:cubicBezTo>
                  <a:cubicBezTo>
                    <a:pt x="7687" y="725"/>
                    <a:pt x="8160" y="1230"/>
                    <a:pt x="8160" y="1828"/>
                  </a:cubicBezTo>
                  <a:cubicBezTo>
                    <a:pt x="8160" y="2017"/>
                    <a:pt x="8002" y="2206"/>
                    <a:pt x="7813" y="2206"/>
                  </a:cubicBezTo>
                  <a:cubicBezTo>
                    <a:pt x="7593" y="2206"/>
                    <a:pt x="7435" y="2017"/>
                    <a:pt x="7435" y="1828"/>
                  </a:cubicBezTo>
                  <a:cubicBezTo>
                    <a:pt x="7435" y="1639"/>
                    <a:pt x="7278" y="1482"/>
                    <a:pt x="7089" y="1482"/>
                  </a:cubicBezTo>
                  <a:cubicBezTo>
                    <a:pt x="6900" y="1482"/>
                    <a:pt x="6742" y="1639"/>
                    <a:pt x="6742" y="1828"/>
                  </a:cubicBezTo>
                  <a:cubicBezTo>
                    <a:pt x="6742" y="2458"/>
                    <a:pt x="7246" y="2931"/>
                    <a:pt x="7845" y="2931"/>
                  </a:cubicBezTo>
                  <a:cubicBezTo>
                    <a:pt x="8475" y="2931"/>
                    <a:pt x="8947" y="2427"/>
                    <a:pt x="8947" y="1828"/>
                  </a:cubicBezTo>
                  <a:cubicBezTo>
                    <a:pt x="8947" y="820"/>
                    <a:pt x="8128" y="1"/>
                    <a:pt x="70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21" name="Google Shape;16221;p84"/>
          <p:cNvGrpSpPr/>
          <p:nvPr/>
        </p:nvGrpSpPr>
        <p:grpSpPr>
          <a:xfrm>
            <a:off x="8265184" y="5107651"/>
            <a:ext cx="482625" cy="482059"/>
            <a:chOff x="-53690500" y="2686575"/>
            <a:chExt cx="319000" cy="318625"/>
          </a:xfrm>
        </p:grpSpPr>
        <p:sp>
          <p:nvSpPr>
            <p:cNvPr id="16222" name="Google Shape;16222;p84"/>
            <p:cNvSpPr/>
            <p:nvPr/>
          </p:nvSpPr>
          <p:spPr>
            <a:xfrm>
              <a:off x="-53567625" y="2917925"/>
              <a:ext cx="73250" cy="29775"/>
            </a:xfrm>
            <a:custGeom>
              <a:avLst/>
              <a:gdLst/>
              <a:ahLst/>
              <a:cxnLst/>
              <a:rect l="l" t="t" r="r" b="b"/>
              <a:pathLst>
                <a:path w="2930" h="1191" extrusionOk="0">
                  <a:moveTo>
                    <a:pt x="410" y="1"/>
                  </a:moveTo>
                  <a:cubicBezTo>
                    <a:pt x="315" y="1"/>
                    <a:pt x="221" y="40"/>
                    <a:pt x="158" y="119"/>
                  </a:cubicBezTo>
                  <a:cubicBezTo>
                    <a:pt x="0" y="277"/>
                    <a:pt x="0" y="529"/>
                    <a:pt x="158" y="655"/>
                  </a:cubicBezTo>
                  <a:cubicBezTo>
                    <a:pt x="504" y="1001"/>
                    <a:pt x="977" y="1190"/>
                    <a:pt x="1449" y="1190"/>
                  </a:cubicBezTo>
                  <a:cubicBezTo>
                    <a:pt x="1922" y="1190"/>
                    <a:pt x="2458" y="1001"/>
                    <a:pt x="2773" y="655"/>
                  </a:cubicBezTo>
                  <a:cubicBezTo>
                    <a:pt x="2930" y="497"/>
                    <a:pt x="2930" y="245"/>
                    <a:pt x="2773" y="119"/>
                  </a:cubicBezTo>
                  <a:cubicBezTo>
                    <a:pt x="2710" y="72"/>
                    <a:pt x="2615" y="48"/>
                    <a:pt x="2517" y="48"/>
                  </a:cubicBezTo>
                  <a:cubicBezTo>
                    <a:pt x="2418" y="48"/>
                    <a:pt x="2316" y="72"/>
                    <a:pt x="2237" y="119"/>
                  </a:cubicBezTo>
                  <a:cubicBezTo>
                    <a:pt x="2048" y="340"/>
                    <a:pt x="1733" y="434"/>
                    <a:pt x="1449" y="434"/>
                  </a:cubicBezTo>
                  <a:cubicBezTo>
                    <a:pt x="1134" y="434"/>
                    <a:pt x="882" y="340"/>
                    <a:pt x="662" y="119"/>
                  </a:cubicBezTo>
                  <a:cubicBezTo>
                    <a:pt x="599" y="40"/>
                    <a:pt x="504"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3" name="Google Shape;16223;p84"/>
            <p:cNvSpPr/>
            <p:nvPr/>
          </p:nvSpPr>
          <p:spPr>
            <a:xfrm>
              <a:off x="-535770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4" name="Google Shape;16224;p84"/>
            <p:cNvSpPr/>
            <p:nvPr/>
          </p:nvSpPr>
          <p:spPr>
            <a:xfrm>
              <a:off x="-5350225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5" name="Google Shape;16225;p84"/>
            <p:cNvSpPr/>
            <p:nvPr/>
          </p:nvSpPr>
          <p:spPr>
            <a:xfrm>
              <a:off x="-53690500" y="2686575"/>
              <a:ext cx="319000" cy="318625"/>
            </a:xfrm>
            <a:custGeom>
              <a:avLst/>
              <a:gdLst/>
              <a:ahLst/>
              <a:cxnLst/>
              <a:rect l="l" t="t" r="r" b="b"/>
              <a:pathLst>
                <a:path w="12760" h="12745" extrusionOk="0">
                  <a:moveTo>
                    <a:pt x="6364" y="804"/>
                  </a:moveTo>
                  <a:lnTo>
                    <a:pt x="11059" y="3765"/>
                  </a:lnTo>
                  <a:lnTo>
                    <a:pt x="1702" y="3765"/>
                  </a:lnTo>
                  <a:lnTo>
                    <a:pt x="6364" y="804"/>
                  </a:lnTo>
                  <a:close/>
                  <a:moveTo>
                    <a:pt x="5797" y="4490"/>
                  </a:moveTo>
                  <a:cubicBezTo>
                    <a:pt x="5262" y="5404"/>
                    <a:pt x="4285" y="6002"/>
                    <a:pt x="3214" y="6002"/>
                  </a:cubicBezTo>
                  <a:lnTo>
                    <a:pt x="2237" y="6002"/>
                  </a:lnTo>
                  <a:cubicBezTo>
                    <a:pt x="1954" y="6002"/>
                    <a:pt x="1733" y="6065"/>
                    <a:pt x="1513" y="6191"/>
                  </a:cubicBezTo>
                  <a:lnTo>
                    <a:pt x="1513" y="4490"/>
                  </a:lnTo>
                  <a:close/>
                  <a:moveTo>
                    <a:pt x="11248" y="4490"/>
                  </a:moveTo>
                  <a:lnTo>
                    <a:pt x="11248" y="6191"/>
                  </a:lnTo>
                  <a:cubicBezTo>
                    <a:pt x="11027" y="6065"/>
                    <a:pt x="10775" y="6002"/>
                    <a:pt x="10523" y="6002"/>
                  </a:cubicBezTo>
                  <a:lnTo>
                    <a:pt x="9515" y="6002"/>
                  </a:lnTo>
                  <a:cubicBezTo>
                    <a:pt x="8475" y="6002"/>
                    <a:pt x="7467" y="5404"/>
                    <a:pt x="6963" y="4490"/>
                  </a:cubicBezTo>
                  <a:close/>
                  <a:moveTo>
                    <a:pt x="2237" y="6758"/>
                  </a:moveTo>
                  <a:lnTo>
                    <a:pt x="2237" y="8239"/>
                  </a:lnTo>
                  <a:cubicBezTo>
                    <a:pt x="1859" y="8239"/>
                    <a:pt x="1481" y="7892"/>
                    <a:pt x="1481" y="7483"/>
                  </a:cubicBezTo>
                  <a:cubicBezTo>
                    <a:pt x="1481" y="7105"/>
                    <a:pt x="1796" y="6758"/>
                    <a:pt x="2237" y="6758"/>
                  </a:cubicBezTo>
                  <a:close/>
                  <a:moveTo>
                    <a:pt x="10523" y="6758"/>
                  </a:moveTo>
                  <a:cubicBezTo>
                    <a:pt x="10901" y="6758"/>
                    <a:pt x="11248" y="7073"/>
                    <a:pt x="11248" y="7483"/>
                  </a:cubicBezTo>
                  <a:cubicBezTo>
                    <a:pt x="11248" y="7892"/>
                    <a:pt x="10933" y="8239"/>
                    <a:pt x="10523" y="8239"/>
                  </a:cubicBezTo>
                  <a:lnTo>
                    <a:pt x="10523" y="6758"/>
                  </a:lnTo>
                  <a:close/>
                  <a:moveTo>
                    <a:pt x="1481" y="8806"/>
                  </a:moveTo>
                  <a:cubicBezTo>
                    <a:pt x="1733" y="8901"/>
                    <a:pt x="1954" y="8995"/>
                    <a:pt x="2237" y="8995"/>
                  </a:cubicBezTo>
                  <a:cubicBezTo>
                    <a:pt x="2363" y="10224"/>
                    <a:pt x="2993" y="11326"/>
                    <a:pt x="4002" y="11988"/>
                  </a:cubicBezTo>
                  <a:lnTo>
                    <a:pt x="1481" y="11988"/>
                  </a:lnTo>
                  <a:lnTo>
                    <a:pt x="1481" y="8806"/>
                  </a:lnTo>
                  <a:close/>
                  <a:moveTo>
                    <a:pt x="6333" y="5025"/>
                  </a:moveTo>
                  <a:cubicBezTo>
                    <a:pt x="6585" y="5404"/>
                    <a:pt x="6932" y="5750"/>
                    <a:pt x="7310" y="6065"/>
                  </a:cubicBezTo>
                  <a:cubicBezTo>
                    <a:pt x="7940" y="6506"/>
                    <a:pt x="8696" y="6758"/>
                    <a:pt x="9452" y="6758"/>
                  </a:cubicBezTo>
                  <a:lnTo>
                    <a:pt x="9672" y="6758"/>
                  </a:lnTo>
                  <a:lnTo>
                    <a:pt x="9672" y="8586"/>
                  </a:lnTo>
                  <a:lnTo>
                    <a:pt x="9767" y="8586"/>
                  </a:lnTo>
                  <a:cubicBezTo>
                    <a:pt x="9767" y="10444"/>
                    <a:pt x="8223" y="11988"/>
                    <a:pt x="6364" y="11988"/>
                  </a:cubicBezTo>
                  <a:cubicBezTo>
                    <a:pt x="4537" y="11988"/>
                    <a:pt x="2993" y="10444"/>
                    <a:pt x="2993" y="8586"/>
                  </a:cubicBezTo>
                  <a:lnTo>
                    <a:pt x="2993" y="6758"/>
                  </a:lnTo>
                  <a:lnTo>
                    <a:pt x="3214" y="6758"/>
                  </a:lnTo>
                  <a:cubicBezTo>
                    <a:pt x="4002" y="6758"/>
                    <a:pt x="4726" y="6506"/>
                    <a:pt x="5356" y="6065"/>
                  </a:cubicBezTo>
                  <a:cubicBezTo>
                    <a:pt x="5734" y="5813"/>
                    <a:pt x="6112" y="5435"/>
                    <a:pt x="6333" y="5025"/>
                  </a:cubicBezTo>
                  <a:close/>
                  <a:moveTo>
                    <a:pt x="11248" y="8806"/>
                  </a:moveTo>
                  <a:lnTo>
                    <a:pt x="11248" y="12020"/>
                  </a:lnTo>
                  <a:lnTo>
                    <a:pt x="8727" y="12020"/>
                  </a:lnTo>
                  <a:lnTo>
                    <a:pt x="8727" y="11988"/>
                  </a:lnTo>
                  <a:cubicBezTo>
                    <a:pt x="9735" y="11326"/>
                    <a:pt x="10397" y="10224"/>
                    <a:pt x="10523" y="8995"/>
                  </a:cubicBezTo>
                  <a:cubicBezTo>
                    <a:pt x="10775" y="8995"/>
                    <a:pt x="11027" y="8901"/>
                    <a:pt x="11248" y="8806"/>
                  </a:cubicBezTo>
                  <a:close/>
                  <a:moveTo>
                    <a:pt x="6380" y="0"/>
                  </a:moveTo>
                  <a:cubicBezTo>
                    <a:pt x="6309" y="0"/>
                    <a:pt x="6238" y="16"/>
                    <a:pt x="6175" y="48"/>
                  </a:cubicBezTo>
                  <a:lnTo>
                    <a:pt x="189" y="3797"/>
                  </a:lnTo>
                  <a:cubicBezTo>
                    <a:pt x="32" y="3860"/>
                    <a:pt x="0" y="4080"/>
                    <a:pt x="32" y="4238"/>
                  </a:cubicBezTo>
                  <a:cubicBezTo>
                    <a:pt x="95" y="4395"/>
                    <a:pt x="252" y="4490"/>
                    <a:pt x="378" y="4490"/>
                  </a:cubicBezTo>
                  <a:lnTo>
                    <a:pt x="757" y="4490"/>
                  </a:lnTo>
                  <a:lnTo>
                    <a:pt x="757" y="12366"/>
                  </a:lnTo>
                  <a:cubicBezTo>
                    <a:pt x="757" y="12587"/>
                    <a:pt x="914" y="12744"/>
                    <a:pt x="1103" y="12744"/>
                  </a:cubicBezTo>
                  <a:lnTo>
                    <a:pt x="11626" y="12744"/>
                  </a:lnTo>
                  <a:cubicBezTo>
                    <a:pt x="11815" y="12744"/>
                    <a:pt x="11972" y="12587"/>
                    <a:pt x="11972" y="12366"/>
                  </a:cubicBezTo>
                  <a:lnTo>
                    <a:pt x="11972" y="4490"/>
                  </a:lnTo>
                  <a:lnTo>
                    <a:pt x="12319" y="4490"/>
                  </a:lnTo>
                  <a:cubicBezTo>
                    <a:pt x="12476" y="4490"/>
                    <a:pt x="12634" y="4395"/>
                    <a:pt x="12665" y="4238"/>
                  </a:cubicBezTo>
                  <a:cubicBezTo>
                    <a:pt x="12760" y="4080"/>
                    <a:pt x="12728" y="3923"/>
                    <a:pt x="12571" y="3797"/>
                  </a:cubicBezTo>
                  <a:lnTo>
                    <a:pt x="6585" y="48"/>
                  </a:lnTo>
                  <a:cubicBezTo>
                    <a:pt x="6522" y="16"/>
                    <a:pt x="6451" y="0"/>
                    <a:pt x="63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26" name="Google Shape;16226;p84"/>
          <p:cNvGrpSpPr/>
          <p:nvPr/>
        </p:nvGrpSpPr>
        <p:grpSpPr>
          <a:xfrm>
            <a:off x="10678226" y="4498131"/>
            <a:ext cx="423092" cy="481264"/>
            <a:chOff x="-52092425" y="2303525"/>
            <a:chExt cx="279650" cy="318100"/>
          </a:xfrm>
        </p:grpSpPr>
        <p:sp>
          <p:nvSpPr>
            <p:cNvPr id="16227" name="Google Shape;16227;p84"/>
            <p:cNvSpPr/>
            <p:nvPr/>
          </p:nvSpPr>
          <p:spPr>
            <a:xfrm>
              <a:off x="-51989225" y="2535950"/>
              <a:ext cx="72475" cy="29750"/>
            </a:xfrm>
            <a:custGeom>
              <a:avLst/>
              <a:gdLst/>
              <a:ahLst/>
              <a:cxnLst/>
              <a:rect l="l" t="t" r="r" b="b"/>
              <a:pathLst>
                <a:path w="2899" h="1190" extrusionOk="0">
                  <a:moveTo>
                    <a:pt x="398" y="0"/>
                  </a:moveTo>
                  <a:cubicBezTo>
                    <a:pt x="307" y="0"/>
                    <a:pt x="221" y="40"/>
                    <a:pt x="158" y="118"/>
                  </a:cubicBezTo>
                  <a:cubicBezTo>
                    <a:pt x="0" y="276"/>
                    <a:pt x="0" y="528"/>
                    <a:pt x="158" y="654"/>
                  </a:cubicBezTo>
                  <a:cubicBezTo>
                    <a:pt x="504" y="1000"/>
                    <a:pt x="977" y="1189"/>
                    <a:pt x="1449" y="1189"/>
                  </a:cubicBezTo>
                  <a:cubicBezTo>
                    <a:pt x="1922" y="1189"/>
                    <a:pt x="2426" y="1000"/>
                    <a:pt x="2741" y="654"/>
                  </a:cubicBezTo>
                  <a:cubicBezTo>
                    <a:pt x="2899" y="496"/>
                    <a:pt x="2899" y="244"/>
                    <a:pt x="2741" y="118"/>
                  </a:cubicBezTo>
                  <a:cubicBezTo>
                    <a:pt x="2662" y="40"/>
                    <a:pt x="2568" y="0"/>
                    <a:pt x="2477" y="0"/>
                  </a:cubicBezTo>
                  <a:cubicBezTo>
                    <a:pt x="2387" y="0"/>
                    <a:pt x="2300" y="40"/>
                    <a:pt x="2237" y="118"/>
                  </a:cubicBezTo>
                  <a:cubicBezTo>
                    <a:pt x="2048" y="339"/>
                    <a:pt x="1733" y="433"/>
                    <a:pt x="1449" y="433"/>
                  </a:cubicBezTo>
                  <a:cubicBezTo>
                    <a:pt x="1134" y="433"/>
                    <a:pt x="851" y="339"/>
                    <a:pt x="662" y="118"/>
                  </a:cubicBezTo>
                  <a:cubicBezTo>
                    <a:pt x="583" y="40"/>
                    <a:pt x="48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8" name="Google Shape;16228;p84"/>
            <p:cNvSpPr/>
            <p:nvPr/>
          </p:nvSpPr>
          <p:spPr>
            <a:xfrm>
              <a:off x="-52092425" y="2303525"/>
              <a:ext cx="279650" cy="318100"/>
            </a:xfrm>
            <a:custGeom>
              <a:avLst/>
              <a:gdLst/>
              <a:ahLst/>
              <a:cxnLst/>
              <a:rect l="l" t="t" r="r" b="b"/>
              <a:pathLst>
                <a:path w="11186" h="12724" extrusionOk="0">
                  <a:moveTo>
                    <a:pt x="9610" y="878"/>
                  </a:moveTo>
                  <a:lnTo>
                    <a:pt x="9295" y="2957"/>
                  </a:lnTo>
                  <a:cubicBezTo>
                    <a:pt x="8381" y="2957"/>
                    <a:pt x="7625" y="2327"/>
                    <a:pt x="7468" y="1476"/>
                  </a:cubicBezTo>
                  <a:lnTo>
                    <a:pt x="9610" y="878"/>
                  </a:lnTo>
                  <a:close/>
                  <a:moveTo>
                    <a:pt x="3719" y="1476"/>
                  </a:moveTo>
                  <a:cubicBezTo>
                    <a:pt x="4128" y="1476"/>
                    <a:pt x="4475" y="1791"/>
                    <a:pt x="4475" y="2201"/>
                  </a:cubicBezTo>
                  <a:cubicBezTo>
                    <a:pt x="4475" y="2610"/>
                    <a:pt x="4128" y="2957"/>
                    <a:pt x="3719" y="2957"/>
                  </a:cubicBezTo>
                  <a:cubicBezTo>
                    <a:pt x="3624" y="2957"/>
                    <a:pt x="3498" y="2925"/>
                    <a:pt x="3403" y="2894"/>
                  </a:cubicBezTo>
                  <a:cubicBezTo>
                    <a:pt x="3349" y="2861"/>
                    <a:pt x="3294" y="2847"/>
                    <a:pt x="3241" y="2847"/>
                  </a:cubicBezTo>
                  <a:cubicBezTo>
                    <a:pt x="3144" y="2847"/>
                    <a:pt x="3055" y="2895"/>
                    <a:pt x="2994" y="2957"/>
                  </a:cubicBezTo>
                  <a:cubicBezTo>
                    <a:pt x="2868" y="3083"/>
                    <a:pt x="2836" y="3240"/>
                    <a:pt x="2899" y="3398"/>
                  </a:cubicBezTo>
                  <a:cubicBezTo>
                    <a:pt x="2931" y="3524"/>
                    <a:pt x="2994" y="3618"/>
                    <a:pt x="2994" y="3713"/>
                  </a:cubicBezTo>
                  <a:cubicBezTo>
                    <a:pt x="2994" y="4091"/>
                    <a:pt x="2616" y="4469"/>
                    <a:pt x="2238" y="4469"/>
                  </a:cubicBezTo>
                  <a:cubicBezTo>
                    <a:pt x="1828" y="4469"/>
                    <a:pt x="1482" y="4154"/>
                    <a:pt x="1482" y="3713"/>
                  </a:cubicBezTo>
                  <a:cubicBezTo>
                    <a:pt x="1482" y="3492"/>
                    <a:pt x="1608" y="3303"/>
                    <a:pt x="1671" y="3209"/>
                  </a:cubicBezTo>
                  <a:cubicBezTo>
                    <a:pt x="1797" y="3083"/>
                    <a:pt x="1797" y="2894"/>
                    <a:pt x="1639" y="2736"/>
                  </a:cubicBezTo>
                  <a:cubicBezTo>
                    <a:pt x="1576" y="2610"/>
                    <a:pt x="1450" y="2453"/>
                    <a:pt x="1450" y="2201"/>
                  </a:cubicBezTo>
                  <a:cubicBezTo>
                    <a:pt x="1450" y="1823"/>
                    <a:pt x="1765" y="1476"/>
                    <a:pt x="2206" y="1476"/>
                  </a:cubicBezTo>
                  <a:cubicBezTo>
                    <a:pt x="2427" y="1476"/>
                    <a:pt x="2584" y="1571"/>
                    <a:pt x="2710" y="1665"/>
                  </a:cubicBezTo>
                  <a:cubicBezTo>
                    <a:pt x="2789" y="1728"/>
                    <a:pt x="2876" y="1760"/>
                    <a:pt x="2962" y="1760"/>
                  </a:cubicBezTo>
                  <a:cubicBezTo>
                    <a:pt x="3049" y="1760"/>
                    <a:pt x="3136" y="1728"/>
                    <a:pt x="3214" y="1665"/>
                  </a:cubicBezTo>
                  <a:cubicBezTo>
                    <a:pt x="3340" y="1571"/>
                    <a:pt x="3498" y="1476"/>
                    <a:pt x="3719" y="1476"/>
                  </a:cubicBezTo>
                  <a:close/>
                  <a:moveTo>
                    <a:pt x="6774" y="1697"/>
                  </a:moveTo>
                  <a:cubicBezTo>
                    <a:pt x="7027" y="2862"/>
                    <a:pt x="8035" y="3681"/>
                    <a:pt x="9200" y="3713"/>
                  </a:cubicBezTo>
                  <a:lnTo>
                    <a:pt x="9011" y="5225"/>
                  </a:lnTo>
                  <a:cubicBezTo>
                    <a:pt x="7247" y="5099"/>
                    <a:pt x="5735" y="3839"/>
                    <a:pt x="5294" y="2138"/>
                  </a:cubicBezTo>
                  <a:lnTo>
                    <a:pt x="6774" y="1697"/>
                  </a:lnTo>
                  <a:close/>
                  <a:moveTo>
                    <a:pt x="1450" y="6737"/>
                  </a:moveTo>
                  <a:lnTo>
                    <a:pt x="1450" y="8250"/>
                  </a:lnTo>
                  <a:cubicBezTo>
                    <a:pt x="1041" y="8250"/>
                    <a:pt x="694" y="7935"/>
                    <a:pt x="694" y="7494"/>
                  </a:cubicBezTo>
                  <a:cubicBezTo>
                    <a:pt x="694" y="7115"/>
                    <a:pt x="1009" y="6737"/>
                    <a:pt x="1450" y="6737"/>
                  </a:cubicBezTo>
                  <a:close/>
                  <a:moveTo>
                    <a:pt x="9673" y="6737"/>
                  </a:moveTo>
                  <a:cubicBezTo>
                    <a:pt x="10083" y="6737"/>
                    <a:pt x="10429" y="7052"/>
                    <a:pt x="10429" y="7494"/>
                  </a:cubicBezTo>
                  <a:cubicBezTo>
                    <a:pt x="10429" y="7935"/>
                    <a:pt x="10083" y="8250"/>
                    <a:pt x="9673" y="8250"/>
                  </a:cubicBezTo>
                  <a:lnTo>
                    <a:pt x="9673" y="6737"/>
                  </a:lnTo>
                  <a:close/>
                  <a:moveTo>
                    <a:pt x="4884" y="3209"/>
                  </a:moveTo>
                  <a:cubicBezTo>
                    <a:pt x="5609" y="4784"/>
                    <a:pt x="7184" y="5824"/>
                    <a:pt x="8917" y="5981"/>
                  </a:cubicBezTo>
                  <a:lnTo>
                    <a:pt x="8917" y="6422"/>
                  </a:lnTo>
                  <a:lnTo>
                    <a:pt x="8917" y="8659"/>
                  </a:lnTo>
                  <a:cubicBezTo>
                    <a:pt x="8917" y="10486"/>
                    <a:pt x="7436" y="11999"/>
                    <a:pt x="5577" y="11999"/>
                  </a:cubicBezTo>
                  <a:cubicBezTo>
                    <a:pt x="3719" y="11999"/>
                    <a:pt x="2238" y="10486"/>
                    <a:pt x="2238" y="8628"/>
                  </a:cubicBezTo>
                  <a:lnTo>
                    <a:pt x="2238" y="5603"/>
                  </a:lnTo>
                  <a:cubicBezTo>
                    <a:pt x="2238" y="5477"/>
                    <a:pt x="2238" y="5383"/>
                    <a:pt x="2269" y="5257"/>
                  </a:cubicBezTo>
                  <a:cubicBezTo>
                    <a:pt x="3088" y="5257"/>
                    <a:pt x="3719" y="4595"/>
                    <a:pt x="3719" y="3744"/>
                  </a:cubicBezTo>
                  <a:cubicBezTo>
                    <a:pt x="4191" y="3744"/>
                    <a:pt x="4601" y="3555"/>
                    <a:pt x="4884" y="3209"/>
                  </a:cubicBezTo>
                  <a:close/>
                  <a:moveTo>
                    <a:pt x="10072" y="1"/>
                  </a:moveTo>
                  <a:cubicBezTo>
                    <a:pt x="10033" y="1"/>
                    <a:pt x="9993" y="8"/>
                    <a:pt x="9956" y="27"/>
                  </a:cubicBezTo>
                  <a:lnTo>
                    <a:pt x="4979" y="1445"/>
                  </a:lnTo>
                  <a:cubicBezTo>
                    <a:pt x="4727" y="1004"/>
                    <a:pt x="4254" y="720"/>
                    <a:pt x="3719" y="720"/>
                  </a:cubicBezTo>
                  <a:cubicBezTo>
                    <a:pt x="3466" y="720"/>
                    <a:pt x="3214" y="783"/>
                    <a:pt x="2994" y="909"/>
                  </a:cubicBezTo>
                  <a:cubicBezTo>
                    <a:pt x="2742" y="783"/>
                    <a:pt x="2521" y="720"/>
                    <a:pt x="2238" y="720"/>
                  </a:cubicBezTo>
                  <a:cubicBezTo>
                    <a:pt x="1419" y="720"/>
                    <a:pt x="726" y="1382"/>
                    <a:pt x="726" y="2232"/>
                  </a:cubicBezTo>
                  <a:cubicBezTo>
                    <a:pt x="726" y="2484"/>
                    <a:pt x="820" y="2736"/>
                    <a:pt x="946" y="2957"/>
                  </a:cubicBezTo>
                  <a:cubicBezTo>
                    <a:pt x="820" y="3209"/>
                    <a:pt x="726" y="3429"/>
                    <a:pt x="726" y="3713"/>
                  </a:cubicBezTo>
                  <a:cubicBezTo>
                    <a:pt x="726" y="4280"/>
                    <a:pt x="1041" y="4784"/>
                    <a:pt x="1513" y="5005"/>
                  </a:cubicBezTo>
                  <a:cubicBezTo>
                    <a:pt x="1482" y="5225"/>
                    <a:pt x="1482" y="5383"/>
                    <a:pt x="1482" y="5572"/>
                  </a:cubicBezTo>
                  <a:lnTo>
                    <a:pt x="1482" y="6013"/>
                  </a:lnTo>
                  <a:cubicBezTo>
                    <a:pt x="663" y="6013"/>
                    <a:pt x="1" y="6674"/>
                    <a:pt x="1" y="7494"/>
                  </a:cubicBezTo>
                  <a:cubicBezTo>
                    <a:pt x="1" y="8313"/>
                    <a:pt x="663" y="9006"/>
                    <a:pt x="1482" y="9006"/>
                  </a:cubicBezTo>
                  <a:cubicBezTo>
                    <a:pt x="1671" y="11085"/>
                    <a:pt x="3466" y="12723"/>
                    <a:pt x="5577" y="12723"/>
                  </a:cubicBezTo>
                  <a:cubicBezTo>
                    <a:pt x="7720" y="12723"/>
                    <a:pt x="9484" y="11085"/>
                    <a:pt x="9673" y="9006"/>
                  </a:cubicBezTo>
                  <a:cubicBezTo>
                    <a:pt x="10492" y="9006"/>
                    <a:pt x="11185" y="8313"/>
                    <a:pt x="11185" y="7494"/>
                  </a:cubicBezTo>
                  <a:cubicBezTo>
                    <a:pt x="11185" y="6674"/>
                    <a:pt x="10492" y="6013"/>
                    <a:pt x="9673" y="6013"/>
                  </a:cubicBezTo>
                  <a:lnTo>
                    <a:pt x="9673" y="5603"/>
                  </a:lnTo>
                  <a:cubicBezTo>
                    <a:pt x="9704" y="5414"/>
                    <a:pt x="10398" y="594"/>
                    <a:pt x="10429" y="405"/>
                  </a:cubicBezTo>
                  <a:cubicBezTo>
                    <a:pt x="10429" y="279"/>
                    <a:pt x="10398" y="184"/>
                    <a:pt x="10303" y="90"/>
                  </a:cubicBezTo>
                  <a:cubicBezTo>
                    <a:pt x="10258" y="45"/>
                    <a:pt x="10167" y="1"/>
                    <a:pt x="10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9" name="Google Shape;16229;p84"/>
            <p:cNvSpPr/>
            <p:nvPr/>
          </p:nvSpPr>
          <p:spPr>
            <a:xfrm>
              <a:off x="-51998675" y="2454625"/>
              <a:ext cx="17325" cy="17350"/>
            </a:xfrm>
            <a:custGeom>
              <a:avLst/>
              <a:gdLst/>
              <a:ahLst/>
              <a:cxnLst/>
              <a:rect l="l" t="t" r="r" b="b"/>
              <a:pathLst>
                <a:path w="693"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0" name="Google Shape;16230;p84"/>
            <p:cNvSpPr/>
            <p:nvPr/>
          </p:nvSpPr>
          <p:spPr>
            <a:xfrm>
              <a:off x="-51925450" y="2454625"/>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1" name="Google Shape;16231;p84"/>
            <p:cNvSpPr/>
            <p:nvPr/>
          </p:nvSpPr>
          <p:spPr>
            <a:xfrm>
              <a:off x="-51981350" y="2472725"/>
              <a:ext cx="55925" cy="55950"/>
            </a:xfrm>
            <a:custGeom>
              <a:avLst/>
              <a:gdLst/>
              <a:ahLst/>
              <a:cxnLst/>
              <a:rect l="l" t="t" r="r" b="b"/>
              <a:pathLst>
                <a:path w="2237" h="2238" extrusionOk="0">
                  <a:moveTo>
                    <a:pt x="1134" y="726"/>
                  </a:moveTo>
                  <a:cubicBezTo>
                    <a:pt x="1323" y="726"/>
                    <a:pt x="1481" y="883"/>
                    <a:pt x="1481" y="1072"/>
                  </a:cubicBezTo>
                  <a:cubicBezTo>
                    <a:pt x="1481" y="1293"/>
                    <a:pt x="1323" y="1450"/>
                    <a:pt x="1134" y="1450"/>
                  </a:cubicBezTo>
                  <a:cubicBezTo>
                    <a:pt x="945" y="1450"/>
                    <a:pt x="788" y="1293"/>
                    <a:pt x="788" y="1072"/>
                  </a:cubicBezTo>
                  <a:cubicBezTo>
                    <a:pt x="756" y="915"/>
                    <a:pt x="914" y="726"/>
                    <a:pt x="1134" y="726"/>
                  </a:cubicBezTo>
                  <a:close/>
                  <a:moveTo>
                    <a:pt x="1134" y="1"/>
                  </a:moveTo>
                  <a:cubicBezTo>
                    <a:pt x="504" y="1"/>
                    <a:pt x="32" y="536"/>
                    <a:pt x="32" y="1135"/>
                  </a:cubicBezTo>
                  <a:cubicBezTo>
                    <a:pt x="0" y="1765"/>
                    <a:pt x="504" y="2238"/>
                    <a:pt x="1134" y="2238"/>
                  </a:cubicBezTo>
                  <a:cubicBezTo>
                    <a:pt x="1764" y="2238"/>
                    <a:pt x="2237" y="1702"/>
                    <a:pt x="2237" y="1135"/>
                  </a:cubicBezTo>
                  <a:cubicBezTo>
                    <a:pt x="2237" y="505"/>
                    <a:pt x="1733" y="1"/>
                    <a:pt x="11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32" name="Google Shape;16232;p84"/>
          <p:cNvGrpSpPr/>
          <p:nvPr/>
        </p:nvGrpSpPr>
        <p:grpSpPr>
          <a:xfrm>
            <a:off x="7636971" y="2045415"/>
            <a:ext cx="485008" cy="481453"/>
            <a:chOff x="-57189125" y="1904850"/>
            <a:chExt cx="320575" cy="318225"/>
          </a:xfrm>
        </p:grpSpPr>
        <p:sp>
          <p:nvSpPr>
            <p:cNvPr id="16233" name="Google Shape;16233;p84"/>
            <p:cNvSpPr/>
            <p:nvPr/>
          </p:nvSpPr>
          <p:spPr>
            <a:xfrm>
              <a:off x="-57073350" y="2072625"/>
              <a:ext cx="18125" cy="17350"/>
            </a:xfrm>
            <a:custGeom>
              <a:avLst/>
              <a:gdLst/>
              <a:ahLst/>
              <a:cxnLst/>
              <a:rect l="l" t="t" r="r" b="b"/>
              <a:pathLst>
                <a:path w="725" h="694" extrusionOk="0">
                  <a:moveTo>
                    <a:pt x="347" y="0"/>
                  </a:moveTo>
                  <a:cubicBezTo>
                    <a:pt x="158" y="0"/>
                    <a:pt x="1" y="158"/>
                    <a:pt x="1" y="347"/>
                  </a:cubicBezTo>
                  <a:cubicBezTo>
                    <a:pt x="1" y="536"/>
                    <a:pt x="158" y="694"/>
                    <a:pt x="347" y="694"/>
                  </a:cubicBezTo>
                  <a:cubicBezTo>
                    <a:pt x="536" y="694"/>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4" name="Google Shape;16234;p84"/>
            <p:cNvSpPr/>
            <p:nvPr/>
          </p:nvSpPr>
          <p:spPr>
            <a:xfrm>
              <a:off x="-569985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5" name="Google Shape;16235;p84"/>
            <p:cNvSpPr/>
            <p:nvPr/>
          </p:nvSpPr>
          <p:spPr>
            <a:xfrm>
              <a:off x="-57035550" y="20072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6" name="Google Shape;16236;p84"/>
            <p:cNvSpPr/>
            <p:nvPr/>
          </p:nvSpPr>
          <p:spPr>
            <a:xfrm>
              <a:off x="-57063900" y="2135825"/>
              <a:ext cx="73275" cy="28975"/>
            </a:xfrm>
            <a:custGeom>
              <a:avLst/>
              <a:gdLst/>
              <a:ahLst/>
              <a:cxnLst/>
              <a:rect l="l" t="t" r="r" b="b"/>
              <a:pathLst>
                <a:path w="2931" h="1159" extrusionOk="0">
                  <a:moveTo>
                    <a:pt x="414" y="1"/>
                  </a:moveTo>
                  <a:cubicBezTo>
                    <a:pt x="316" y="1"/>
                    <a:pt x="221" y="40"/>
                    <a:pt x="158" y="119"/>
                  </a:cubicBezTo>
                  <a:cubicBezTo>
                    <a:pt x="1" y="276"/>
                    <a:pt x="1" y="497"/>
                    <a:pt x="158" y="623"/>
                  </a:cubicBezTo>
                  <a:cubicBezTo>
                    <a:pt x="536" y="970"/>
                    <a:pt x="1009" y="1159"/>
                    <a:pt x="1481" y="1159"/>
                  </a:cubicBezTo>
                  <a:cubicBezTo>
                    <a:pt x="1954" y="1159"/>
                    <a:pt x="2458" y="970"/>
                    <a:pt x="2773" y="623"/>
                  </a:cubicBezTo>
                  <a:cubicBezTo>
                    <a:pt x="2931" y="465"/>
                    <a:pt x="2931" y="213"/>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3"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7" name="Google Shape;16237;p84"/>
            <p:cNvSpPr/>
            <p:nvPr/>
          </p:nvSpPr>
          <p:spPr>
            <a:xfrm>
              <a:off x="-57189125" y="1904850"/>
              <a:ext cx="320575" cy="318225"/>
            </a:xfrm>
            <a:custGeom>
              <a:avLst/>
              <a:gdLst/>
              <a:ahLst/>
              <a:cxnLst/>
              <a:rect l="l" t="t" r="r" b="b"/>
              <a:pathLst>
                <a:path w="12823" h="12729" extrusionOk="0">
                  <a:moveTo>
                    <a:pt x="6490" y="726"/>
                  </a:moveTo>
                  <a:cubicBezTo>
                    <a:pt x="6994" y="726"/>
                    <a:pt x="7467" y="1104"/>
                    <a:pt x="7593" y="1639"/>
                  </a:cubicBezTo>
                  <a:cubicBezTo>
                    <a:pt x="7215" y="1545"/>
                    <a:pt x="6868" y="1450"/>
                    <a:pt x="6490" y="1450"/>
                  </a:cubicBezTo>
                  <a:cubicBezTo>
                    <a:pt x="6081" y="1450"/>
                    <a:pt x="5734" y="1513"/>
                    <a:pt x="5388" y="1639"/>
                  </a:cubicBezTo>
                  <a:cubicBezTo>
                    <a:pt x="5482" y="1104"/>
                    <a:pt x="5923" y="726"/>
                    <a:pt x="6490" y="726"/>
                  </a:cubicBezTo>
                  <a:close/>
                  <a:moveTo>
                    <a:pt x="6081" y="2269"/>
                  </a:moveTo>
                  <a:lnTo>
                    <a:pt x="6081" y="2301"/>
                  </a:lnTo>
                  <a:cubicBezTo>
                    <a:pt x="5860" y="2364"/>
                    <a:pt x="5608" y="2584"/>
                    <a:pt x="5482" y="2805"/>
                  </a:cubicBezTo>
                  <a:cubicBezTo>
                    <a:pt x="5104" y="2805"/>
                    <a:pt x="4695" y="2994"/>
                    <a:pt x="4506" y="3372"/>
                  </a:cubicBezTo>
                  <a:cubicBezTo>
                    <a:pt x="4317" y="3719"/>
                    <a:pt x="4317" y="4160"/>
                    <a:pt x="4506" y="4475"/>
                  </a:cubicBezTo>
                  <a:cubicBezTo>
                    <a:pt x="4474" y="4538"/>
                    <a:pt x="4443" y="4664"/>
                    <a:pt x="4380" y="4727"/>
                  </a:cubicBezTo>
                  <a:cubicBezTo>
                    <a:pt x="4002" y="4979"/>
                    <a:pt x="3529" y="5136"/>
                    <a:pt x="3088" y="5168"/>
                  </a:cubicBezTo>
                  <a:cubicBezTo>
                    <a:pt x="3277" y="3624"/>
                    <a:pt x="4537" y="2427"/>
                    <a:pt x="6081" y="2269"/>
                  </a:cubicBezTo>
                  <a:close/>
                  <a:moveTo>
                    <a:pt x="6837" y="2269"/>
                  </a:moveTo>
                  <a:cubicBezTo>
                    <a:pt x="8412" y="2427"/>
                    <a:pt x="9641" y="3624"/>
                    <a:pt x="9830" y="5168"/>
                  </a:cubicBezTo>
                  <a:cubicBezTo>
                    <a:pt x="9357" y="5136"/>
                    <a:pt x="8916" y="4979"/>
                    <a:pt x="8538" y="4727"/>
                  </a:cubicBezTo>
                  <a:cubicBezTo>
                    <a:pt x="8475" y="4632"/>
                    <a:pt x="8444" y="4538"/>
                    <a:pt x="8412" y="4475"/>
                  </a:cubicBezTo>
                  <a:cubicBezTo>
                    <a:pt x="8601" y="4097"/>
                    <a:pt x="8633" y="3719"/>
                    <a:pt x="8412" y="3372"/>
                  </a:cubicBezTo>
                  <a:cubicBezTo>
                    <a:pt x="8223" y="2994"/>
                    <a:pt x="7814" y="2805"/>
                    <a:pt x="7436" y="2805"/>
                  </a:cubicBezTo>
                  <a:cubicBezTo>
                    <a:pt x="7310" y="2584"/>
                    <a:pt x="7057" y="2364"/>
                    <a:pt x="6837" y="2301"/>
                  </a:cubicBezTo>
                  <a:lnTo>
                    <a:pt x="6837" y="2269"/>
                  </a:lnTo>
                  <a:close/>
                  <a:moveTo>
                    <a:pt x="6490" y="2962"/>
                  </a:moveTo>
                  <a:cubicBezTo>
                    <a:pt x="6648" y="2962"/>
                    <a:pt x="6805" y="3088"/>
                    <a:pt x="6837" y="3277"/>
                  </a:cubicBezTo>
                  <a:cubicBezTo>
                    <a:pt x="6863" y="3460"/>
                    <a:pt x="7039" y="3577"/>
                    <a:pt x="7224" y="3577"/>
                  </a:cubicBezTo>
                  <a:cubicBezTo>
                    <a:pt x="7263" y="3577"/>
                    <a:pt x="7303" y="3572"/>
                    <a:pt x="7341" y="3561"/>
                  </a:cubicBezTo>
                  <a:cubicBezTo>
                    <a:pt x="7384" y="3535"/>
                    <a:pt x="7430" y="3523"/>
                    <a:pt x="7476" y="3523"/>
                  </a:cubicBezTo>
                  <a:cubicBezTo>
                    <a:pt x="7595" y="3523"/>
                    <a:pt x="7714" y="3604"/>
                    <a:pt x="7782" y="3719"/>
                  </a:cubicBezTo>
                  <a:cubicBezTo>
                    <a:pt x="7845" y="3876"/>
                    <a:pt x="7814" y="4065"/>
                    <a:pt x="7688" y="4191"/>
                  </a:cubicBezTo>
                  <a:cubicBezTo>
                    <a:pt x="7562" y="4349"/>
                    <a:pt x="7562" y="4601"/>
                    <a:pt x="7688" y="4727"/>
                  </a:cubicBezTo>
                  <a:cubicBezTo>
                    <a:pt x="7845" y="4853"/>
                    <a:pt x="7908" y="5042"/>
                    <a:pt x="7782" y="5199"/>
                  </a:cubicBezTo>
                  <a:cubicBezTo>
                    <a:pt x="7712" y="5316"/>
                    <a:pt x="7590" y="5381"/>
                    <a:pt x="7467" y="5381"/>
                  </a:cubicBezTo>
                  <a:cubicBezTo>
                    <a:pt x="7425" y="5381"/>
                    <a:pt x="7382" y="5373"/>
                    <a:pt x="7341" y="5357"/>
                  </a:cubicBezTo>
                  <a:cubicBezTo>
                    <a:pt x="7303" y="5346"/>
                    <a:pt x="7264" y="5341"/>
                    <a:pt x="7227" y="5341"/>
                  </a:cubicBezTo>
                  <a:cubicBezTo>
                    <a:pt x="7048" y="5341"/>
                    <a:pt x="6889" y="5458"/>
                    <a:pt x="6837" y="5640"/>
                  </a:cubicBezTo>
                  <a:cubicBezTo>
                    <a:pt x="6805" y="5829"/>
                    <a:pt x="6648" y="5955"/>
                    <a:pt x="6490" y="5955"/>
                  </a:cubicBezTo>
                  <a:cubicBezTo>
                    <a:pt x="6333" y="5955"/>
                    <a:pt x="6175" y="5829"/>
                    <a:pt x="6112" y="5640"/>
                  </a:cubicBezTo>
                  <a:cubicBezTo>
                    <a:pt x="6086" y="5458"/>
                    <a:pt x="5931" y="5341"/>
                    <a:pt x="5736" y="5341"/>
                  </a:cubicBezTo>
                  <a:cubicBezTo>
                    <a:pt x="5695" y="5341"/>
                    <a:pt x="5652" y="5346"/>
                    <a:pt x="5608" y="5357"/>
                  </a:cubicBezTo>
                  <a:cubicBezTo>
                    <a:pt x="5565" y="5383"/>
                    <a:pt x="5519" y="5394"/>
                    <a:pt x="5474" y="5394"/>
                  </a:cubicBezTo>
                  <a:cubicBezTo>
                    <a:pt x="5354" y="5394"/>
                    <a:pt x="5236" y="5313"/>
                    <a:pt x="5167" y="5199"/>
                  </a:cubicBezTo>
                  <a:cubicBezTo>
                    <a:pt x="5104" y="5042"/>
                    <a:pt x="5136" y="4853"/>
                    <a:pt x="5262" y="4727"/>
                  </a:cubicBezTo>
                  <a:cubicBezTo>
                    <a:pt x="5419" y="4569"/>
                    <a:pt x="5419" y="4317"/>
                    <a:pt x="5262" y="4191"/>
                  </a:cubicBezTo>
                  <a:cubicBezTo>
                    <a:pt x="5104" y="4065"/>
                    <a:pt x="5073" y="3876"/>
                    <a:pt x="5167" y="3719"/>
                  </a:cubicBezTo>
                  <a:cubicBezTo>
                    <a:pt x="5237" y="3602"/>
                    <a:pt x="5359" y="3537"/>
                    <a:pt x="5482" y="3537"/>
                  </a:cubicBezTo>
                  <a:cubicBezTo>
                    <a:pt x="5525" y="3537"/>
                    <a:pt x="5568" y="3545"/>
                    <a:pt x="5608" y="3561"/>
                  </a:cubicBezTo>
                  <a:cubicBezTo>
                    <a:pt x="5652" y="3572"/>
                    <a:pt x="5694" y="3577"/>
                    <a:pt x="5734" y="3577"/>
                  </a:cubicBezTo>
                  <a:cubicBezTo>
                    <a:pt x="5922" y="3577"/>
                    <a:pt x="6060" y="3460"/>
                    <a:pt x="6112" y="3277"/>
                  </a:cubicBezTo>
                  <a:cubicBezTo>
                    <a:pt x="6175" y="3088"/>
                    <a:pt x="6333" y="2962"/>
                    <a:pt x="6490" y="2962"/>
                  </a:cubicBezTo>
                  <a:close/>
                  <a:moveTo>
                    <a:pt x="2332" y="6711"/>
                  </a:moveTo>
                  <a:lnTo>
                    <a:pt x="2332" y="8192"/>
                  </a:lnTo>
                  <a:cubicBezTo>
                    <a:pt x="1954" y="8192"/>
                    <a:pt x="1607" y="7877"/>
                    <a:pt x="1607" y="7436"/>
                  </a:cubicBezTo>
                  <a:cubicBezTo>
                    <a:pt x="1607" y="7027"/>
                    <a:pt x="1954" y="6711"/>
                    <a:pt x="2332" y="6711"/>
                  </a:cubicBezTo>
                  <a:close/>
                  <a:moveTo>
                    <a:pt x="10618" y="6711"/>
                  </a:moveTo>
                  <a:cubicBezTo>
                    <a:pt x="10996" y="6711"/>
                    <a:pt x="11374" y="7027"/>
                    <a:pt x="11374" y="7468"/>
                  </a:cubicBezTo>
                  <a:cubicBezTo>
                    <a:pt x="11374" y="7846"/>
                    <a:pt x="11059" y="8192"/>
                    <a:pt x="10618" y="8192"/>
                  </a:cubicBezTo>
                  <a:lnTo>
                    <a:pt x="10618" y="6711"/>
                  </a:lnTo>
                  <a:close/>
                  <a:moveTo>
                    <a:pt x="1166" y="8350"/>
                  </a:moveTo>
                  <a:cubicBezTo>
                    <a:pt x="1450" y="8728"/>
                    <a:pt x="1891" y="8948"/>
                    <a:pt x="2363" y="8948"/>
                  </a:cubicBezTo>
                  <a:cubicBezTo>
                    <a:pt x="2332" y="9358"/>
                    <a:pt x="1985" y="9704"/>
                    <a:pt x="1607" y="9704"/>
                  </a:cubicBezTo>
                  <a:cubicBezTo>
                    <a:pt x="1198" y="9704"/>
                    <a:pt x="851" y="9389"/>
                    <a:pt x="851" y="8948"/>
                  </a:cubicBezTo>
                  <a:cubicBezTo>
                    <a:pt x="851" y="8728"/>
                    <a:pt x="977" y="8476"/>
                    <a:pt x="1166" y="8350"/>
                  </a:cubicBezTo>
                  <a:close/>
                  <a:moveTo>
                    <a:pt x="11783" y="8350"/>
                  </a:moveTo>
                  <a:cubicBezTo>
                    <a:pt x="12004" y="8507"/>
                    <a:pt x="12098" y="8728"/>
                    <a:pt x="12098" y="8948"/>
                  </a:cubicBezTo>
                  <a:cubicBezTo>
                    <a:pt x="12098" y="9358"/>
                    <a:pt x="11752" y="9704"/>
                    <a:pt x="11374" y="9704"/>
                  </a:cubicBezTo>
                  <a:cubicBezTo>
                    <a:pt x="10964" y="9704"/>
                    <a:pt x="10618" y="9389"/>
                    <a:pt x="10618" y="8948"/>
                  </a:cubicBezTo>
                  <a:cubicBezTo>
                    <a:pt x="11090" y="8948"/>
                    <a:pt x="11531" y="8728"/>
                    <a:pt x="11783" y="8350"/>
                  </a:cubicBezTo>
                  <a:close/>
                  <a:moveTo>
                    <a:pt x="8381" y="5514"/>
                  </a:moveTo>
                  <a:cubicBezTo>
                    <a:pt x="8790" y="5735"/>
                    <a:pt x="9326" y="5892"/>
                    <a:pt x="9798" y="5924"/>
                  </a:cubicBezTo>
                  <a:lnTo>
                    <a:pt x="9798" y="8570"/>
                  </a:lnTo>
                  <a:cubicBezTo>
                    <a:pt x="9861" y="10398"/>
                    <a:pt x="8318" y="11941"/>
                    <a:pt x="6490" y="11941"/>
                  </a:cubicBezTo>
                  <a:cubicBezTo>
                    <a:pt x="4632" y="11941"/>
                    <a:pt x="3088" y="10398"/>
                    <a:pt x="3088" y="8570"/>
                  </a:cubicBezTo>
                  <a:lnTo>
                    <a:pt x="3088" y="5924"/>
                  </a:lnTo>
                  <a:cubicBezTo>
                    <a:pt x="3592" y="5892"/>
                    <a:pt x="4065" y="5735"/>
                    <a:pt x="4506" y="5514"/>
                  </a:cubicBezTo>
                  <a:lnTo>
                    <a:pt x="4506" y="5577"/>
                  </a:lnTo>
                  <a:cubicBezTo>
                    <a:pt x="4695" y="5924"/>
                    <a:pt x="5104" y="6113"/>
                    <a:pt x="5482" y="6113"/>
                  </a:cubicBezTo>
                  <a:cubicBezTo>
                    <a:pt x="5703" y="6459"/>
                    <a:pt x="6049" y="6711"/>
                    <a:pt x="6427" y="6711"/>
                  </a:cubicBezTo>
                  <a:cubicBezTo>
                    <a:pt x="6837" y="6711"/>
                    <a:pt x="7215" y="6459"/>
                    <a:pt x="7373" y="6113"/>
                  </a:cubicBezTo>
                  <a:cubicBezTo>
                    <a:pt x="7782" y="6113"/>
                    <a:pt x="8160" y="5924"/>
                    <a:pt x="8381" y="5577"/>
                  </a:cubicBezTo>
                  <a:lnTo>
                    <a:pt x="8381" y="5514"/>
                  </a:lnTo>
                  <a:close/>
                  <a:moveTo>
                    <a:pt x="6396" y="1"/>
                  </a:moveTo>
                  <a:cubicBezTo>
                    <a:pt x="5892" y="1"/>
                    <a:pt x="5419" y="221"/>
                    <a:pt x="5073" y="568"/>
                  </a:cubicBezTo>
                  <a:cubicBezTo>
                    <a:pt x="4726" y="915"/>
                    <a:pt x="4506" y="1419"/>
                    <a:pt x="4506" y="1954"/>
                  </a:cubicBezTo>
                  <a:cubicBezTo>
                    <a:pt x="3182" y="2616"/>
                    <a:pt x="2237" y="4002"/>
                    <a:pt x="2237" y="5609"/>
                  </a:cubicBezTo>
                  <a:lnTo>
                    <a:pt x="2237" y="5955"/>
                  </a:lnTo>
                  <a:cubicBezTo>
                    <a:pt x="1324" y="5955"/>
                    <a:pt x="599" y="6743"/>
                    <a:pt x="725" y="7657"/>
                  </a:cubicBezTo>
                  <a:cubicBezTo>
                    <a:pt x="252" y="7940"/>
                    <a:pt x="0" y="8413"/>
                    <a:pt x="0" y="8948"/>
                  </a:cubicBezTo>
                  <a:cubicBezTo>
                    <a:pt x="0" y="9767"/>
                    <a:pt x="662" y="10461"/>
                    <a:pt x="1481" y="10461"/>
                  </a:cubicBezTo>
                  <a:cubicBezTo>
                    <a:pt x="1891" y="10461"/>
                    <a:pt x="2237" y="10303"/>
                    <a:pt x="2521" y="10051"/>
                  </a:cubicBezTo>
                  <a:cubicBezTo>
                    <a:pt x="3088" y="11563"/>
                    <a:pt x="4569" y="12729"/>
                    <a:pt x="6364" y="12729"/>
                  </a:cubicBezTo>
                  <a:cubicBezTo>
                    <a:pt x="8129" y="12729"/>
                    <a:pt x="9641" y="11595"/>
                    <a:pt x="10239" y="10051"/>
                  </a:cubicBezTo>
                  <a:cubicBezTo>
                    <a:pt x="10492" y="10303"/>
                    <a:pt x="10870" y="10461"/>
                    <a:pt x="11248" y="10461"/>
                  </a:cubicBezTo>
                  <a:cubicBezTo>
                    <a:pt x="12067" y="10461"/>
                    <a:pt x="12760" y="9767"/>
                    <a:pt x="12760" y="8948"/>
                  </a:cubicBezTo>
                  <a:cubicBezTo>
                    <a:pt x="12823" y="8413"/>
                    <a:pt x="12539" y="7877"/>
                    <a:pt x="12067" y="7657"/>
                  </a:cubicBezTo>
                  <a:cubicBezTo>
                    <a:pt x="12193" y="6743"/>
                    <a:pt x="11468" y="5955"/>
                    <a:pt x="10586" y="5955"/>
                  </a:cubicBezTo>
                  <a:lnTo>
                    <a:pt x="10586" y="5609"/>
                  </a:lnTo>
                  <a:cubicBezTo>
                    <a:pt x="10586" y="4002"/>
                    <a:pt x="9672" y="2616"/>
                    <a:pt x="8286" y="1954"/>
                  </a:cubicBezTo>
                  <a:cubicBezTo>
                    <a:pt x="8286" y="1419"/>
                    <a:pt x="8097" y="915"/>
                    <a:pt x="7751" y="568"/>
                  </a:cubicBezTo>
                  <a:cubicBezTo>
                    <a:pt x="7373" y="221"/>
                    <a:pt x="6900" y="1"/>
                    <a:pt x="63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38" name="Google Shape;16238;p84"/>
          <p:cNvGrpSpPr/>
          <p:nvPr/>
        </p:nvGrpSpPr>
        <p:grpSpPr>
          <a:xfrm>
            <a:off x="7638162" y="2705064"/>
            <a:ext cx="482625" cy="421881"/>
            <a:chOff x="-57187550" y="2314425"/>
            <a:chExt cx="319000" cy="278850"/>
          </a:xfrm>
        </p:grpSpPr>
        <p:sp>
          <p:nvSpPr>
            <p:cNvPr id="16239" name="Google Shape;16239;p84"/>
            <p:cNvSpPr/>
            <p:nvPr/>
          </p:nvSpPr>
          <p:spPr>
            <a:xfrm>
              <a:off x="-57073350" y="2445950"/>
              <a:ext cx="18125" cy="17350"/>
            </a:xfrm>
            <a:custGeom>
              <a:avLst/>
              <a:gdLst/>
              <a:ahLst/>
              <a:cxnLst/>
              <a:rect l="l" t="t" r="r" b="b"/>
              <a:pathLst>
                <a:path w="725" h="694" extrusionOk="0">
                  <a:moveTo>
                    <a:pt x="347" y="1"/>
                  </a:moveTo>
                  <a:cubicBezTo>
                    <a:pt x="158" y="1"/>
                    <a:pt x="1" y="158"/>
                    <a:pt x="1" y="347"/>
                  </a:cubicBezTo>
                  <a:cubicBezTo>
                    <a:pt x="1" y="536"/>
                    <a:pt x="158" y="694"/>
                    <a:pt x="347" y="694"/>
                  </a:cubicBezTo>
                  <a:cubicBezTo>
                    <a:pt x="536" y="694"/>
                    <a:pt x="725" y="536"/>
                    <a:pt x="725" y="347"/>
                  </a:cubicBezTo>
                  <a:cubicBezTo>
                    <a:pt x="725"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0" name="Google Shape;16240;p84"/>
            <p:cNvSpPr/>
            <p:nvPr/>
          </p:nvSpPr>
          <p:spPr>
            <a:xfrm>
              <a:off x="-56998525" y="24451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1" name="Google Shape;16241;p84"/>
            <p:cNvSpPr/>
            <p:nvPr/>
          </p:nvSpPr>
          <p:spPr>
            <a:xfrm>
              <a:off x="-57063900" y="2508375"/>
              <a:ext cx="73275" cy="29750"/>
            </a:xfrm>
            <a:custGeom>
              <a:avLst/>
              <a:gdLst/>
              <a:ahLst/>
              <a:cxnLst/>
              <a:rect l="l" t="t" r="r" b="b"/>
              <a:pathLst>
                <a:path w="2931" h="1190" extrusionOk="0">
                  <a:moveTo>
                    <a:pt x="414" y="0"/>
                  </a:moveTo>
                  <a:cubicBezTo>
                    <a:pt x="316" y="0"/>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40"/>
                    <a:pt x="2623" y="0"/>
                    <a:pt x="2533" y="0"/>
                  </a:cubicBezTo>
                  <a:cubicBezTo>
                    <a:pt x="2442" y="0"/>
                    <a:pt x="2348" y="40"/>
                    <a:pt x="2269" y="119"/>
                  </a:cubicBezTo>
                  <a:cubicBezTo>
                    <a:pt x="2048" y="339"/>
                    <a:pt x="1733" y="434"/>
                    <a:pt x="1481" y="434"/>
                  </a:cubicBezTo>
                  <a:cubicBezTo>
                    <a:pt x="1166" y="434"/>
                    <a:pt x="883" y="339"/>
                    <a:pt x="694" y="119"/>
                  </a:cubicBezTo>
                  <a:cubicBezTo>
                    <a:pt x="615" y="40"/>
                    <a:pt x="513"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2" name="Google Shape;16242;p84"/>
            <p:cNvSpPr/>
            <p:nvPr/>
          </p:nvSpPr>
          <p:spPr>
            <a:xfrm>
              <a:off x="-57187550" y="2314425"/>
              <a:ext cx="319000" cy="278850"/>
            </a:xfrm>
            <a:custGeom>
              <a:avLst/>
              <a:gdLst/>
              <a:ahLst/>
              <a:cxnLst/>
              <a:rect l="l" t="t" r="r" b="b"/>
              <a:pathLst>
                <a:path w="12760" h="11154" extrusionOk="0">
                  <a:moveTo>
                    <a:pt x="6427" y="757"/>
                  </a:moveTo>
                  <a:cubicBezTo>
                    <a:pt x="7593" y="757"/>
                    <a:pt x="8633" y="1355"/>
                    <a:pt x="9200" y="2269"/>
                  </a:cubicBezTo>
                  <a:lnTo>
                    <a:pt x="3592" y="2269"/>
                  </a:lnTo>
                  <a:cubicBezTo>
                    <a:pt x="4222" y="1355"/>
                    <a:pt x="5230" y="757"/>
                    <a:pt x="6427" y="757"/>
                  </a:cubicBezTo>
                  <a:close/>
                  <a:moveTo>
                    <a:pt x="5829" y="2993"/>
                  </a:moveTo>
                  <a:cubicBezTo>
                    <a:pt x="5325" y="3907"/>
                    <a:pt x="4317" y="4506"/>
                    <a:pt x="3277" y="4506"/>
                  </a:cubicBezTo>
                  <a:lnTo>
                    <a:pt x="3025" y="4506"/>
                  </a:lnTo>
                  <a:lnTo>
                    <a:pt x="3025" y="4159"/>
                  </a:lnTo>
                  <a:cubicBezTo>
                    <a:pt x="3025" y="3750"/>
                    <a:pt x="3119" y="3371"/>
                    <a:pt x="3214" y="2993"/>
                  </a:cubicBezTo>
                  <a:close/>
                  <a:moveTo>
                    <a:pt x="10555" y="5230"/>
                  </a:moveTo>
                  <a:cubicBezTo>
                    <a:pt x="10933" y="5230"/>
                    <a:pt x="11311" y="5577"/>
                    <a:pt x="11311" y="5986"/>
                  </a:cubicBezTo>
                  <a:cubicBezTo>
                    <a:pt x="11311" y="6396"/>
                    <a:pt x="10996" y="6742"/>
                    <a:pt x="10555" y="6742"/>
                  </a:cubicBezTo>
                  <a:lnTo>
                    <a:pt x="10555" y="5230"/>
                  </a:lnTo>
                  <a:close/>
                  <a:moveTo>
                    <a:pt x="1859" y="5419"/>
                  </a:moveTo>
                  <a:lnTo>
                    <a:pt x="1859" y="5419"/>
                  </a:lnTo>
                  <a:cubicBezTo>
                    <a:pt x="1702" y="5766"/>
                    <a:pt x="1544" y="6238"/>
                    <a:pt x="1544" y="6711"/>
                  </a:cubicBezTo>
                  <a:cubicBezTo>
                    <a:pt x="1544" y="6837"/>
                    <a:pt x="1544" y="6931"/>
                    <a:pt x="1576" y="7058"/>
                  </a:cubicBezTo>
                  <a:cubicBezTo>
                    <a:pt x="1324" y="7247"/>
                    <a:pt x="1072" y="7373"/>
                    <a:pt x="788" y="7467"/>
                  </a:cubicBezTo>
                  <a:lnTo>
                    <a:pt x="788" y="7089"/>
                  </a:lnTo>
                  <a:cubicBezTo>
                    <a:pt x="788" y="6364"/>
                    <a:pt x="1229" y="5734"/>
                    <a:pt x="1859" y="5419"/>
                  </a:cubicBezTo>
                  <a:close/>
                  <a:moveTo>
                    <a:pt x="2647" y="5514"/>
                  </a:moveTo>
                  <a:cubicBezTo>
                    <a:pt x="2804" y="5829"/>
                    <a:pt x="2993" y="6270"/>
                    <a:pt x="2993" y="6742"/>
                  </a:cubicBezTo>
                  <a:cubicBezTo>
                    <a:pt x="2993" y="7215"/>
                    <a:pt x="2804" y="7656"/>
                    <a:pt x="2647" y="7971"/>
                  </a:cubicBezTo>
                  <a:cubicBezTo>
                    <a:pt x="2489" y="7656"/>
                    <a:pt x="2269" y="7215"/>
                    <a:pt x="2269" y="6742"/>
                  </a:cubicBezTo>
                  <a:cubicBezTo>
                    <a:pt x="2269" y="6270"/>
                    <a:pt x="2489" y="5829"/>
                    <a:pt x="2647" y="5514"/>
                  </a:cubicBezTo>
                  <a:close/>
                  <a:moveTo>
                    <a:pt x="11720" y="6868"/>
                  </a:moveTo>
                  <a:cubicBezTo>
                    <a:pt x="11941" y="7026"/>
                    <a:pt x="12035" y="7215"/>
                    <a:pt x="12035" y="7467"/>
                  </a:cubicBezTo>
                  <a:cubicBezTo>
                    <a:pt x="12035" y="7877"/>
                    <a:pt x="11689" y="8192"/>
                    <a:pt x="11311" y="8192"/>
                  </a:cubicBezTo>
                  <a:cubicBezTo>
                    <a:pt x="10901" y="8192"/>
                    <a:pt x="10555" y="7845"/>
                    <a:pt x="10555" y="7467"/>
                  </a:cubicBezTo>
                  <a:cubicBezTo>
                    <a:pt x="11027" y="7467"/>
                    <a:pt x="11468" y="7215"/>
                    <a:pt x="11720" y="6868"/>
                  </a:cubicBezTo>
                  <a:close/>
                  <a:moveTo>
                    <a:pt x="9578" y="2962"/>
                  </a:moveTo>
                  <a:cubicBezTo>
                    <a:pt x="9672" y="3308"/>
                    <a:pt x="9767" y="3687"/>
                    <a:pt x="9767" y="4065"/>
                  </a:cubicBezTo>
                  <a:lnTo>
                    <a:pt x="9767" y="7058"/>
                  </a:lnTo>
                  <a:cubicBezTo>
                    <a:pt x="9798" y="8948"/>
                    <a:pt x="8255" y="10460"/>
                    <a:pt x="6427" y="10460"/>
                  </a:cubicBezTo>
                  <a:cubicBezTo>
                    <a:pt x="5041" y="10460"/>
                    <a:pt x="3781" y="9609"/>
                    <a:pt x="3277" y="8349"/>
                  </a:cubicBezTo>
                  <a:cubicBezTo>
                    <a:pt x="3497" y="7971"/>
                    <a:pt x="3781" y="7373"/>
                    <a:pt x="3781" y="6711"/>
                  </a:cubicBezTo>
                  <a:cubicBezTo>
                    <a:pt x="3781" y="6112"/>
                    <a:pt x="3592" y="5608"/>
                    <a:pt x="3340" y="5199"/>
                  </a:cubicBezTo>
                  <a:cubicBezTo>
                    <a:pt x="4789" y="5167"/>
                    <a:pt x="6112" y="4254"/>
                    <a:pt x="6648" y="2962"/>
                  </a:cubicBezTo>
                  <a:close/>
                  <a:moveTo>
                    <a:pt x="6364" y="0"/>
                  </a:moveTo>
                  <a:cubicBezTo>
                    <a:pt x="4096" y="0"/>
                    <a:pt x="2237" y="1859"/>
                    <a:pt x="2237" y="4096"/>
                  </a:cubicBezTo>
                  <a:lnTo>
                    <a:pt x="2237" y="4506"/>
                  </a:lnTo>
                  <a:cubicBezTo>
                    <a:pt x="977" y="4695"/>
                    <a:pt x="0" y="5766"/>
                    <a:pt x="0" y="7089"/>
                  </a:cubicBezTo>
                  <a:lnTo>
                    <a:pt x="0" y="7845"/>
                  </a:lnTo>
                  <a:cubicBezTo>
                    <a:pt x="0" y="8034"/>
                    <a:pt x="158" y="8192"/>
                    <a:pt x="347" y="8192"/>
                  </a:cubicBezTo>
                  <a:cubicBezTo>
                    <a:pt x="820" y="8192"/>
                    <a:pt x="1292" y="8066"/>
                    <a:pt x="1702" y="7814"/>
                  </a:cubicBezTo>
                  <a:cubicBezTo>
                    <a:pt x="1922" y="8412"/>
                    <a:pt x="2269" y="8790"/>
                    <a:pt x="2269" y="8790"/>
                  </a:cubicBezTo>
                  <a:cubicBezTo>
                    <a:pt x="2350" y="8845"/>
                    <a:pt x="2455" y="8923"/>
                    <a:pt x="2584" y="8923"/>
                  </a:cubicBezTo>
                  <a:cubicBezTo>
                    <a:pt x="2604" y="8923"/>
                    <a:pt x="2625" y="8921"/>
                    <a:pt x="2647" y="8916"/>
                  </a:cubicBezTo>
                  <a:cubicBezTo>
                    <a:pt x="2899" y="9515"/>
                    <a:pt x="3340" y="9987"/>
                    <a:pt x="3907" y="10366"/>
                  </a:cubicBezTo>
                  <a:cubicBezTo>
                    <a:pt x="4600" y="10870"/>
                    <a:pt x="5419" y="11153"/>
                    <a:pt x="6301" y="11153"/>
                  </a:cubicBezTo>
                  <a:cubicBezTo>
                    <a:pt x="8066" y="11153"/>
                    <a:pt x="9578" y="10050"/>
                    <a:pt x="10145" y="8507"/>
                  </a:cubicBezTo>
                  <a:cubicBezTo>
                    <a:pt x="10429" y="8759"/>
                    <a:pt x="10775" y="8916"/>
                    <a:pt x="11185" y="8916"/>
                  </a:cubicBezTo>
                  <a:cubicBezTo>
                    <a:pt x="12004" y="8916"/>
                    <a:pt x="12665" y="8255"/>
                    <a:pt x="12665" y="7404"/>
                  </a:cubicBezTo>
                  <a:cubicBezTo>
                    <a:pt x="12760" y="6931"/>
                    <a:pt x="12476" y="6427"/>
                    <a:pt x="12004" y="6144"/>
                  </a:cubicBezTo>
                  <a:cubicBezTo>
                    <a:pt x="12130" y="5230"/>
                    <a:pt x="11405" y="4443"/>
                    <a:pt x="10523" y="4443"/>
                  </a:cubicBezTo>
                  <a:lnTo>
                    <a:pt x="10523" y="4096"/>
                  </a:lnTo>
                  <a:cubicBezTo>
                    <a:pt x="10523" y="1859"/>
                    <a:pt x="8664" y="0"/>
                    <a:pt x="63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43" name="Google Shape;16243;p84"/>
          <p:cNvGrpSpPr/>
          <p:nvPr/>
        </p:nvGrpSpPr>
        <p:grpSpPr>
          <a:xfrm>
            <a:off x="7660780" y="3277796"/>
            <a:ext cx="437389" cy="482361"/>
            <a:chOff x="-57172600" y="2686375"/>
            <a:chExt cx="289100" cy="318825"/>
          </a:xfrm>
        </p:grpSpPr>
        <p:sp>
          <p:nvSpPr>
            <p:cNvPr id="16244" name="Google Shape;16244;p84"/>
            <p:cNvSpPr/>
            <p:nvPr/>
          </p:nvSpPr>
          <p:spPr>
            <a:xfrm>
              <a:off x="-57063900" y="2937625"/>
              <a:ext cx="73275" cy="29750"/>
            </a:xfrm>
            <a:custGeom>
              <a:avLst/>
              <a:gdLst/>
              <a:ahLst/>
              <a:cxnLst/>
              <a:rect l="l" t="t" r="r" b="b"/>
              <a:pathLst>
                <a:path w="2931" h="1190" extrusionOk="0">
                  <a:moveTo>
                    <a:pt x="414" y="1"/>
                  </a:moveTo>
                  <a:cubicBezTo>
                    <a:pt x="316" y="1"/>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72"/>
                    <a:pt x="2623" y="48"/>
                    <a:pt x="2533" y="48"/>
                  </a:cubicBezTo>
                  <a:cubicBezTo>
                    <a:pt x="2442" y="48"/>
                    <a:pt x="2348" y="72"/>
                    <a:pt x="2269" y="119"/>
                  </a:cubicBezTo>
                  <a:cubicBezTo>
                    <a:pt x="2048" y="339"/>
                    <a:pt x="1733" y="434"/>
                    <a:pt x="1481" y="434"/>
                  </a:cubicBezTo>
                  <a:cubicBezTo>
                    <a:pt x="1166" y="434"/>
                    <a:pt x="883" y="339"/>
                    <a:pt x="694" y="119"/>
                  </a:cubicBezTo>
                  <a:cubicBezTo>
                    <a:pt x="615" y="40"/>
                    <a:pt x="513"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5" name="Google Shape;16245;p84"/>
            <p:cNvSpPr/>
            <p:nvPr/>
          </p:nvSpPr>
          <p:spPr>
            <a:xfrm>
              <a:off x="-57172600" y="2686375"/>
              <a:ext cx="289100" cy="318825"/>
            </a:xfrm>
            <a:custGeom>
              <a:avLst/>
              <a:gdLst/>
              <a:ahLst/>
              <a:cxnLst/>
              <a:rect l="l" t="t" r="r" b="b"/>
              <a:pathLst>
                <a:path w="11564" h="12753" extrusionOk="0">
                  <a:moveTo>
                    <a:pt x="5798" y="788"/>
                  </a:moveTo>
                  <a:cubicBezTo>
                    <a:pt x="6160" y="788"/>
                    <a:pt x="6523" y="922"/>
                    <a:pt x="6806" y="1190"/>
                  </a:cubicBezTo>
                  <a:cubicBezTo>
                    <a:pt x="6853" y="1261"/>
                    <a:pt x="6954" y="1296"/>
                    <a:pt x="7054" y="1296"/>
                  </a:cubicBezTo>
                  <a:cubicBezTo>
                    <a:pt x="7088" y="1296"/>
                    <a:pt x="7121" y="1292"/>
                    <a:pt x="7153" y="1284"/>
                  </a:cubicBezTo>
                  <a:cubicBezTo>
                    <a:pt x="7276" y="1253"/>
                    <a:pt x="7401" y="1239"/>
                    <a:pt x="7523" y="1239"/>
                  </a:cubicBezTo>
                  <a:cubicBezTo>
                    <a:pt x="8150" y="1239"/>
                    <a:pt x="8727" y="1629"/>
                    <a:pt x="8885" y="2261"/>
                  </a:cubicBezTo>
                  <a:cubicBezTo>
                    <a:pt x="8917" y="2387"/>
                    <a:pt x="9011" y="2513"/>
                    <a:pt x="9169" y="2545"/>
                  </a:cubicBezTo>
                  <a:cubicBezTo>
                    <a:pt x="9925" y="2734"/>
                    <a:pt x="10335" y="3521"/>
                    <a:pt x="10146" y="4277"/>
                  </a:cubicBezTo>
                  <a:cubicBezTo>
                    <a:pt x="10114" y="4403"/>
                    <a:pt x="10146" y="4561"/>
                    <a:pt x="10240" y="4624"/>
                  </a:cubicBezTo>
                  <a:cubicBezTo>
                    <a:pt x="10776" y="5191"/>
                    <a:pt x="10776" y="6073"/>
                    <a:pt x="10240" y="6640"/>
                  </a:cubicBezTo>
                  <a:cubicBezTo>
                    <a:pt x="10177" y="6672"/>
                    <a:pt x="10146" y="6703"/>
                    <a:pt x="10146" y="6798"/>
                  </a:cubicBezTo>
                  <a:cubicBezTo>
                    <a:pt x="9988" y="6766"/>
                    <a:pt x="9925" y="6766"/>
                    <a:pt x="9515" y="6766"/>
                  </a:cubicBezTo>
                  <a:cubicBezTo>
                    <a:pt x="9169" y="6325"/>
                    <a:pt x="8665" y="6010"/>
                    <a:pt x="8035" y="6010"/>
                  </a:cubicBezTo>
                  <a:cubicBezTo>
                    <a:pt x="6523" y="6010"/>
                    <a:pt x="5199" y="4970"/>
                    <a:pt x="4790" y="3553"/>
                  </a:cubicBezTo>
                  <a:cubicBezTo>
                    <a:pt x="4766" y="3408"/>
                    <a:pt x="4612" y="3300"/>
                    <a:pt x="4442" y="3300"/>
                  </a:cubicBezTo>
                  <a:cubicBezTo>
                    <a:pt x="4391" y="3300"/>
                    <a:pt x="4337" y="3310"/>
                    <a:pt x="4286" y="3332"/>
                  </a:cubicBezTo>
                  <a:cubicBezTo>
                    <a:pt x="3530" y="3647"/>
                    <a:pt x="2868" y="4151"/>
                    <a:pt x="2395" y="4813"/>
                  </a:cubicBezTo>
                  <a:cubicBezTo>
                    <a:pt x="1986" y="5412"/>
                    <a:pt x="1734" y="6073"/>
                    <a:pt x="1671" y="6798"/>
                  </a:cubicBezTo>
                  <a:cubicBezTo>
                    <a:pt x="1608" y="6798"/>
                    <a:pt x="1513" y="6798"/>
                    <a:pt x="1450" y="6829"/>
                  </a:cubicBezTo>
                  <a:cubicBezTo>
                    <a:pt x="1450" y="6703"/>
                    <a:pt x="1419" y="6672"/>
                    <a:pt x="1356" y="6640"/>
                  </a:cubicBezTo>
                  <a:cubicBezTo>
                    <a:pt x="820" y="6073"/>
                    <a:pt x="820" y="5191"/>
                    <a:pt x="1356" y="4624"/>
                  </a:cubicBezTo>
                  <a:cubicBezTo>
                    <a:pt x="1450" y="4561"/>
                    <a:pt x="1482" y="4403"/>
                    <a:pt x="1450" y="4277"/>
                  </a:cubicBezTo>
                  <a:cubicBezTo>
                    <a:pt x="1261" y="3521"/>
                    <a:pt x="1671" y="2734"/>
                    <a:pt x="2427" y="2545"/>
                  </a:cubicBezTo>
                  <a:cubicBezTo>
                    <a:pt x="2553" y="2513"/>
                    <a:pt x="2679" y="2419"/>
                    <a:pt x="2710" y="2261"/>
                  </a:cubicBezTo>
                  <a:cubicBezTo>
                    <a:pt x="2869" y="1629"/>
                    <a:pt x="3445" y="1239"/>
                    <a:pt x="4072" y="1239"/>
                  </a:cubicBezTo>
                  <a:cubicBezTo>
                    <a:pt x="4195" y="1239"/>
                    <a:pt x="4320" y="1253"/>
                    <a:pt x="4443" y="1284"/>
                  </a:cubicBezTo>
                  <a:cubicBezTo>
                    <a:pt x="4475" y="1292"/>
                    <a:pt x="4508" y="1296"/>
                    <a:pt x="4542" y="1296"/>
                  </a:cubicBezTo>
                  <a:cubicBezTo>
                    <a:pt x="4642" y="1296"/>
                    <a:pt x="4742" y="1261"/>
                    <a:pt x="4790" y="1190"/>
                  </a:cubicBezTo>
                  <a:cubicBezTo>
                    <a:pt x="5073" y="922"/>
                    <a:pt x="5436" y="788"/>
                    <a:pt x="5798" y="788"/>
                  </a:cubicBezTo>
                  <a:close/>
                  <a:moveTo>
                    <a:pt x="4254" y="4151"/>
                  </a:moveTo>
                  <a:cubicBezTo>
                    <a:pt x="4664" y="5286"/>
                    <a:pt x="5609" y="6168"/>
                    <a:pt x="6775" y="6514"/>
                  </a:cubicBezTo>
                  <a:cubicBezTo>
                    <a:pt x="6491" y="6766"/>
                    <a:pt x="6333" y="7113"/>
                    <a:pt x="6239" y="7459"/>
                  </a:cubicBezTo>
                  <a:lnTo>
                    <a:pt x="5388" y="7459"/>
                  </a:lnTo>
                  <a:lnTo>
                    <a:pt x="5388" y="7491"/>
                  </a:lnTo>
                  <a:cubicBezTo>
                    <a:pt x="5231" y="6640"/>
                    <a:pt x="4443" y="6010"/>
                    <a:pt x="3561" y="6010"/>
                  </a:cubicBezTo>
                  <a:cubicBezTo>
                    <a:pt x="3183" y="6010"/>
                    <a:pt x="2868" y="6136"/>
                    <a:pt x="2553" y="6325"/>
                  </a:cubicBezTo>
                  <a:cubicBezTo>
                    <a:pt x="2773" y="5412"/>
                    <a:pt x="3372" y="4624"/>
                    <a:pt x="4254" y="4151"/>
                  </a:cubicBezTo>
                  <a:close/>
                  <a:moveTo>
                    <a:pt x="3561" y="6766"/>
                  </a:moveTo>
                  <a:cubicBezTo>
                    <a:pt x="4191" y="6766"/>
                    <a:pt x="4664" y="7270"/>
                    <a:pt x="4664" y="7869"/>
                  </a:cubicBezTo>
                  <a:cubicBezTo>
                    <a:pt x="4664" y="8436"/>
                    <a:pt x="4160" y="8972"/>
                    <a:pt x="3561" y="8972"/>
                  </a:cubicBezTo>
                  <a:cubicBezTo>
                    <a:pt x="2931" y="8972"/>
                    <a:pt x="2458" y="8436"/>
                    <a:pt x="2458" y="7869"/>
                  </a:cubicBezTo>
                  <a:cubicBezTo>
                    <a:pt x="2458" y="7270"/>
                    <a:pt x="2931" y="6766"/>
                    <a:pt x="3561" y="6766"/>
                  </a:cubicBezTo>
                  <a:close/>
                  <a:moveTo>
                    <a:pt x="8066" y="6766"/>
                  </a:moveTo>
                  <a:cubicBezTo>
                    <a:pt x="8696" y="6766"/>
                    <a:pt x="9169" y="7270"/>
                    <a:pt x="9169" y="7869"/>
                  </a:cubicBezTo>
                  <a:cubicBezTo>
                    <a:pt x="9169" y="8436"/>
                    <a:pt x="8665" y="8972"/>
                    <a:pt x="8066" y="8972"/>
                  </a:cubicBezTo>
                  <a:cubicBezTo>
                    <a:pt x="7436" y="8972"/>
                    <a:pt x="6964" y="8436"/>
                    <a:pt x="6964" y="7869"/>
                  </a:cubicBezTo>
                  <a:cubicBezTo>
                    <a:pt x="6964" y="7270"/>
                    <a:pt x="7436" y="6766"/>
                    <a:pt x="8066" y="6766"/>
                  </a:cubicBezTo>
                  <a:close/>
                  <a:moveTo>
                    <a:pt x="1734" y="7491"/>
                  </a:moveTo>
                  <a:lnTo>
                    <a:pt x="1734" y="9003"/>
                  </a:lnTo>
                  <a:cubicBezTo>
                    <a:pt x="1293" y="9003"/>
                    <a:pt x="978" y="8657"/>
                    <a:pt x="978" y="8247"/>
                  </a:cubicBezTo>
                  <a:cubicBezTo>
                    <a:pt x="978" y="7869"/>
                    <a:pt x="1324" y="7491"/>
                    <a:pt x="1734" y="7491"/>
                  </a:cubicBezTo>
                  <a:close/>
                  <a:moveTo>
                    <a:pt x="9925" y="7491"/>
                  </a:moveTo>
                  <a:cubicBezTo>
                    <a:pt x="10303" y="7491"/>
                    <a:pt x="10650" y="7806"/>
                    <a:pt x="10650" y="8247"/>
                  </a:cubicBezTo>
                  <a:cubicBezTo>
                    <a:pt x="10650" y="8657"/>
                    <a:pt x="10303" y="9003"/>
                    <a:pt x="9925" y="9003"/>
                  </a:cubicBezTo>
                  <a:lnTo>
                    <a:pt x="9925" y="7491"/>
                  </a:lnTo>
                  <a:close/>
                  <a:moveTo>
                    <a:pt x="6207" y="8215"/>
                  </a:moveTo>
                  <a:cubicBezTo>
                    <a:pt x="6365" y="9066"/>
                    <a:pt x="7153" y="9696"/>
                    <a:pt x="8035" y="9696"/>
                  </a:cubicBezTo>
                  <a:cubicBezTo>
                    <a:pt x="8476" y="9696"/>
                    <a:pt x="8822" y="9539"/>
                    <a:pt x="9137" y="9350"/>
                  </a:cubicBezTo>
                  <a:lnTo>
                    <a:pt x="9137" y="10137"/>
                  </a:lnTo>
                  <a:lnTo>
                    <a:pt x="9169" y="10137"/>
                  </a:lnTo>
                  <a:cubicBezTo>
                    <a:pt x="9169" y="11177"/>
                    <a:pt x="8350" y="11996"/>
                    <a:pt x="7310" y="11996"/>
                  </a:cubicBezTo>
                  <a:lnTo>
                    <a:pt x="4317" y="11996"/>
                  </a:lnTo>
                  <a:cubicBezTo>
                    <a:pt x="3309" y="11996"/>
                    <a:pt x="2458" y="11177"/>
                    <a:pt x="2458" y="10137"/>
                  </a:cubicBezTo>
                  <a:lnTo>
                    <a:pt x="2458" y="9350"/>
                  </a:lnTo>
                  <a:cubicBezTo>
                    <a:pt x="2773" y="9602"/>
                    <a:pt x="3183" y="9696"/>
                    <a:pt x="3561" y="9696"/>
                  </a:cubicBezTo>
                  <a:cubicBezTo>
                    <a:pt x="4475" y="9696"/>
                    <a:pt x="5231" y="9066"/>
                    <a:pt x="5388" y="8215"/>
                  </a:cubicBezTo>
                  <a:close/>
                  <a:moveTo>
                    <a:pt x="5794" y="1"/>
                  </a:moveTo>
                  <a:cubicBezTo>
                    <a:pt x="5310" y="1"/>
                    <a:pt x="4821" y="166"/>
                    <a:pt x="4412" y="497"/>
                  </a:cubicBezTo>
                  <a:cubicBezTo>
                    <a:pt x="4291" y="479"/>
                    <a:pt x="4172" y="470"/>
                    <a:pt x="4054" y="470"/>
                  </a:cubicBezTo>
                  <a:cubicBezTo>
                    <a:pt x="3154" y="470"/>
                    <a:pt x="2355" y="992"/>
                    <a:pt x="2049" y="1883"/>
                  </a:cubicBezTo>
                  <a:cubicBezTo>
                    <a:pt x="1104" y="2230"/>
                    <a:pt x="505" y="3238"/>
                    <a:pt x="663" y="4246"/>
                  </a:cubicBezTo>
                  <a:cubicBezTo>
                    <a:pt x="1" y="5033"/>
                    <a:pt x="1" y="6168"/>
                    <a:pt x="663" y="6987"/>
                  </a:cubicBezTo>
                  <a:cubicBezTo>
                    <a:pt x="663" y="7018"/>
                    <a:pt x="663" y="7113"/>
                    <a:pt x="631" y="7144"/>
                  </a:cubicBezTo>
                  <a:cubicBezTo>
                    <a:pt x="348" y="7428"/>
                    <a:pt x="159" y="7806"/>
                    <a:pt x="159" y="8215"/>
                  </a:cubicBezTo>
                  <a:cubicBezTo>
                    <a:pt x="159" y="9035"/>
                    <a:pt x="820" y="9696"/>
                    <a:pt x="1639" y="9696"/>
                  </a:cubicBezTo>
                  <a:lnTo>
                    <a:pt x="1639" y="10137"/>
                  </a:lnTo>
                  <a:cubicBezTo>
                    <a:pt x="1639" y="11586"/>
                    <a:pt x="2836" y="12752"/>
                    <a:pt x="4254" y="12752"/>
                  </a:cubicBezTo>
                  <a:lnTo>
                    <a:pt x="7247" y="12752"/>
                  </a:lnTo>
                  <a:cubicBezTo>
                    <a:pt x="8696" y="12752"/>
                    <a:pt x="9831" y="11555"/>
                    <a:pt x="9831" y="10137"/>
                  </a:cubicBezTo>
                  <a:lnTo>
                    <a:pt x="9831" y="9696"/>
                  </a:lnTo>
                  <a:cubicBezTo>
                    <a:pt x="10681" y="9696"/>
                    <a:pt x="11343" y="9035"/>
                    <a:pt x="11343" y="8215"/>
                  </a:cubicBezTo>
                  <a:cubicBezTo>
                    <a:pt x="11406" y="7806"/>
                    <a:pt x="11217" y="7428"/>
                    <a:pt x="10933" y="7144"/>
                  </a:cubicBezTo>
                  <a:cubicBezTo>
                    <a:pt x="10933" y="7113"/>
                    <a:pt x="10933" y="7018"/>
                    <a:pt x="10902" y="6987"/>
                  </a:cubicBezTo>
                  <a:cubicBezTo>
                    <a:pt x="11563" y="6199"/>
                    <a:pt x="11563" y="5065"/>
                    <a:pt x="10902" y="4246"/>
                  </a:cubicBezTo>
                  <a:cubicBezTo>
                    <a:pt x="11059" y="3206"/>
                    <a:pt x="10492" y="2230"/>
                    <a:pt x="9515" y="1883"/>
                  </a:cubicBezTo>
                  <a:cubicBezTo>
                    <a:pt x="9206" y="1039"/>
                    <a:pt x="8344" y="472"/>
                    <a:pt x="7468" y="472"/>
                  </a:cubicBezTo>
                  <a:cubicBezTo>
                    <a:pt x="7363" y="472"/>
                    <a:pt x="7257" y="480"/>
                    <a:pt x="7153" y="497"/>
                  </a:cubicBezTo>
                  <a:cubicBezTo>
                    <a:pt x="6759" y="166"/>
                    <a:pt x="6278" y="1"/>
                    <a:pt x="57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46" name="Google Shape;16246;p84"/>
          <p:cNvGrpSpPr/>
          <p:nvPr/>
        </p:nvGrpSpPr>
        <p:grpSpPr>
          <a:xfrm>
            <a:off x="10611246" y="2043033"/>
            <a:ext cx="481453" cy="479071"/>
            <a:chOff x="-55225575" y="1903275"/>
            <a:chExt cx="318225" cy="316650"/>
          </a:xfrm>
        </p:grpSpPr>
        <p:sp>
          <p:nvSpPr>
            <p:cNvPr id="16247" name="Google Shape;16247;p84"/>
            <p:cNvSpPr/>
            <p:nvPr/>
          </p:nvSpPr>
          <p:spPr>
            <a:xfrm>
              <a:off x="-55104275" y="2116925"/>
              <a:ext cx="72475" cy="29750"/>
            </a:xfrm>
            <a:custGeom>
              <a:avLst/>
              <a:gdLst/>
              <a:ahLst/>
              <a:cxnLst/>
              <a:rect l="l" t="t" r="r" b="b"/>
              <a:pathLst>
                <a:path w="2899" h="1190" extrusionOk="0">
                  <a:moveTo>
                    <a:pt x="398" y="1"/>
                  </a:moveTo>
                  <a:cubicBezTo>
                    <a:pt x="307" y="1"/>
                    <a:pt x="221" y="40"/>
                    <a:pt x="158" y="119"/>
                  </a:cubicBezTo>
                  <a:cubicBezTo>
                    <a:pt x="0" y="276"/>
                    <a:pt x="0" y="497"/>
                    <a:pt x="158" y="623"/>
                  </a:cubicBezTo>
                  <a:cubicBezTo>
                    <a:pt x="504" y="969"/>
                    <a:pt x="977" y="1190"/>
                    <a:pt x="1449" y="1190"/>
                  </a:cubicBezTo>
                  <a:cubicBezTo>
                    <a:pt x="1953" y="1190"/>
                    <a:pt x="2426" y="969"/>
                    <a:pt x="2741" y="623"/>
                  </a:cubicBezTo>
                  <a:cubicBezTo>
                    <a:pt x="2898" y="465"/>
                    <a:pt x="2898" y="245"/>
                    <a:pt x="2741" y="119"/>
                  </a:cubicBezTo>
                  <a:cubicBezTo>
                    <a:pt x="2694" y="56"/>
                    <a:pt x="2607" y="24"/>
                    <a:pt x="2513" y="24"/>
                  </a:cubicBezTo>
                  <a:cubicBezTo>
                    <a:pt x="2418" y="24"/>
                    <a:pt x="2316" y="56"/>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8" name="Google Shape;16248;p84"/>
            <p:cNvSpPr/>
            <p:nvPr/>
          </p:nvSpPr>
          <p:spPr>
            <a:xfrm>
              <a:off x="-55113750" y="2053725"/>
              <a:ext cx="17350" cy="18125"/>
            </a:xfrm>
            <a:custGeom>
              <a:avLst/>
              <a:gdLst/>
              <a:ahLst/>
              <a:cxnLst/>
              <a:rect l="l" t="t" r="r" b="b"/>
              <a:pathLst>
                <a:path w="694" h="725" extrusionOk="0">
                  <a:moveTo>
                    <a:pt x="348" y="0"/>
                  </a:moveTo>
                  <a:cubicBezTo>
                    <a:pt x="158" y="0"/>
                    <a:pt x="1" y="158"/>
                    <a:pt x="1" y="347"/>
                  </a:cubicBezTo>
                  <a:cubicBezTo>
                    <a:pt x="1" y="536"/>
                    <a:pt x="158" y="725"/>
                    <a:pt x="348" y="725"/>
                  </a:cubicBezTo>
                  <a:cubicBezTo>
                    <a:pt x="537" y="725"/>
                    <a:pt x="694" y="536"/>
                    <a:pt x="694" y="347"/>
                  </a:cubicBezTo>
                  <a:cubicBezTo>
                    <a:pt x="694" y="158"/>
                    <a:pt x="537"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9" name="Google Shape;16249;p84"/>
            <p:cNvSpPr/>
            <p:nvPr/>
          </p:nvSpPr>
          <p:spPr>
            <a:xfrm>
              <a:off x="-55039700" y="2053725"/>
              <a:ext cx="18125" cy="18125"/>
            </a:xfrm>
            <a:custGeom>
              <a:avLst/>
              <a:gdLst/>
              <a:ahLst/>
              <a:cxnLst/>
              <a:rect l="l" t="t" r="r" b="b"/>
              <a:pathLst>
                <a:path w="725" h="725" extrusionOk="0">
                  <a:moveTo>
                    <a:pt x="378" y="0"/>
                  </a:moveTo>
                  <a:cubicBezTo>
                    <a:pt x="189" y="0"/>
                    <a:pt x="0" y="158"/>
                    <a:pt x="0" y="347"/>
                  </a:cubicBezTo>
                  <a:cubicBezTo>
                    <a:pt x="0" y="536"/>
                    <a:pt x="189" y="725"/>
                    <a:pt x="378" y="725"/>
                  </a:cubicBezTo>
                  <a:cubicBezTo>
                    <a:pt x="568" y="725"/>
                    <a:pt x="725" y="536"/>
                    <a:pt x="725" y="347"/>
                  </a:cubicBezTo>
                  <a:cubicBezTo>
                    <a:pt x="725" y="158"/>
                    <a:pt x="568"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0" name="Google Shape;16250;p84"/>
            <p:cNvSpPr/>
            <p:nvPr/>
          </p:nvSpPr>
          <p:spPr>
            <a:xfrm>
              <a:off x="-55225575" y="1903275"/>
              <a:ext cx="318225" cy="316650"/>
            </a:xfrm>
            <a:custGeom>
              <a:avLst/>
              <a:gdLst/>
              <a:ahLst/>
              <a:cxnLst/>
              <a:rect l="l" t="t" r="r" b="b"/>
              <a:pathLst>
                <a:path w="12729" h="12666" extrusionOk="0">
                  <a:moveTo>
                    <a:pt x="6333" y="757"/>
                  </a:moveTo>
                  <a:cubicBezTo>
                    <a:pt x="8790" y="757"/>
                    <a:pt x="10932" y="2679"/>
                    <a:pt x="11185" y="5105"/>
                  </a:cubicBezTo>
                  <a:cubicBezTo>
                    <a:pt x="11185" y="5231"/>
                    <a:pt x="11279" y="5357"/>
                    <a:pt x="11374" y="5388"/>
                  </a:cubicBezTo>
                  <a:cubicBezTo>
                    <a:pt x="11752" y="5577"/>
                    <a:pt x="11972" y="5987"/>
                    <a:pt x="11972" y="6365"/>
                  </a:cubicBezTo>
                  <a:cubicBezTo>
                    <a:pt x="11972" y="6680"/>
                    <a:pt x="11815" y="7058"/>
                    <a:pt x="11594" y="7247"/>
                  </a:cubicBezTo>
                  <a:cubicBezTo>
                    <a:pt x="11342" y="7373"/>
                    <a:pt x="11342" y="7625"/>
                    <a:pt x="11531" y="7783"/>
                  </a:cubicBezTo>
                  <a:cubicBezTo>
                    <a:pt x="11783" y="8035"/>
                    <a:pt x="11941" y="8318"/>
                    <a:pt x="11941" y="8633"/>
                  </a:cubicBezTo>
                  <a:cubicBezTo>
                    <a:pt x="11941" y="8948"/>
                    <a:pt x="11815" y="9263"/>
                    <a:pt x="11531" y="9452"/>
                  </a:cubicBezTo>
                  <a:cubicBezTo>
                    <a:pt x="11374" y="9610"/>
                    <a:pt x="11374" y="9830"/>
                    <a:pt x="11531" y="9988"/>
                  </a:cubicBezTo>
                  <a:cubicBezTo>
                    <a:pt x="11783" y="10240"/>
                    <a:pt x="11941" y="10524"/>
                    <a:pt x="11941" y="10839"/>
                  </a:cubicBezTo>
                  <a:cubicBezTo>
                    <a:pt x="11941" y="11437"/>
                    <a:pt x="11437" y="11941"/>
                    <a:pt x="10838" y="11941"/>
                  </a:cubicBezTo>
                  <a:lnTo>
                    <a:pt x="1828" y="11941"/>
                  </a:lnTo>
                  <a:cubicBezTo>
                    <a:pt x="1197" y="11941"/>
                    <a:pt x="725" y="11406"/>
                    <a:pt x="725" y="10839"/>
                  </a:cubicBezTo>
                  <a:cubicBezTo>
                    <a:pt x="725" y="10492"/>
                    <a:pt x="819" y="10208"/>
                    <a:pt x="1103" y="9988"/>
                  </a:cubicBezTo>
                  <a:cubicBezTo>
                    <a:pt x="1260" y="9830"/>
                    <a:pt x="1260" y="9610"/>
                    <a:pt x="1103" y="9452"/>
                  </a:cubicBezTo>
                  <a:cubicBezTo>
                    <a:pt x="882" y="9200"/>
                    <a:pt x="725" y="8917"/>
                    <a:pt x="725" y="8633"/>
                  </a:cubicBezTo>
                  <a:cubicBezTo>
                    <a:pt x="725" y="8318"/>
                    <a:pt x="819" y="8003"/>
                    <a:pt x="1103" y="7783"/>
                  </a:cubicBezTo>
                  <a:cubicBezTo>
                    <a:pt x="1260" y="7625"/>
                    <a:pt x="1260" y="7405"/>
                    <a:pt x="1103" y="7247"/>
                  </a:cubicBezTo>
                  <a:cubicBezTo>
                    <a:pt x="882" y="7058"/>
                    <a:pt x="725" y="6680"/>
                    <a:pt x="725" y="6365"/>
                  </a:cubicBezTo>
                  <a:cubicBezTo>
                    <a:pt x="725" y="5987"/>
                    <a:pt x="945" y="5577"/>
                    <a:pt x="1292" y="5388"/>
                  </a:cubicBezTo>
                  <a:cubicBezTo>
                    <a:pt x="1418" y="5357"/>
                    <a:pt x="1512" y="5231"/>
                    <a:pt x="1512" y="5105"/>
                  </a:cubicBezTo>
                  <a:cubicBezTo>
                    <a:pt x="1765" y="2679"/>
                    <a:pt x="3907" y="757"/>
                    <a:pt x="6333" y="757"/>
                  </a:cubicBezTo>
                  <a:close/>
                  <a:moveTo>
                    <a:pt x="6333" y="1"/>
                  </a:moveTo>
                  <a:cubicBezTo>
                    <a:pt x="3497" y="1"/>
                    <a:pt x="1134" y="2112"/>
                    <a:pt x="788" y="4853"/>
                  </a:cubicBezTo>
                  <a:cubicBezTo>
                    <a:pt x="284" y="5199"/>
                    <a:pt x="0" y="5735"/>
                    <a:pt x="0" y="6365"/>
                  </a:cubicBezTo>
                  <a:cubicBezTo>
                    <a:pt x="0" y="6774"/>
                    <a:pt x="158" y="7216"/>
                    <a:pt x="410" y="7531"/>
                  </a:cubicBezTo>
                  <a:cubicBezTo>
                    <a:pt x="158" y="7846"/>
                    <a:pt x="0" y="8224"/>
                    <a:pt x="0" y="8633"/>
                  </a:cubicBezTo>
                  <a:cubicBezTo>
                    <a:pt x="0" y="9011"/>
                    <a:pt x="126" y="9421"/>
                    <a:pt x="410" y="9736"/>
                  </a:cubicBezTo>
                  <a:cubicBezTo>
                    <a:pt x="158" y="10051"/>
                    <a:pt x="0" y="10429"/>
                    <a:pt x="0" y="10839"/>
                  </a:cubicBezTo>
                  <a:cubicBezTo>
                    <a:pt x="0" y="11847"/>
                    <a:pt x="819" y="12666"/>
                    <a:pt x="1859" y="12666"/>
                  </a:cubicBezTo>
                  <a:lnTo>
                    <a:pt x="10869" y="12666"/>
                  </a:lnTo>
                  <a:cubicBezTo>
                    <a:pt x="11909" y="12666"/>
                    <a:pt x="12728" y="11847"/>
                    <a:pt x="12728" y="10839"/>
                  </a:cubicBezTo>
                  <a:cubicBezTo>
                    <a:pt x="12728" y="10429"/>
                    <a:pt x="12602" y="10051"/>
                    <a:pt x="12319" y="9736"/>
                  </a:cubicBezTo>
                  <a:cubicBezTo>
                    <a:pt x="12571" y="9421"/>
                    <a:pt x="12728" y="9011"/>
                    <a:pt x="12728" y="8633"/>
                  </a:cubicBezTo>
                  <a:cubicBezTo>
                    <a:pt x="12634" y="8224"/>
                    <a:pt x="12539" y="7846"/>
                    <a:pt x="12287" y="7531"/>
                  </a:cubicBezTo>
                  <a:cubicBezTo>
                    <a:pt x="12539" y="7216"/>
                    <a:pt x="12697" y="6774"/>
                    <a:pt x="12697" y="6365"/>
                  </a:cubicBezTo>
                  <a:cubicBezTo>
                    <a:pt x="12697" y="5798"/>
                    <a:pt x="12382" y="5199"/>
                    <a:pt x="11909" y="4853"/>
                  </a:cubicBezTo>
                  <a:cubicBezTo>
                    <a:pt x="11500" y="2112"/>
                    <a:pt x="9137"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1" name="Google Shape;16251;p84"/>
            <p:cNvSpPr/>
            <p:nvPr/>
          </p:nvSpPr>
          <p:spPr>
            <a:xfrm>
              <a:off x="-55170450" y="1959200"/>
              <a:ext cx="204800" cy="225300"/>
            </a:xfrm>
            <a:custGeom>
              <a:avLst/>
              <a:gdLst/>
              <a:ahLst/>
              <a:cxnLst/>
              <a:rect l="l" t="t" r="r" b="b"/>
              <a:pathLst>
                <a:path w="8192" h="9012" extrusionOk="0">
                  <a:moveTo>
                    <a:pt x="4128" y="1450"/>
                  </a:moveTo>
                  <a:cubicBezTo>
                    <a:pt x="4411" y="2017"/>
                    <a:pt x="4821" y="2490"/>
                    <a:pt x="5293" y="2836"/>
                  </a:cubicBezTo>
                  <a:cubicBezTo>
                    <a:pt x="5924" y="3340"/>
                    <a:pt x="6711" y="3624"/>
                    <a:pt x="7499" y="3687"/>
                  </a:cubicBezTo>
                  <a:cubicBezTo>
                    <a:pt x="7499" y="3813"/>
                    <a:pt x="7530" y="3970"/>
                    <a:pt x="7530" y="4096"/>
                  </a:cubicBezTo>
                  <a:lnTo>
                    <a:pt x="7530" y="5640"/>
                  </a:lnTo>
                  <a:lnTo>
                    <a:pt x="7436" y="5640"/>
                  </a:lnTo>
                  <a:cubicBezTo>
                    <a:pt x="7436" y="7089"/>
                    <a:pt x="6270" y="8224"/>
                    <a:pt x="4852" y="8224"/>
                  </a:cubicBezTo>
                  <a:lnTo>
                    <a:pt x="3340" y="8224"/>
                  </a:lnTo>
                  <a:cubicBezTo>
                    <a:pt x="1891" y="8224"/>
                    <a:pt x="757" y="7058"/>
                    <a:pt x="757" y="5640"/>
                  </a:cubicBezTo>
                  <a:lnTo>
                    <a:pt x="757" y="4096"/>
                  </a:lnTo>
                  <a:cubicBezTo>
                    <a:pt x="757" y="3970"/>
                    <a:pt x="757" y="3813"/>
                    <a:pt x="788" y="3687"/>
                  </a:cubicBezTo>
                  <a:cubicBezTo>
                    <a:pt x="1576" y="3624"/>
                    <a:pt x="2363" y="3340"/>
                    <a:pt x="2994" y="2836"/>
                  </a:cubicBezTo>
                  <a:cubicBezTo>
                    <a:pt x="3466" y="2427"/>
                    <a:pt x="3876" y="1954"/>
                    <a:pt x="4128" y="1450"/>
                  </a:cubicBezTo>
                  <a:close/>
                  <a:moveTo>
                    <a:pt x="4096" y="1"/>
                  </a:moveTo>
                  <a:cubicBezTo>
                    <a:pt x="3939" y="1"/>
                    <a:pt x="3781" y="127"/>
                    <a:pt x="3750" y="284"/>
                  </a:cubicBezTo>
                  <a:lnTo>
                    <a:pt x="3718" y="442"/>
                  </a:lnTo>
                  <a:cubicBezTo>
                    <a:pt x="3309" y="1923"/>
                    <a:pt x="1985" y="2994"/>
                    <a:pt x="442" y="2994"/>
                  </a:cubicBezTo>
                  <a:cubicBezTo>
                    <a:pt x="253" y="2994"/>
                    <a:pt x="127" y="3120"/>
                    <a:pt x="95" y="3309"/>
                  </a:cubicBezTo>
                  <a:cubicBezTo>
                    <a:pt x="32" y="3592"/>
                    <a:pt x="1" y="3876"/>
                    <a:pt x="1" y="4128"/>
                  </a:cubicBezTo>
                  <a:lnTo>
                    <a:pt x="1" y="5672"/>
                  </a:lnTo>
                  <a:cubicBezTo>
                    <a:pt x="1" y="7530"/>
                    <a:pt x="1513" y="9011"/>
                    <a:pt x="3340" y="9011"/>
                  </a:cubicBezTo>
                  <a:lnTo>
                    <a:pt x="4852" y="9011"/>
                  </a:lnTo>
                  <a:cubicBezTo>
                    <a:pt x="6711" y="9011"/>
                    <a:pt x="8192" y="7530"/>
                    <a:pt x="8192" y="5672"/>
                  </a:cubicBezTo>
                  <a:lnTo>
                    <a:pt x="8192" y="4128"/>
                  </a:lnTo>
                  <a:cubicBezTo>
                    <a:pt x="8192" y="3844"/>
                    <a:pt x="8160" y="3592"/>
                    <a:pt x="8129" y="3309"/>
                  </a:cubicBezTo>
                  <a:cubicBezTo>
                    <a:pt x="8066" y="3120"/>
                    <a:pt x="7908" y="2994"/>
                    <a:pt x="7751" y="2994"/>
                  </a:cubicBezTo>
                  <a:cubicBezTo>
                    <a:pt x="6239" y="2994"/>
                    <a:pt x="4884" y="1923"/>
                    <a:pt x="4506" y="442"/>
                  </a:cubicBezTo>
                  <a:lnTo>
                    <a:pt x="4443" y="284"/>
                  </a:lnTo>
                  <a:cubicBezTo>
                    <a:pt x="4411" y="127"/>
                    <a:pt x="4254" y="1"/>
                    <a:pt x="40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52" name="Google Shape;16252;p84"/>
          <p:cNvGrpSpPr/>
          <p:nvPr/>
        </p:nvGrpSpPr>
        <p:grpSpPr>
          <a:xfrm>
            <a:off x="10626148" y="2677642"/>
            <a:ext cx="451648" cy="479071"/>
            <a:chOff x="-55217700" y="2296300"/>
            <a:chExt cx="298525" cy="316650"/>
          </a:xfrm>
        </p:grpSpPr>
        <p:sp>
          <p:nvSpPr>
            <p:cNvPr id="16253" name="Google Shape;16253;p84"/>
            <p:cNvSpPr/>
            <p:nvPr/>
          </p:nvSpPr>
          <p:spPr>
            <a:xfrm>
              <a:off x="-55105075" y="242627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4" name="Google Shape;16254;p84"/>
            <p:cNvSpPr/>
            <p:nvPr/>
          </p:nvSpPr>
          <p:spPr>
            <a:xfrm>
              <a:off x="-55030250" y="24262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5" name="Google Shape;16255;p84"/>
            <p:cNvSpPr/>
            <p:nvPr/>
          </p:nvSpPr>
          <p:spPr>
            <a:xfrm>
              <a:off x="-55095625" y="2488675"/>
              <a:ext cx="73275" cy="29775"/>
            </a:xfrm>
            <a:custGeom>
              <a:avLst/>
              <a:gdLst/>
              <a:ahLst/>
              <a:cxnLst/>
              <a:rect l="l" t="t" r="r" b="b"/>
              <a:pathLst>
                <a:path w="2931" h="1191" extrusionOk="0">
                  <a:moveTo>
                    <a:pt x="398" y="1"/>
                  </a:moveTo>
                  <a:cubicBezTo>
                    <a:pt x="308" y="1"/>
                    <a:pt x="221" y="40"/>
                    <a:pt x="158" y="119"/>
                  </a:cubicBezTo>
                  <a:cubicBezTo>
                    <a:pt x="1" y="277"/>
                    <a:pt x="1" y="529"/>
                    <a:pt x="158" y="655"/>
                  </a:cubicBezTo>
                  <a:cubicBezTo>
                    <a:pt x="505" y="1001"/>
                    <a:pt x="977" y="1190"/>
                    <a:pt x="1450" y="1190"/>
                  </a:cubicBezTo>
                  <a:cubicBezTo>
                    <a:pt x="1985" y="1190"/>
                    <a:pt x="2458" y="1001"/>
                    <a:pt x="2773" y="655"/>
                  </a:cubicBezTo>
                  <a:cubicBezTo>
                    <a:pt x="2931" y="497"/>
                    <a:pt x="2931" y="245"/>
                    <a:pt x="2773" y="119"/>
                  </a:cubicBezTo>
                  <a:cubicBezTo>
                    <a:pt x="2685" y="66"/>
                    <a:pt x="2577" y="23"/>
                    <a:pt x="2471" y="23"/>
                  </a:cubicBezTo>
                  <a:cubicBezTo>
                    <a:pt x="2388" y="23"/>
                    <a:pt x="2307" y="50"/>
                    <a:pt x="2237" y="119"/>
                  </a:cubicBezTo>
                  <a:cubicBezTo>
                    <a:pt x="2048" y="340"/>
                    <a:pt x="1733" y="434"/>
                    <a:pt x="1450" y="434"/>
                  </a:cubicBezTo>
                  <a:cubicBezTo>
                    <a:pt x="1135" y="434"/>
                    <a:pt x="883" y="340"/>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6" name="Google Shape;16256;p84"/>
            <p:cNvSpPr/>
            <p:nvPr/>
          </p:nvSpPr>
          <p:spPr>
            <a:xfrm>
              <a:off x="-55217700" y="2296300"/>
              <a:ext cx="298525" cy="316650"/>
            </a:xfrm>
            <a:custGeom>
              <a:avLst/>
              <a:gdLst/>
              <a:ahLst/>
              <a:cxnLst/>
              <a:rect l="l" t="t" r="r" b="b"/>
              <a:pathLst>
                <a:path w="11941" h="12666" extrusionOk="0">
                  <a:moveTo>
                    <a:pt x="8601" y="694"/>
                  </a:moveTo>
                  <a:cubicBezTo>
                    <a:pt x="9105" y="694"/>
                    <a:pt x="9578" y="1040"/>
                    <a:pt x="9704" y="1545"/>
                  </a:cubicBezTo>
                  <a:lnTo>
                    <a:pt x="2993" y="3561"/>
                  </a:lnTo>
                  <a:lnTo>
                    <a:pt x="2993" y="1797"/>
                  </a:lnTo>
                  <a:cubicBezTo>
                    <a:pt x="2993" y="1167"/>
                    <a:pt x="3497" y="694"/>
                    <a:pt x="4096" y="694"/>
                  </a:cubicBezTo>
                  <a:close/>
                  <a:moveTo>
                    <a:pt x="9735" y="2301"/>
                  </a:moveTo>
                  <a:lnTo>
                    <a:pt x="9735" y="3687"/>
                  </a:lnTo>
                  <a:lnTo>
                    <a:pt x="5199" y="3687"/>
                  </a:lnTo>
                  <a:lnTo>
                    <a:pt x="9735" y="2301"/>
                  </a:lnTo>
                  <a:close/>
                  <a:moveTo>
                    <a:pt x="10428" y="4380"/>
                  </a:moveTo>
                  <a:cubicBezTo>
                    <a:pt x="10838" y="4380"/>
                    <a:pt x="11185" y="4727"/>
                    <a:pt x="11185" y="5136"/>
                  </a:cubicBezTo>
                  <a:cubicBezTo>
                    <a:pt x="11185" y="5577"/>
                    <a:pt x="10870" y="5892"/>
                    <a:pt x="10428" y="5892"/>
                  </a:cubicBezTo>
                  <a:lnTo>
                    <a:pt x="10428" y="4380"/>
                  </a:lnTo>
                  <a:close/>
                  <a:moveTo>
                    <a:pt x="9767" y="4443"/>
                  </a:moveTo>
                  <a:cubicBezTo>
                    <a:pt x="9735" y="4664"/>
                    <a:pt x="9735" y="6774"/>
                    <a:pt x="9735" y="7026"/>
                  </a:cubicBezTo>
                  <a:cubicBezTo>
                    <a:pt x="9735" y="8885"/>
                    <a:pt x="8223" y="10397"/>
                    <a:pt x="6396" y="10397"/>
                  </a:cubicBezTo>
                  <a:cubicBezTo>
                    <a:pt x="4537" y="10397"/>
                    <a:pt x="3025" y="8885"/>
                    <a:pt x="3025" y="7026"/>
                  </a:cubicBezTo>
                  <a:lnTo>
                    <a:pt x="3025" y="4443"/>
                  </a:lnTo>
                  <a:close/>
                  <a:moveTo>
                    <a:pt x="2237" y="3309"/>
                  </a:moveTo>
                  <a:lnTo>
                    <a:pt x="2237" y="6995"/>
                  </a:lnTo>
                  <a:lnTo>
                    <a:pt x="2237" y="11910"/>
                  </a:lnTo>
                  <a:lnTo>
                    <a:pt x="756" y="11910"/>
                  </a:lnTo>
                  <a:lnTo>
                    <a:pt x="756" y="6711"/>
                  </a:lnTo>
                  <a:cubicBezTo>
                    <a:pt x="756" y="5420"/>
                    <a:pt x="1292" y="4159"/>
                    <a:pt x="2237" y="3309"/>
                  </a:cubicBezTo>
                  <a:close/>
                  <a:moveTo>
                    <a:pt x="4096" y="1"/>
                  </a:moveTo>
                  <a:cubicBezTo>
                    <a:pt x="3088" y="1"/>
                    <a:pt x="2269" y="820"/>
                    <a:pt x="2269" y="1828"/>
                  </a:cubicBezTo>
                  <a:lnTo>
                    <a:pt x="2269" y="2395"/>
                  </a:lnTo>
                  <a:cubicBezTo>
                    <a:pt x="819" y="3403"/>
                    <a:pt x="0" y="5042"/>
                    <a:pt x="0" y="6774"/>
                  </a:cubicBezTo>
                  <a:lnTo>
                    <a:pt x="0" y="12319"/>
                  </a:lnTo>
                  <a:cubicBezTo>
                    <a:pt x="0" y="12508"/>
                    <a:pt x="158" y="12666"/>
                    <a:pt x="378" y="12666"/>
                  </a:cubicBezTo>
                  <a:lnTo>
                    <a:pt x="2615" y="12666"/>
                  </a:lnTo>
                  <a:cubicBezTo>
                    <a:pt x="2804" y="12666"/>
                    <a:pt x="2962" y="12508"/>
                    <a:pt x="2962" y="12319"/>
                  </a:cubicBezTo>
                  <a:lnTo>
                    <a:pt x="2962" y="9389"/>
                  </a:lnTo>
                  <a:cubicBezTo>
                    <a:pt x="3718" y="10460"/>
                    <a:pt x="4915" y="11122"/>
                    <a:pt x="6301" y="11122"/>
                  </a:cubicBezTo>
                  <a:cubicBezTo>
                    <a:pt x="8538" y="11122"/>
                    <a:pt x="10397" y="9295"/>
                    <a:pt x="10397" y="7026"/>
                  </a:cubicBezTo>
                  <a:lnTo>
                    <a:pt x="10397" y="6680"/>
                  </a:lnTo>
                  <a:cubicBezTo>
                    <a:pt x="11216" y="6680"/>
                    <a:pt x="11909" y="6018"/>
                    <a:pt x="11909" y="5168"/>
                  </a:cubicBezTo>
                  <a:cubicBezTo>
                    <a:pt x="11941" y="4348"/>
                    <a:pt x="11279" y="3687"/>
                    <a:pt x="10428" y="3687"/>
                  </a:cubicBezTo>
                  <a:lnTo>
                    <a:pt x="10428" y="1828"/>
                  </a:lnTo>
                  <a:cubicBezTo>
                    <a:pt x="10428" y="820"/>
                    <a:pt x="9609" y="1"/>
                    <a:pt x="86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57" name="Google Shape;16257;p84"/>
          <p:cNvGrpSpPr/>
          <p:nvPr/>
        </p:nvGrpSpPr>
        <p:grpSpPr>
          <a:xfrm>
            <a:off x="10610055" y="3281086"/>
            <a:ext cx="483836" cy="479071"/>
            <a:chOff x="-55229525" y="2688550"/>
            <a:chExt cx="319800" cy="316650"/>
          </a:xfrm>
        </p:grpSpPr>
        <p:sp>
          <p:nvSpPr>
            <p:cNvPr id="16258" name="Google Shape;16258;p84"/>
            <p:cNvSpPr/>
            <p:nvPr/>
          </p:nvSpPr>
          <p:spPr>
            <a:xfrm>
              <a:off x="-55104275" y="2919525"/>
              <a:ext cx="72475" cy="28950"/>
            </a:xfrm>
            <a:custGeom>
              <a:avLst/>
              <a:gdLst/>
              <a:ahLst/>
              <a:cxnLst/>
              <a:rect l="l" t="t" r="r" b="b"/>
              <a:pathLst>
                <a:path w="2899" h="1158" extrusionOk="0">
                  <a:moveTo>
                    <a:pt x="398" y="0"/>
                  </a:moveTo>
                  <a:cubicBezTo>
                    <a:pt x="307" y="0"/>
                    <a:pt x="221" y="39"/>
                    <a:pt x="158" y="118"/>
                  </a:cubicBezTo>
                  <a:cubicBezTo>
                    <a:pt x="0" y="276"/>
                    <a:pt x="0" y="496"/>
                    <a:pt x="158" y="622"/>
                  </a:cubicBezTo>
                  <a:cubicBezTo>
                    <a:pt x="504" y="969"/>
                    <a:pt x="977" y="1158"/>
                    <a:pt x="1449" y="1158"/>
                  </a:cubicBezTo>
                  <a:cubicBezTo>
                    <a:pt x="1953" y="1158"/>
                    <a:pt x="2426" y="969"/>
                    <a:pt x="2741" y="622"/>
                  </a:cubicBezTo>
                  <a:cubicBezTo>
                    <a:pt x="2898" y="465"/>
                    <a:pt x="2898" y="213"/>
                    <a:pt x="2741" y="118"/>
                  </a:cubicBezTo>
                  <a:cubicBezTo>
                    <a:pt x="2694" y="39"/>
                    <a:pt x="2607" y="0"/>
                    <a:pt x="2513" y="0"/>
                  </a:cubicBezTo>
                  <a:cubicBezTo>
                    <a:pt x="2418" y="0"/>
                    <a:pt x="2316" y="39"/>
                    <a:pt x="2237" y="118"/>
                  </a:cubicBezTo>
                  <a:cubicBezTo>
                    <a:pt x="2048" y="307"/>
                    <a:pt x="1733" y="433"/>
                    <a:pt x="1449" y="433"/>
                  </a:cubicBezTo>
                  <a:cubicBezTo>
                    <a:pt x="1134" y="433"/>
                    <a:pt x="851" y="307"/>
                    <a:pt x="662" y="118"/>
                  </a:cubicBezTo>
                  <a:cubicBezTo>
                    <a:pt x="583" y="39"/>
                    <a:pt x="48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9" name="Google Shape;16259;p84"/>
            <p:cNvSpPr/>
            <p:nvPr/>
          </p:nvSpPr>
          <p:spPr>
            <a:xfrm>
              <a:off x="-55039700" y="285630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8" y="694"/>
                    <a:pt x="725" y="536"/>
                    <a:pt x="725" y="347"/>
                  </a:cubicBezTo>
                  <a:cubicBezTo>
                    <a:pt x="725" y="158"/>
                    <a:pt x="568"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0" name="Google Shape;16260;p84"/>
            <p:cNvSpPr/>
            <p:nvPr/>
          </p:nvSpPr>
          <p:spPr>
            <a:xfrm>
              <a:off x="-55113750" y="2856300"/>
              <a:ext cx="17350" cy="17350"/>
            </a:xfrm>
            <a:custGeom>
              <a:avLst/>
              <a:gdLst/>
              <a:ahLst/>
              <a:cxnLst/>
              <a:rect l="l" t="t" r="r" b="b"/>
              <a:pathLst>
                <a:path w="694" h="694" extrusionOk="0">
                  <a:moveTo>
                    <a:pt x="348" y="1"/>
                  </a:moveTo>
                  <a:cubicBezTo>
                    <a:pt x="158" y="1"/>
                    <a:pt x="1" y="158"/>
                    <a:pt x="1" y="347"/>
                  </a:cubicBezTo>
                  <a:cubicBezTo>
                    <a:pt x="1" y="536"/>
                    <a:pt x="158" y="694"/>
                    <a:pt x="348" y="694"/>
                  </a:cubicBezTo>
                  <a:cubicBezTo>
                    <a:pt x="537" y="694"/>
                    <a:pt x="694" y="536"/>
                    <a:pt x="694" y="347"/>
                  </a:cubicBezTo>
                  <a:cubicBezTo>
                    <a:pt x="694" y="158"/>
                    <a:pt x="537"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1" name="Google Shape;16261;p84"/>
            <p:cNvSpPr/>
            <p:nvPr/>
          </p:nvSpPr>
          <p:spPr>
            <a:xfrm>
              <a:off x="-55229525" y="2688550"/>
              <a:ext cx="319800" cy="316650"/>
            </a:xfrm>
            <a:custGeom>
              <a:avLst/>
              <a:gdLst/>
              <a:ahLst/>
              <a:cxnLst/>
              <a:rect l="l" t="t" r="r" b="b"/>
              <a:pathLst>
                <a:path w="12792" h="12666" extrusionOk="0">
                  <a:moveTo>
                    <a:pt x="6648" y="693"/>
                  </a:moveTo>
                  <a:cubicBezTo>
                    <a:pt x="6806" y="693"/>
                    <a:pt x="6963" y="788"/>
                    <a:pt x="7026" y="914"/>
                  </a:cubicBezTo>
                  <a:cubicBezTo>
                    <a:pt x="7089" y="1197"/>
                    <a:pt x="7184" y="1386"/>
                    <a:pt x="7247" y="1670"/>
                  </a:cubicBezTo>
                  <a:cubicBezTo>
                    <a:pt x="7341" y="1891"/>
                    <a:pt x="7121" y="2143"/>
                    <a:pt x="6900" y="2143"/>
                  </a:cubicBezTo>
                  <a:lnTo>
                    <a:pt x="5987" y="2143"/>
                  </a:lnTo>
                  <a:cubicBezTo>
                    <a:pt x="5766" y="2143"/>
                    <a:pt x="5546" y="1891"/>
                    <a:pt x="5640" y="1670"/>
                  </a:cubicBezTo>
                  <a:cubicBezTo>
                    <a:pt x="5703" y="1418"/>
                    <a:pt x="5798" y="1197"/>
                    <a:pt x="5892" y="914"/>
                  </a:cubicBezTo>
                  <a:cubicBezTo>
                    <a:pt x="5955" y="756"/>
                    <a:pt x="6081" y="693"/>
                    <a:pt x="6239" y="693"/>
                  </a:cubicBezTo>
                  <a:close/>
                  <a:moveTo>
                    <a:pt x="7845" y="2332"/>
                  </a:moveTo>
                  <a:cubicBezTo>
                    <a:pt x="10271" y="2962"/>
                    <a:pt x="12004" y="5199"/>
                    <a:pt x="12004" y="7813"/>
                  </a:cubicBezTo>
                  <a:cubicBezTo>
                    <a:pt x="12067" y="8444"/>
                    <a:pt x="11595" y="8916"/>
                    <a:pt x="10964" y="8916"/>
                  </a:cubicBezTo>
                  <a:lnTo>
                    <a:pt x="10523" y="8916"/>
                  </a:lnTo>
                  <a:lnTo>
                    <a:pt x="10523" y="8570"/>
                  </a:lnTo>
                  <a:lnTo>
                    <a:pt x="10523" y="7057"/>
                  </a:lnTo>
                  <a:cubicBezTo>
                    <a:pt x="10523" y="5608"/>
                    <a:pt x="9326" y="4474"/>
                    <a:pt x="7908" y="4474"/>
                  </a:cubicBezTo>
                  <a:lnTo>
                    <a:pt x="4915" y="4474"/>
                  </a:lnTo>
                  <a:cubicBezTo>
                    <a:pt x="3466" y="4474"/>
                    <a:pt x="2332" y="5640"/>
                    <a:pt x="2332" y="7057"/>
                  </a:cubicBezTo>
                  <a:lnTo>
                    <a:pt x="2332" y="8570"/>
                  </a:lnTo>
                  <a:lnTo>
                    <a:pt x="2332" y="8916"/>
                  </a:lnTo>
                  <a:lnTo>
                    <a:pt x="1891" y="8916"/>
                  </a:lnTo>
                  <a:cubicBezTo>
                    <a:pt x="1261" y="8916"/>
                    <a:pt x="788" y="8412"/>
                    <a:pt x="788" y="7813"/>
                  </a:cubicBezTo>
                  <a:cubicBezTo>
                    <a:pt x="788" y="5262"/>
                    <a:pt x="2521" y="2993"/>
                    <a:pt x="4979" y="2332"/>
                  </a:cubicBezTo>
                  <a:cubicBezTo>
                    <a:pt x="5168" y="2678"/>
                    <a:pt x="5514" y="2899"/>
                    <a:pt x="5955" y="2899"/>
                  </a:cubicBezTo>
                  <a:lnTo>
                    <a:pt x="6869" y="2899"/>
                  </a:lnTo>
                  <a:cubicBezTo>
                    <a:pt x="7247" y="2899"/>
                    <a:pt x="7593" y="2678"/>
                    <a:pt x="7845" y="2332"/>
                  </a:cubicBezTo>
                  <a:close/>
                  <a:moveTo>
                    <a:pt x="7971" y="5199"/>
                  </a:moveTo>
                  <a:cubicBezTo>
                    <a:pt x="8980" y="5199"/>
                    <a:pt x="9799" y="6049"/>
                    <a:pt x="9799" y="7057"/>
                  </a:cubicBezTo>
                  <a:lnTo>
                    <a:pt x="9799" y="8570"/>
                  </a:lnTo>
                  <a:cubicBezTo>
                    <a:pt x="9799" y="10397"/>
                    <a:pt x="8318" y="11909"/>
                    <a:pt x="6459" y="11909"/>
                  </a:cubicBezTo>
                  <a:cubicBezTo>
                    <a:pt x="4600" y="11909"/>
                    <a:pt x="3120" y="10397"/>
                    <a:pt x="3120" y="8570"/>
                  </a:cubicBezTo>
                  <a:lnTo>
                    <a:pt x="3120" y="7057"/>
                  </a:lnTo>
                  <a:cubicBezTo>
                    <a:pt x="3120" y="6049"/>
                    <a:pt x="3939" y="5199"/>
                    <a:pt x="4979" y="5199"/>
                  </a:cubicBezTo>
                  <a:close/>
                  <a:moveTo>
                    <a:pt x="6176" y="0"/>
                  </a:moveTo>
                  <a:cubicBezTo>
                    <a:pt x="5703" y="0"/>
                    <a:pt x="5294" y="315"/>
                    <a:pt x="5136" y="756"/>
                  </a:cubicBezTo>
                  <a:lnTo>
                    <a:pt x="3403" y="756"/>
                  </a:lnTo>
                  <a:cubicBezTo>
                    <a:pt x="3183" y="756"/>
                    <a:pt x="3025" y="914"/>
                    <a:pt x="3025" y="1103"/>
                  </a:cubicBezTo>
                  <a:cubicBezTo>
                    <a:pt x="3025" y="1323"/>
                    <a:pt x="3183" y="1481"/>
                    <a:pt x="3403" y="1481"/>
                  </a:cubicBezTo>
                  <a:lnTo>
                    <a:pt x="4852" y="1481"/>
                  </a:lnTo>
                  <a:cubicBezTo>
                    <a:pt x="4852" y="1512"/>
                    <a:pt x="4821" y="1575"/>
                    <a:pt x="4821" y="1638"/>
                  </a:cubicBezTo>
                  <a:cubicBezTo>
                    <a:pt x="3498" y="1954"/>
                    <a:pt x="2332" y="2678"/>
                    <a:pt x="1450" y="3749"/>
                  </a:cubicBezTo>
                  <a:cubicBezTo>
                    <a:pt x="505" y="4883"/>
                    <a:pt x="1" y="6364"/>
                    <a:pt x="1" y="7813"/>
                  </a:cubicBezTo>
                  <a:cubicBezTo>
                    <a:pt x="1" y="8822"/>
                    <a:pt x="820" y="9672"/>
                    <a:pt x="1860" y="9672"/>
                  </a:cubicBezTo>
                  <a:lnTo>
                    <a:pt x="2395" y="9672"/>
                  </a:lnTo>
                  <a:cubicBezTo>
                    <a:pt x="2868" y="11405"/>
                    <a:pt x="4506" y="12665"/>
                    <a:pt x="6333" y="12665"/>
                  </a:cubicBezTo>
                  <a:cubicBezTo>
                    <a:pt x="8224" y="12665"/>
                    <a:pt x="9799" y="11405"/>
                    <a:pt x="10271" y="9672"/>
                  </a:cubicBezTo>
                  <a:lnTo>
                    <a:pt x="10838" y="9672"/>
                  </a:lnTo>
                  <a:cubicBezTo>
                    <a:pt x="11847" y="9672"/>
                    <a:pt x="12697" y="8822"/>
                    <a:pt x="12697" y="7813"/>
                  </a:cubicBezTo>
                  <a:cubicBezTo>
                    <a:pt x="12792" y="6301"/>
                    <a:pt x="12288" y="4883"/>
                    <a:pt x="11343" y="3749"/>
                  </a:cubicBezTo>
                  <a:cubicBezTo>
                    <a:pt x="10492" y="2678"/>
                    <a:pt x="9295" y="1954"/>
                    <a:pt x="8003" y="1638"/>
                  </a:cubicBezTo>
                  <a:cubicBezTo>
                    <a:pt x="8003" y="1575"/>
                    <a:pt x="7971" y="1512"/>
                    <a:pt x="7971" y="1481"/>
                  </a:cubicBezTo>
                  <a:lnTo>
                    <a:pt x="9421" y="1481"/>
                  </a:lnTo>
                  <a:cubicBezTo>
                    <a:pt x="9610" y="1481"/>
                    <a:pt x="9767" y="1323"/>
                    <a:pt x="9767" y="1103"/>
                  </a:cubicBezTo>
                  <a:cubicBezTo>
                    <a:pt x="9767" y="914"/>
                    <a:pt x="9610" y="756"/>
                    <a:pt x="9421" y="756"/>
                  </a:cubicBezTo>
                  <a:lnTo>
                    <a:pt x="7688" y="756"/>
                  </a:lnTo>
                  <a:cubicBezTo>
                    <a:pt x="7530" y="315"/>
                    <a:pt x="7089" y="0"/>
                    <a:pt x="66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62" name="Google Shape;16262;p84"/>
          <p:cNvGrpSpPr/>
          <p:nvPr/>
        </p:nvGrpSpPr>
        <p:grpSpPr>
          <a:xfrm>
            <a:off x="8871681" y="3882582"/>
            <a:ext cx="451687" cy="481453"/>
            <a:chOff x="-53288825" y="1903275"/>
            <a:chExt cx="298550" cy="318225"/>
          </a:xfrm>
        </p:grpSpPr>
        <p:sp>
          <p:nvSpPr>
            <p:cNvPr id="16263" name="Google Shape;16263;p84"/>
            <p:cNvSpPr/>
            <p:nvPr/>
          </p:nvSpPr>
          <p:spPr>
            <a:xfrm>
              <a:off x="-53214000" y="20529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7" y="694"/>
                    <a:pt x="726" y="536"/>
                    <a:pt x="726" y="347"/>
                  </a:cubicBezTo>
                  <a:cubicBezTo>
                    <a:pt x="726"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4" name="Google Shape;16264;p84"/>
            <p:cNvSpPr/>
            <p:nvPr/>
          </p:nvSpPr>
          <p:spPr>
            <a:xfrm>
              <a:off x="-53139175" y="205292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5" name="Google Shape;16265;p84"/>
            <p:cNvSpPr/>
            <p:nvPr/>
          </p:nvSpPr>
          <p:spPr>
            <a:xfrm>
              <a:off x="-53288825" y="1903275"/>
              <a:ext cx="298550" cy="318225"/>
            </a:xfrm>
            <a:custGeom>
              <a:avLst/>
              <a:gdLst/>
              <a:ahLst/>
              <a:cxnLst/>
              <a:rect l="l" t="t" r="r" b="b"/>
              <a:pathLst>
                <a:path w="11942" h="12729" extrusionOk="0">
                  <a:moveTo>
                    <a:pt x="4853" y="757"/>
                  </a:moveTo>
                  <a:cubicBezTo>
                    <a:pt x="6428" y="757"/>
                    <a:pt x="7846" y="1639"/>
                    <a:pt x="8507" y="2994"/>
                  </a:cubicBezTo>
                  <a:lnTo>
                    <a:pt x="1167" y="2994"/>
                  </a:lnTo>
                  <a:cubicBezTo>
                    <a:pt x="1891" y="1639"/>
                    <a:pt x="3277" y="757"/>
                    <a:pt x="4853" y="757"/>
                  </a:cubicBezTo>
                  <a:close/>
                  <a:moveTo>
                    <a:pt x="11185" y="2994"/>
                  </a:moveTo>
                  <a:lnTo>
                    <a:pt x="11185" y="3340"/>
                  </a:lnTo>
                  <a:cubicBezTo>
                    <a:pt x="11185" y="3971"/>
                    <a:pt x="10681" y="4443"/>
                    <a:pt x="10083" y="4443"/>
                  </a:cubicBezTo>
                  <a:lnTo>
                    <a:pt x="9736" y="4443"/>
                  </a:lnTo>
                  <a:lnTo>
                    <a:pt x="9736" y="4097"/>
                  </a:lnTo>
                  <a:cubicBezTo>
                    <a:pt x="9736" y="3466"/>
                    <a:pt x="10240" y="2994"/>
                    <a:pt x="10839" y="2994"/>
                  </a:cubicBezTo>
                  <a:close/>
                  <a:moveTo>
                    <a:pt x="3151" y="3750"/>
                  </a:moveTo>
                  <a:lnTo>
                    <a:pt x="3498" y="4475"/>
                  </a:lnTo>
                  <a:lnTo>
                    <a:pt x="789" y="4475"/>
                  </a:lnTo>
                  <a:cubicBezTo>
                    <a:pt x="820" y="4223"/>
                    <a:pt x="852" y="3971"/>
                    <a:pt x="946" y="3750"/>
                  </a:cubicBezTo>
                  <a:close/>
                  <a:moveTo>
                    <a:pt x="5735" y="3750"/>
                  </a:moveTo>
                  <a:lnTo>
                    <a:pt x="5357" y="4475"/>
                  </a:lnTo>
                  <a:lnTo>
                    <a:pt x="4317" y="4475"/>
                  </a:lnTo>
                  <a:lnTo>
                    <a:pt x="3971" y="3750"/>
                  </a:lnTo>
                  <a:close/>
                  <a:moveTo>
                    <a:pt x="8822" y="3750"/>
                  </a:moveTo>
                  <a:cubicBezTo>
                    <a:pt x="8885" y="3971"/>
                    <a:pt x="8948" y="4223"/>
                    <a:pt x="8980" y="4475"/>
                  </a:cubicBezTo>
                  <a:lnTo>
                    <a:pt x="6270" y="4475"/>
                  </a:lnTo>
                  <a:lnTo>
                    <a:pt x="6617" y="3750"/>
                  </a:lnTo>
                  <a:close/>
                  <a:moveTo>
                    <a:pt x="10083" y="5231"/>
                  </a:moveTo>
                  <a:cubicBezTo>
                    <a:pt x="10713" y="5231"/>
                    <a:pt x="11185" y="5703"/>
                    <a:pt x="11185" y="6333"/>
                  </a:cubicBezTo>
                  <a:lnTo>
                    <a:pt x="11185" y="6680"/>
                  </a:lnTo>
                  <a:lnTo>
                    <a:pt x="10839" y="6680"/>
                  </a:lnTo>
                  <a:cubicBezTo>
                    <a:pt x="10209" y="6680"/>
                    <a:pt x="9736" y="6176"/>
                    <a:pt x="9736" y="5577"/>
                  </a:cubicBezTo>
                  <a:lnTo>
                    <a:pt x="9736" y="5231"/>
                  </a:lnTo>
                  <a:close/>
                  <a:moveTo>
                    <a:pt x="8980" y="5231"/>
                  </a:moveTo>
                  <a:lnTo>
                    <a:pt x="8980" y="7531"/>
                  </a:lnTo>
                  <a:lnTo>
                    <a:pt x="789" y="7531"/>
                  </a:lnTo>
                  <a:lnTo>
                    <a:pt x="789" y="5231"/>
                  </a:lnTo>
                  <a:close/>
                  <a:moveTo>
                    <a:pt x="8948" y="8224"/>
                  </a:moveTo>
                  <a:cubicBezTo>
                    <a:pt x="8728" y="10366"/>
                    <a:pt x="6995" y="11973"/>
                    <a:pt x="4853" y="11973"/>
                  </a:cubicBezTo>
                  <a:cubicBezTo>
                    <a:pt x="2710" y="11973"/>
                    <a:pt x="946" y="10303"/>
                    <a:pt x="757" y="8224"/>
                  </a:cubicBezTo>
                  <a:close/>
                  <a:moveTo>
                    <a:pt x="4853" y="1"/>
                  </a:moveTo>
                  <a:cubicBezTo>
                    <a:pt x="2175" y="1"/>
                    <a:pt x="1" y="2175"/>
                    <a:pt x="1" y="4853"/>
                  </a:cubicBezTo>
                  <a:lnTo>
                    <a:pt x="1" y="7877"/>
                  </a:lnTo>
                  <a:cubicBezTo>
                    <a:pt x="1" y="10555"/>
                    <a:pt x="2175" y="12729"/>
                    <a:pt x="4853" y="12729"/>
                  </a:cubicBezTo>
                  <a:cubicBezTo>
                    <a:pt x="7531" y="12729"/>
                    <a:pt x="9704" y="10555"/>
                    <a:pt x="9704" y="7877"/>
                  </a:cubicBezTo>
                  <a:lnTo>
                    <a:pt x="9704" y="7090"/>
                  </a:lnTo>
                  <a:cubicBezTo>
                    <a:pt x="10020" y="7310"/>
                    <a:pt x="10398" y="7436"/>
                    <a:pt x="10807" y="7436"/>
                  </a:cubicBezTo>
                  <a:lnTo>
                    <a:pt x="11532" y="7436"/>
                  </a:lnTo>
                  <a:cubicBezTo>
                    <a:pt x="11752" y="7436"/>
                    <a:pt x="11878" y="7279"/>
                    <a:pt x="11878" y="7090"/>
                  </a:cubicBezTo>
                  <a:lnTo>
                    <a:pt x="11878" y="6333"/>
                  </a:lnTo>
                  <a:cubicBezTo>
                    <a:pt x="11878" y="5735"/>
                    <a:pt x="11626" y="5199"/>
                    <a:pt x="11154" y="4853"/>
                  </a:cubicBezTo>
                  <a:cubicBezTo>
                    <a:pt x="11658" y="4475"/>
                    <a:pt x="11941" y="3971"/>
                    <a:pt x="11941" y="3340"/>
                  </a:cubicBezTo>
                  <a:lnTo>
                    <a:pt x="11941" y="2584"/>
                  </a:lnTo>
                  <a:cubicBezTo>
                    <a:pt x="11941" y="2395"/>
                    <a:pt x="11784" y="2238"/>
                    <a:pt x="11563" y="2238"/>
                  </a:cubicBezTo>
                  <a:lnTo>
                    <a:pt x="10839" y="2238"/>
                  </a:lnTo>
                  <a:cubicBezTo>
                    <a:pt x="10240" y="2238"/>
                    <a:pt x="9704" y="2521"/>
                    <a:pt x="9326" y="2994"/>
                  </a:cubicBezTo>
                  <a:cubicBezTo>
                    <a:pt x="8602" y="1261"/>
                    <a:pt x="6838" y="1"/>
                    <a:pt x="485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66" name="Google Shape;16266;p84"/>
          <p:cNvGrpSpPr/>
          <p:nvPr/>
        </p:nvGrpSpPr>
        <p:grpSpPr>
          <a:xfrm>
            <a:off x="8856191" y="4484816"/>
            <a:ext cx="482664" cy="481453"/>
            <a:chOff x="-53299850" y="2294725"/>
            <a:chExt cx="319025" cy="318225"/>
          </a:xfrm>
        </p:grpSpPr>
        <p:sp>
          <p:nvSpPr>
            <p:cNvPr id="16267" name="Google Shape;16267;p84"/>
            <p:cNvSpPr/>
            <p:nvPr/>
          </p:nvSpPr>
          <p:spPr>
            <a:xfrm>
              <a:off x="-53175400" y="2526500"/>
              <a:ext cx="72475" cy="29750"/>
            </a:xfrm>
            <a:custGeom>
              <a:avLst/>
              <a:gdLst/>
              <a:ahLst/>
              <a:cxnLst/>
              <a:rect l="l" t="t" r="r" b="b"/>
              <a:pathLst>
                <a:path w="2899" h="1190" extrusionOk="0">
                  <a:moveTo>
                    <a:pt x="387" y="0"/>
                  </a:moveTo>
                  <a:cubicBezTo>
                    <a:pt x="292" y="0"/>
                    <a:pt x="205" y="39"/>
                    <a:pt x="158" y="118"/>
                  </a:cubicBezTo>
                  <a:cubicBezTo>
                    <a:pt x="1" y="276"/>
                    <a:pt x="1" y="496"/>
                    <a:pt x="158" y="622"/>
                  </a:cubicBezTo>
                  <a:cubicBezTo>
                    <a:pt x="505" y="969"/>
                    <a:pt x="977" y="1189"/>
                    <a:pt x="1450" y="1189"/>
                  </a:cubicBezTo>
                  <a:cubicBezTo>
                    <a:pt x="1922" y="1189"/>
                    <a:pt x="2427" y="969"/>
                    <a:pt x="2742" y="622"/>
                  </a:cubicBezTo>
                  <a:cubicBezTo>
                    <a:pt x="2899" y="465"/>
                    <a:pt x="2899" y="244"/>
                    <a:pt x="2742" y="118"/>
                  </a:cubicBezTo>
                  <a:cubicBezTo>
                    <a:pt x="2679" y="55"/>
                    <a:pt x="2592" y="24"/>
                    <a:pt x="2501" y="24"/>
                  </a:cubicBezTo>
                  <a:cubicBezTo>
                    <a:pt x="2411" y="24"/>
                    <a:pt x="2316" y="55"/>
                    <a:pt x="2238" y="118"/>
                  </a:cubicBezTo>
                  <a:cubicBezTo>
                    <a:pt x="2048" y="307"/>
                    <a:pt x="1733" y="433"/>
                    <a:pt x="1450" y="433"/>
                  </a:cubicBezTo>
                  <a:cubicBezTo>
                    <a:pt x="1166" y="433"/>
                    <a:pt x="851" y="307"/>
                    <a:pt x="662" y="118"/>
                  </a:cubicBezTo>
                  <a:cubicBezTo>
                    <a:pt x="584" y="39"/>
                    <a:pt x="481" y="0"/>
                    <a:pt x="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8" name="Google Shape;16268;p84"/>
            <p:cNvSpPr/>
            <p:nvPr/>
          </p:nvSpPr>
          <p:spPr>
            <a:xfrm>
              <a:off x="-53299850" y="2294725"/>
              <a:ext cx="319025" cy="318225"/>
            </a:xfrm>
            <a:custGeom>
              <a:avLst/>
              <a:gdLst/>
              <a:ahLst/>
              <a:cxnLst/>
              <a:rect l="l" t="t" r="r" b="b"/>
              <a:pathLst>
                <a:path w="12761" h="12729" extrusionOk="0">
                  <a:moveTo>
                    <a:pt x="6428" y="757"/>
                  </a:moveTo>
                  <a:cubicBezTo>
                    <a:pt x="8539" y="757"/>
                    <a:pt x="10335" y="2364"/>
                    <a:pt x="10524" y="4475"/>
                  </a:cubicBezTo>
                  <a:cubicBezTo>
                    <a:pt x="10492" y="4475"/>
                    <a:pt x="10398" y="4411"/>
                    <a:pt x="10366" y="4411"/>
                  </a:cubicBezTo>
                  <a:cubicBezTo>
                    <a:pt x="9090" y="4207"/>
                    <a:pt x="7759" y="4104"/>
                    <a:pt x="6428" y="4104"/>
                  </a:cubicBezTo>
                  <a:cubicBezTo>
                    <a:pt x="5097" y="4104"/>
                    <a:pt x="3766" y="4207"/>
                    <a:pt x="2490" y="4411"/>
                  </a:cubicBezTo>
                  <a:cubicBezTo>
                    <a:pt x="2458" y="4411"/>
                    <a:pt x="2364" y="4475"/>
                    <a:pt x="2332" y="4475"/>
                  </a:cubicBezTo>
                  <a:cubicBezTo>
                    <a:pt x="2521" y="2364"/>
                    <a:pt x="4286" y="757"/>
                    <a:pt x="6428" y="757"/>
                  </a:cubicBezTo>
                  <a:close/>
                  <a:moveTo>
                    <a:pt x="6404" y="4837"/>
                  </a:moveTo>
                  <a:cubicBezTo>
                    <a:pt x="7688" y="4837"/>
                    <a:pt x="8980" y="4947"/>
                    <a:pt x="10240" y="5168"/>
                  </a:cubicBezTo>
                  <a:cubicBezTo>
                    <a:pt x="10429" y="5199"/>
                    <a:pt x="10555" y="5357"/>
                    <a:pt x="10555" y="5514"/>
                  </a:cubicBezTo>
                  <a:lnTo>
                    <a:pt x="10555" y="6396"/>
                  </a:lnTo>
                  <a:cubicBezTo>
                    <a:pt x="10555" y="6995"/>
                    <a:pt x="10051" y="7499"/>
                    <a:pt x="9421" y="7499"/>
                  </a:cubicBezTo>
                  <a:lnTo>
                    <a:pt x="7436" y="7499"/>
                  </a:lnTo>
                  <a:cubicBezTo>
                    <a:pt x="7342" y="7499"/>
                    <a:pt x="7247" y="7467"/>
                    <a:pt x="7184" y="7373"/>
                  </a:cubicBezTo>
                  <a:lnTo>
                    <a:pt x="6648" y="6869"/>
                  </a:lnTo>
                  <a:cubicBezTo>
                    <a:pt x="6570" y="6790"/>
                    <a:pt x="6475" y="6751"/>
                    <a:pt x="6385" y="6751"/>
                  </a:cubicBezTo>
                  <a:cubicBezTo>
                    <a:pt x="6294" y="6751"/>
                    <a:pt x="6207" y="6790"/>
                    <a:pt x="6144" y="6869"/>
                  </a:cubicBezTo>
                  <a:lnTo>
                    <a:pt x="5640" y="7373"/>
                  </a:lnTo>
                  <a:cubicBezTo>
                    <a:pt x="5546" y="7467"/>
                    <a:pt x="5483" y="7499"/>
                    <a:pt x="5357" y="7499"/>
                  </a:cubicBezTo>
                  <a:lnTo>
                    <a:pt x="3403" y="7499"/>
                  </a:lnTo>
                  <a:cubicBezTo>
                    <a:pt x="2773" y="7499"/>
                    <a:pt x="2301" y="6995"/>
                    <a:pt x="2301" y="6396"/>
                  </a:cubicBezTo>
                  <a:lnTo>
                    <a:pt x="2301" y="5514"/>
                  </a:lnTo>
                  <a:cubicBezTo>
                    <a:pt x="2301" y="5325"/>
                    <a:pt x="2395" y="5168"/>
                    <a:pt x="2616" y="5168"/>
                  </a:cubicBezTo>
                  <a:cubicBezTo>
                    <a:pt x="3844" y="4947"/>
                    <a:pt x="5120" y="4837"/>
                    <a:pt x="6404" y="4837"/>
                  </a:cubicBezTo>
                  <a:close/>
                  <a:moveTo>
                    <a:pt x="1545" y="5451"/>
                  </a:moveTo>
                  <a:lnTo>
                    <a:pt x="1545" y="5483"/>
                  </a:lnTo>
                  <a:lnTo>
                    <a:pt x="1545" y="6333"/>
                  </a:lnTo>
                  <a:cubicBezTo>
                    <a:pt x="1545" y="6932"/>
                    <a:pt x="1828" y="7499"/>
                    <a:pt x="2301" y="7846"/>
                  </a:cubicBezTo>
                  <a:lnTo>
                    <a:pt x="2301" y="8192"/>
                  </a:lnTo>
                  <a:cubicBezTo>
                    <a:pt x="1450" y="8192"/>
                    <a:pt x="789" y="7530"/>
                    <a:pt x="789" y="6711"/>
                  </a:cubicBezTo>
                  <a:cubicBezTo>
                    <a:pt x="789" y="6207"/>
                    <a:pt x="1104" y="5735"/>
                    <a:pt x="1545" y="5451"/>
                  </a:cubicBezTo>
                  <a:close/>
                  <a:moveTo>
                    <a:pt x="11311" y="5483"/>
                  </a:moveTo>
                  <a:cubicBezTo>
                    <a:pt x="11752" y="5766"/>
                    <a:pt x="12067" y="6239"/>
                    <a:pt x="12067" y="6774"/>
                  </a:cubicBezTo>
                  <a:cubicBezTo>
                    <a:pt x="12004" y="7562"/>
                    <a:pt x="11343" y="8255"/>
                    <a:pt x="10555" y="8255"/>
                  </a:cubicBezTo>
                  <a:lnTo>
                    <a:pt x="10555" y="7877"/>
                  </a:lnTo>
                  <a:cubicBezTo>
                    <a:pt x="10996" y="7530"/>
                    <a:pt x="11311" y="7026"/>
                    <a:pt x="11311" y="6396"/>
                  </a:cubicBezTo>
                  <a:lnTo>
                    <a:pt x="11311" y="5514"/>
                  </a:lnTo>
                  <a:lnTo>
                    <a:pt x="11311" y="5483"/>
                  </a:lnTo>
                  <a:close/>
                  <a:moveTo>
                    <a:pt x="1545" y="8885"/>
                  </a:moveTo>
                  <a:cubicBezTo>
                    <a:pt x="1765" y="8948"/>
                    <a:pt x="2017" y="8980"/>
                    <a:pt x="2301" y="8980"/>
                  </a:cubicBezTo>
                  <a:cubicBezTo>
                    <a:pt x="2332" y="9515"/>
                    <a:pt x="2490" y="10019"/>
                    <a:pt x="2710" y="10492"/>
                  </a:cubicBezTo>
                  <a:lnTo>
                    <a:pt x="1891" y="10492"/>
                  </a:lnTo>
                  <a:cubicBezTo>
                    <a:pt x="1702" y="10492"/>
                    <a:pt x="1545" y="10334"/>
                    <a:pt x="1545" y="10145"/>
                  </a:cubicBezTo>
                  <a:lnTo>
                    <a:pt x="1545" y="8885"/>
                  </a:lnTo>
                  <a:close/>
                  <a:moveTo>
                    <a:pt x="6428" y="7688"/>
                  </a:moveTo>
                  <a:lnTo>
                    <a:pt x="6711" y="7972"/>
                  </a:lnTo>
                  <a:cubicBezTo>
                    <a:pt x="6900" y="8161"/>
                    <a:pt x="7216" y="8287"/>
                    <a:pt x="7499" y="8287"/>
                  </a:cubicBezTo>
                  <a:lnTo>
                    <a:pt x="9452" y="8287"/>
                  </a:lnTo>
                  <a:cubicBezTo>
                    <a:pt x="9578" y="8287"/>
                    <a:pt x="9704" y="8287"/>
                    <a:pt x="9799" y="8255"/>
                  </a:cubicBezTo>
                  <a:lnTo>
                    <a:pt x="9799" y="8633"/>
                  </a:lnTo>
                  <a:cubicBezTo>
                    <a:pt x="9799" y="10492"/>
                    <a:pt x="8287" y="11973"/>
                    <a:pt x="6428" y="11973"/>
                  </a:cubicBezTo>
                  <a:cubicBezTo>
                    <a:pt x="5609" y="11973"/>
                    <a:pt x="4853" y="11721"/>
                    <a:pt x="4254" y="11185"/>
                  </a:cubicBezTo>
                  <a:lnTo>
                    <a:pt x="4916" y="11185"/>
                  </a:lnTo>
                  <a:cubicBezTo>
                    <a:pt x="5136" y="11185"/>
                    <a:pt x="5294" y="11028"/>
                    <a:pt x="5294" y="10838"/>
                  </a:cubicBezTo>
                  <a:cubicBezTo>
                    <a:pt x="5294" y="10649"/>
                    <a:pt x="5136" y="10492"/>
                    <a:pt x="4916" y="10492"/>
                  </a:cubicBezTo>
                  <a:lnTo>
                    <a:pt x="3592" y="10492"/>
                  </a:lnTo>
                  <a:cubicBezTo>
                    <a:pt x="3246" y="9925"/>
                    <a:pt x="3025" y="9295"/>
                    <a:pt x="3025" y="8633"/>
                  </a:cubicBezTo>
                  <a:lnTo>
                    <a:pt x="3025" y="8255"/>
                  </a:lnTo>
                  <a:cubicBezTo>
                    <a:pt x="3151" y="8287"/>
                    <a:pt x="3277" y="8287"/>
                    <a:pt x="3403" y="8287"/>
                  </a:cubicBezTo>
                  <a:lnTo>
                    <a:pt x="5357" y="8287"/>
                  </a:lnTo>
                  <a:cubicBezTo>
                    <a:pt x="5672" y="8287"/>
                    <a:pt x="5955" y="8161"/>
                    <a:pt x="6144" y="7972"/>
                  </a:cubicBezTo>
                  <a:lnTo>
                    <a:pt x="6428" y="7688"/>
                  </a:lnTo>
                  <a:close/>
                  <a:moveTo>
                    <a:pt x="6396" y="1"/>
                  </a:moveTo>
                  <a:cubicBezTo>
                    <a:pt x="3781" y="1"/>
                    <a:pt x="1671" y="2112"/>
                    <a:pt x="1513" y="4632"/>
                  </a:cubicBezTo>
                  <a:cubicBezTo>
                    <a:pt x="631" y="4947"/>
                    <a:pt x="1" y="5766"/>
                    <a:pt x="1" y="6743"/>
                  </a:cubicBezTo>
                  <a:cubicBezTo>
                    <a:pt x="1" y="7404"/>
                    <a:pt x="284" y="8003"/>
                    <a:pt x="757" y="8413"/>
                  </a:cubicBezTo>
                  <a:lnTo>
                    <a:pt x="757" y="10082"/>
                  </a:lnTo>
                  <a:cubicBezTo>
                    <a:pt x="757" y="10712"/>
                    <a:pt x="1261" y="11185"/>
                    <a:pt x="1860" y="11185"/>
                  </a:cubicBezTo>
                  <a:lnTo>
                    <a:pt x="3151" y="11185"/>
                  </a:lnTo>
                  <a:cubicBezTo>
                    <a:pt x="3939" y="12130"/>
                    <a:pt x="5073" y="12729"/>
                    <a:pt x="6365" y="12729"/>
                  </a:cubicBezTo>
                  <a:cubicBezTo>
                    <a:pt x="8507" y="12729"/>
                    <a:pt x="10303" y="11028"/>
                    <a:pt x="10429" y="8980"/>
                  </a:cubicBezTo>
                  <a:cubicBezTo>
                    <a:pt x="11658" y="8980"/>
                    <a:pt x="12697" y="8003"/>
                    <a:pt x="12697" y="6743"/>
                  </a:cubicBezTo>
                  <a:cubicBezTo>
                    <a:pt x="12760" y="5798"/>
                    <a:pt x="12162" y="4947"/>
                    <a:pt x="11280" y="4632"/>
                  </a:cubicBezTo>
                  <a:cubicBezTo>
                    <a:pt x="11154" y="2049"/>
                    <a:pt x="9011" y="1"/>
                    <a:pt x="63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69" name="Google Shape;16269;p84"/>
          <p:cNvGrpSpPr/>
          <p:nvPr/>
        </p:nvGrpSpPr>
        <p:grpSpPr>
          <a:xfrm>
            <a:off x="8886582" y="5109429"/>
            <a:ext cx="421881" cy="480281"/>
            <a:chOff x="-53278575" y="2687750"/>
            <a:chExt cx="278850" cy="317450"/>
          </a:xfrm>
        </p:grpSpPr>
        <p:sp>
          <p:nvSpPr>
            <p:cNvPr id="16270" name="Google Shape;16270;p84"/>
            <p:cNvSpPr/>
            <p:nvPr/>
          </p:nvSpPr>
          <p:spPr>
            <a:xfrm>
              <a:off x="-53175400" y="2919525"/>
              <a:ext cx="71700" cy="28950"/>
            </a:xfrm>
            <a:custGeom>
              <a:avLst/>
              <a:gdLst/>
              <a:ahLst/>
              <a:cxnLst/>
              <a:rect l="l" t="t" r="r" b="b"/>
              <a:pathLst>
                <a:path w="2868" h="1158" extrusionOk="0">
                  <a:moveTo>
                    <a:pt x="351" y="0"/>
                  </a:moveTo>
                  <a:cubicBezTo>
                    <a:pt x="253" y="0"/>
                    <a:pt x="158" y="39"/>
                    <a:pt x="95" y="118"/>
                  </a:cubicBezTo>
                  <a:cubicBezTo>
                    <a:pt x="1" y="213"/>
                    <a:pt x="1" y="465"/>
                    <a:pt x="95" y="622"/>
                  </a:cubicBezTo>
                  <a:cubicBezTo>
                    <a:pt x="473" y="969"/>
                    <a:pt x="946" y="1158"/>
                    <a:pt x="1418" y="1158"/>
                  </a:cubicBezTo>
                  <a:cubicBezTo>
                    <a:pt x="1891" y="1158"/>
                    <a:pt x="2395" y="969"/>
                    <a:pt x="2710" y="622"/>
                  </a:cubicBezTo>
                  <a:cubicBezTo>
                    <a:pt x="2868" y="465"/>
                    <a:pt x="2868" y="213"/>
                    <a:pt x="2710" y="118"/>
                  </a:cubicBezTo>
                  <a:cubicBezTo>
                    <a:pt x="2631" y="39"/>
                    <a:pt x="2529" y="0"/>
                    <a:pt x="2434" y="0"/>
                  </a:cubicBezTo>
                  <a:cubicBezTo>
                    <a:pt x="2340" y="0"/>
                    <a:pt x="2253" y="39"/>
                    <a:pt x="2206" y="118"/>
                  </a:cubicBezTo>
                  <a:cubicBezTo>
                    <a:pt x="1985" y="307"/>
                    <a:pt x="1670" y="433"/>
                    <a:pt x="1418" y="433"/>
                  </a:cubicBezTo>
                  <a:cubicBezTo>
                    <a:pt x="1135" y="433"/>
                    <a:pt x="820" y="307"/>
                    <a:pt x="631" y="118"/>
                  </a:cubicBezTo>
                  <a:cubicBezTo>
                    <a:pt x="552" y="39"/>
                    <a:pt x="450" y="0"/>
                    <a:pt x="3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1" name="Google Shape;16271;p84"/>
            <p:cNvSpPr/>
            <p:nvPr/>
          </p:nvSpPr>
          <p:spPr>
            <a:xfrm>
              <a:off x="-53185625"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2" name="Google Shape;16272;p84"/>
            <p:cNvSpPr/>
            <p:nvPr/>
          </p:nvSpPr>
          <p:spPr>
            <a:xfrm>
              <a:off x="-5311080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3" name="Google Shape;16273;p84"/>
            <p:cNvSpPr/>
            <p:nvPr/>
          </p:nvSpPr>
          <p:spPr>
            <a:xfrm>
              <a:off x="-53278575" y="2687750"/>
              <a:ext cx="278850" cy="317450"/>
            </a:xfrm>
            <a:custGeom>
              <a:avLst/>
              <a:gdLst/>
              <a:ahLst/>
              <a:cxnLst/>
              <a:rect l="l" t="t" r="r" b="b"/>
              <a:pathLst>
                <a:path w="11154" h="12698" extrusionOk="0">
                  <a:moveTo>
                    <a:pt x="5577" y="725"/>
                  </a:moveTo>
                  <a:cubicBezTo>
                    <a:pt x="6112" y="725"/>
                    <a:pt x="6554" y="1103"/>
                    <a:pt x="6680" y="1607"/>
                  </a:cubicBezTo>
                  <a:cubicBezTo>
                    <a:pt x="6333" y="1544"/>
                    <a:pt x="5955" y="1450"/>
                    <a:pt x="5577" y="1450"/>
                  </a:cubicBezTo>
                  <a:cubicBezTo>
                    <a:pt x="5167" y="1450"/>
                    <a:pt x="4821" y="1513"/>
                    <a:pt x="4474" y="1607"/>
                  </a:cubicBezTo>
                  <a:cubicBezTo>
                    <a:pt x="4600" y="1072"/>
                    <a:pt x="5010" y="725"/>
                    <a:pt x="5577" y="725"/>
                  </a:cubicBezTo>
                  <a:close/>
                  <a:moveTo>
                    <a:pt x="5577" y="2206"/>
                  </a:moveTo>
                  <a:cubicBezTo>
                    <a:pt x="7373" y="2206"/>
                    <a:pt x="8853" y="3624"/>
                    <a:pt x="8916" y="5451"/>
                  </a:cubicBezTo>
                  <a:lnTo>
                    <a:pt x="8066" y="4569"/>
                  </a:lnTo>
                  <a:cubicBezTo>
                    <a:pt x="7995" y="4498"/>
                    <a:pt x="7904" y="4457"/>
                    <a:pt x="7811" y="4457"/>
                  </a:cubicBezTo>
                  <a:cubicBezTo>
                    <a:pt x="7737" y="4457"/>
                    <a:pt x="7662" y="4482"/>
                    <a:pt x="7593" y="4537"/>
                  </a:cubicBezTo>
                  <a:cubicBezTo>
                    <a:pt x="6979" y="4947"/>
                    <a:pt x="6270" y="5152"/>
                    <a:pt x="5561" y="5152"/>
                  </a:cubicBezTo>
                  <a:cubicBezTo>
                    <a:pt x="4852" y="5152"/>
                    <a:pt x="4143" y="4947"/>
                    <a:pt x="3529" y="4537"/>
                  </a:cubicBezTo>
                  <a:cubicBezTo>
                    <a:pt x="3460" y="4482"/>
                    <a:pt x="3385" y="4457"/>
                    <a:pt x="3312" y="4457"/>
                  </a:cubicBezTo>
                  <a:cubicBezTo>
                    <a:pt x="3218" y="4457"/>
                    <a:pt x="3127" y="4498"/>
                    <a:pt x="3056" y="4569"/>
                  </a:cubicBezTo>
                  <a:lnTo>
                    <a:pt x="2174" y="5451"/>
                  </a:lnTo>
                  <a:cubicBezTo>
                    <a:pt x="2300" y="3624"/>
                    <a:pt x="3750" y="2206"/>
                    <a:pt x="5577" y="2206"/>
                  </a:cubicBezTo>
                  <a:close/>
                  <a:moveTo>
                    <a:pt x="1481" y="6711"/>
                  </a:moveTo>
                  <a:lnTo>
                    <a:pt x="1481" y="8192"/>
                  </a:lnTo>
                  <a:cubicBezTo>
                    <a:pt x="1040" y="8192"/>
                    <a:pt x="725" y="7845"/>
                    <a:pt x="725" y="7436"/>
                  </a:cubicBezTo>
                  <a:cubicBezTo>
                    <a:pt x="725" y="7058"/>
                    <a:pt x="1072" y="6711"/>
                    <a:pt x="1481" y="6711"/>
                  </a:cubicBezTo>
                  <a:close/>
                  <a:moveTo>
                    <a:pt x="9673" y="6711"/>
                  </a:moveTo>
                  <a:cubicBezTo>
                    <a:pt x="10051" y="6711"/>
                    <a:pt x="10429" y="7026"/>
                    <a:pt x="10429" y="7436"/>
                  </a:cubicBezTo>
                  <a:cubicBezTo>
                    <a:pt x="10429" y="7845"/>
                    <a:pt x="10051" y="8192"/>
                    <a:pt x="9673" y="8192"/>
                  </a:cubicBezTo>
                  <a:lnTo>
                    <a:pt x="9673" y="6711"/>
                  </a:lnTo>
                  <a:close/>
                  <a:moveTo>
                    <a:pt x="1576" y="9452"/>
                  </a:moveTo>
                  <a:cubicBezTo>
                    <a:pt x="1796" y="10460"/>
                    <a:pt x="2395" y="11342"/>
                    <a:pt x="3214" y="11941"/>
                  </a:cubicBezTo>
                  <a:lnTo>
                    <a:pt x="725" y="11941"/>
                  </a:lnTo>
                  <a:cubicBezTo>
                    <a:pt x="788" y="11027"/>
                    <a:pt x="1072" y="10208"/>
                    <a:pt x="1576" y="9452"/>
                  </a:cubicBezTo>
                  <a:close/>
                  <a:moveTo>
                    <a:pt x="7751" y="5294"/>
                  </a:moveTo>
                  <a:lnTo>
                    <a:pt x="8916" y="6459"/>
                  </a:lnTo>
                  <a:lnTo>
                    <a:pt x="8916" y="8539"/>
                  </a:lnTo>
                  <a:cubicBezTo>
                    <a:pt x="8916" y="10397"/>
                    <a:pt x="7436" y="11941"/>
                    <a:pt x="5577" y="11941"/>
                  </a:cubicBezTo>
                  <a:cubicBezTo>
                    <a:pt x="3718" y="11941"/>
                    <a:pt x="2237" y="10397"/>
                    <a:pt x="2237" y="8539"/>
                  </a:cubicBezTo>
                  <a:lnTo>
                    <a:pt x="2237" y="6459"/>
                  </a:lnTo>
                  <a:lnTo>
                    <a:pt x="2174" y="6459"/>
                  </a:lnTo>
                  <a:lnTo>
                    <a:pt x="3372" y="5294"/>
                  </a:lnTo>
                  <a:cubicBezTo>
                    <a:pt x="4033" y="5687"/>
                    <a:pt x="4781" y="5884"/>
                    <a:pt x="5538" y="5884"/>
                  </a:cubicBezTo>
                  <a:cubicBezTo>
                    <a:pt x="6294" y="5884"/>
                    <a:pt x="7058" y="5687"/>
                    <a:pt x="7751" y="5294"/>
                  </a:cubicBezTo>
                  <a:close/>
                  <a:moveTo>
                    <a:pt x="9547" y="9452"/>
                  </a:moveTo>
                  <a:cubicBezTo>
                    <a:pt x="10051" y="10177"/>
                    <a:pt x="10334" y="11027"/>
                    <a:pt x="10366" y="11941"/>
                  </a:cubicBezTo>
                  <a:lnTo>
                    <a:pt x="7908" y="11941"/>
                  </a:lnTo>
                  <a:cubicBezTo>
                    <a:pt x="8727" y="11342"/>
                    <a:pt x="9326" y="10492"/>
                    <a:pt x="9547" y="9452"/>
                  </a:cubicBezTo>
                  <a:close/>
                  <a:moveTo>
                    <a:pt x="5577" y="1"/>
                  </a:moveTo>
                  <a:cubicBezTo>
                    <a:pt x="4506" y="1"/>
                    <a:pt x="3687" y="851"/>
                    <a:pt x="3718" y="1923"/>
                  </a:cubicBezTo>
                  <a:cubicBezTo>
                    <a:pt x="2395" y="2584"/>
                    <a:pt x="1481" y="4002"/>
                    <a:pt x="1481" y="5577"/>
                  </a:cubicBezTo>
                  <a:lnTo>
                    <a:pt x="1481" y="5955"/>
                  </a:lnTo>
                  <a:cubicBezTo>
                    <a:pt x="662" y="5955"/>
                    <a:pt x="1" y="6617"/>
                    <a:pt x="1" y="7436"/>
                  </a:cubicBezTo>
                  <a:cubicBezTo>
                    <a:pt x="1" y="8097"/>
                    <a:pt x="442" y="8696"/>
                    <a:pt x="1103" y="8885"/>
                  </a:cubicBezTo>
                  <a:cubicBezTo>
                    <a:pt x="379" y="9862"/>
                    <a:pt x="1" y="11027"/>
                    <a:pt x="1" y="12225"/>
                  </a:cubicBezTo>
                  <a:lnTo>
                    <a:pt x="1" y="12319"/>
                  </a:lnTo>
                  <a:cubicBezTo>
                    <a:pt x="1" y="12540"/>
                    <a:pt x="127" y="12697"/>
                    <a:pt x="347" y="12697"/>
                  </a:cubicBezTo>
                  <a:lnTo>
                    <a:pt x="10775" y="12697"/>
                  </a:lnTo>
                  <a:cubicBezTo>
                    <a:pt x="10964" y="12697"/>
                    <a:pt x="11122" y="12540"/>
                    <a:pt x="11122" y="12319"/>
                  </a:cubicBezTo>
                  <a:lnTo>
                    <a:pt x="11122" y="12225"/>
                  </a:lnTo>
                  <a:cubicBezTo>
                    <a:pt x="11122" y="11027"/>
                    <a:pt x="10744" y="9862"/>
                    <a:pt x="10019" y="8885"/>
                  </a:cubicBezTo>
                  <a:cubicBezTo>
                    <a:pt x="10681" y="8696"/>
                    <a:pt x="11153" y="8129"/>
                    <a:pt x="11153" y="7436"/>
                  </a:cubicBezTo>
                  <a:cubicBezTo>
                    <a:pt x="11153" y="6617"/>
                    <a:pt x="10492" y="5955"/>
                    <a:pt x="9673" y="5955"/>
                  </a:cubicBezTo>
                  <a:lnTo>
                    <a:pt x="9673" y="5577"/>
                  </a:lnTo>
                  <a:cubicBezTo>
                    <a:pt x="9673" y="3970"/>
                    <a:pt x="8759" y="2584"/>
                    <a:pt x="7436" y="1923"/>
                  </a:cubicBezTo>
                  <a:cubicBezTo>
                    <a:pt x="7467" y="851"/>
                    <a:pt x="6585"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74" name="Google Shape;16274;p84"/>
          <p:cNvGrpSpPr/>
          <p:nvPr/>
        </p:nvGrpSpPr>
        <p:grpSpPr>
          <a:xfrm>
            <a:off x="10648440" y="5109012"/>
            <a:ext cx="482664" cy="483080"/>
            <a:chOff x="-52101875" y="2687475"/>
            <a:chExt cx="319025" cy="319300"/>
          </a:xfrm>
        </p:grpSpPr>
        <p:sp>
          <p:nvSpPr>
            <p:cNvPr id="16275" name="Google Shape;16275;p84"/>
            <p:cNvSpPr/>
            <p:nvPr/>
          </p:nvSpPr>
          <p:spPr>
            <a:xfrm>
              <a:off x="-519782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1"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6" name="Google Shape;16276;p84"/>
            <p:cNvSpPr/>
            <p:nvPr/>
          </p:nvSpPr>
          <p:spPr>
            <a:xfrm>
              <a:off x="-51988450" y="2857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7" name="Google Shape;16277;p84"/>
            <p:cNvSpPr/>
            <p:nvPr/>
          </p:nvSpPr>
          <p:spPr>
            <a:xfrm>
              <a:off x="-51913625" y="28571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8" name="Google Shape;16278;p84"/>
            <p:cNvSpPr/>
            <p:nvPr/>
          </p:nvSpPr>
          <p:spPr>
            <a:xfrm>
              <a:off x="-52101875" y="2687475"/>
              <a:ext cx="319025" cy="319300"/>
            </a:xfrm>
            <a:custGeom>
              <a:avLst/>
              <a:gdLst/>
              <a:ahLst/>
              <a:cxnLst/>
              <a:rect l="l" t="t" r="r" b="b"/>
              <a:pathLst>
                <a:path w="12761" h="12772" extrusionOk="0">
                  <a:moveTo>
                    <a:pt x="788" y="1398"/>
                  </a:moveTo>
                  <a:cubicBezTo>
                    <a:pt x="1324" y="1902"/>
                    <a:pt x="1954" y="2312"/>
                    <a:pt x="2616" y="2564"/>
                  </a:cubicBezTo>
                  <a:cubicBezTo>
                    <a:pt x="2458" y="2942"/>
                    <a:pt x="2364" y="3288"/>
                    <a:pt x="2332" y="3666"/>
                  </a:cubicBezTo>
                  <a:cubicBezTo>
                    <a:pt x="1419" y="3572"/>
                    <a:pt x="788" y="2784"/>
                    <a:pt x="788" y="1871"/>
                  </a:cubicBezTo>
                  <a:lnTo>
                    <a:pt x="788" y="1398"/>
                  </a:lnTo>
                  <a:close/>
                  <a:moveTo>
                    <a:pt x="5294" y="957"/>
                  </a:moveTo>
                  <a:lnTo>
                    <a:pt x="5294" y="3761"/>
                  </a:lnTo>
                  <a:lnTo>
                    <a:pt x="3088" y="3761"/>
                  </a:lnTo>
                  <a:cubicBezTo>
                    <a:pt x="3214" y="2469"/>
                    <a:pt x="4097" y="1366"/>
                    <a:pt x="5294" y="957"/>
                  </a:cubicBezTo>
                  <a:close/>
                  <a:moveTo>
                    <a:pt x="7531" y="957"/>
                  </a:moveTo>
                  <a:cubicBezTo>
                    <a:pt x="8728" y="1366"/>
                    <a:pt x="9578" y="2469"/>
                    <a:pt x="9736" y="3761"/>
                  </a:cubicBezTo>
                  <a:lnTo>
                    <a:pt x="7531" y="3761"/>
                  </a:lnTo>
                  <a:lnTo>
                    <a:pt x="7531" y="957"/>
                  </a:lnTo>
                  <a:close/>
                  <a:moveTo>
                    <a:pt x="12036" y="1429"/>
                  </a:moveTo>
                  <a:lnTo>
                    <a:pt x="12036" y="1902"/>
                  </a:lnTo>
                  <a:cubicBezTo>
                    <a:pt x="12036" y="2816"/>
                    <a:pt x="11343" y="3572"/>
                    <a:pt x="10492" y="3761"/>
                  </a:cubicBezTo>
                  <a:cubicBezTo>
                    <a:pt x="10461" y="3351"/>
                    <a:pt x="10366" y="3005"/>
                    <a:pt x="10208" y="2658"/>
                  </a:cubicBezTo>
                  <a:cubicBezTo>
                    <a:pt x="10870" y="2343"/>
                    <a:pt x="11500" y="1902"/>
                    <a:pt x="12036" y="1429"/>
                  </a:cubicBezTo>
                  <a:close/>
                  <a:moveTo>
                    <a:pt x="6302" y="736"/>
                  </a:moveTo>
                  <a:cubicBezTo>
                    <a:pt x="6428" y="736"/>
                    <a:pt x="6680" y="768"/>
                    <a:pt x="6774" y="768"/>
                  </a:cubicBezTo>
                  <a:lnTo>
                    <a:pt x="6774" y="4107"/>
                  </a:lnTo>
                  <a:cubicBezTo>
                    <a:pt x="6774" y="4296"/>
                    <a:pt x="6932" y="4454"/>
                    <a:pt x="7152" y="4454"/>
                  </a:cubicBezTo>
                  <a:lnTo>
                    <a:pt x="9736" y="4454"/>
                  </a:lnTo>
                  <a:lnTo>
                    <a:pt x="9736" y="5242"/>
                  </a:lnTo>
                  <a:lnTo>
                    <a:pt x="2994" y="5242"/>
                  </a:lnTo>
                  <a:lnTo>
                    <a:pt x="2994" y="4454"/>
                  </a:lnTo>
                  <a:lnTo>
                    <a:pt x="5609" y="4454"/>
                  </a:lnTo>
                  <a:cubicBezTo>
                    <a:pt x="5798" y="4454"/>
                    <a:pt x="5955" y="4296"/>
                    <a:pt x="5955" y="4107"/>
                  </a:cubicBezTo>
                  <a:lnTo>
                    <a:pt x="5955" y="768"/>
                  </a:lnTo>
                  <a:cubicBezTo>
                    <a:pt x="6081" y="768"/>
                    <a:pt x="6207" y="736"/>
                    <a:pt x="6302" y="736"/>
                  </a:cubicBezTo>
                  <a:close/>
                  <a:moveTo>
                    <a:pt x="2301" y="6785"/>
                  </a:moveTo>
                  <a:lnTo>
                    <a:pt x="2301" y="8297"/>
                  </a:lnTo>
                  <a:cubicBezTo>
                    <a:pt x="1891" y="8297"/>
                    <a:pt x="1545" y="7919"/>
                    <a:pt x="1545" y="7541"/>
                  </a:cubicBezTo>
                  <a:cubicBezTo>
                    <a:pt x="1545" y="7132"/>
                    <a:pt x="1891" y="6785"/>
                    <a:pt x="2301" y="6785"/>
                  </a:cubicBezTo>
                  <a:close/>
                  <a:moveTo>
                    <a:pt x="9767" y="6029"/>
                  </a:moveTo>
                  <a:lnTo>
                    <a:pt x="9767" y="8297"/>
                  </a:lnTo>
                  <a:lnTo>
                    <a:pt x="8759" y="8297"/>
                  </a:lnTo>
                  <a:cubicBezTo>
                    <a:pt x="8035" y="7841"/>
                    <a:pt x="7215" y="7612"/>
                    <a:pt x="6400" y="7612"/>
                  </a:cubicBezTo>
                  <a:cubicBezTo>
                    <a:pt x="5585" y="7612"/>
                    <a:pt x="4774" y="7841"/>
                    <a:pt x="4065" y="8297"/>
                  </a:cubicBezTo>
                  <a:lnTo>
                    <a:pt x="3057" y="8297"/>
                  </a:lnTo>
                  <a:lnTo>
                    <a:pt x="3057" y="6029"/>
                  </a:lnTo>
                  <a:close/>
                  <a:moveTo>
                    <a:pt x="10524" y="6785"/>
                  </a:moveTo>
                  <a:cubicBezTo>
                    <a:pt x="10933" y="6785"/>
                    <a:pt x="11280" y="7100"/>
                    <a:pt x="11280" y="7541"/>
                  </a:cubicBezTo>
                  <a:cubicBezTo>
                    <a:pt x="11280" y="7919"/>
                    <a:pt x="10933" y="8297"/>
                    <a:pt x="10524" y="8297"/>
                  </a:cubicBezTo>
                  <a:lnTo>
                    <a:pt x="10524" y="6785"/>
                  </a:lnTo>
                  <a:close/>
                  <a:moveTo>
                    <a:pt x="6381" y="8290"/>
                  </a:moveTo>
                  <a:cubicBezTo>
                    <a:pt x="7089" y="8290"/>
                    <a:pt x="7798" y="8502"/>
                    <a:pt x="8413" y="8928"/>
                  </a:cubicBezTo>
                  <a:cubicBezTo>
                    <a:pt x="8476" y="8959"/>
                    <a:pt x="8507" y="8991"/>
                    <a:pt x="8602" y="8991"/>
                  </a:cubicBezTo>
                  <a:lnTo>
                    <a:pt x="9704" y="8991"/>
                  </a:lnTo>
                  <a:cubicBezTo>
                    <a:pt x="9547" y="10692"/>
                    <a:pt x="8129" y="11984"/>
                    <a:pt x="6396" y="11984"/>
                  </a:cubicBezTo>
                  <a:cubicBezTo>
                    <a:pt x="4664" y="11984"/>
                    <a:pt x="3246" y="10692"/>
                    <a:pt x="3057" y="8991"/>
                  </a:cubicBezTo>
                  <a:lnTo>
                    <a:pt x="4160" y="8991"/>
                  </a:lnTo>
                  <a:cubicBezTo>
                    <a:pt x="4223" y="8991"/>
                    <a:pt x="4317" y="8959"/>
                    <a:pt x="4349" y="8928"/>
                  </a:cubicBezTo>
                  <a:cubicBezTo>
                    <a:pt x="4963" y="8502"/>
                    <a:pt x="5672" y="8290"/>
                    <a:pt x="6381" y="8290"/>
                  </a:cubicBezTo>
                  <a:close/>
                  <a:moveTo>
                    <a:pt x="12402" y="1"/>
                  </a:moveTo>
                  <a:cubicBezTo>
                    <a:pt x="12282" y="1"/>
                    <a:pt x="12165" y="47"/>
                    <a:pt x="12067" y="169"/>
                  </a:cubicBezTo>
                  <a:cubicBezTo>
                    <a:pt x="11563" y="957"/>
                    <a:pt x="10776" y="1587"/>
                    <a:pt x="9862" y="1934"/>
                  </a:cubicBezTo>
                  <a:cubicBezTo>
                    <a:pt x="9106" y="768"/>
                    <a:pt x="7814" y="12"/>
                    <a:pt x="6396" y="12"/>
                  </a:cubicBezTo>
                  <a:cubicBezTo>
                    <a:pt x="4979" y="12"/>
                    <a:pt x="3687" y="768"/>
                    <a:pt x="2931" y="1934"/>
                  </a:cubicBezTo>
                  <a:cubicBezTo>
                    <a:pt x="2017" y="1587"/>
                    <a:pt x="1230" y="957"/>
                    <a:pt x="725" y="169"/>
                  </a:cubicBezTo>
                  <a:cubicBezTo>
                    <a:pt x="647" y="65"/>
                    <a:pt x="504" y="4"/>
                    <a:pt x="368" y="4"/>
                  </a:cubicBezTo>
                  <a:cubicBezTo>
                    <a:pt x="339" y="4"/>
                    <a:pt x="311" y="6"/>
                    <a:pt x="284" y="12"/>
                  </a:cubicBezTo>
                  <a:cubicBezTo>
                    <a:pt x="127" y="43"/>
                    <a:pt x="1" y="201"/>
                    <a:pt x="1" y="358"/>
                  </a:cubicBezTo>
                  <a:lnTo>
                    <a:pt x="1" y="1871"/>
                  </a:lnTo>
                  <a:cubicBezTo>
                    <a:pt x="1" y="3162"/>
                    <a:pt x="1009" y="4265"/>
                    <a:pt x="2269" y="4454"/>
                  </a:cubicBezTo>
                  <a:lnTo>
                    <a:pt x="2269" y="6029"/>
                  </a:lnTo>
                  <a:cubicBezTo>
                    <a:pt x="1419" y="6029"/>
                    <a:pt x="757" y="6722"/>
                    <a:pt x="757" y="7541"/>
                  </a:cubicBezTo>
                  <a:cubicBezTo>
                    <a:pt x="757" y="8360"/>
                    <a:pt x="1419" y="9022"/>
                    <a:pt x="2269" y="9022"/>
                  </a:cubicBezTo>
                  <a:cubicBezTo>
                    <a:pt x="2458" y="11133"/>
                    <a:pt x="4223" y="12771"/>
                    <a:pt x="6365" y="12771"/>
                  </a:cubicBezTo>
                  <a:cubicBezTo>
                    <a:pt x="8476" y="12771"/>
                    <a:pt x="10240" y="11133"/>
                    <a:pt x="10461" y="9022"/>
                  </a:cubicBezTo>
                  <a:cubicBezTo>
                    <a:pt x="11280" y="9022"/>
                    <a:pt x="11941" y="8360"/>
                    <a:pt x="11941" y="7541"/>
                  </a:cubicBezTo>
                  <a:cubicBezTo>
                    <a:pt x="11941" y="6722"/>
                    <a:pt x="11280" y="6029"/>
                    <a:pt x="10461" y="6029"/>
                  </a:cubicBezTo>
                  <a:cubicBezTo>
                    <a:pt x="10524" y="5840"/>
                    <a:pt x="10524" y="4611"/>
                    <a:pt x="10524" y="4454"/>
                  </a:cubicBezTo>
                  <a:cubicBezTo>
                    <a:pt x="11784" y="4265"/>
                    <a:pt x="12760" y="3194"/>
                    <a:pt x="12760" y="1871"/>
                  </a:cubicBezTo>
                  <a:lnTo>
                    <a:pt x="12760" y="358"/>
                  </a:lnTo>
                  <a:cubicBezTo>
                    <a:pt x="12760" y="201"/>
                    <a:pt x="12666" y="43"/>
                    <a:pt x="12508" y="12"/>
                  </a:cubicBezTo>
                  <a:cubicBezTo>
                    <a:pt x="12473" y="5"/>
                    <a:pt x="12438" y="1"/>
                    <a:pt x="124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79" name="Google Shape;16279;p84"/>
          <p:cNvGrpSpPr/>
          <p:nvPr/>
        </p:nvGrpSpPr>
        <p:grpSpPr>
          <a:xfrm>
            <a:off x="8268106" y="2044243"/>
            <a:ext cx="423053" cy="481453"/>
            <a:chOff x="-56774050" y="1904075"/>
            <a:chExt cx="279625" cy="318225"/>
          </a:xfrm>
        </p:grpSpPr>
        <p:sp>
          <p:nvSpPr>
            <p:cNvPr id="16280" name="Google Shape;16280;p84"/>
            <p:cNvSpPr/>
            <p:nvPr/>
          </p:nvSpPr>
          <p:spPr>
            <a:xfrm>
              <a:off x="-56671650" y="2135825"/>
              <a:ext cx="72475" cy="28975"/>
            </a:xfrm>
            <a:custGeom>
              <a:avLst/>
              <a:gdLst/>
              <a:ahLst/>
              <a:cxnLst/>
              <a:rect l="l" t="t" r="r" b="b"/>
              <a:pathLst>
                <a:path w="2899" h="1159" extrusionOk="0">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1" name="Google Shape;16281;p84"/>
            <p:cNvSpPr/>
            <p:nvPr/>
          </p:nvSpPr>
          <p:spPr>
            <a:xfrm>
              <a:off x="-56774050" y="1904075"/>
              <a:ext cx="279625" cy="318225"/>
            </a:xfrm>
            <a:custGeom>
              <a:avLst/>
              <a:gdLst/>
              <a:ahLst/>
              <a:cxnLst/>
              <a:rect l="l" t="t" r="r" b="b"/>
              <a:pathLst>
                <a:path w="11185" h="12729" extrusionOk="0">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82" name="Google Shape;16282;p84"/>
          <p:cNvGrpSpPr/>
          <p:nvPr/>
        </p:nvGrpSpPr>
        <p:grpSpPr>
          <a:xfrm>
            <a:off x="8268106" y="2675258"/>
            <a:ext cx="423053" cy="481453"/>
            <a:chOff x="-56774850" y="2294725"/>
            <a:chExt cx="279625" cy="318225"/>
          </a:xfrm>
        </p:grpSpPr>
        <p:sp>
          <p:nvSpPr>
            <p:cNvPr id="16283" name="Google Shape;16283;p84"/>
            <p:cNvSpPr/>
            <p:nvPr/>
          </p:nvSpPr>
          <p:spPr>
            <a:xfrm>
              <a:off x="-56681100"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4" name="Google Shape;16284;p84"/>
            <p:cNvSpPr/>
            <p:nvPr/>
          </p:nvSpPr>
          <p:spPr>
            <a:xfrm>
              <a:off x="-56606275"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5" name="Google Shape;16285;p84"/>
            <p:cNvSpPr/>
            <p:nvPr/>
          </p:nvSpPr>
          <p:spPr>
            <a:xfrm>
              <a:off x="-56774850" y="2294725"/>
              <a:ext cx="279625" cy="318225"/>
            </a:xfrm>
            <a:custGeom>
              <a:avLst/>
              <a:gdLst/>
              <a:ahLst/>
              <a:cxnLst/>
              <a:rect l="l" t="t" r="r" b="b"/>
              <a:pathLst>
                <a:path w="11185" h="12729" extrusionOk="0">
                  <a:moveTo>
                    <a:pt x="5577" y="788"/>
                  </a:moveTo>
                  <a:cubicBezTo>
                    <a:pt x="6775" y="788"/>
                    <a:pt x="7783" y="1198"/>
                    <a:pt x="8665" y="1891"/>
                  </a:cubicBezTo>
                  <a:cubicBezTo>
                    <a:pt x="8098" y="2553"/>
                    <a:pt x="6932" y="3057"/>
                    <a:pt x="5577" y="3057"/>
                  </a:cubicBezTo>
                  <a:cubicBezTo>
                    <a:pt x="4254" y="3057"/>
                    <a:pt x="3057" y="2584"/>
                    <a:pt x="2521" y="1891"/>
                  </a:cubicBezTo>
                  <a:cubicBezTo>
                    <a:pt x="3341" y="1198"/>
                    <a:pt x="4412" y="788"/>
                    <a:pt x="5577" y="788"/>
                  </a:cubicBezTo>
                  <a:close/>
                  <a:moveTo>
                    <a:pt x="5577" y="5325"/>
                  </a:moveTo>
                  <a:lnTo>
                    <a:pt x="8917" y="7341"/>
                  </a:lnTo>
                  <a:lnTo>
                    <a:pt x="8917" y="8633"/>
                  </a:lnTo>
                  <a:cubicBezTo>
                    <a:pt x="8917" y="9830"/>
                    <a:pt x="8350" y="10838"/>
                    <a:pt x="7436" y="11437"/>
                  </a:cubicBezTo>
                  <a:lnTo>
                    <a:pt x="7436" y="9673"/>
                  </a:lnTo>
                  <a:cubicBezTo>
                    <a:pt x="7436" y="9547"/>
                    <a:pt x="7342" y="9421"/>
                    <a:pt x="7247" y="9358"/>
                  </a:cubicBezTo>
                  <a:cubicBezTo>
                    <a:pt x="6727" y="9090"/>
                    <a:pt x="6152" y="8956"/>
                    <a:pt x="5581" y="8956"/>
                  </a:cubicBezTo>
                  <a:cubicBezTo>
                    <a:pt x="5010" y="8956"/>
                    <a:pt x="4443" y="9090"/>
                    <a:pt x="3939" y="9358"/>
                  </a:cubicBezTo>
                  <a:cubicBezTo>
                    <a:pt x="3813" y="9421"/>
                    <a:pt x="3719" y="9547"/>
                    <a:pt x="3719" y="9673"/>
                  </a:cubicBezTo>
                  <a:lnTo>
                    <a:pt x="3719" y="11437"/>
                  </a:lnTo>
                  <a:cubicBezTo>
                    <a:pt x="2836" y="10838"/>
                    <a:pt x="2238" y="9767"/>
                    <a:pt x="2238" y="8633"/>
                  </a:cubicBezTo>
                  <a:lnTo>
                    <a:pt x="2238" y="7341"/>
                  </a:lnTo>
                  <a:lnTo>
                    <a:pt x="5577" y="5325"/>
                  </a:lnTo>
                  <a:close/>
                  <a:moveTo>
                    <a:pt x="5562" y="9736"/>
                  </a:moveTo>
                  <a:cubicBezTo>
                    <a:pt x="5948" y="9736"/>
                    <a:pt x="6333" y="9799"/>
                    <a:pt x="6680" y="9925"/>
                  </a:cubicBezTo>
                  <a:lnTo>
                    <a:pt x="6680" y="11815"/>
                  </a:lnTo>
                  <a:cubicBezTo>
                    <a:pt x="6333" y="11941"/>
                    <a:pt x="5987" y="12036"/>
                    <a:pt x="5577" y="12036"/>
                  </a:cubicBezTo>
                  <a:cubicBezTo>
                    <a:pt x="5199" y="12036"/>
                    <a:pt x="4790" y="11941"/>
                    <a:pt x="4443" y="11815"/>
                  </a:cubicBezTo>
                  <a:lnTo>
                    <a:pt x="4443" y="9925"/>
                  </a:lnTo>
                  <a:cubicBezTo>
                    <a:pt x="4790" y="9799"/>
                    <a:pt x="5176" y="9736"/>
                    <a:pt x="5562" y="9736"/>
                  </a:cubicBezTo>
                  <a:close/>
                  <a:moveTo>
                    <a:pt x="9200" y="2427"/>
                  </a:moveTo>
                  <a:cubicBezTo>
                    <a:pt x="9988" y="3277"/>
                    <a:pt x="10429" y="4411"/>
                    <a:pt x="10429" y="5640"/>
                  </a:cubicBezTo>
                  <a:lnTo>
                    <a:pt x="10429" y="12036"/>
                  </a:lnTo>
                  <a:lnTo>
                    <a:pt x="7940" y="12036"/>
                  </a:lnTo>
                  <a:cubicBezTo>
                    <a:pt x="9011" y="11280"/>
                    <a:pt x="9705" y="10051"/>
                    <a:pt x="9705" y="8633"/>
                  </a:cubicBezTo>
                  <a:lnTo>
                    <a:pt x="9705" y="7152"/>
                  </a:lnTo>
                  <a:cubicBezTo>
                    <a:pt x="9705" y="7026"/>
                    <a:pt x="9642" y="6900"/>
                    <a:pt x="9515" y="6837"/>
                  </a:cubicBezTo>
                  <a:lnTo>
                    <a:pt x="5766" y="4569"/>
                  </a:lnTo>
                  <a:cubicBezTo>
                    <a:pt x="5719" y="4538"/>
                    <a:pt x="5656" y="4522"/>
                    <a:pt x="5589" y="4522"/>
                  </a:cubicBezTo>
                  <a:cubicBezTo>
                    <a:pt x="5522" y="4522"/>
                    <a:pt x="5451" y="4538"/>
                    <a:pt x="5388" y="4569"/>
                  </a:cubicBezTo>
                  <a:lnTo>
                    <a:pt x="1639" y="6837"/>
                  </a:lnTo>
                  <a:cubicBezTo>
                    <a:pt x="1513" y="6900"/>
                    <a:pt x="1450" y="7026"/>
                    <a:pt x="1450" y="7152"/>
                  </a:cubicBezTo>
                  <a:lnTo>
                    <a:pt x="1450" y="8633"/>
                  </a:lnTo>
                  <a:cubicBezTo>
                    <a:pt x="1450" y="10019"/>
                    <a:pt x="2143" y="11280"/>
                    <a:pt x="3214" y="12036"/>
                  </a:cubicBezTo>
                  <a:lnTo>
                    <a:pt x="726" y="12036"/>
                  </a:lnTo>
                  <a:lnTo>
                    <a:pt x="726" y="5640"/>
                  </a:lnTo>
                  <a:cubicBezTo>
                    <a:pt x="726" y="4380"/>
                    <a:pt x="1198" y="3246"/>
                    <a:pt x="1954" y="2427"/>
                  </a:cubicBezTo>
                  <a:cubicBezTo>
                    <a:pt x="2679" y="3246"/>
                    <a:pt x="4034" y="3750"/>
                    <a:pt x="5577" y="3750"/>
                  </a:cubicBezTo>
                  <a:cubicBezTo>
                    <a:pt x="7121" y="3750"/>
                    <a:pt x="8507" y="3246"/>
                    <a:pt x="9200" y="2427"/>
                  </a:cubicBezTo>
                  <a:close/>
                  <a:moveTo>
                    <a:pt x="5577" y="1"/>
                  </a:moveTo>
                  <a:cubicBezTo>
                    <a:pt x="2521" y="1"/>
                    <a:pt x="1" y="2521"/>
                    <a:pt x="1" y="5640"/>
                  </a:cubicBezTo>
                  <a:lnTo>
                    <a:pt x="1" y="12382"/>
                  </a:lnTo>
                  <a:cubicBezTo>
                    <a:pt x="1" y="12571"/>
                    <a:pt x="159" y="12729"/>
                    <a:pt x="348" y="12729"/>
                  </a:cubicBezTo>
                  <a:lnTo>
                    <a:pt x="10776" y="12729"/>
                  </a:lnTo>
                  <a:cubicBezTo>
                    <a:pt x="10965" y="12729"/>
                    <a:pt x="11122" y="12571"/>
                    <a:pt x="11122" y="12382"/>
                  </a:cubicBezTo>
                  <a:lnTo>
                    <a:pt x="11122" y="5640"/>
                  </a:lnTo>
                  <a:cubicBezTo>
                    <a:pt x="11185" y="2584"/>
                    <a:pt x="8665"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86" name="Google Shape;16286;p84"/>
          <p:cNvGrpSpPr/>
          <p:nvPr/>
        </p:nvGrpSpPr>
        <p:grpSpPr>
          <a:xfrm>
            <a:off x="8296115" y="3278703"/>
            <a:ext cx="367037" cy="480243"/>
            <a:chOff x="-56756725" y="2686975"/>
            <a:chExt cx="242600" cy="317425"/>
          </a:xfrm>
        </p:grpSpPr>
        <p:sp>
          <p:nvSpPr>
            <p:cNvPr id="16287" name="Google Shape;16287;p84"/>
            <p:cNvSpPr/>
            <p:nvPr/>
          </p:nvSpPr>
          <p:spPr>
            <a:xfrm>
              <a:off x="-5668110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8" name="Google Shape;16288;p84"/>
            <p:cNvSpPr/>
            <p:nvPr/>
          </p:nvSpPr>
          <p:spPr>
            <a:xfrm>
              <a:off x="-566062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9" name="Google Shape;16289;p84"/>
            <p:cNvSpPr/>
            <p:nvPr/>
          </p:nvSpPr>
          <p:spPr>
            <a:xfrm>
              <a:off x="-56756725" y="2686975"/>
              <a:ext cx="242600" cy="317425"/>
            </a:xfrm>
            <a:custGeom>
              <a:avLst/>
              <a:gdLst/>
              <a:ahLst/>
              <a:cxnLst/>
              <a:rect l="l" t="t" r="r" b="b"/>
              <a:pathLst>
                <a:path w="9704" h="12697" extrusionOk="0">
                  <a:moveTo>
                    <a:pt x="5955" y="4442"/>
                  </a:moveTo>
                  <a:lnTo>
                    <a:pt x="7058" y="5199"/>
                  </a:lnTo>
                  <a:lnTo>
                    <a:pt x="5798" y="5199"/>
                  </a:lnTo>
                  <a:cubicBezTo>
                    <a:pt x="5924" y="5009"/>
                    <a:pt x="5955" y="4757"/>
                    <a:pt x="5955" y="4442"/>
                  </a:cubicBezTo>
                  <a:close/>
                  <a:moveTo>
                    <a:pt x="3750" y="4127"/>
                  </a:moveTo>
                  <a:lnTo>
                    <a:pt x="3750" y="4127"/>
                  </a:lnTo>
                  <a:cubicBezTo>
                    <a:pt x="3718" y="4253"/>
                    <a:pt x="3718" y="4379"/>
                    <a:pt x="3718" y="4474"/>
                  </a:cubicBezTo>
                  <a:cubicBezTo>
                    <a:pt x="3718" y="4757"/>
                    <a:pt x="3781" y="5009"/>
                    <a:pt x="3876" y="5230"/>
                  </a:cubicBezTo>
                  <a:lnTo>
                    <a:pt x="2363" y="5230"/>
                  </a:lnTo>
                  <a:lnTo>
                    <a:pt x="3750" y="4127"/>
                  </a:lnTo>
                  <a:close/>
                  <a:moveTo>
                    <a:pt x="4821" y="3749"/>
                  </a:moveTo>
                  <a:cubicBezTo>
                    <a:pt x="4947" y="3749"/>
                    <a:pt x="5167" y="4001"/>
                    <a:pt x="5167" y="4474"/>
                  </a:cubicBezTo>
                  <a:cubicBezTo>
                    <a:pt x="5167" y="4946"/>
                    <a:pt x="4947" y="5230"/>
                    <a:pt x="4821" y="5230"/>
                  </a:cubicBezTo>
                  <a:cubicBezTo>
                    <a:pt x="4695" y="5230"/>
                    <a:pt x="4474" y="4946"/>
                    <a:pt x="4474" y="4474"/>
                  </a:cubicBezTo>
                  <a:cubicBezTo>
                    <a:pt x="4474" y="4001"/>
                    <a:pt x="4695" y="3749"/>
                    <a:pt x="4821" y="3749"/>
                  </a:cubicBezTo>
                  <a:close/>
                  <a:moveTo>
                    <a:pt x="6806" y="756"/>
                  </a:moveTo>
                  <a:lnTo>
                    <a:pt x="757" y="5545"/>
                  </a:lnTo>
                  <a:lnTo>
                    <a:pt x="757" y="2584"/>
                  </a:lnTo>
                  <a:cubicBezTo>
                    <a:pt x="725" y="1607"/>
                    <a:pt x="1576" y="756"/>
                    <a:pt x="2616" y="756"/>
                  </a:cubicBezTo>
                  <a:close/>
                  <a:moveTo>
                    <a:pt x="7814" y="914"/>
                  </a:moveTo>
                  <a:cubicBezTo>
                    <a:pt x="8475" y="1166"/>
                    <a:pt x="8948" y="1859"/>
                    <a:pt x="8948" y="2647"/>
                  </a:cubicBezTo>
                  <a:lnTo>
                    <a:pt x="8948" y="5640"/>
                  </a:lnTo>
                  <a:lnTo>
                    <a:pt x="5167" y="2993"/>
                  </a:lnTo>
                  <a:lnTo>
                    <a:pt x="7814" y="914"/>
                  </a:lnTo>
                  <a:close/>
                  <a:moveTo>
                    <a:pt x="8160" y="5955"/>
                  </a:moveTo>
                  <a:lnTo>
                    <a:pt x="8255" y="5986"/>
                  </a:lnTo>
                  <a:lnTo>
                    <a:pt x="8255" y="8633"/>
                  </a:lnTo>
                  <a:lnTo>
                    <a:pt x="8192" y="8633"/>
                  </a:lnTo>
                  <a:cubicBezTo>
                    <a:pt x="8192" y="9767"/>
                    <a:pt x="7625" y="10838"/>
                    <a:pt x="6711" y="11405"/>
                  </a:cubicBezTo>
                  <a:lnTo>
                    <a:pt x="6711" y="9357"/>
                  </a:lnTo>
                  <a:cubicBezTo>
                    <a:pt x="6711" y="9200"/>
                    <a:pt x="6617" y="9105"/>
                    <a:pt x="6522" y="9042"/>
                  </a:cubicBezTo>
                  <a:cubicBezTo>
                    <a:pt x="6002" y="8790"/>
                    <a:pt x="5427" y="8664"/>
                    <a:pt x="4856" y="8664"/>
                  </a:cubicBezTo>
                  <a:cubicBezTo>
                    <a:pt x="4285" y="8664"/>
                    <a:pt x="3718" y="8790"/>
                    <a:pt x="3214" y="9042"/>
                  </a:cubicBezTo>
                  <a:cubicBezTo>
                    <a:pt x="3088" y="9137"/>
                    <a:pt x="2994" y="9263"/>
                    <a:pt x="2994" y="9357"/>
                  </a:cubicBezTo>
                  <a:lnTo>
                    <a:pt x="2994" y="11405"/>
                  </a:lnTo>
                  <a:cubicBezTo>
                    <a:pt x="2111" y="10838"/>
                    <a:pt x="1513" y="9798"/>
                    <a:pt x="1513" y="8633"/>
                  </a:cubicBezTo>
                  <a:lnTo>
                    <a:pt x="1513" y="5955"/>
                  </a:lnTo>
                  <a:close/>
                  <a:moveTo>
                    <a:pt x="4837" y="9428"/>
                  </a:moveTo>
                  <a:cubicBezTo>
                    <a:pt x="5223" y="9428"/>
                    <a:pt x="5608" y="9499"/>
                    <a:pt x="5955" y="9641"/>
                  </a:cubicBezTo>
                  <a:lnTo>
                    <a:pt x="5955" y="11815"/>
                  </a:lnTo>
                  <a:cubicBezTo>
                    <a:pt x="5608" y="11941"/>
                    <a:pt x="5262" y="12004"/>
                    <a:pt x="4852" y="12004"/>
                  </a:cubicBezTo>
                  <a:cubicBezTo>
                    <a:pt x="4474" y="12004"/>
                    <a:pt x="4065" y="11941"/>
                    <a:pt x="3718" y="11815"/>
                  </a:cubicBezTo>
                  <a:lnTo>
                    <a:pt x="3718" y="9641"/>
                  </a:lnTo>
                  <a:cubicBezTo>
                    <a:pt x="4065" y="9499"/>
                    <a:pt x="4451" y="9428"/>
                    <a:pt x="4837" y="9428"/>
                  </a:cubicBezTo>
                  <a:close/>
                  <a:moveTo>
                    <a:pt x="2616" y="0"/>
                  </a:moveTo>
                  <a:cubicBezTo>
                    <a:pt x="1166" y="0"/>
                    <a:pt x="1" y="1166"/>
                    <a:pt x="1" y="2584"/>
                  </a:cubicBezTo>
                  <a:lnTo>
                    <a:pt x="1" y="6333"/>
                  </a:lnTo>
                  <a:cubicBezTo>
                    <a:pt x="1" y="6554"/>
                    <a:pt x="188" y="6698"/>
                    <a:pt x="375" y="6698"/>
                  </a:cubicBezTo>
                  <a:cubicBezTo>
                    <a:pt x="454" y="6698"/>
                    <a:pt x="534" y="6672"/>
                    <a:pt x="599" y="6616"/>
                  </a:cubicBezTo>
                  <a:lnTo>
                    <a:pt x="757" y="6490"/>
                  </a:lnTo>
                  <a:lnTo>
                    <a:pt x="757" y="8601"/>
                  </a:lnTo>
                  <a:cubicBezTo>
                    <a:pt x="757" y="10869"/>
                    <a:pt x="2616" y="12697"/>
                    <a:pt x="4852" y="12697"/>
                  </a:cubicBezTo>
                  <a:cubicBezTo>
                    <a:pt x="7089" y="12697"/>
                    <a:pt x="8948" y="10869"/>
                    <a:pt x="8948" y="8601"/>
                  </a:cubicBezTo>
                  <a:lnTo>
                    <a:pt x="8948" y="6522"/>
                  </a:lnTo>
                  <a:lnTo>
                    <a:pt x="9106" y="6648"/>
                  </a:lnTo>
                  <a:cubicBezTo>
                    <a:pt x="9173" y="6690"/>
                    <a:pt x="9247" y="6710"/>
                    <a:pt x="9320" y="6710"/>
                  </a:cubicBezTo>
                  <a:cubicBezTo>
                    <a:pt x="9518" y="6710"/>
                    <a:pt x="9704" y="6563"/>
                    <a:pt x="9704" y="6333"/>
                  </a:cubicBezTo>
                  <a:lnTo>
                    <a:pt x="9704" y="2584"/>
                  </a:lnTo>
                  <a:cubicBezTo>
                    <a:pt x="9704" y="1166"/>
                    <a:pt x="8507" y="0"/>
                    <a:pt x="70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90" name="Google Shape;16290;p84"/>
          <p:cNvGrpSpPr/>
          <p:nvPr/>
        </p:nvGrpSpPr>
        <p:grpSpPr>
          <a:xfrm>
            <a:off x="6494024" y="3882581"/>
            <a:ext cx="449795" cy="482664"/>
            <a:chOff x="-54826975" y="1903275"/>
            <a:chExt cx="297300" cy="319025"/>
          </a:xfrm>
        </p:grpSpPr>
        <p:sp>
          <p:nvSpPr>
            <p:cNvPr id="16291" name="Google Shape;16291;p84"/>
            <p:cNvSpPr/>
            <p:nvPr/>
          </p:nvSpPr>
          <p:spPr>
            <a:xfrm>
              <a:off x="-54712850" y="2135825"/>
              <a:ext cx="73275" cy="28975"/>
            </a:xfrm>
            <a:custGeom>
              <a:avLst/>
              <a:gdLst/>
              <a:ahLst/>
              <a:cxnLst/>
              <a:rect l="l" t="t" r="r" b="b"/>
              <a:pathLst>
                <a:path w="2931" h="1159" extrusionOk="0">
                  <a:moveTo>
                    <a:pt x="414" y="1"/>
                  </a:moveTo>
                  <a:cubicBezTo>
                    <a:pt x="316" y="1"/>
                    <a:pt x="222" y="40"/>
                    <a:pt x="159" y="119"/>
                  </a:cubicBezTo>
                  <a:cubicBezTo>
                    <a:pt x="1" y="276"/>
                    <a:pt x="1" y="497"/>
                    <a:pt x="159" y="623"/>
                  </a:cubicBezTo>
                  <a:cubicBezTo>
                    <a:pt x="537" y="970"/>
                    <a:pt x="1009" y="1159"/>
                    <a:pt x="1482" y="1159"/>
                  </a:cubicBezTo>
                  <a:cubicBezTo>
                    <a:pt x="1986" y="1159"/>
                    <a:pt x="2458" y="970"/>
                    <a:pt x="2773" y="623"/>
                  </a:cubicBezTo>
                  <a:cubicBezTo>
                    <a:pt x="2931" y="465"/>
                    <a:pt x="2931" y="213"/>
                    <a:pt x="2773" y="119"/>
                  </a:cubicBezTo>
                  <a:cubicBezTo>
                    <a:pt x="2695" y="40"/>
                    <a:pt x="2592" y="1"/>
                    <a:pt x="2498" y="1"/>
                  </a:cubicBezTo>
                  <a:cubicBezTo>
                    <a:pt x="2403" y="1"/>
                    <a:pt x="2317" y="40"/>
                    <a:pt x="2269" y="119"/>
                  </a:cubicBezTo>
                  <a:cubicBezTo>
                    <a:pt x="2049" y="308"/>
                    <a:pt x="1734" y="434"/>
                    <a:pt x="1482" y="434"/>
                  </a:cubicBezTo>
                  <a:cubicBezTo>
                    <a:pt x="1167" y="434"/>
                    <a:pt x="883" y="308"/>
                    <a:pt x="694" y="119"/>
                  </a:cubicBezTo>
                  <a:cubicBezTo>
                    <a:pt x="615" y="40"/>
                    <a:pt x="513"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2" name="Google Shape;16292;p84"/>
            <p:cNvSpPr/>
            <p:nvPr/>
          </p:nvSpPr>
          <p:spPr>
            <a:xfrm>
              <a:off x="-54826975" y="1903275"/>
              <a:ext cx="297300" cy="319025"/>
            </a:xfrm>
            <a:custGeom>
              <a:avLst/>
              <a:gdLst/>
              <a:ahLst/>
              <a:cxnLst/>
              <a:rect l="l" t="t" r="r" b="b"/>
              <a:pathLst>
                <a:path w="11892" h="12761" extrusionOk="0">
                  <a:moveTo>
                    <a:pt x="3400" y="694"/>
                  </a:moveTo>
                  <a:cubicBezTo>
                    <a:pt x="3715" y="694"/>
                    <a:pt x="3999" y="915"/>
                    <a:pt x="4093" y="1167"/>
                  </a:cubicBezTo>
                  <a:cubicBezTo>
                    <a:pt x="2928" y="1797"/>
                    <a:pt x="2046" y="3025"/>
                    <a:pt x="1951" y="4443"/>
                  </a:cubicBezTo>
                  <a:cubicBezTo>
                    <a:pt x="1932" y="4444"/>
                    <a:pt x="1914" y="4445"/>
                    <a:pt x="1895" y="4445"/>
                  </a:cubicBezTo>
                  <a:cubicBezTo>
                    <a:pt x="1481" y="4445"/>
                    <a:pt x="1163" y="4112"/>
                    <a:pt x="1163" y="3750"/>
                  </a:cubicBezTo>
                  <a:cubicBezTo>
                    <a:pt x="1163" y="3498"/>
                    <a:pt x="1258" y="3340"/>
                    <a:pt x="1352" y="3214"/>
                  </a:cubicBezTo>
                  <a:cubicBezTo>
                    <a:pt x="1478" y="3057"/>
                    <a:pt x="1478" y="2868"/>
                    <a:pt x="1352" y="2710"/>
                  </a:cubicBezTo>
                  <a:cubicBezTo>
                    <a:pt x="1258" y="2584"/>
                    <a:pt x="1163" y="2427"/>
                    <a:pt x="1163" y="2206"/>
                  </a:cubicBezTo>
                  <a:cubicBezTo>
                    <a:pt x="1163" y="1797"/>
                    <a:pt x="1478" y="1450"/>
                    <a:pt x="1888" y="1450"/>
                  </a:cubicBezTo>
                  <a:cubicBezTo>
                    <a:pt x="1983" y="1450"/>
                    <a:pt x="2109" y="1450"/>
                    <a:pt x="2172" y="1482"/>
                  </a:cubicBezTo>
                  <a:cubicBezTo>
                    <a:pt x="2216" y="1504"/>
                    <a:pt x="2263" y="1514"/>
                    <a:pt x="2311" y="1514"/>
                  </a:cubicBezTo>
                  <a:cubicBezTo>
                    <a:pt x="2468" y="1514"/>
                    <a:pt x="2627" y="1406"/>
                    <a:pt x="2676" y="1261"/>
                  </a:cubicBezTo>
                  <a:cubicBezTo>
                    <a:pt x="2770" y="946"/>
                    <a:pt x="3085" y="694"/>
                    <a:pt x="3400" y="694"/>
                  </a:cubicBezTo>
                  <a:close/>
                  <a:moveTo>
                    <a:pt x="8504" y="757"/>
                  </a:moveTo>
                  <a:cubicBezTo>
                    <a:pt x="8819" y="757"/>
                    <a:pt x="9166" y="978"/>
                    <a:pt x="9229" y="1293"/>
                  </a:cubicBezTo>
                  <a:cubicBezTo>
                    <a:pt x="9255" y="1448"/>
                    <a:pt x="9430" y="1561"/>
                    <a:pt x="9614" y="1561"/>
                  </a:cubicBezTo>
                  <a:cubicBezTo>
                    <a:pt x="9654" y="1561"/>
                    <a:pt x="9694" y="1556"/>
                    <a:pt x="9733" y="1545"/>
                  </a:cubicBezTo>
                  <a:cubicBezTo>
                    <a:pt x="9827" y="1482"/>
                    <a:pt x="9953" y="1482"/>
                    <a:pt x="10016" y="1482"/>
                  </a:cubicBezTo>
                  <a:cubicBezTo>
                    <a:pt x="10394" y="1482"/>
                    <a:pt x="10772" y="1797"/>
                    <a:pt x="10772" y="2238"/>
                  </a:cubicBezTo>
                  <a:cubicBezTo>
                    <a:pt x="10772" y="2490"/>
                    <a:pt x="10646" y="2647"/>
                    <a:pt x="10552" y="2742"/>
                  </a:cubicBezTo>
                  <a:cubicBezTo>
                    <a:pt x="10457" y="2899"/>
                    <a:pt x="10457" y="3120"/>
                    <a:pt x="10552" y="3277"/>
                  </a:cubicBezTo>
                  <a:cubicBezTo>
                    <a:pt x="10646" y="3372"/>
                    <a:pt x="10772" y="3529"/>
                    <a:pt x="10772" y="3782"/>
                  </a:cubicBezTo>
                  <a:cubicBezTo>
                    <a:pt x="10772" y="4160"/>
                    <a:pt x="10489" y="4475"/>
                    <a:pt x="10079" y="4538"/>
                  </a:cubicBezTo>
                  <a:cubicBezTo>
                    <a:pt x="9985" y="3057"/>
                    <a:pt x="9071" y="1860"/>
                    <a:pt x="7842" y="1230"/>
                  </a:cubicBezTo>
                  <a:cubicBezTo>
                    <a:pt x="7969" y="915"/>
                    <a:pt x="8252" y="757"/>
                    <a:pt x="8504" y="757"/>
                  </a:cubicBezTo>
                  <a:close/>
                  <a:moveTo>
                    <a:pt x="6078" y="1482"/>
                  </a:moveTo>
                  <a:cubicBezTo>
                    <a:pt x="7874" y="1482"/>
                    <a:pt x="9386" y="2994"/>
                    <a:pt x="9386" y="4853"/>
                  </a:cubicBezTo>
                  <a:lnTo>
                    <a:pt x="9386" y="5640"/>
                  </a:lnTo>
                  <a:cubicBezTo>
                    <a:pt x="9071" y="5388"/>
                    <a:pt x="8662" y="5262"/>
                    <a:pt x="8284" y="5262"/>
                  </a:cubicBezTo>
                  <a:cubicBezTo>
                    <a:pt x="7370" y="5262"/>
                    <a:pt x="6614" y="5892"/>
                    <a:pt x="6456" y="6774"/>
                  </a:cubicBezTo>
                  <a:lnTo>
                    <a:pt x="5637" y="6774"/>
                  </a:lnTo>
                  <a:cubicBezTo>
                    <a:pt x="5480" y="5892"/>
                    <a:pt x="4692" y="5262"/>
                    <a:pt x="3841" y="5262"/>
                  </a:cubicBezTo>
                  <a:cubicBezTo>
                    <a:pt x="3400" y="5262"/>
                    <a:pt x="3054" y="5420"/>
                    <a:pt x="2739" y="5640"/>
                  </a:cubicBezTo>
                  <a:lnTo>
                    <a:pt x="2739" y="4853"/>
                  </a:lnTo>
                  <a:cubicBezTo>
                    <a:pt x="2739" y="2994"/>
                    <a:pt x="4219" y="1482"/>
                    <a:pt x="6078" y="1482"/>
                  </a:cubicBezTo>
                  <a:close/>
                  <a:moveTo>
                    <a:pt x="1888" y="6743"/>
                  </a:moveTo>
                  <a:lnTo>
                    <a:pt x="1888" y="7058"/>
                  </a:lnTo>
                  <a:lnTo>
                    <a:pt x="1857" y="7216"/>
                  </a:lnTo>
                  <a:cubicBezTo>
                    <a:pt x="1794" y="7531"/>
                    <a:pt x="1731" y="7877"/>
                    <a:pt x="1699" y="8192"/>
                  </a:cubicBezTo>
                  <a:cubicBezTo>
                    <a:pt x="1384" y="8098"/>
                    <a:pt x="1163" y="7783"/>
                    <a:pt x="1163" y="7468"/>
                  </a:cubicBezTo>
                  <a:cubicBezTo>
                    <a:pt x="1163" y="7090"/>
                    <a:pt x="1478" y="6743"/>
                    <a:pt x="1888" y="6743"/>
                  </a:cubicBezTo>
                  <a:close/>
                  <a:moveTo>
                    <a:pt x="3778" y="5987"/>
                  </a:moveTo>
                  <a:cubicBezTo>
                    <a:pt x="4440" y="5987"/>
                    <a:pt x="4881" y="6491"/>
                    <a:pt x="4881" y="7090"/>
                  </a:cubicBezTo>
                  <a:cubicBezTo>
                    <a:pt x="4881" y="7688"/>
                    <a:pt x="4377" y="8192"/>
                    <a:pt x="3778" y="8192"/>
                  </a:cubicBezTo>
                  <a:cubicBezTo>
                    <a:pt x="3211" y="8192"/>
                    <a:pt x="2676" y="7688"/>
                    <a:pt x="2676" y="7090"/>
                  </a:cubicBezTo>
                  <a:cubicBezTo>
                    <a:pt x="2676" y="6491"/>
                    <a:pt x="3148" y="5987"/>
                    <a:pt x="3778" y="5987"/>
                  </a:cubicBezTo>
                  <a:close/>
                  <a:moveTo>
                    <a:pt x="10142" y="6743"/>
                  </a:moveTo>
                  <a:cubicBezTo>
                    <a:pt x="10520" y="6743"/>
                    <a:pt x="10867" y="7058"/>
                    <a:pt x="10867" y="7468"/>
                  </a:cubicBezTo>
                  <a:cubicBezTo>
                    <a:pt x="10867" y="7846"/>
                    <a:pt x="10646" y="8098"/>
                    <a:pt x="10331" y="8192"/>
                  </a:cubicBezTo>
                  <a:cubicBezTo>
                    <a:pt x="10331" y="7877"/>
                    <a:pt x="10237" y="7531"/>
                    <a:pt x="10174" y="7216"/>
                  </a:cubicBezTo>
                  <a:lnTo>
                    <a:pt x="10142" y="7058"/>
                  </a:lnTo>
                  <a:lnTo>
                    <a:pt x="10142" y="6743"/>
                  </a:lnTo>
                  <a:close/>
                  <a:moveTo>
                    <a:pt x="8337" y="6017"/>
                  </a:moveTo>
                  <a:cubicBezTo>
                    <a:pt x="8912" y="6017"/>
                    <a:pt x="9386" y="6510"/>
                    <a:pt x="9386" y="7121"/>
                  </a:cubicBezTo>
                  <a:cubicBezTo>
                    <a:pt x="9386" y="7751"/>
                    <a:pt x="8882" y="8224"/>
                    <a:pt x="8284" y="8224"/>
                  </a:cubicBezTo>
                  <a:cubicBezTo>
                    <a:pt x="7653" y="8224"/>
                    <a:pt x="7181" y="7720"/>
                    <a:pt x="7181" y="7121"/>
                  </a:cubicBezTo>
                  <a:cubicBezTo>
                    <a:pt x="7181" y="6522"/>
                    <a:pt x="7685" y="6018"/>
                    <a:pt x="8284" y="6018"/>
                  </a:cubicBezTo>
                  <a:cubicBezTo>
                    <a:pt x="8301" y="6017"/>
                    <a:pt x="8319" y="6017"/>
                    <a:pt x="8337" y="6017"/>
                  </a:cubicBezTo>
                  <a:close/>
                  <a:moveTo>
                    <a:pt x="6456" y="7436"/>
                  </a:moveTo>
                  <a:cubicBezTo>
                    <a:pt x="6614" y="8318"/>
                    <a:pt x="7401" y="8948"/>
                    <a:pt x="8284" y="8948"/>
                  </a:cubicBezTo>
                  <a:cubicBezTo>
                    <a:pt x="8788" y="8948"/>
                    <a:pt x="9260" y="8728"/>
                    <a:pt x="9607" y="8381"/>
                  </a:cubicBezTo>
                  <a:lnTo>
                    <a:pt x="9607" y="8381"/>
                  </a:lnTo>
                  <a:cubicBezTo>
                    <a:pt x="9575" y="8476"/>
                    <a:pt x="9575" y="8507"/>
                    <a:pt x="9575" y="8539"/>
                  </a:cubicBezTo>
                  <a:lnTo>
                    <a:pt x="9575" y="8570"/>
                  </a:lnTo>
                  <a:cubicBezTo>
                    <a:pt x="9449" y="10398"/>
                    <a:pt x="7969" y="11973"/>
                    <a:pt x="6047" y="11973"/>
                  </a:cubicBezTo>
                  <a:cubicBezTo>
                    <a:pt x="4062" y="11973"/>
                    <a:pt x="2581" y="10398"/>
                    <a:pt x="2487" y="8570"/>
                  </a:cubicBezTo>
                  <a:lnTo>
                    <a:pt x="2487" y="8539"/>
                  </a:lnTo>
                  <a:lnTo>
                    <a:pt x="2487" y="8381"/>
                  </a:lnTo>
                  <a:cubicBezTo>
                    <a:pt x="2833" y="8728"/>
                    <a:pt x="3306" y="8948"/>
                    <a:pt x="3841" y="8948"/>
                  </a:cubicBezTo>
                  <a:cubicBezTo>
                    <a:pt x="4724" y="8948"/>
                    <a:pt x="5480" y="8318"/>
                    <a:pt x="5637" y="7436"/>
                  </a:cubicBezTo>
                  <a:close/>
                  <a:moveTo>
                    <a:pt x="3400" y="1"/>
                  </a:moveTo>
                  <a:cubicBezTo>
                    <a:pt x="2833" y="1"/>
                    <a:pt x="2361" y="316"/>
                    <a:pt x="2109" y="726"/>
                  </a:cubicBezTo>
                  <a:cubicBezTo>
                    <a:pt x="2041" y="717"/>
                    <a:pt x="1974" y="713"/>
                    <a:pt x="1909" y="713"/>
                  </a:cubicBezTo>
                  <a:cubicBezTo>
                    <a:pt x="784" y="713"/>
                    <a:pt x="1" y="1948"/>
                    <a:pt x="596" y="2931"/>
                  </a:cubicBezTo>
                  <a:cubicBezTo>
                    <a:pt x="470" y="3183"/>
                    <a:pt x="407" y="3403"/>
                    <a:pt x="407" y="3687"/>
                  </a:cubicBezTo>
                  <a:cubicBezTo>
                    <a:pt x="407" y="4506"/>
                    <a:pt x="1069" y="5199"/>
                    <a:pt x="1888" y="5199"/>
                  </a:cubicBezTo>
                  <a:lnTo>
                    <a:pt x="1888" y="5987"/>
                  </a:lnTo>
                  <a:cubicBezTo>
                    <a:pt x="1069" y="5987"/>
                    <a:pt x="407" y="6648"/>
                    <a:pt x="407" y="7468"/>
                  </a:cubicBezTo>
                  <a:cubicBezTo>
                    <a:pt x="407" y="8224"/>
                    <a:pt x="1006" y="8854"/>
                    <a:pt x="1699" y="8980"/>
                  </a:cubicBezTo>
                  <a:cubicBezTo>
                    <a:pt x="1983" y="11028"/>
                    <a:pt x="3715" y="12760"/>
                    <a:pt x="5984" y="12760"/>
                  </a:cubicBezTo>
                  <a:cubicBezTo>
                    <a:pt x="8252" y="12760"/>
                    <a:pt x="10016" y="11028"/>
                    <a:pt x="10300" y="8980"/>
                  </a:cubicBezTo>
                  <a:cubicBezTo>
                    <a:pt x="11024" y="8885"/>
                    <a:pt x="11592" y="8255"/>
                    <a:pt x="11592" y="7468"/>
                  </a:cubicBezTo>
                  <a:cubicBezTo>
                    <a:pt x="11623" y="6648"/>
                    <a:pt x="10961" y="5987"/>
                    <a:pt x="10142" y="5987"/>
                  </a:cubicBezTo>
                  <a:lnTo>
                    <a:pt x="10142" y="5199"/>
                  </a:lnTo>
                  <a:cubicBezTo>
                    <a:pt x="10930" y="5168"/>
                    <a:pt x="11497" y="4475"/>
                    <a:pt x="11497" y="3687"/>
                  </a:cubicBezTo>
                  <a:cubicBezTo>
                    <a:pt x="11497" y="3435"/>
                    <a:pt x="11434" y="3183"/>
                    <a:pt x="11308" y="2962"/>
                  </a:cubicBezTo>
                  <a:cubicBezTo>
                    <a:pt x="11892" y="1970"/>
                    <a:pt x="11150" y="733"/>
                    <a:pt x="10085" y="733"/>
                  </a:cubicBezTo>
                  <a:cubicBezTo>
                    <a:pt x="10001" y="733"/>
                    <a:pt x="9915" y="741"/>
                    <a:pt x="9827" y="757"/>
                  </a:cubicBezTo>
                  <a:cubicBezTo>
                    <a:pt x="9544" y="284"/>
                    <a:pt x="9071" y="1"/>
                    <a:pt x="8504" y="1"/>
                  </a:cubicBezTo>
                  <a:cubicBezTo>
                    <a:pt x="8126" y="1"/>
                    <a:pt x="7779" y="158"/>
                    <a:pt x="7496" y="379"/>
                  </a:cubicBezTo>
                  <a:cubicBezTo>
                    <a:pt x="7338" y="537"/>
                    <a:pt x="7212" y="694"/>
                    <a:pt x="7149" y="915"/>
                  </a:cubicBezTo>
                  <a:cubicBezTo>
                    <a:pt x="6771" y="789"/>
                    <a:pt x="6393" y="726"/>
                    <a:pt x="5984" y="726"/>
                  </a:cubicBezTo>
                  <a:cubicBezTo>
                    <a:pt x="5574" y="726"/>
                    <a:pt x="5165" y="820"/>
                    <a:pt x="4787" y="946"/>
                  </a:cubicBezTo>
                  <a:cubicBezTo>
                    <a:pt x="4534" y="379"/>
                    <a:pt x="4030" y="1"/>
                    <a:pt x="340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3" name="Google Shape;16293;p84"/>
            <p:cNvSpPr/>
            <p:nvPr/>
          </p:nvSpPr>
          <p:spPr>
            <a:xfrm>
              <a:off x="-54722300" y="1997800"/>
              <a:ext cx="92175" cy="17350"/>
            </a:xfrm>
            <a:custGeom>
              <a:avLst/>
              <a:gdLst/>
              <a:ahLst/>
              <a:cxnLst/>
              <a:rect l="l" t="t" r="r" b="b"/>
              <a:pathLst>
                <a:path w="3687" h="694" extrusionOk="0">
                  <a:moveTo>
                    <a:pt x="347" y="1"/>
                  </a:moveTo>
                  <a:cubicBezTo>
                    <a:pt x="158" y="1"/>
                    <a:pt x="1" y="158"/>
                    <a:pt x="1" y="347"/>
                  </a:cubicBezTo>
                  <a:cubicBezTo>
                    <a:pt x="1" y="536"/>
                    <a:pt x="158" y="694"/>
                    <a:pt x="347" y="694"/>
                  </a:cubicBezTo>
                  <a:lnTo>
                    <a:pt x="3340" y="694"/>
                  </a:lnTo>
                  <a:cubicBezTo>
                    <a:pt x="3529" y="694"/>
                    <a:pt x="3687" y="536"/>
                    <a:pt x="3687" y="347"/>
                  </a:cubicBezTo>
                  <a:cubicBezTo>
                    <a:pt x="3687" y="158"/>
                    <a:pt x="3529" y="1"/>
                    <a:pt x="33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94" name="Google Shape;16294;p84"/>
          <p:cNvGrpSpPr/>
          <p:nvPr/>
        </p:nvGrpSpPr>
        <p:grpSpPr>
          <a:xfrm>
            <a:off x="6477609" y="4487199"/>
            <a:ext cx="482625" cy="479032"/>
            <a:chOff x="-54836500" y="2296300"/>
            <a:chExt cx="319000" cy="316625"/>
          </a:xfrm>
        </p:grpSpPr>
        <p:sp>
          <p:nvSpPr>
            <p:cNvPr id="16295" name="Google Shape;16295;p84"/>
            <p:cNvSpPr/>
            <p:nvPr/>
          </p:nvSpPr>
          <p:spPr>
            <a:xfrm>
              <a:off x="-54722300" y="2445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6" name="Google Shape;16296;p84"/>
            <p:cNvSpPr/>
            <p:nvPr/>
          </p:nvSpPr>
          <p:spPr>
            <a:xfrm>
              <a:off x="-54647475" y="24459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7" name="Google Shape;16297;p84"/>
            <p:cNvSpPr/>
            <p:nvPr/>
          </p:nvSpPr>
          <p:spPr>
            <a:xfrm>
              <a:off x="-54712850" y="2508375"/>
              <a:ext cx="73275" cy="29750"/>
            </a:xfrm>
            <a:custGeom>
              <a:avLst/>
              <a:gdLst/>
              <a:ahLst/>
              <a:cxnLst/>
              <a:rect l="l" t="t" r="r" b="b"/>
              <a:pathLst>
                <a:path w="2931" h="1190" extrusionOk="0">
                  <a:moveTo>
                    <a:pt x="414" y="0"/>
                  </a:moveTo>
                  <a:cubicBezTo>
                    <a:pt x="316" y="0"/>
                    <a:pt x="222" y="40"/>
                    <a:pt x="159" y="119"/>
                  </a:cubicBezTo>
                  <a:cubicBezTo>
                    <a:pt x="1" y="276"/>
                    <a:pt x="1" y="528"/>
                    <a:pt x="159" y="654"/>
                  </a:cubicBezTo>
                  <a:cubicBezTo>
                    <a:pt x="537" y="1001"/>
                    <a:pt x="1009" y="1190"/>
                    <a:pt x="1482" y="1190"/>
                  </a:cubicBezTo>
                  <a:cubicBezTo>
                    <a:pt x="1986" y="1190"/>
                    <a:pt x="2458" y="1001"/>
                    <a:pt x="2773" y="654"/>
                  </a:cubicBezTo>
                  <a:cubicBezTo>
                    <a:pt x="2931" y="497"/>
                    <a:pt x="2931" y="245"/>
                    <a:pt x="2773" y="119"/>
                  </a:cubicBezTo>
                  <a:cubicBezTo>
                    <a:pt x="2695" y="40"/>
                    <a:pt x="2592" y="0"/>
                    <a:pt x="2498" y="0"/>
                  </a:cubicBezTo>
                  <a:cubicBezTo>
                    <a:pt x="2403" y="0"/>
                    <a:pt x="2317" y="40"/>
                    <a:pt x="2269" y="119"/>
                  </a:cubicBezTo>
                  <a:cubicBezTo>
                    <a:pt x="2049" y="339"/>
                    <a:pt x="1734" y="434"/>
                    <a:pt x="1482" y="434"/>
                  </a:cubicBezTo>
                  <a:cubicBezTo>
                    <a:pt x="1167" y="434"/>
                    <a:pt x="883" y="339"/>
                    <a:pt x="694" y="119"/>
                  </a:cubicBezTo>
                  <a:cubicBezTo>
                    <a:pt x="615" y="40"/>
                    <a:pt x="513"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8" name="Google Shape;16298;p84"/>
            <p:cNvSpPr/>
            <p:nvPr/>
          </p:nvSpPr>
          <p:spPr>
            <a:xfrm>
              <a:off x="-54836500" y="2296300"/>
              <a:ext cx="319000" cy="316625"/>
            </a:xfrm>
            <a:custGeom>
              <a:avLst/>
              <a:gdLst/>
              <a:ahLst/>
              <a:cxnLst/>
              <a:rect l="l" t="t" r="r" b="b"/>
              <a:pathLst>
                <a:path w="12760" h="12665" extrusionOk="0">
                  <a:moveTo>
                    <a:pt x="5672" y="694"/>
                  </a:moveTo>
                  <a:cubicBezTo>
                    <a:pt x="5577" y="883"/>
                    <a:pt x="5483" y="1167"/>
                    <a:pt x="5388" y="1450"/>
                  </a:cubicBezTo>
                  <a:lnTo>
                    <a:pt x="2742" y="1450"/>
                  </a:lnTo>
                  <a:lnTo>
                    <a:pt x="2427" y="694"/>
                  </a:lnTo>
                  <a:close/>
                  <a:moveTo>
                    <a:pt x="10303" y="694"/>
                  </a:moveTo>
                  <a:lnTo>
                    <a:pt x="10051" y="1450"/>
                  </a:lnTo>
                  <a:lnTo>
                    <a:pt x="7404" y="1450"/>
                  </a:lnTo>
                  <a:cubicBezTo>
                    <a:pt x="7310" y="1167"/>
                    <a:pt x="7215" y="883"/>
                    <a:pt x="7089" y="694"/>
                  </a:cubicBezTo>
                  <a:close/>
                  <a:moveTo>
                    <a:pt x="6428" y="977"/>
                  </a:moveTo>
                  <a:cubicBezTo>
                    <a:pt x="6585" y="1293"/>
                    <a:pt x="6774" y="1734"/>
                    <a:pt x="6774" y="2206"/>
                  </a:cubicBezTo>
                  <a:cubicBezTo>
                    <a:pt x="6774" y="2647"/>
                    <a:pt x="6585" y="3088"/>
                    <a:pt x="6428" y="3403"/>
                  </a:cubicBezTo>
                  <a:cubicBezTo>
                    <a:pt x="6270" y="3088"/>
                    <a:pt x="6050" y="2647"/>
                    <a:pt x="6050" y="2206"/>
                  </a:cubicBezTo>
                  <a:cubicBezTo>
                    <a:pt x="6018" y="1671"/>
                    <a:pt x="6207" y="1230"/>
                    <a:pt x="6428" y="977"/>
                  </a:cubicBezTo>
                  <a:close/>
                  <a:moveTo>
                    <a:pt x="5325" y="2206"/>
                  </a:moveTo>
                  <a:cubicBezTo>
                    <a:pt x="5325" y="2773"/>
                    <a:pt x="5514" y="3309"/>
                    <a:pt x="5735" y="3687"/>
                  </a:cubicBezTo>
                  <a:lnTo>
                    <a:pt x="3655" y="3687"/>
                  </a:lnTo>
                  <a:lnTo>
                    <a:pt x="3057" y="2206"/>
                  </a:lnTo>
                  <a:close/>
                  <a:moveTo>
                    <a:pt x="9799" y="2206"/>
                  </a:moveTo>
                  <a:lnTo>
                    <a:pt x="9169" y="3687"/>
                  </a:lnTo>
                  <a:lnTo>
                    <a:pt x="7121" y="3687"/>
                  </a:lnTo>
                  <a:cubicBezTo>
                    <a:pt x="7310" y="3309"/>
                    <a:pt x="7562" y="2773"/>
                    <a:pt x="7562" y="2206"/>
                  </a:cubicBezTo>
                  <a:close/>
                  <a:moveTo>
                    <a:pt x="9043" y="4380"/>
                  </a:moveTo>
                  <a:lnTo>
                    <a:pt x="9043" y="5136"/>
                  </a:lnTo>
                  <a:cubicBezTo>
                    <a:pt x="9043" y="6837"/>
                    <a:pt x="9515" y="7436"/>
                    <a:pt x="9736" y="8602"/>
                  </a:cubicBezTo>
                  <a:cubicBezTo>
                    <a:pt x="9326" y="10114"/>
                    <a:pt x="7940" y="11185"/>
                    <a:pt x="6428" y="11185"/>
                  </a:cubicBezTo>
                  <a:cubicBezTo>
                    <a:pt x="4852" y="11185"/>
                    <a:pt x="3498" y="10114"/>
                    <a:pt x="3120" y="8602"/>
                  </a:cubicBezTo>
                  <a:cubicBezTo>
                    <a:pt x="3309" y="7436"/>
                    <a:pt x="3781" y="6837"/>
                    <a:pt x="3781" y="5136"/>
                  </a:cubicBezTo>
                  <a:lnTo>
                    <a:pt x="3781" y="4380"/>
                  </a:lnTo>
                  <a:close/>
                  <a:moveTo>
                    <a:pt x="2301" y="2238"/>
                  </a:moveTo>
                  <a:lnTo>
                    <a:pt x="3025" y="4096"/>
                  </a:lnTo>
                  <a:lnTo>
                    <a:pt x="3025" y="5105"/>
                  </a:lnTo>
                  <a:cubicBezTo>
                    <a:pt x="3025" y="6711"/>
                    <a:pt x="2584" y="7184"/>
                    <a:pt x="2364" y="8539"/>
                  </a:cubicBezTo>
                  <a:cubicBezTo>
                    <a:pt x="2301" y="8917"/>
                    <a:pt x="2301" y="9326"/>
                    <a:pt x="2301" y="9704"/>
                  </a:cubicBezTo>
                  <a:lnTo>
                    <a:pt x="2301" y="11595"/>
                  </a:lnTo>
                  <a:lnTo>
                    <a:pt x="2269" y="11595"/>
                  </a:lnTo>
                  <a:lnTo>
                    <a:pt x="1733" y="11217"/>
                  </a:lnTo>
                  <a:cubicBezTo>
                    <a:pt x="1135" y="10807"/>
                    <a:pt x="788" y="10177"/>
                    <a:pt x="788" y="9484"/>
                  </a:cubicBezTo>
                  <a:cubicBezTo>
                    <a:pt x="788" y="8444"/>
                    <a:pt x="1040" y="7404"/>
                    <a:pt x="1513" y="6491"/>
                  </a:cubicBezTo>
                  <a:cubicBezTo>
                    <a:pt x="2017" y="5451"/>
                    <a:pt x="2301" y="4285"/>
                    <a:pt x="2301" y="3088"/>
                  </a:cubicBezTo>
                  <a:lnTo>
                    <a:pt x="2301" y="2238"/>
                  </a:lnTo>
                  <a:close/>
                  <a:moveTo>
                    <a:pt x="10555" y="2269"/>
                  </a:moveTo>
                  <a:lnTo>
                    <a:pt x="10555" y="3151"/>
                  </a:lnTo>
                  <a:cubicBezTo>
                    <a:pt x="10555" y="4317"/>
                    <a:pt x="10838" y="5514"/>
                    <a:pt x="11342" y="6522"/>
                  </a:cubicBezTo>
                  <a:cubicBezTo>
                    <a:pt x="11815" y="7436"/>
                    <a:pt x="12036" y="8507"/>
                    <a:pt x="12036" y="9515"/>
                  </a:cubicBezTo>
                  <a:cubicBezTo>
                    <a:pt x="12004" y="10177"/>
                    <a:pt x="11689" y="10870"/>
                    <a:pt x="11090" y="11217"/>
                  </a:cubicBezTo>
                  <a:lnTo>
                    <a:pt x="10555" y="11595"/>
                  </a:lnTo>
                  <a:lnTo>
                    <a:pt x="10555" y="9767"/>
                  </a:lnTo>
                  <a:cubicBezTo>
                    <a:pt x="10555" y="9358"/>
                    <a:pt x="10523" y="8980"/>
                    <a:pt x="10460" y="8570"/>
                  </a:cubicBezTo>
                  <a:cubicBezTo>
                    <a:pt x="10271" y="7247"/>
                    <a:pt x="9799" y="6774"/>
                    <a:pt x="9799" y="5136"/>
                  </a:cubicBezTo>
                  <a:lnTo>
                    <a:pt x="9799" y="4128"/>
                  </a:lnTo>
                  <a:lnTo>
                    <a:pt x="10555" y="2269"/>
                  </a:lnTo>
                  <a:close/>
                  <a:moveTo>
                    <a:pt x="1859" y="1"/>
                  </a:moveTo>
                  <a:cubicBezTo>
                    <a:pt x="1639" y="1"/>
                    <a:pt x="1481" y="158"/>
                    <a:pt x="1481" y="347"/>
                  </a:cubicBezTo>
                  <a:lnTo>
                    <a:pt x="1481" y="3151"/>
                  </a:lnTo>
                  <a:cubicBezTo>
                    <a:pt x="1481" y="4191"/>
                    <a:pt x="1261" y="5262"/>
                    <a:pt x="788" y="6176"/>
                  </a:cubicBezTo>
                  <a:cubicBezTo>
                    <a:pt x="284" y="7184"/>
                    <a:pt x="1" y="8350"/>
                    <a:pt x="1" y="9484"/>
                  </a:cubicBezTo>
                  <a:cubicBezTo>
                    <a:pt x="1" y="10429"/>
                    <a:pt x="473" y="11280"/>
                    <a:pt x="1261" y="11847"/>
                  </a:cubicBezTo>
                  <a:lnTo>
                    <a:pt x="2395" y="12603"/>
                  </a:lnTo>
                  <a:cubicBezTo>
                    <a:pt x="2463" y="12645"/>
                    <a:pt x="2537" y="12665"/>
                    <a:pt x="2610" y="12665"/>
                  </a:cubicBezTo>
                  <a:cubicBezTo>
                    <a:pt x="2808" y="12665"/>
                    <a:pt x="2994" y="12518"/>
                    <a:pt x="2994" y="12288"/>
                  </a:cubicBezTo>
                  <a:lnTo>
                    <a:pt x="2994" y="10145"/>
                  </a:lnTo>
                  <a:cubicBezTo>
                    <a:pt x="3781" y="11248"/>
                    <a:pt x="5041" y="11878"/>
                    <a:pt x="6365" y="11878"/>
                  </a:cubicBezTo>
                  <a:cubicBezTo>
                    <a:pt x="7719" y="11878"/>
                    <a:pt x="8980" y="11248"/>
                    <a:pt x="9767" y="10145"/>
                  </a:cubicBezTo>
                  <a:lnTo>
                    <a:pt x="9767" y="12288"/>
                  </a:lnTo>
                  <a:cubicBezTo>
                    <a:pt x="9767" y="12521"/>
                    <a:pt x="9941" y="12651"/>
                    <a:pt x="10146" y="12651"/>
                  </a:cubicBezTo>
                  <a:cubicBezTo>
                    <a:pt x="10217" y="12651"/>
                    <a:pt x="10293" y="12635"/>
                    <a:pt x="10366" y="12603"/>
                  </a:cubicBezTo>
                  <a:lnTo>
                    <a:pt x="11500" y="11847"/>
                  </a:lnTo>
                  <a:cubicBezTo>
                    <a:pt x="12288" y="11343"/>
                    <a:pt x="12760" y="10429"/>
                    <a:pt x="12760" y="9484"/>
                  </a:cubicBezTo>
                  <a:cubicBezTo>
                    <a:pt x="12760" y="8350"/>
                    <a:pt x="12477" y="7184"/>
                    <a:pt x="11973" y="6176"/>
                  </a:cubicBezTo>
                  <a:cubicBezTo>
                    <a:pt x="11500" y="5262"/>
                    <a:pt x="11248" y="4159"/>
                    <a:pt x="11248" y="3151"/>
                  </a:cubicBezTo>
                  <a:lnTo>
                    <a:pt x="11248" y="347"/>
                  </a:lnTo>
                  <a:cubicBezTo>
                    <a:pt x="11248" y="158"/>
                    <a:pt x="11090" y="1"/>
                    <a:pt x="109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99" name="Google Shape;16299;p84"/>
          <p:cNvGrpSpPr/>
          <p:nvPr/>
        </p:nvGrpSpPr>
        <p:grpSpPr>
          <a:xfrm>
            <a:off x="6506203" y="5109428"/>
            <a:ext cx="425437" cy="481453"/>
            <a:chOff x="-54817600" y="2687750"/>
            <a:chExt cx="281200" cy="318225"/>
          </a:xfrm>
        </p:grpSpPr>
        <p:sp>
          <p:nvSpPr>
            <p:cNvPr id="16300" name="Google Shape;16300;p84"/>
            <p:cNvSpPr/>
            <p:nvPr/>
          </p:nvSpPr>
          <p:spPr>
            <a:xfrm>
              <a:off x="-54712850" y="2919525"/>
              <a:ext cx="73275" cy="28950"/>
            </a:xfrm>
            <a:custGeom>
              <a:avLst/>
              <a:gdLst/>
              <a:ahLst/>
              <a:cxnLst/>
              <a:rect l="l" t="t" r="r" b="b"/>
              <a:pathLst>
                <a:path w="2931" h="1158" extrusionOk="0">
                  <a:moveTo>
                    <a:pt x="414" y="0"/>
                  </a:moveTo>
                  <a:cubicBezTo>
                    <a:pt x="316" y="0"/>
                    <a:pt x="222" y="39"/>
                    <a:pt x="159" y="118"/>
                  </a:cubicBezTo>
                  <a:cubicBezTo>
                    <a:pt x="1" y="276"/>
                    <a:pt x="1" y="496"/>
                    <a:pt x="159" y="622"/>
                  </a:cubicBezTo>
                  <a:cubicBezTo>
                    <a:pt x="537" y="969"/>
                    <a:pt x="1009" y="1158"/>
                    <a:pt x="1482" y="1158"/>
                  </a:cubicBezTo>
                  <a:cubicBezTo>
                    <a:pt x="1986" y="1158"/>
                    <a:pt x="2458" y="969"/>
                    <a:pt x="2773" y="622"/>
                  </a:cubicBezTo>
                  <a:cubicBezTo>
                    <a:pt x="2931" y="465"/>
                    <a:pt x="2931" y="213"/>
                    <a:pt x="2773" y="118"/>
                  </a:cubicBezTo>
                  <a:cubicBezTo>
                    <a:pt x="2695" y="39"/>
                    <a:pt x="2592" y="0"/>
                    <a:pt x="2498" y="0"/>
                  </a:cubicBezTo>
                  <a:cubicBezTo>
                    <a:pt x="2403" y="0"/>
                    <a:pt x="2317" y="39"/>
                    <a:pt x="2269" y="118"/>
                  </a:cubicBezTo>
                  <a:cubicBezTo>
                    <a:pt x="2049" y="307"/>
                    <a:pt x="1734" y="433"/>
                    <a:pt x="1482" y="433"/>
                  </a:cubicBezTo>
                  <a:cubicBezTo>
                    <a:pt x="1167" y="433"/>
                    <a:pt x="883" y="307"/>
                    <a:pt x="694" y="118"/>
                  </a:cubicBezTo>
                  <a:cubicBezTo>
                    <a:pt x="615" y="39"/>
                    <a:pt x="513"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1" name="Google Shape;16301;p84"/>
            <p:cNvSpPr/>
            <p:nvPr/>
          </p:nvSpPr>
          <p:spPr>
            <a:xfrm>
              <a:off x="-54722300" y="28563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2" name="Google Shape;16302;p84"/>
            <p:cNvSpPr/>
            <p:nvPr/>
          </p:nvSpPr>
          <p:spPr>
            <a:xfrm>
              <a:off x="-54647475" y="28563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3" name="Google Shape;16303;p84"/>
            <p:cNvSpPr/>
            <p:nvPr/>
          </p:nvSpPr>
          <p:spPr>
            <a:xfrm>
              <a:off x="-54817600" y="2687750"/>
              <a:ext cx="281200" cy="318225"/>
            </a:xfrm>
            <a:custGeom>
              <a:avLst/>
              <a:gdLst/>
              <a:ahLst/>
              <a:cxnLst/>
              <a:rect l="l" t="t" r="r" b="b"/>
              <a:pathLst>
                <a:path w="11248" h="12729" extrusionOk="0">
                  <a:moveTo>
                    <a:pt x="5231" y="757"/>
                  </a:moveTo>
                  <a:lnTo>
                    <a:pt x="5231" y="4380"/>
                  </a:lnTo>
                  <a:lnTo>
                    <a:pt x="3782" y="4380"/>
                  </a:lnTo>
                  <a:cubicBezTo>
                    <a:pt x="3817" y="3414"/>
                    <a:pt x="4006" y="2482"/>
                    <a:pt x="4349" y="1765"/>
                  </a:cubicBezTo>
                  <a:cubicBezTo>
                    <a:pt x="4601" y="1261"/>
                    <a:pt x="4916" y="914"/>
                    <a:pt x="5231" y="757"/>
                  </a:cubicBezTo>
                  <a:close/>
                  <a:moveTo>
                    <a:pt x="3970" y="1072"/>
                  </a:moveTo>
                  <a:lnTo>
                    <a:pt x="3970" y="1072"/>
                  </a:lnTo>
                  <a:cubicBezTo>
                    <a:pt x="3876" y="1198"/>
                    <a:pt x="3813" y="1355"/>
                    <a:pt x="3718" y="1450"/>
                  </a:cubicBezTo>
                  <a:cubicBezTo>
                    <a:pt x="3340" y="2238"/>
                    <a:pt x="3088" y="3309"/>
                    <a:pt x="3057" y="4411"/>
                  </a:cubicBezTo>
                  <a:lnTo>
                    <a:pt x="1576" y="4411"/>
                  </a:lnTo>
                  <a:cubicBezTo>
                    <a:pt x="1671" y="2931"/>
                    <a:pt x="2616" y="1670"/>
                    <a:pt x="3970" y="1072"/>
                  </a:cubicBezTo>
                  <a:close/>
                  <a:moveTo>
                    <a:pt x="7310" y="1072"/>
                  </a:moveTo>
                  <a:cubicBezTo>
                    <a:pt x="8665" y="1670"/>
                    <a:pt x="9610" y="2931"/>
                    <a:pt x="9704" y="4411"/>
                  </a:cubicBezTo>
                  <a:lnTo>
                    <a:pt x="8224" y="4411"/>
                  </a:lnTo>
                  <a:cubicBezTo>
                    <a:pt x="8192" y="3309"/>
                    <a:pt x="7940" y="2238"/>
                    <a:pt x="7562" y="1450"/>
                  </a:cubicBezTo>
                  <a:cubicBezTo>
                    <a:pt x="7467" y="1292"/>
                    <a:pt x="7404" y="1198"/>
                    <a:pt x="7310" y="1072"/>
                  </a:cubicBezTo>
                  <a:close/>
                  <a:moveTo>
                    <a:pt x="6018" y="788"/>
                  </a:moveTo>
                  <a:cubicBezTo>
                    <a:pt x="6333" y="946"/>
                    <a:pt x="6648" y="1292"/>
                    <a:pt x="6869" y="1828"/>
                  </a:cubicBezTo>
                  <a:cubicBezTo>
                    <a:pt x="7247" y="2521"/>
                    <a:pt x="7436" y="3435"/>
                    <a:pt x="7467" y="4443"/>
                  </a:cubicBezTo>
                  <a:lnTo>
                    <a:pt x="5987" y="4443"/>
                  </a:lnTo>
                  <a:lnTo>
                    <a:pt x="5987" y="788"/>
                  </a:lnTo>
                  <a:close/>
                  <a:moveTo>
                    <a:pt x="1513" y="6711"/>
                  </a:moveTo>
                  <a:lnTo>
                    <a:pt x="1513" y="8192"/>
                  </a:lnTo>
                  <a:cubicBezTo>
                    <a:pt x="1135" y="8192"/>
                    <a:pt x="788" y="7877"/>
                    <a:pt x="788" y="7436"/>
                  </a:cubicBezTo>
                  <a:cubicBezTo>
                    <a:pt x="788" y="7058"/>
                    <a:pt x="1103" y="6711"/>
                    <a:pt x="1513" y="6711"/>
                  </a:cubicBezTo>
                  <a:close/>
                  <a:moveTo>
                    <a:pt x="9767" y="6711"/>
                  </a:moveTo>
                  <a:cubicBezTo>
                    <a:pt x="10145" y="6711"/>
                    <a:pt x="10492" y="7058"/>
                    <a:pt x="10492" y="7436"/>
                  </a:cubicBezTo>
                  <a:cubicBezTo>
                    <a:pt x="10492" y="7877"/>
                    <a:pt x="10145" y="8192"/>
                    <a:pt x="9767" y="8192"/>
                  </a:cubicBezTo>
                  <a:lnTo>
                    <a:pt x="9767" y="6711"/>
                  </a:lnTo>
                  <a:close/>
                  <a:moveTo>
                    <a:pt x="9043" y="5168"/>
                  </a:moveTo>
                  <a:lnTo>
                    <a:pt x="9043" y="8602"/>
                  </a:lnTo>
                  <a:cubicBezTo>
                    <a:pt x="9011" y="10429"/>
                    <a:pt x="7499" y="11941"/>
                    <a:pt x="5672" y="11941"/>
                  </a:cubicBezTo>
                  <a:cubicBezTo>
                    <a:pt x="3813" y="11941"/>
                    <a:pt x="2301" y="10429"/>
                    <a:pt x="2301" y="8602"/>
                  </a:cubicBezTo>
                  <a:lnTo>
                    <a:pt x="2301" y="5168"/>
                  </a:lnTo>
                  <a:close/>
                  <a:moveTo>
                    <a:pt x="5609" y="1"/>
                  </a:moveTo>
                  <a:cubicBezTo>
                    <a:pt x="2931" y="1"/>
                    <a:pt x="788" y="2175"/>
                    <a:pt x="788" y="4852"/>
                  </a:cubicBezTo>
                  <a:cubicBezTo>
                    <a:pt x="788" y="5041"/>
                    <a:pt x="946" y="5199"/>
                    <a:pt x="1135" y="5199"/>
                  </a:cubicBezTo>
                  <a:lnTo>
                    <a:pt x="1482" y="5199"/>
                  </a:lnTo>
                  <a:lnTo>
                    <a:pt x="1482" y="5987"/>
                  </a:lnTo>
                  <a:cubicBezTo>
                    <a:pt x="662" y="5987"/>
                    <a:pt x="1" y="6648"/>
                    <a:pt x="1" y="7499"/>
                  </a:cubicBezTo>
                  <a:cubicBezTo>
                    <a:pt x="1" y="8318"/>
                    <a:pt x="662" y="8980"/>
                    <a:pt x="1482" y="8980"/>
                  </a:cubicBezTo>
                  <a:cubicBezTo>
                    <a:pt x="1671" y="11059"/>
                    <a:pt x="3466" y="12729"/>
                    <a:pt x="5577" y="12729"/>
                  </a:cubicBezTo>
                  <a:cubicBezTo>
                    <a:pt x="7720" y="12729"/>
                    <a:pt x="9484" y="11059"/>
                    <a:pt x="9673" y="8980"/>
                  </a:cubicBezTo>
                  <a:cubicBezTo>
                    <a:pt x="10492" y="8980"/>
                    <a:pt x="11185" y="8318"/>
                    <a:pt x="11185" y="7499"/>
                  </a:cubicBezTo>
                  <a:cubicBezTo>
                    <a:pt x="11248" y="6648"/>
                    <a:pt x="10586" y="5987"/>
                    <a:pt x="9767" y="5987"/>
                  </a:cubicBezTo>
                  <a:lnTo>
                    <a:pt x="9767" y="5199"/>
                  </a:lnTo>
                  <a:lnTo>
                    <a:pt x="10114" y="5199"/>
                  </a:lnTo>
                  <a:cubicBezTo>
                    <a:pt x="10303" y="5199"/>
                    <a:pt x="10460" y="5041"/>
                    <a:pt x="10460" y="4852"/>
                  </a:cubicBezTo>
                  <a:cubicBezTo>
                    <a:pt x="10460" y="2175"/>
                    <a:pt x="8287" y="1"/>
                    <a:pt x="56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04" name="Google Shape;16304;p84"/>
          <p:cNvGrpSpPr/>
          <p:nvPr/>
        </p:nvGrpSpPr>
        <p:grpSpPr>
          <a:xfrm>
            <a:off x="9480635" y="3882582"/>
            <a:ext cx="423053" cy="479071"/>
            <a:chOff x="-52887125" y="1903275"/>
            <a:chExt cx="279625" cy="316650"/>
          </a:xfrm>
        </p:grpSpPr>
        <p:sp>
          <p:nvSpPr>
            <p:cNvPr id="16305" name="Google Shape;16305;p84"/>
            <p:cNvSpPr/>
            <p:nvPr/>
          </p:nvSpPr>
          <p:spPr>
            <a:xfrm>
              <a:off x="-52783950" y="2135825"/>
              <a:ext cx="73275" cy="28975"/>
            </a:xfrm>
            <a:custGeom>
              <a:avLst/>
              <a:gdLst/>
              <a:ahLst/>
              <a:cxnLst/>
              <a:rect l="l" t="t" r="r" b="b"/>
              <a:pathLst>
                <a:path w="2931" h="1159" extrusionOk="0">
                  <a:moveTo>
                    <a:pt x="398" y="1"/>
                  </a:moveTo>
                  <a:cubicBezTo>
                    <a:pt x="308" y="1"/>
                    <a:pt x="221" y="40"/>
                    <a:pt x="158" y="119"/>
                  </a:cubicBezTo>
                  <a:cubicBezTo>
                    <a:pt x="1" y="276"/>
                    <a:pt x="1" y="497"/>
                    <a:pt x="158" y="623"/>
                  </a:cubicBezTo>
                  <a:cubicBezTo>
                    <a:pt x="505" y="970"/>
                    <a:pt x="977" y="1159"/>
                    <a:pt x="1450" y="1159"/>
                  </a:cubicBezTo>
                  <a:cubicBezTo>
                    <a:pt x="1922" y="1159"/>
                    <a:pt x="2458" y="970"/>
                    <a:pt x="2773" y="623"/>
                  </a:cubicBezTo>
                  <a:cubicBezTo>
                    <a:pt x="2931" y="465"/>
                    <a:pt x="2931" y="213"/>
                    <a:pt x="2773" y="119"/>
                  </a:cubicBezTo>
                  <a:cubicBezTo>
                    <a:pt x="2694" y="40"/>
                    <a:pt x="2592" y="1"/>
                    <a:pt x="2493" y="1"/>
                  </a:cubicBezTo>
                  <a:cubicBezTo>
                    <a:pt x="2395" y="1"/>
                    <a:pt x="2300" y="40"/>
                    <a:pt x="2237" y="119"/>
                  </a:cubicBezTo>
                  <a:cubicBezTo>
                    <a:pt x="2048" y="308"/>
                    <a:pt x="1733" y="434"/>
                    <a:pt x="1450" y="434"/>
                  </a:cubicBezTo>
                  <a:cubicBezTo>
                    <a:pt x="1198" y="434"/>
                    <a:pt x="883"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6" name="Google Shape;16306;p84"/>
            <p:cNvSpPr/>
            <p:nvPr/>
          </p:nvSpPr>
          <p:spPr>
            <a:xfrm>
              <a:off x="-52887125" y="1903275"/>
              <a:ext cx="279625" cy="316650"/>
            </a:xfrm>
            <a:custGeom>
              <a:avLst/>
              <a:gdLst/>
              <a:ahLst/>
              <a:cxnLst/>
              <a:rect l="l" t="t" r="r" b="b"/>
              <a:pathLst>
                <a:path w="11185" h="12666" extrusionOk="0">
                  <a:moveTo>
                    <a:pt x="5545" y="2238"/>
                  </a:moveTo>
                  <a:cubicBezTo>
                    <a:pt x="5986" y="2238"/>
                    <a:pt x="6427" y="2332"/>
                    <a:pt x="6806" y="2490"/>
                  </a:cubicBezTo>
                  <a:cubicBezTo>
                    <a:pt x="6049" y="3687"/>
                    <a:pt x="4726" y="4443"/>
                    <a:pt x="3308" y="4443"/>
                  </a:cubicBezTo>
                  <a:lnTo>
                    <a:pt x="2407" y="4443"/>
                  </a:lnTo>
                  <a:cubicBezTo>
                    <a:pt x="2887" y="3168"/>
                    <a:pt x="4108" y="2238"/>
                    <a:pt x="5545" y="2238"/>
                  </a:cubicBezTo>
                  <a:close/>
                  <a:moveTo>
                    <a:pt x="5577" y="757"/>
                  </a:moveTo>
                  <a:cubicBezTo>
                    <a:pt x="7877" y="757"/>
                    <a:pt x="9799" y="2364"/>
                    <a:pt x="10303" y="4475"/>
                  </a:cubicBezTo>
                  <a:cubicBezTo>
                    <a:pt x="10240" y="4475"/>
                    <a:pt x="10145" y="4443"/>
                    <a:pt x="10082" y="4443"/>
                  </a:cubicBezTo>
                  <a:cubicBezTo>
                    <a:pt x="9893" y="4443"/>
                    <a:pt x="9736" y="4475"/>
                    <a:pt x="9578" y="4569"/>
                  </a:cubicBezTo>
                  <a:cubicBezTo>
                    <a:pt x="9137" y="2742"/>
                    <a:pt x="7467" y="1450"/>
                    <a:pt x="5577" y="1450"/>
                  </a:cubicBezTo>
                  <a:cubicBezTo>
                    <a:pt x="3655" y="1450"/>
                    <a:pt x="2048" y="2805"/>
                    <a:pt x="1607" y="4569"/>
                  </a:cubicBezTo>
                  <a:cubicBezTo>
                    <a:pt x="1450" y="4475"/>
                    <a:pt x="1292" y="4443"/>
                    <a:pt x="1103" y="4443"/>
                  </a:cubicBezTo>
                  <a:cubicBezTo>
                    <a:pt x="1009" y="4443"/>
                    <a:pt x="946" y="4443"/>
                    <a:pt x="851" y="4475"/>
                  </a:cubicBezTo>
                  <a:cubicBezTo>
                    <a:pt x="1324" y="2364"/>
                    <a:pt x="3277" y="757"/>
                    <a:pt x="5577" y="757"/>
                  </a:cubicBezTo>
                  <a:close/>
                  <a:moveTo>
                    <a:pt x="7530" y="2868"/>
                  </a:moveTo>
                  <a:cubicBezTo>
                    <a:pt x="8381" y="3466"/>
                    <a:pt x="8948" y="4475"/>
                    <a:pt x="8948" y="5640"/>
                  </a:cubicBezTo>
                  <a:lnTo>
                    <a:pt x="8948" y="6050"/>
                  </a:lnTo>
                  <a:lnTo>
                    <a:pt x="2206" y="6050"/>
                  </a:lnTo>
                  <a:lnTo>
                    <a:pt x="2206" y="6018"/>
                  </a:lnTo>
                  <a:lnTo>
                    <a:pt x="2206" y="5577"/>
                  </a:lnTo>
                  <a:cubicBezTo>
                    <a:pt x="2206" y="5483"/>
                    <a:pt x="2206" y="5357"/>
                    <a:pt x="2237" y="5231"/>
                  </a:cubicBezTo>
                  <a:lnTo>
                    <a:pt x="3340" y="5231"/>
                  </a:lnTo>
                  <a:cubicBezTo>
                    <a:pt x="4285" y="5231"/>
                    <a:pt x="5167" y="4947"/>
                    <a:pt x="5955" y="4475"/>
                  </a:cubicBezTo>
                  <a:cubicBezTo>
                    <a:pt x="6585" y="4097"/>
                    <a:pt x="7121" y="3529"/>
                    <a:pt x="7530" y="2868"/>
                  </a:cubicBezTo>
                  <a:close/>
                  <a:moveTo>
                    <a:pt x="10082" y="5231"/>
                  </a:moveTo>
                  <a:cubicBezTo>
                    <a:pt x="10271" y="5231"/>
                    <a:pt x="10429" y="5388"/>
                    <a:pt x="10429" y="5577"/>
                  </a:cubicBezTo>
                  <a:lnTo>
                    <a:pt x="10429" y="7877"/>
                  </a:lnTo>
                  <a:cubicBezTo>
                    <a:pt x="10429" y="8066"/>
                    <a:pt x="10271" y="8224"/>
                    <a:pt x="10082" y="8224"/>
                  </a:cubicBezTo>
                  <a:cubicBezTo>
                    <a:pt x="9893" y="8224"/>
                    <a:pt x="9736" y="8066"/>
                    <a:pt x="9736" y="7877"/>
                  </a:cubicBezTo>
                  <a:lnTo>
                    <a:pt x="9736" y="5577"/>
                  </a:lnTo>
                  <a:cubicBezTo>
                    <a:pt x="9736" y="5388"/>
                    <a:pt x="9893" y="5231"/>
                    <a:pt x="10082" y="5231"/>
                  </a:cubicBezTo>
                  <a:close/>
                  <a:moveTo>
                    <a:pt x="1103" y="5262"/>
                  </a:moveTo>
                  <a:cubicBezTo>
                    <a:pt x="1292" y="5262"/>
                    <a:pt x="1450" y="5420"/>
                    <a:pt x="1450" y="5640"/>
                  </a:cubicBezTo>
                  <a:lnTo>
                    <a:pt x="1450" y="7909"/>
                  </a:lnTo>
                  <a:cubicBezTo>
                    <a:pt x="1450" y="8066"/>
                    <a:pt x="1292" y="8255"/>
                    <a:pt x="1103" y="8255"/>
                  </a:cubicBezTo>
                  <a:cubicBezTo>
                    <a:pt x="914" y="8255"/>
                    <a:pt x="757" y="8098"/>
                    <a:pt x="757" y="7909"/>
                  </a:cubicBezTo>
                  <a:lnTo>
                    <a:pt x="757" y="5640"/>
                  </a:lnTo>
                  <a:cubicBezTo>
                    <a:pt x="757" y="5420"/>
                    <a:pt x="914" y="5262"/>
                    <a:pt x="1103" y="5262"/>
                  </a:cubicBezTo>
                  <a:close/>
                  <a:moveTo>
                    <a:pt x="5199" y="6774"/>
                  </a:moveTo>
                  <a:cubicBezTo>
                    <a:pt x="5199" y="7594"/>
                    <a:pt x="4537" y="8255"/>
                    <a:pt x="3687" y="8255"/>
                  </a:cubicBezTo>
                  <a:cubicBezTo>
                    <a:pt x="2867" y="8255"/>
                    <a:pt x="2206" y="7594"/>
                    <a:pt x="2206" y="6774"/>
                  </a:cubicBezTo>
                  <a:close/>
                  <a:moveTo>
                    <a:pt x="8948" y="6774"/>
                  </a:moveTo>
                  <a:cubicBezTo>
                    <a:pt x="8948" y="7594"/>
                    <a:pt x="8255" y="8255"/>
                    <a:pt x="7436" y="8255"/>
                  </a:cubicBezTo>
                  <a:cubicBezTo>
                    <a:pt x="6617" y="8255"/>
                    <a:pt x="5955" y="7594"/>
                    <a:pt x="5955" y="6774"/>
                  </a:cubicBezTo>
                  <a:close/>
                  <a:moveTo>
                    <a:pt x="5545" y="8035"/>
                  </a:moveTo>
                  <a:cubicBezTo>
                    <a:pt x="5955" y="8633"/>
                    <a:pt x="6648" y="9011"/>
                    <a:pt x="7404" y="9011"/>
                  </a:cubicBezTo>
                  <a:cubicBezTo>
                    <a:pt x="8003" y="9011"/>
                    <a:pt x="8507" y="8822"/>
                    <a:pt x="8885" y="8413"/>
                  </a:cubicBezTo>
                  <a:lnTo>
                    <a:pt x="8885" y="8476"/>
                  </a:lnTo>
                  <a:cubicBezTo>
                    <a:pt x="8948" y="10272"/>
                    <a:pt x="7593" y="11815"/>
                    <a:pt x="5892" y="11973"/>
                  </a:cubicBezTo>
                  <a:cubicBezTo>
                    <a:pt x="5782" y="11983"/>
                    <a:pt x="5673" y="11988"/>
                    <a:pt x="5565" y="11988"/>
                  </a:cubicBezTo>
                  <a:cubicBezTo>
                    <a:pt x="3672" y="11988"/>
                    <a:pt x="2206" y="10452"/>
                    <a:pt x="2206" y="8633"/>
                  </a:cubicBezTo>
                  <a:lnTo>
                    <a:pt x="2206" y="8413"/>
                  </a:lnTo>
                  <a:cubicBezTo>
                    <a:pt x="2584" y="8791"/>
                    <a:pt x="3119" y="9011"/>
                    <a:pt x="3687" y="9011"/>
                  </a:cubicBezTo>
                  <a:cubicBezTo>
                    <a:pt x="4474" y="9011"/>
                    <a:pt x="5167" y="8633"/>
                    <a:pt x="5545" y="8035"/>
                  </a:cubicBezTo>
                  <a:close/>
                  <a:moveTo>
                    <a:pt x="5577" y="1"/>
                  </a:moveTo>
                  <a:cubicBezTo>
                    <a:pt x="2489" y="1"/>
                    <a:pt x="0" y="2521"/>
                    <a:pt x="0" y="5577"/>
                  </a:cubicBezTo>
                  <a:lnTo>
                    <a:pt x="0" y="7877"/>
                  </a:lnTo>
                  <a:cubicBezTo>
                    <a:pt x="0" y="8507"/>
                    <a:pt x="505" y="8980"/>
                    <a:pt x="1103" y="8980"/>
                  </a:cubicBezTo>
                  <a:cubicBezTo>
                    <a:pt x="1229" y="8980"/>
                    <a:pt x="1387" y="8948"/>
                    <a:pt x="1481" y="8885"/>
                  </a:cubicBezTo>
                  <a:cubicBezTo>
                    <a:pt x="1639" y="10996"/>
                    <a:pt x="3372" y="12666"/>
                    <a:pt x="5577" y="12666"/>
                  </a:cubicBezTo>
                  <a:lnTo>
                    <a:pt x="5986" y="12666"/>
                  </a:lnTo>
                  <a:cubicBezTo>
                    <a:pt x="7940" y="12477"/>
                    <a:pt x="9452" y="10870"/>
                    <a:pt x="9641" y="8885"/>
                  </a:cubicBezTo>
                  <a:cubicBezTo>
                    <a:pt x="9767" y="8948"/>
                    <a:pt x="9925" y="8980"/>
                    <a:pt x="10051" y="8980"/>
                  </a:cubicBezTo>
                  <a:cubicBezTo>
                    <a:pt x="10681" y="8980"/>
                    <a:pt x="11153" y="8476"/>
                    <a:pt x="11153" y="7877"/>
                  </a:cubicBezTo>
                  <a:lnTo>
                    <a:pt x="11153" y="5577"/>
                  </a:lnTo>
                  <a:cubicBezTo>
                    <a:pt x="11185" y="2521"/>
                    <a:pt x="8664"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07" name="Google Shape;16307;p84"/>
          <p:cNvGrpSpPr/>
          <p:nvPr/>
        </p:nvGrpSpPr>
        <p:grpSpPr>
          <a:xfrm>
            <a:off x="9452040" y="4483645"/>
            <a:ext cx="480243" cy="482625"/>
            <a:chOff x="-52906025" y="2293950"/>
            <a:chExt cx="317425" cy="319000"/>
          </a:xfrm>
        </p:grpSpPr>
        <p:sp>
          <p:nvSpPr>
            <p:cNvPr id="16308" name="Google Shape;16308;p84"/>
            <p:cNvSpPr/>
            <p:nvPr/>
          </p:nvSpPr>
          <p:spPr>
            <a:xfrm>
              <a:off x="-52783950" y="2526500"/>
              <a:ext cx="73275" cy="29750"/>
            </a:xfrm>
            <a:custGeom>
              <a:avLst/>
              <a:gdLst/>
              <a:ahLst/>
              <a:cxnLst/>
              <a:rect l="l" t="t" r="r" b="b"/>
              <a:pathLst>
                <a:path w="2931" h="1190" extrusionOk="0">
                  <a:moveTo>
                    <a:pt x="398" y="0"/>
                  </a:moveTo>
                  <a:cubicBezTo>
                    <a:pt x="308" y="0"/>
                    <a:pt x="221" y="39"/>
                    <a:pt x="158" y="118"/>
                  </a:cubicBezTo>
                  <a:cubicBezTo>
                    <a:pt x="1" y="276"/>
                    <a:pt x="1" y="496"/>
                    <a:pt x="158" y="622"/>
                  </a:cubicBezTo>
                  <a:cubicBezTo>
                    <a:pt x="505" y="969"/>
                    <a:pt x="977" y="1189"/>
                    <a:pt x="1450" y="1189"/>
                  </a:cubicBezTo>
                  <a:cubicBezTo>
                    <a:pt x="1922" y="1189"/>
                    <a:pt x="2458" y="969"/>
                    <a:pt x="2773" y="622"/>
                  </a:cubicBezTo>
                  <a:cubicBezTo>
                    <a:pt x="2931" y="465"/>
                    <a:pt x="2931" y="244"/>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9" name="Google Shape;16309;p84"/>
            <p:cNvSpPr/>
            <p:nvPr/>
          </p:nvSpPr>
          <p:spPr>
            <a:xfrm>
              <a:off x="-52718575"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0" name="Google Shape;16310;p84"/>
            <p:cNvSpPr/>
            <p:nvPr/>
          </p:nvSpPr>
          <p:spPr>
            <a:xfrm>
              <a:off x="-52906025" y="2293950"/>
              <a:ext cx="317425" cy="319000"/>
            </a:xfrm>
            <a:custGeom>
              <a:avLst/>
              <a:gdLst/>
              <a:ahLst/>
              <a:cxnLst/>
              <a:rect l="l" t="t" r="r" b="b"/>
              <a:pathLst>
                <a:path w="12697" h="12760" extrusionOk="0">
                  <a:moveTo>
                    <a:pt x="6333" y="788"/>
                  </a:moveTo>
                  <a:cubicBezTo>
                    <a:pt x="7877" y="788"/>
                    <a:pt x="9231" y="1607"/>
                    <a:pt x="9609" y="2773"/>
                  </a:cubicBezTo>
                  <a:cubicBezTo>
                    <a:pt x="8633" y="2458"/>
                    <a:pt x="7530" y="2300"/>
                    <a:pt x="6333" y="2300"/>
                  </a:cubicBezTo>
                  <a:cubicBezTo>
                    <a:pt x="5167" y="2300"/>
                    <a:pt x="4064" y="2458"/>
                    <a:pt x="3088" y="2773"/>
                  </a:cubicBezTo>
                  <a:cubicBezTo>
                    <a:pt x="3434" y="1607"/>
                    <a:pt x="4758" y="788"/>
                    <a:pt x="6333" y="788"/>
                  </a:cubicBezTo>
                  <a:close/>
                  <a:moveTo>
                    <a:pt x="6301" y="3025"/>
                  </a:moveTo>
                  <a:cubicBezTo>
                    <a:pt x="9515" y="3025"/>
                    <a:pt x="11941" y="4285"/>
                    <a:pt x="11941" y="5640"/>
                  </a:cubicBezTo>
                  <a:cubicBezTo>
                    <a:pt x="11941" y="5986"/>
                    <a:pt x="11783" y="6270"/>
                    <a:pt x="11594" y="6553"/>
                  </a:cubicBezTo>
                  <a:cubicBezTo>
                    <a:pt x="11311" y="6238"/>
                    <a:pt x="10901" y="6018"/>
                    <a:pt x="10429" y="6018"/>
                  </a:cubicBezTo>
                  <a:lnTo>
                    <a:pt x="10429" y="5671"/>
                  </a:lnTo>
                  <a:cubicBezTo>
                    <a:pt x="10429" y="5514"/>
                    <a:pt x="10365" y="5388"/>
                    <a:pt x="10208" y="5325"/>
                  </a:cubicBezTo>
                  <a:cubicBezTo>
                    <a:pt x="10113" y="5262"/>
                    <a:pt x="8444" y="4537"/>
                    <a:pt x="6301" y="4537"/>
                  </a:cubicBezTo>
                  <a:cubicBezTo>
                    <a:pt x="4254" y="4537"/>
                    <a:pt x="2552" y="5230"/>
                    <a:pt x="2426" y="5325"/>
                  </a:cubicBezTo>
                  <a:cubicBezTo>
                    <a:pt x="2269" y="5356"/>
                    <a:pt x="2174" y="5514"/>
                    <a:pt x="2174" y="5671"/>
                  </a:cubicBezTo>
                  <a:lnTo>
                    <a:pt x="2174" y="6018"/>
                  </a:lnTo>
                  <a:cubicBezTo>
                    <a:pt x="1733" y="6018"/>
                    <a:pt x="1292" y="6238"/>
                    <a:pt x="1040" y="6553"/>
                  </a:cubicBezTo>
                  <a:cubicBezTo>
                    <a:pt x="851" y="6301"/>
                    <a:pt x="693" y="5986"/>
                    <a:pt x="693" y="5640"/>
                  </a:cubicBezTo>
                  <a:cubicBezTo>
                    <a:pt x="693" y="4285"/>
                    <a:pt x="3119" y="3025"/>
                    <a:pt x="6301" y="3025"/>
                  </a:cubicBezTo>
                  <a:close/>
                  <a:moveTo>
                    <a:pt x="6364" y="5230"/>
                  </a:moveTo>
                  <a:cubicBezTo>
                    <a:pt x="6585" y="5230"/>
                    <a:pt x="6805" y="5230"/>
                    <a:pt x="7026" y="5262"/>
                  </a:cubicBezTo>
                  <a:cubicBezTo>
                    <a:pt x="6270" y="6616"/>
                    <a:pt x="4821" y="7498"/>
                    <a:pt x="3245" y="7498"/>
                  </a:cubicBezTo>
                  <a:lnTo>
                    <a:pt x="2930" y="7498"/>
                  </a:lnTo>
                  <a:cubicBezTo>
                    <a:pt x="2962" y="7341"/>
                    <a:pt x="2962" y="6049"/>
                    <a:pt x="2962" y="5860"/>
                  </a:cubicBezTo>
                  <a:cubicBezTo>
                    <a:pt x="3466" y="5671"/>
                    <a:pt x="4821" y="5230"/>
                    <a:pt x="6364" y="5230"/>
                  </a:cubicBezTo>
                  <a:close/>
                  <a:moveTo>
                    <a:pt x="2206" y="6742"/>
                  </a:moveTo>
                  <a:lnTo>
                    <a:pt x="2206" y="8223"/>
                  </a:lnTo>
                  <a:cubicBezTo>
                    <a:pt x="1765" y="8223"/>
                    <a:pt x="1450" y="7908"/>
                    <a:pt x="1450" y="7498"/>
                  </a:cubicBezTo>
                  <a:cubicBezTo>
                    <a:pt x="1450" y="7089"/>
                    <a:pt x="1765" y="6742"/>
                    <a:pt x="2206" y="6742"/>
                  </a:cubicBezTo>
                  <a:close/>
                  <a:moveTo>
                    <a:pt x="10429" y="6742"/>
                  </a:moveTo>
                  <a:cubicBezTo>
                    <a:pt x="10838" y="6742"/>
                    <a:pt x="11185" y="7057"/>
                    <a:pt x="11185" y="7498"/>
                  </a:cubicBezTo>
                  <a:cubicBezTo>
                    <a:pt x="11185" y="7908"/>
                    <a:pt x="10870" y="8223"/>
                    <a:pt x="10429" y="8223"/>
                  </a:cubicBezTo>
                  <a:lnTo>
                    <a:pt x="10429" y="6742"/>
                  </a:lnTo>
                  <a:close/>
                  <a:moveTo>
                    <a:pt x="7845" y="5356"/>
                  </a:moveTo>
                  <a:cubicBezTo>
                    <a:pt x="8696" y="5514"/>
                    <a:pt x="9420" y="5766"/>
                    <a:pt x="9767" y="5860"/>
                  </a:cubicBezTo>
                  <a:lnTo>
                    <a:pt x="9767" y="8601"/>
                  </a:lnTo>
                  <a:cubicBezTo>
                    <a:pt x="9735" y="10491"/>
                    <a:pt x="8160" y="12004"/>
                    <a:pt x="6333" y="12004"/>
                  </a:cubicBezTo>
                  <a:cubicBezTo>
                    <a:pt x="4506" y="12004"/>
                    <a:pt x="2962" y="10428"/>
                    <a:pt x="2962" y="8601"/>
                  </a:cubicBezTo>
                  <a:lnTo>
                    <a:pt x="2962" y="8223"/>
                  </a:lnTo>
                  <a:lnTo>
                    <a:pt x="3277" y="8223"/>
                  </a:lnTo>
                  <a:cubicBezTo>
                    <a:pt x="5293" y="8223"/>
                    <a:pt x="7026" y="7057"/>
                    <a:pt x="7845" y="5356"/>
                  </a:cubicBezTo>
                  <a:close/>
                  <a:moveTo>
                    <a:pt x="6364" y="0"/>
                  </a:moveTo>
                  <a:cubicBezTo>
                    <a:pt x="4254" y="0"/>
                    <a:pt x="2458" y="1292"/>
                    <a:pt x="2269" y="3025"/>
                  </a:cubicBezTo>
                  <a:cubicBezTo>
                    <a:pt x="1103" y="3560"/>
                    <a:pt x="0" y="4379"/>
                    <a:pt x="0" y="5640"/>
                  </a:cubicBezTo>
                  <a:cubicBezTo>
                    <a:pt x="0" y="6238"/>
                    <a:pt x="284" y="6774"/>
                    <a:pt x="756" y="7246"/>
                  </a:cubicBezTo>
                  <a:cubicBezTo>
                    <a:pt x="599" y="8160"/>
                    <a:pt x="1292" y="8979"/>
                    <a:pt x="2206" y="8979"/>
                  </a:cubicBezTo>
                  <a:cubicBezTo>
                    <a:pt x="2426" y="11059"/>
                    <a:pt x="4191" y="12760"/>
                    <a:pt x="6301" y="12760"/>
                  </a:cubicBezTo>
                  <a:cubicBezTo>
                    <a:pt x="8475" y="12760"/>
                    <a:pt x="10239" y="11059"/>
                    <a:pt x="10397" y="8979"/>
                  </a:cubicBezTo>
                  <a:cubicBezTo>
                    <a:pt x="11216" y="8979"/>
                    <a:pt x="11909" y="8318"/>
                    <a:pt x="11909" y="7498"/>
                  </a:cubicBezTo>
                  <a:lnTo>
                    <a:pt x="11909" y="7246"/>
                  </a:lnTo>
                  <a:cubicBezTo>
                    <a:pt x="12445" y="6774"/>
                    <a:pt x="12697" y="6238"/>
                    <a:pt x="12697" y="5640"/>
                  </a:cubicBezTo>
                  <a:cubicBezTo>
                    <a:pt x="12697" y="4411"/>
                    <a:pt x="11531" y="3529"/>
                    <a:pt x="10429" y="3025"/>
                  </a:cubicBezTo>
                  <a:cubicBezTo>
                    <a:pt x="10239" y="1292"/>
                    <a:pt x="8444" y="0"/>
                    <a:pt x="63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11" name="Google Shape;16311;p84"/>
          <p:cNvGrpSpPr/>
          <p:nvPr/>
        </p:nvGrpSpPr>
        <p:grpSpPr>
          <a:xfrm>
            <a:off x="9480635" y="5108256"/>
            <a:ext cx="423053" cy="481453"/>
            <a:chOff x="-52887125" y="2686975"/>
            <a:chExt cx="279625" cy="318225"/>
          </a:xfrm>
        </p:grpSpPr>
        <p:sp>
          <p:nvSpPr>
            <p:cNvPr id="16312" name="Google Shape;16312;p84"/>
            <p:cNvSpPr/>
            <p:nvPr/>
          </p:nvSpPr>
          <p:spPr>
            <a:xfrm>
              <a:off x="-52783950" y="2919525"/>
              <a:ext cx="73275" cy="28950"/>
            </a:xfrm>
            <a:custGeom>
              <a:avLst/>
              <a:gdLst/>
              <a:ahLst/>
              <a:cxnLst/>
              <a:rect l="l" t="t" r="r" b="b"/>
              <a:pathLst>
                <a:path w="2931" h="1158" extrusionOk="0">
                  <a:moveTo>
                    <a:pt x="398" y="0"/>
                  </a:moveTo>
                  <a:cubicBezTo>
                    <a:pt x="308" y="0"/>
                    <a:pt x="221" y="39"/>
                    <a:pt x="158" y="118"/>
                  </a:cubicBezTo>
                  <a:cubicBezTo>
                    <a:pt x="1" y="276"/>
                    <a:pt x="1" y="496"/>
                    <a:pt x="158" y="622"/>
                  </a:cubicBezTo>
                  <a:cubicBezTo>
                    <a:pt x="505" y="969"/>
                    <a:pt x="977" y="1158"/>
                    <a:pt x="1450" y="1158"/>
                  </a:cubicBezTo>
                  <a:cubicBezTo>
                    <a:pt x="1922" y="1158"/>
                    <a:pt x="2458" y="969"/>
                    <a:pt x="2773" y="622"/>
                  </a:cubicBezTo>
                  <a:cubicBezTo>
                    <a:pt x="2931" y="465"/>
                    <a:pt x="2931" y="213"/>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3" name="Google Shape;16313;p84"/>
            <p:cNvSpPr/>
            <p:nvPr/>
          </p:nvSpPr>
          <p:spPr>
            <a:xfrm>
              <a:off x="-52793400"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4" name="Google Shape;16314;p84"/>
            <p:cNvSpPr/>
            <p:nvPr/>
          </p:nvSpPr>
          <p:spPr>
            <a:xfrm>
              <a:off x="-5271857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5" name="Google Shape;16315;p84"/>
            <p:cNvSpPr/>
            <p:nvPr/>
          </p:nvSpPr>
          <p:spPr>
            <a:xfrm>
              <a:off x="-52887125" y="2686975"/>
              <a:ext cx="279625" cy="318225"/>
            </a:xfrm>
            <a:custGeom>
              <a:avLst/>
              <a:gdLst/>
              <a:ahLst/>
              <a:cxnLst/>
              <a:rect l="l" t="t" r="r" b="b"/>
              <a:pathLst>
                <a:path w="11185" h="12729" extrusionOk="0">
                  <a:moveTo>
                    <a:pt x="5577" y="756"/>
                  </a:moveTo>
                  <a:cubicBezTo>
                    <a:pt x="7404" y="756"/>
                    <a:pt x="8885" y="2206"/>
                    <a:pt x="8948" y="3970"/>
                  </a:cubicBezTo>
                  <a:cubicBezTo>
                    <a:pt x="8192" y="2899"/>
                    <a:pt x="6963" y="2206"/>
                    <a:pt x="5577" y="2206"/>
                  </a:cubicBezTo>
                  <a:cubicBezTo>
                    <a:pt x="4222" y="2206"/>
                    <a:pt x="2993" y="2899"/>
                    <a:pt x="2237" y="3970"/>
                  </a:cubicBezTo>
                  <a:cubicBezTo>
                    <a:pt x="2269" y="2174"/>
                    <a:pt x="3781" y="756"/>
                    <a:pt x="5577" y="756"/>
                  </a:cubicBezTo>
                  <a:close/>
                  <a:moveTo>
                    <a:pt x="5604" y="2993"/>
                  </a:moveTo>
                  <a:cubicBezTo>
                    <a:pt x="7435" y="2993"/>
                    <a:pt x="8886" y="4462"/>
                    <a:pt x="8948" y="6270"/>
                  </a:cubicBezTo>
                  <a:cubicBezTo>
                    <a:pt x="8696" y="5860"/>
                    <a:pt x="8412" y="5514"/>
                    <a:pt x="8066" y="5199"/>
                  </a:cubicBezTo>
                  <a:cubicBezTo>
                    <a:pt x="7089" y="4253"/>
                    <a:pt x="5797" y="3749"/>
                    <a:pt x="4443" y="3749"/>
                  </a:cubicBezTo>
                  <a:cubicBezTo>
                    <a:pt x="4065" y="3749"/>
                    <a:pt x="3687" y="3781"/>
                    <a:pt x="3308" y="3844"/>
                  </a:cubicBezTo>
                  <a:cubicBezTo>
                    <a:pt x="3907" y="3308"/>
                    <a:pt x="4695" y="2993"/>
                    <a:pt x="5545" y="2993"/>
                  </a:cubicBezTo>
                  <a:cubicBezTo>
                    <a:pt x="5565" y="2993"/>
                    <a:pt x="5584" y="2993"/>
                    <a:pt x="5604" y="2993"/>
                  </a:cubicBezTo>
                  <a:close/>
                  <a:moveTo>
                    <a:pt x="1450" y="6742"/>
                  </a:moveTo>
                  <a:lnTo>
                    <a:pt x="1450" y="8223"/>
                  </a:lnTo>
                  <a:cubicBezTo>
                    <a:pt x="1072" y="8223"/>
                    <a:pt x="694" y="7876"/>
                    <a:pt x="694" y="7467"/>
                  </a:cubicBezTo>
                  <a:cubicBezTo>
                    <a:pt x="694" y="7089"/>
                    <a:pt x="1072" y="6742"/>
                    <a:pt x="1450" y="6742"/>
                  </a:cubicBezTo>
                  <a:close/>
                  <a:moveTo>
                    <a:pt x="9673" y="6742"/>
                  </a:moveTo>
                  <a:cubicBezTo>
                    <a:pt x="10082" y="6742"/>
                    <a:pt x="10429" y="7057"/>
                    <a:pt x="10429" y="7467"/>
                  </a:cubicBezTo>
                  <a:cubicBezTo>
                    <a:pt x="10429" y="7876"/>
                    <a:pt x="10082" y="8223"/>
                    <a:pt x="9673" y="8223"/>
                  </a:cubicBezTo>
                  <a:lnTo>
                    <a:pt x="9673" y="6742"/>
                  </a:lnTo>
                  <a:close/>
                  <a:moveTo>
                    <a:pt x="4443" y="4442"/>
                  </a:moveTo>
                  <a:cubicBezTo>
                    <a:pt x="6837" y="4442"/>
                    <a:pt x="8822" y="6333"/>
                    <a:pt x="8948" y="8727"/>
                  </a:cubicBezTo>
                  <a:cubicBezTo>
                    <a:pt x="8822" y="10554"/>
                    <a:pt x="7373" y="11972"/>
                    <a:pt x="5577" y="11972"/>
                  </a:cubicBezTo>
                  <a:cubicBezTo>
                    <a:pt x="3750" y="11972"/>
                    <a:pt x="2237" y="10428"/>
                    <a:pt x="2237" y="8570"/>
                  </a:cubicBezTo>
                  <a:lnTo>
                    <a:pt x="2237" y="6333"/>
                  </a:lnTo>
                  <a:cubicBezTo>
                    <a:pt x="2237" y="5829"/>
                    <a:pt x="2363" y="5325"/>
                    <a:pt x="2552" y="4883"/>
                  </a:cubicBezTo>
                  <a:cubicBezTo>
                    <a:pt x="3151" y="4600"/>
                    <a:pt x="3781" y="4442"/>
                    <a:pt x="4443" y="4442"/>
                  </a:cubicBezTo>
                  <a:close/>
                  <a:moveTo>
                    <a:pt x="5608" y="0"/>
                  </a:moveTo>
                  <a:cubicBezTo>
                    <a:pt x="3340" y="0"/>
                    <a:pt x="1513" y="1827"/>
                    <a:pt x="1513" y="4096"/>
                  </a:cubicBezTo>
                  <a:lnTo>
                    <a:pt x="1513" y="5986"/>
                  </a:lnTo>
                  <a:cubicBezTo>
                    <a:pt x="662" y="5986"/>
                    <a:pt x="0" y="6648"/>
                    <a:pt x="0" y="7467"/>
                  </a:cubicBezTo>
                  <a:cubicBezTo>
                    <a:pt x="0" y="8317"/>
                    <a:pt x="662" y="8979"/>
                    <a:pt x="1513" y="8979"/>
                  </a:cubicBezTo>
                  <a:cubicBezTo>
                    <a:pt x="1702" y="11058"/>
                    <a:pt x="3435" y="12728"/>
                    <a:pt x="5608" y="12728"/>
                  </a:cubicBezTo>
                  <a:cubicBezTo>
                    <a:pt x="7751" y="12728"/>
                    <a:pt x="9483" y="11058"/>
                    <a:pt x="9673" y="8979"/>
                  </a:cubicBezTo>
                  <a:cubicBezTo>
                    <a:pt x="10523" y="8979"/>
                    <a:pt x="11185" y="8317"/>
                    <a:pt x="11185" y="7467"/>
                  </a:cubicBezTo>
                  <a:cubicBezTo>
                    <a:pt x="11185" y="6648"/>
                    <a:pt x="10523" y="5986"/>
                    <a:pt x="9673" y="5986"/>
                  </a:cubicBezTo>
                  <a:lnTo>
                    <a:pt x="9673" y="4096"/>
                  </a:lnTo>
                  <a:cubicBezTo>
                    <a:pt x="9673" y="1859"/>
                    <a:pt x="7845" y="0"/>
                    <a:pt x="56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16" name="Google Shape;16316;p84"/>
          <p:cNvGrpSpPr/>
          <p:nvPr/>
        </p:nvGrpSpPr>
        <p:grpSpPr>
          <a:xfrm>
            <a:off x="8294464" y="5721081"/>
            <a:ext cx="424227" cy="479071"/>
            <a:chOff x="-51722225" y="1915100"/>
            <a:chExt cx="280400" cy="316650"/>
          </a:xfrm>
        </p:grpSpPr>
        <p:sp>
          <p:nvSpPr>
            <p:cNvPr id="16317" name="Google Shape;16317;p84"/>
            <p:cNvSpPr/>
            <p:nvPr/>
          </p:nvSpPr>
          <p:spPr>
            <a:xfrm>
              <a:off x="-51618275" y="2146075"/>
              <a:ext cx="73275" cy="29750"/>
            </a:xfrm>
            <a:custGeom>
              <a:avLst/>
              <a:gdLst/>
              <a:ahLst/>
              <a:cxnLst/>
              <a:rect l="l" t="t" r="r" b="b"/>
              <a:pathLst>
                <a:path w="2931" h="1190" extrusionOk="0">
                  <a:moveTo>
                    <a:pt x="410" y="0"/>
                  </a:moveTo>
                  <a:cubicBezTo>
                    <a:pt x="316" y="0"/>
                    <a:pt x="221" y="40"/>
                    <a:pt x="158" y="118"/>
                  </a:cubicBezTo>
                  <a:cubicBezTo>
                    <a:pt x="1" y="276"/>
                    <a:pt x="1" y="528"/>
                    <a:pt x="158" y="654"/>
                  </a:cubicBezTo>
                  <a:cubicBezTo>
                    <a:pt x="505" y="1001"/>
                    <a:pt x="978" y="1190"/>
                    <a:pt x="1450" y="1190"/>
                  </a:cubicBezTo>
                  <a:cubicBezTo>
                    <a:pt x="1923" y="1190"/>
                    <a:pt x="2458" y="1001"/>
                    <a:pt x="2773" y="654"/>
                  </a:cubicBezTo>
                  <a:cubicBezTo>
                    <a:pt x="2931" y="496"/>
                    <a:pt x="2931" y="244"/>
                    <a:pt x="2773" y="118"/>
                  </a:cubicBezTo>
                  <a:cubicBezTo>
                    <a:pt x="2710" y="40"/>
                    <a:pt x="2616" y="0"/>
                    <a:pt x="2517" y="0"/>
                  </a:cubicBezTo>
                  <a:cubicBezTo>
                    <a:pt x="2419" y="0"/>
                    <a:pt x="2317" y="40"/>
                    <a:pt x="2238" y="118"/>
                  </a:cubicBezTo>
                  <a:cubicBezTo>
                    <a:pt x="2049" y="339"/>
                    <a:pt x="1734" y="433"/>
                    <a:pt x="1450" y="433"/>
                  </a:cubicBezTo>
                  <a:cubicBezTo>
                    <a:pt x="1198" y="433"/>
                    <a:pt x="883" y="339"/>
                    <a:pt x="663" y="118"/>
                  </a:cubicBezTo>
                  <a:cubicBezTo>
                    <a:pt x="600" y="40"/>
                    <a:pt x="505"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8" name="Google Shape;16318;p84"/>
            <p:cNvSpPr/>
            <p:nvPr/>
          </p:nvSpPr>
          <p:spPr>
            <a:xfrm>
              <a:off x="-51627725"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9" name="Google Shape;16319;p84"/>
            <p:cNvSpPr/>
            <p:nvPr/>
          </p:nvSpPr>
          <p:spPr>
            <a:xfrm>
              <a:off x="-51552900"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0" name="Google Shape;16320;p84"/>
            <p:cNvSpPr/>
            <p:nvPr/>
          </p:nvSpPr>
          <p:spPr>
            <a:xfrm>
              <a:off x="-51722225" y="1915100"/>
              <a:ext cx="280400" cy="316650"/>
            </a:xfrm>
            <a:custGeom>
              <a:avLst/>
              <a:gdLst/>
              <a:ahLst/>
              <a:cxnLst/>
              <a:rect l="l" t="t" r="r" b="b"/>
              <a:pathLst>
                <a:path w="11216" h="12666" extrusionOk="0">
                  <a:moveTo>
                    <a:pt x="5608" y="662"/>
                  </a:moveTo>
                  <a:cubicBezTo>
                    <a:pt x="5766" y="662"/>
                    <a:pt x="6081" y="914"/>
                    <a:pt x="6333" y="1544"/>
                  </a:cubicBezTo>
                  <a:cubicBezTo>
                    <a:pt x="6585" y="2111"/>
                    <a:pt x="6679" y="2867"/>
                    <a:pt x="6711" y="3655"/>
                  </a:cubicBezTo>
                  <a:lnTo>
                    <a:pt x="4505" y="3655"/>
                  </a:lnTo>
                  <a:cubicBezTo>
                    <a:pt x="4568" y="2836"/>
                    <a:pt x="4663" y="2080"/>
                    <a:pt x="4915" y="1544"/>
                  </a:cubicBezTo>
                  <a:cubicBezTo>
                    <a:pt x="5199" y="914"/>
                    <a:pt x="5451" y="662"/>
                    <a:pt x="5608" y="662"/>
                  </a:cubicBezTo>
                  <a:close/>
                  <a:moveTo>
                    <a:pt x="4411" y="946"/>
                  </a:moveTo>
                  <a:lnTo>
                    <a:pt x="4411" y="946"/>
                  </a:lnTo>
                  <a:cubicBezTo>
                    <a:pt x="4348" y="1072"/>
                    <a:pt x="4285" y="1166"/>
                    <a:pt x="4253" y="1292"/>
                  </a:cubicBezTo>
                  <a:cubicBezTo>
                    <a:pt x="3970" y="1954"/>
                    <a:pt x="3812" y="2804"/>
                    <a:pt x="3781" y="3687"/>
                  </a:cubicBezTo>
                  <a:lnTo>
                    <a:pt x="2269" y="3687"/>
                  </a:lnTo>
                  <a:cubicBezTo>
                    <a:pt x="2426" y="2426"/>
                    <a:pt x="3245" y="1387"/>
                    <a:pt x="4411" y="946"/>
                  </a:cubicBezTo>
                  <a:close/>
                  <a:moveTo>
                    <a:pt x="6837" y="946"/>
                  </a:moveTo>
                  <a:cubicBezTo>
                    <a:pt x="8034" y="1387"/>
                    <a:pt x="8853" y="2426"/>
                    <a:pt x="8979" y="3687"/>
                  </a:cubicBezTo>
                  <a:lnTo>
                    <a:pt x="7467" y="3687"/>
                  </a:lnTo>
                  <a:cubicBezTo>
                    <a:pt x="7435" y="2804"/>
                    <a:pt x="7278" y="1954"/>
                    <a:pt x="6994" y="1292"/>
                  </a:cubicBezTo>
                  <a:cubicBezTo>
                    <a:pt x="6963" y="1166"/>
                    <a:pt x="6868" y="1072"/>
                    <a:pt x="6837" y="946"/>
                  </a:cubicBezTo>
                  <a:close/>
                  <a:moveTo>
                    <a:pt x="9357" y="4443"/>
                  </a:moveTo>
                  <a:cubicBezTo>
                    <a:pt x="9830" y="4443"/>
                    <a:pt x="10271" y="4758"/>
                    <a:pt x="10428" y="5199"/>
                  </a:cubicBezTo>
                  <a:lnTo>
                    <a:pt x="851" y="5199"/>
                  </a:lnTo>
                  <a:cubicBezTo>
                    <a:pt x="1008" y="4758"/>
                    <a:pt x="1418" y="4443"/>
                    <a:pt x="1922" y="4443"/>
                  </a:cubicBezTo>
                  <a:close/>
                  <a:moveTo>
                    <a:pt x="1512" y="6680"/>
                  </a:moveTo>
                  <a:lnTo>
                    <a:pt x="1512" y="8192"/>
                  </a:lnTo>
                  <a:cubicBezTo>
                    <a:pt x="1134" y="8192"/>
                    <a:pt x="788" y="7814"/>
                    <a:pt x="788" y="7436"/>
                  </a:cubicBezTo>
                  <a:cubicBezTo>
                    <a:pt x="788" y="7058"/>
                    <a:pt x="1134" y="6680"/>
                    <a:pt x="1512" y="6680"/>
                  </a:cubicBezTo>
                  <a:close/>
                  <a:moveTo>
                    <a:pt x="9767" y="6680"/>
                  </a:moveTo>
                  <a:cubicBezTo>
                    <a:pt x="10145" y="6680"/>
                    <a:pt x="10491" y="6995"/>
                    <a:pt x="10491" y="7436"/>
                  </a:cubicBezTo>
                  <a:cubicBezTo>
                    <a:pt x="10460" y="7814"/>
                    <a:pt x="10145" y="8192"/>
                    <a:pt x="9767" y="8192"/>
                  </a:cubicBezTo>
                  <a:lnTo>
                    <a:pt x="9767" y="6680"/>
                  </a:lnTo>
                  <a:close/>
                  <a:moveTo>
                    <a:pt x="9011" y="5955"/>
                  </a:moveTo>
                  <a:lnTo>
                    <a:pt x="9011" y="8538"/>
                  </a:lnTo>
                  <a:cubicBezTo>
                    <a:pt x="9011" y="10397"/>
                    <a:pt x="7467" y="11941"/>
                    <a:pt x="5608" y="11941"/>
                  </a:cubicBezTo>
                  <a:cubicBezTo>
                    <a:pt x="3781" y="11941"/>
                    <a:pt x="2269" y="10397"/>
                    <a:pt x="2269" y="8538"/>
                  </a:cubicBezTo>
                  <a:lnTo>
                    <a:pt x="2269" y="5955"/>
                  </a:lnTo>
                  <a:close/>
                  <a:moveTo>
                    <a:pt x="5608" y="1"/>
                  </a:moveTo>
                  <a:cubicBezTo>
                    <a:pt x="3466" y="1"/>
                    <a:pt x="1733" y="1639"/>
                    <a:pt x="1544" y="3781"/>
                  </a:cubicBezTo>
                  <a:cubicBezTo>
                    <a:pt x="662" y="3939"/>
                    <a:pt x="32" y="4695"/>
                    <a:pt x="32" y="5577"/>
                  </a:cubicBezTo>
                  <a:cubicBezTo>
                    <a:pt x="32" y="5797"/>
                    <a:pt x="189" y="5955"/>
                    <a:pt x="378" y="5955"/>
                  </a:cubicBezTo>
                  <a:lnTo>
                    <a:pt x="1481" y="5955"/>
                  </a:lnTo>
                  <a:cubicBezTo>
                    <a:pt x="662" y="5955"/>
                    <a:pt x="0" y="6617"/>
                    <a:pt x="0" y="7436"/>
                  </a:cubicBezTo>
                  <a:cubicBezTo>
                    <a:pt x="0" y="8255"/>
                    <a:pt x="662" y="8948"/>
                    <a:pt x="1481" y="8948"/>
                  </a:cubicBezTo>
                  <a:cubicBezTo>
                    <a:pt x="1670" y="11027"/>
                    <a:pt x="3403" y="12665"/>
                    <a:pt x="5577" y="12665"/>
                  </a:cubicBezTo>
                  <a:cubicBezTo>
                    <a:pt x="7750" y="12665"/>
                    <a:pt x="9483" y="11027"/>
                    <a:pt x="9672" y="8948"/>
                  </a:cubicBezTo>
                  <a:cubicBezTo>
                    <a:pt x="10491" y="8948"/>
                    <a:pt x="11185" y="8255"/>
                    <a:pt x="11185" y="7436"/>
                  </a:cubicBezTo>
                  <a:cubicBezTo>
                    <a:pt x="11216" y="6617"/>
                    <a:pt x="10554" y="5955"/>
                    <a:pt x="9767" y="5955"/>
                  </a:cubicBezTo>
                  <a:lnTo>
                    <a:pt x="10869" y="5955"/>
                  </a:lnTo>
                  <a:cubicBezTo>
                    <a:pt x="11058" y="5955"/>
                    <a:pt x="11216" y="5797"/>
                    <a:pt x="11216" y="5577"/>
                  </a:cubicBezTo>
                  <a:cubicBezTo>
                    <a:pt x="11216" y="4695"/>
                    <a:pt x="10586" y="3939"/>
                    <a:pt x="9704" y="3781"/>
                  </a:cubicBezTo>
                  <a:cubicBezTo>
                    <a:pt x="9546" y="1639"/>
                    <a:pt x="7782" y="1"/>
                    <a:pt x="56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21" name="Google Shape;16321;p84"/>
          <p:cNvGrpSpPr/>
          <p:nvPr/>
        </p:nvGrpSpPr>
        <p:grpSpPr>
          <a:xfrm>
            <a:off x="8822238" y="2042011"/>
            <a:ext cx="494540" cy="481301"/>
            <a:chOff x="-56407800" y="1902600"/>
            <a:chExt cx="326875" cy="318125"/>
          </a:xfrm>
        </p:grpSpPr>
        <p:sp>
          <p:nvSpPr>
            <p:cNvPr id="16322" name="Google Shape;16322;p84"/>
            <p:cNvSpPr/>
            <p:nvPr/>
          </p:nvSpPr>
          <p:spPr>
            <a:xfrm>
              <a:off x="-562896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3" name="Google Shape;16323;p84"/>
            <p:cNvSpPr/>
            <p:nvPr/>
          </p:nvSpPr>
          <p:spPr>
            <a:xfrm>
              <a:off x="-562156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4" name="Google Shape;16324;p84"/>
            <p:cNvSpPr/>
            <p:nvPr/>
          </p:nvSpPr>
          <p:spPr>
            <a:xfrm>
              <a:off x="-56407800" y="1902600"/>
              <a:ext cx="326875" cy="318125"/>
            </a:xfrm>
            <a:custGeom>
              <a:avLst/>
              <a:gdLst/>
              <a:ahLst/>
              <a:cxnLst/>
              <a:rect l="l" t="t" r="r" b="b"/>
              <a:pathLst>
                <a:path w="13075" h="12725" extrusionOk="0">
                  <a:moveTo>
                    <a:pt x="8371" y="824"/>
                  </a:moveTo>
                  <a:cubicBezTo>
                    <a:pt x="8854" y="824"/>
                    <a:pt x="9303" y="1142"/>
                    <a:pt x="9420" y="1635"/>
                  </a:cubicBezTo>
                  <a:lnTo>
                    <a:pt x="9924" y="3714"/>
                  </a:lnTo>
                  <a:cubicBezTo>
                    <a:pt x="9641" y="3777"/>
                    <a:pt x="9420" y="3809"/>
                    <a:pt x="9137" y="3809"/>
                  </a:cubicBezTo>
                  <a:lnTo>
                    <a:pt x="3907" y="3809"/>
                  </a:lnTo>
                  <a:cubicBezTo>
                    <a:pt x="3623" y="3809"/>
                    <a:pt x="3340" y="3777"/>
                    <a:pt x="3119" y="3714"/>
                  </a:cubicBezTo>
                  <a:lnTo>
                    <a:pt x="3655" y="1635"/>
                  </a:lnTo>
                  <a:cubicBezTo>
                    <a:pt x="3772" y="1142"/>
                    <a:pt x="4239" y="824"/>
                    <a:pt x="4717" y="824"/>
                  </a:cubicBezTo>
                  <a:cubicBezTo>
                    <a:pt x="4881" y="824"/>
                    <a:pt x="5046" y="861"/>
                    <a:pt x="5199" y="942"/>
                  </a:cubicBezTo>
                  <a:lnTo>
                    <a:pt x="6364" y="1509"/>
                  </a:lnTo>
                  <a:cubicBezTo>
                    <a:pt x="6427" y="1540"/>
                    <a:pt x="6490" y="1556"/>
                    <a:pt x="6545" y="1556"/>
                  </a:cubicBezTo>
                  <a:cubicBezTo>
                    <a:pt x="6601" y="1556"/>
                    <a:pt x="6648" y="1540"/>
                    <a:pt x="6679" y="1509"/>
                  </a:cubicBezTo>
                  <a:lnTo>
                    <a:pt x="7877" y="942"/>
                  </a:lnTo>
                  <a:cubicBezTo>
                    <a:pt x="8037" y="861"/>
                    <a:pt x="8206" y="824"/>
                    <a:pt x="8371" y="824"/>
                  </a:cubicBezTo>
                  <a:close/>
                  <a:moveTo>
                    <a:pt x="1299" y="3783"/>
                  </a:moveTo>
                  <a:cubicBezTo>
                    <a:pt x="1359" y="3783"/>
                    <a:pt x="1422" y="3800"/>
                    <a:pt x="1481" y="3840"/>
                  </a:cubicBezTo>
                  <a:lnTo>
                    <a:pt x="2017" y="4092"/>
                  </a:lnTo>
                  <a:cubicBezTo>
                    <a:pt x="2584" y="4344"/>
                    <a:pt x="3308" y="4565"/>
                    <a:pt x="3970" y="4565"/>
                  </a:cubicBezTo>
                  <a:lnTo>
                    <a:pt x="9200" y="4565"/>
                  </a:lnTo>
                  <a:cubicBezTo>
                    <a:pt x="9893" y="4565"/>
                    <a:pt x="10586" y="4376"/>
                    <a:pt x="11185" y="4092"/>
                  </a:cubicBezTo>
                  <a:lnTo>
                    <a:pt x="11689" y="3840"/>
                  </a:lnTo>
                  <a:cubicBezTo>
                    <a:pt x="11737" y="3824"/>
                    <a:pt x="11788" y="3816"/>
                    <a:pt x="11839" y="3816"/>
                  </a:cubicBezTo>
                  <a:cubicBezTo>
                    <a:pt x="11983" y="3816"/>
                    <a:pt x="12123" y="3881"/>
                    <a:pt x="12193" y="3998"/>
                  </a:cubicBezTo>
                  <a:cubicBezTo>
                    <a:pt x="12256" y="4187"/>
                    <a:pt x="12161" y="4439"/>
                    <a:pt x="11972" y="4502"/>
                  </a:cubicBezTo>
                  <a:lnTo>
                    <a:pt x="11468" y="4754"/>
                  </a:lnTo>
                  <a:cubicBezTo>
                    <a:pt x="10743" y="5100"/>
                    <a:pt x="9924" y="5289"/>
                    <a:pt x="9168" y="5289"/>
                  </a:cubicBezTo>
                  <a:lnTo>
                    <a:pt x="3938" y="5289"/>
                  </a:lnTo>
                  <a:cubicBezTo>
                    <a:pt x="3182" y="5289"/>
                    <a:pt x="2363" y="5100"/>
                    <a:pt x="1639" y="4754"/>
                  </a:cubicBezTo>
                  <a:lnTo>
                    <a:pt x="1134" y="4502"/>
                  </a:lnTo>
                  <a:cubicBezTo>
                    <a:pt x="945" y="4439"/>
                    <a:pt x="851" y="4187"/>
                    <a:pt x="977" y="3998"/>
                  </a:cubicBezTo>
                  <a:cubicBezTo>
                    <a:pt x="1042" y="3868"/>
                    <a:pt x="1166" y="3783"/>
                    <a:pt x="1299" y="3783"/>
                  </a:cubicBezTo>
                  <a:close/>
                  <a:moveTo>
                    <a:pt x="2426" y="6801"/>
                  </a:moveTo>
                  <a:lnTo>
                    <a:pt x="2426" y="8282"/>
                  </a:lnTo>
                  <a:cubicBezTo>
                    <a:pt x="2048" y="8282"/>
                    <a:pt x="1702" y="7936"/>
                    <a:pt x="1702" y="7558"/>
                  </a:cubicBezTo>
                  <a:cubicBezTo>
                    <a:pt x="1702" y="7148"/>
                    <a:pt x="2017" y="6801"/>
                    <a:pt x="2426" y="6801"/>
                  </a:cubicBezTo>
                  <a:close/>
                  <a:moveTo>
                    <a:pt x="10680" y="6801"/>
                  </a:moveTo>
                  <a:cubicBezTo>
                    <a:pt x="11059" y="6801"/>
                    <a:pt x="11405" y="7117"/>
                    <a:pt x="11405" y="7558"/>
                  </a:cubicBezTo>
                  <a:cubicBezTo>
                    <a:pt x="11405" y="7936"/>
                    <a:pt x="11059" y="8282"/>
                    <a:pt x="10680" y="8282"/>
                  </a:cubicBezTo>
                  <a:lnTo>
                    <a:pt x="10680" y="6801"/>
                  </a:lnTo>
                  <a:close/>
                  <a:moveTo>
                    <a:pt x="3214" y="5982"/>
                  </a:moveTo>
                  <a:cubicBezTo>
                    <a:pt x="3466" y="6014"/>
                    <a:pt x="3686" y="6014"/>
                    <a:pt x="3970" y="6014"/>
                  </a:cubicBezTo>
                  <a:lnTo>
                    <a:pt x="9200" y="6014"/>
                  </a:lnTo>
                  <a:cubicBezTo>
                    <a:pt x="9452" y="6014"/>
                    <a:pt x="9672" y="6014"/>
                    <a:pt x="9956" y="5982"/>
                  </a:cubicBezTo>
                  <a:lnTo>
                    <a:pt x="9956" y="5982"/>
                  </a:lnTo>
                  <a:cubicBezTo>
                    <a:pt x="9924" y="6297"/>
                    <a:pt x="9924" y="8219"/>
                    <a:pt x="9924" y="8503"/>
                  </a:cubicBezTo>
                  <a:lnTo>
                    <a:pt x="9924" y="8849"/>
                  </a:lnTo>
                  <a:lnTo>
                    <a:pt x="6742" y="7558"/>
                  </a:lnTo>
                  <a:cubicBezTo>
                    <a:pt x="6695" y="7526"/>
                    <a:pt x="6640" y="7510"/>
                    <a:pt x="6589" y="7510"/>
                  </a:cubicBezTo>
                  <a:cubicBezTo>
                    <a:pt x="6538" y="7510"/>
                    <a:pt x="6490" y="7526"/>
                    <a:pt x="6459" y="7558"/>
                  </a:cubicBezTo>
                  <a:lnTo>
                    <a:pt x="3214" y="8849"/>
                  </a:lnTo>
                  <a:lnTo>
                    <a:pt x="3214" y="8660"/>
                  </a:lnTo>
                  <a:lnTo>
                    <a:pt x="3214" y="5982"/>
                  </a:lnTo>
                  <a:close/>
                  <a:moveTo>
                    <a:pt x="6585" y="8282"/>
                  </a:moveTo>
                  <a:lnTo>
                    <a:pt x="9767" y="9542"/>
                  </a:lnTo>
                  <a:cubicBezTo>
                    <a:pt x="9262" y="11157"/>
                    <a:pt x="7905" y="12034"/>
                    <a:pt x="6522" y="12034"/>
                  </a:cubicBezTo>
                  <a:cubicBezTo>
                    <a:pt x="5746" y="12034"/>
                    <a:pt x="4962" y="11758"/>
                    <a:pt x="4316" y="11181"/>
                  </a:cubicBezTo>
                  <a:cubicBezTo>
                    <a:pt x="3844" y="10740"/>
                    <a:pt x="3529" y="10172"/>
                    <a:pt x="3340" y="9605"/>
                  </a:cubicBezTo>
                  <a:lnTo>
                    <a:pt x="6585" y="8282"/>
                  </a:lnTo>
                  <a:close/>
                  <a:moveTo>
                    <a:pt x="8390" y="1"/>
                  </a:moveTo>
                  <a:cubicBezTo>
                    <a:pt x="8109" y="1"/>
                    <a:pt x="7824" y="69"/>
                    <a:pt x="7561" y="217"/>
                  </a:cubicBezTo>
                  <a:lnTo>
                    <a:pt x="6522" y="721"/>
                  </a:lnTo>
                  <a:lnTo>
                    <a:pt x="5514" y="217"/>
                  </a:lnTo>
                  <a:cubicBezTo>
                    <a:pt x="5240" y="88"/>
                    <a:pt x="4955" y="27"/>
                    <a:pt x="4676" y="27"/>
                  </a:cubicBezTo>
                  <a:cubicBezTo>
                    <a:pt x="3863" y="27"/>
                    <a:pt x="3110" y="546"/>
                    <a:pt x="2899" y="1414"/>
                  </a:cubicBezTo>
                  <a:lnTo>
                    <a:pt x="2395" y="3462"/>
                  </a:lnTo>
                  <a:lnTo>
                    <a:pt x="1765" y="3147"/>
                  </a:lnTo>
                  <a:cubicBezTo>
                    <a:pt x="1607" y="3063"/>
                    <a:pt x="1435" y="3024"/>
                    <a:pt x="1265" y="3024"/>
                  </a:cubicBezTo>
                  <a:cubicBezTo>
                    <a:pt x="859" y="3024"/>
                    <a:pt x="462" y="3251"/>
                    <a:pt x="284" y="3651"/>
                  </a:cubicBezTo>
                  <a:cubicBezTo>
                    <a:pt x="0" y="4187"/>
                    <a:pt x="221" y="4880"/>
                    <a:pt x="788" y="5132"/>
                  </a:cubicBezTo>
                  <a:lnTo>
                    <a:pt x="1292" y="5384"/>
                  </a:lnTo>
                  <a:cubicBezTo>
                    <a:pt x="1639" y="5573"/>
                    <a:pt x="2048" y="5699"/>
                    <a:pt x="2426" y="5793"/>
                  </a:cubicBezTo>
                  <a:lnTo>
                    <a:pt x="2426" y="6014"/>
                  </a:lnTo>
                  <a:cubicBezTo>
                    <a:pt x="1607" y="6014"/>
                    <a:pt x="945" y="6675"/>
                    <a:pt x="945" y="7495"/>
                  </a:cubicBezTo>
                  <a:cubicBezTo>
                    <a:pt x="945" y="8282"/>
                    <a:pt x="1576" y="9007"/>
                    <a:pt x="2426" y="9007"/>
                  </a:cubicBezTo>
                  <a:cubicBezTo>
                    <a:pt x="2521" y="10015"/>
                    <a:pt x="3025" y="10992"/>
                    <a:pt x="3781" y="11685"/>
                  </a:cubicBezTo>
                  <a:cubicBezTo>
                    <a:pt x="4537" y="12378"/>
                    <a:pt x="5514" y="12724"/>
                    <a:pt x="6522" y="12724"/>
                  </a:cubicBezTo>
                  <a:cubicBezTo>
                    <a:pt x="8696" y="12724"/>
                    <a:pt x="10365" y="11055"/>
                    <a:pt x="10586" y="9007"/>
                  </a:cubicBezTo>
                  <a:cubicBezTo>
                    <a:pt x="11500" y="9007"/>
                    <a:pt x="12130" y="8282"/>
                    <a:pt x="12130" y="7495"/>
                  </a:cubicBezTo>
                  <a:cubicBezTo>
                    <a:pt x="12130" y="6675"/>
                    <a:pt x="11468" y="6014"/>
                    <a:pt x="10617" y="6014"/>
                  </a:cubicBezTo>
                  <a:lnTo>
                    <a:pt x="10617" y="5793"/>
                  </a:lnTo>
                  <a:cubicBezTo>
                    <a:pt x="11027" y="5699"/>
                    <a:pt x="11405" y="5573"/>
                    <a:pt x="11783" y="5384"/>
                  </a:cubicBezTo>
                  <a:lnTo>
                    <a:pt x="12287" y="5132"/>
                  </a:lnTo>
                  <a:cubicBezTo>
                    <a:pt x="12886" y="4911"/>
                    <a:pt x="13075" y="4250"/>
                    <a:pt x="12791" y="3682"/>
                  </a:cubicBezTo>
                  <a:cubicBezTo>
                    <a:pt x="12588" y="3299"/>
                    <a:pt x="12191" y="3061"/>
                    <a:pt x="11785" y="3061"/>
                  </a:cubicBezTo>
                  <a:cubicBezTo>
                    <a:pt x="11625" y="3061"/>
                    <a:pt x="11462" y="3098"/>
                    <a:pt x="11311" y="3178"/>
                  </a:cubicBezTo>
                  <a:lnTo>
                    <a:pt x="10775" y="3399"/>
                  </a:lnTo>
                  <a:cubicBezTo>
                    <a:pt x="10743" y="3399"/>
                    <a:pt x="10712" y="3462"/>
                    <a:pt x="10680" y="3462"/>
                  </a:cubicBezTo>
                  <a:lnTo>
                    <a:pt x="10145" y="1414"/>
                  </a:lnTo>
                  <a:cubicBezTo>
                    <a:pt x="9959" y="552"/>
                    <a:pt x="9187" y="1"/>
                    <a:pt x="83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25" name="Google Shape;16325;p84"/>
          <p:cNvGrpSpPr/>
          <p:nvPr/>
        </p:nvGrpSpPr>
        <p:grpSpPr>
          <a:xfrm>
            <a:off x="8829973" y="2690765"/>
            <a:ext cx="479071" cy="451648"/>
            <a:chOff x="-56401500" y="2304975"/>
            <a:chExt cx="316650" cy="298525"/>
          </a:xfrm>
        </p:grpSpPr>
        <p:sp>
          <p:nvSpPr>
            <p:cNvPr id="16326" name="Google Shape;16326;p84"/>
            <p:cNvSpPr/>
            <p:nvPr/>
          </p:nvSpPr>
          <p:spPr>
            <a:xfrm>
              <a:off x="-56289650" y="2436500"/>
              <a:ext cx="17325" cy="18150"/>
            </a:xfrm>
            <a:custGeom>
              <a:avLst/>
              <a:gdLst/>
              <a:ahLst/>
              <a:cxnLst/>
              <a:rect l="l" t="t" r="r" b="b"/>
              <a:pathLst>
                <a:path w="693"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7" name="Google Shape;16327;p84"/>
            <p:cNvSpPr/>
            <p:nvPr/>
          </p:nvSpPr>
          <p:spPr>
            <a:xfrm>
              <a:off x="-56215625" y="243650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8" name="Google Shape;16328;p84"/>
            <p:cNvSpPr/>
            <p:nvPr/>
          </p:nvSpPr>
          <p:spPr>
            <a:xfrm>
              <a:off x="-56280200" y="2499700"/>
              <a:ext cx="73250" cy="29775"/>
            </a:xfrm>
            <a:custGeom>
              <a:avLst/>
              <a:gdLst/>
              <a:ahLst/>
              <a:cxnLst/>
              <a:rect l="l" t="t" r="r" b="b"/>
              <a:pathLst>
                <a:path w="2930" h="1191" extrusionOk="0">
                  <a:moveTo>
                    <a:pt x="414" y="1"/>
                  </a:moveTo>
                  <a:cubicBezTo>
                    <a:pt x="315" y="1"/>
                    <a:pt x="221" y="40"/>
                    <a:pt x="158" y="119"/>
                  </a:cubicBezTo>
                  <a:cubicBezTo>
                    <a:pt x="0" y="277"/>
                    <a:pt x="0" y="529"/>
                    <a:pt x="158" y="623"/>
                  </a:cubicBezTo>
                  <a:cubicBezTo>
                    <a:pt x="536" y="1001"/>
                    <a:pt x="1008" y="1190"/>
                    <a:pt x="1481" y="1190"/>
                  </a:cubicBezTo>
                  <a:cubicBezTo>
                    <a:pt x="1953" y="1190"/>
                    <a:pt x="2457" y="1001"/>
                    <a:pt x="2773" y="623"/>
                  </a:cubicBezTo>
                  <a:cubicBezTo>
                    <a:pt x="2930" y="466"/>
                    <a:pt x="2930" y="245"/>
                    <a:pt x="2773" y="119"/>
                  </a:cubicBezTo>
                  <a:cubicBezTo>
                    <a:pt x="2694" y="40"/>
                    <a:pt x="2591" y="1"/>
                    <a:pt x="2497" y="1"/>
                  </a:cubicBezTo>
                  <a:cubicBezTo>
                    <a:pt x="2402" y="1"/>
                    <a:pt x="2316" y="40"/>
                    <a:pt x="2268" y="119"/>
                  </a:cubicBezTo>
                  <a:cubicBezTo>
                    <a:pt x="2048" y="308"/>
                    <a:pt x="1733" y="434"/>
                    <a:pt x="1481" y="434"/>
                  </a:cubicBezTo>
                  <a:cubicBezTo>
                    <a:pt x="1166" y="434"/>
                    <a:pt x="882" y="308"/>
                    <a:pt x="693" y="119"/>
                  </a:cubicBezTo>
                  <a:cubicBezTo>
                    <a:pt x="614" y="40"/>
                    <a:pt x="512"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9" name="Google Shape;16329;p84"/>
            <p:cNvSpPr/>
            <p:nvPr/>
          </p:nvSpPr>
          <p:spPr>
            <a:xfrm>
              <a:off x="-56401500" y="2304975"/>
              <a:ext cx="316650" cy="298525"/>
            </a:xfrm>
            <a:custGeom>
              <a:avLst/>
              <a:gdLst/>
              <a:ahLst/>
              <a:cxnLst/>
              <a:rect l="l" t="t" r="r" b="b"/>
              <a:pathLst>
                <a:path w="12666" h="11941" extrusionOk="0">
                  <a:moveTo>
                    <a:pt x="6411" y="785"/>
                  </a:moveTo>
                  <a:cubicBezTo>
                    <a:pt x="7105" y="785"/>
                    <a:pt x="7692" y="1003"/>
                    <a:pt x="8223" y="1387"/>
                  </a:cubicBezTo>
                  <a:lnTo>
                    <a:pt x="6270" y="2899"/>
                  </a:lnTo>
                  <a:lnTo>
                    <a:pt x="4348" y="1387"/>
                  </a:lnTo>
                  <a:cubicBezTo>
                    <a:pt x="4915" y="977"/>
                    <a:pt x="5577" y="788"/>
                    <a:pt x="6270" y="788"/>
                  </a:cubicBezTo>
                  <a:cubicBezTo>
                    <a:pt x="6317" y="786"/>
                    <a:pt x="6365" y="785"/>
                    <a:pt x="6411" y="785"/>
                  </a:cubicBezTo>
                  <a:close/>
                  <a:moveTo>
                    <a:pt x="2174" y="4474"/>
                  </a:moveTo>
                  <a:lnTo>
                    <a:pt x="2174" y="5986"/>
                  </a:lnTo>
                  <a:cubicBezTo>
                    <a:pt x="1796" y="5986"/>
                    <a:pt x="1450" y="5640"/>
                    <a:pt x="1450" y="5230"/>
                  </a:cubicBezTo>
                  <a:cubicBezTo>
                    <a:pt x="1450" y="4821"/>
                    <a:pt x="1765" y="4474"/>
                    <a:pt x="2174" y="4474"/>
                  </a:cubicBezTo>
                  <a:close/>
                  <a:moveTo>
                    <a:pt x="10428" y="4474"/>
                  </a:moveTo>
                  <a:cubicBezTo>
                    <a:pt x="10838" y="4474"/>
                    <a:pt x="11153" y="4821"/>
                    <a:pt x="11153" y="5230"/>
                  </a:cubicBezTo>
                  <a:cubicBezTo>
                    <a:pt x="11153" y="5608"/>
                    <a:pt x="10807" y="5986"/>
                    <a:pt x="10428" y="5986"/>
                  </a:cubicBezTo>
                  <a:lnTo>
                    <a:pt x="10428" y="4474"/>
                  </a:lnTo>
                  <a:close/>
                  <a:moveTo>
                    <a:pt x="1008" y="6144"/>
                  </a:moveTo>
                  <a:cubicBezTo>
                    <a:pt x="1292" y="6490"/>
                    <a:pt x="1702" y="6742"/>
                    <a:pt x="2174" y="6742"/>
                  </a:cubicBezTo>
                  <a:cubicBezTo>
                    <a:pt x="2174" y="7152"/>
                    <a:pt x="1828" y="7467"/>
                    <a:pt x="1450" y="7467"/>
                  </a:cubicBezTo>
                  <a:cubicBezTo>
                    <a:pt x="1040" y="7467"/>
                    <a:pt x="693" y="7120"/>
                    <a:pt x="693" y="6742"/>
                  </a:cubicBezTo>
                  <a:cubicBezTo>
                    <a:pt x="693" y="6490"/>
                    <a:pt x="819" y="6270"/>
                    <a:pt x="1008" y="6144"/>
                  </a:cubicBezTo>
                  <a:close/>
                  <a:moveTo>
                    <a:pt x="11594" y="6144"/>
                  </a:moveTo>
                  <a:cubicBezTo>
                    <a:pt x="11783" y="6301"/>
                    <a:pt x="11909" y="6490"/>
                    <a:pt x="11909" y="6742"/>
                  </a:cubicBezTo>
                  <a:cubicBezTo>
                    <a:pt x="11909" y="7152"/>
                    <a:pt x="11594" y="7467"/>
                    <a:pt x="11153" y="7467"/>
                  </a:cubicBezTo>
                  <a:cubicBezTo>
                    <a:pt x="10775" y="7467"/>
                    <a:pt x="10428" y="7120"/>
                    <a:pt x="10428" y="6742"/>
                  </a:cubicBezTo>
                  <a:cubicBezTo>
                    <a:pt x="10901" y="6742"/>
                    <a:pt x="11311" y="6490"/>
                    <a:pt x="11594" y="6144"/>
                  </a:cubicBezTo>
                  <a:close/>
                  <a:moveTo>
                    <a:pt x="8759" y="1859"/>
                  </a:moveTo>
                  <a:cubicBezTo>
                    <a:pt x="9326" y="2426"/>
                    <a:pt x="9672" y="3214"/>
                    <a:pt x="9672" y="4128"/>
                  </a:cubicBezTo>
                  <a:lnTo>
                    <a:pt x="9672" y="7120"/>
                  </a:lnTo>
                  <a:cubicBezTo>
                    <a:pt x="9672" y="8507"/>
                    <a:pt x="8853" y="9735"/>
                    <a:pt x="7562" y="10239"/>
                  </a:cubicBezTo>
                  <a:cubicBezTo>
                    <a:pt x="7215" y="9924"/>
                    <a:pt x="6774" y="9735"/>
                    <a:pt x="6301" y="9735"/>
                  </a:cubicBezTo>
                  <a:cubicBezTo>
                    <a:pt x="5829" y="9735"/>
                    <a:pt x="5356" y="9924"/>
                    <a:pt x="5041" y="10239"/>
                  </a:cubicBezTo>
                  <a:cubicBezTo>
                    <a:pt x="3781" y="9735"/>
                    <a:pt x="2899" y="8507"/>
                    <a:pt x="2899" y="7120"/>
                  </a:cubicBezTo>
                  <a:lnTo>
                    <a:pt x="2899" y="4128"/>
                  </a:lnTo>
                  <a:cubicBezTo>
                    <a:pt x="2899" y="3277"/>
                    <a:pt x="3245" y="2489"/>
                    <a:pt x="3812" y="1859"/>
                  </a:cubicBezTo>
                  <a:lnTo>
                    <a:pt x="6049" y="3655"/>
                  </a:lnTo>
                  <a:cubicBezTo>
                    <a:pt x="6112" y="3718"/>
                    <a:pt x="6191" y="3749"/>
                    <a:pt x="6274" y="3749"/>
                  </a:cubicBezTo>
                  <a:cubicBezTo>
                    <a:pt x="6356" y="3749"/>
                    <a:pt x="6443" y="3718"/>
                    <a:pt x="6522" y="3655"/>
                  </a:cubicBezTo>
                  <a:lnTo>
                    <a:pt x="8759" y="1859"/>
                  </a:lnTo>
                  <a:close/>
                  <a:moveTo>
                    <a:pt x="6333" y="10460"/>
                  </a:moveTo>
                  <a:cubicBezTo>
                    <a:pt x="6805" y="10460"/>
                    <a:pt x="7215" y="10775"/>
                    <a:pt x="7373" y="11216"/>
                  </a:cubicBezTo>
                  <a:lnTo>
                    <a:pt x="5262" y="11216"/>
                  </a:lnTo>
                  <a:cubicBezTo>
                    <a:pt x="5419" y="10775"/>
                    <a:pt x="5797" y="10460"/>
                    <a:pt x="6333" y="10460"/>
                  </a:cubicBezTo>
                  <a:close/>
                  <a:moveTo>
                    <a:pt x="6333" y="0"/>
                  </a:moveTo>
                  <a:cubicBezTo>
                    <a:pt x="4159" y="0"/>
                    <a:pt x="2395" y="1639"/>
                    <a:pt x="2237" y="3718"/>
                  </a:cubicBezTo>
                  <a:cubicBezTo>
                    <a:pt x="1324" y="3718"/>
                    <a:pt x="599" y="4506"/>
                    <a:pt x="725" y="5419"/>
                  </a:cubicBezTo>
                  <a:cubicBezTo>
                    <a:pt x="252" y="5703"/>
                    <a:pt x="0" y="6175"/>
                    <a:pt x="0" y="6742"/>
                  </a:cubicBezTo>
                  <a:cubicBezTo>
                    <a:pt x="0" y="7562"/>
                    <a:pt x="662" y="8223"/>
                    <a:pt x="1481" y="8223"/>
                  </a:cubicBezTo>
                  <a:cubicBezTo>
                    <a:pt x="1796" y="8223"/>
                    <a:pt x="2080" y="8160"/>
                    <a:pt x="2300" y="7940"/>
                  </a:cubicBezTo>
                  <a:cubicBezTo>
                    <a:pt x="2584" y="9263"/>
                    <a:pt x="3497" y="10271"/>
                    <a:pt x="4632" y="10838"/>
                  </a:cubicBezTo>
                  <a:cubicBezTo>
                    <a:pt x="4506" y="11059"/>
                    <a:pt x="4474" y="11311"/>
                    <a:pt x="4474" y="11563"/>
                  </a:cubicBezTo>
                  <a:cubicBezTo>
                    <a:pt x="4474" y="11783"/>
                    <a:pt x="4632" y="11941"/>
                    <a:pt x="4821" y="11941"/>
                  </a:cubicBezTo>
                  <a:lnTo>
                    <a:pt x="7814" y="11941"/>
                  </a:lnTo>
                  <a:cubicBezTo>
                    <a:pt x="8034" y="11941"/>
                    <a:pt x="8192" y="11783"/>
                    <a:pt x="8192" y="11563"/>
                  </a:cubicBezTo>
                  <a:cubicBezTo>
                    <a:pt x="8192" y="11311"/>
                    <a:pt x="8129" y="11059"/>
                    <a:pt x="8034" y="10838"/>
                  </a:cubicBezTo>
                  <a:cubicBezTo>
                    <a:pt x="9168" y="10302"/>
                    <a:pt x="10082" y="9263"/>
                    <a:pt x="10334" y="7940"/>
                  </a:cubicBezTo>
                  <a:cubicBezTo>
                    <a:pt x="10586" y="8097"/>
                    <a:pt x="10870" y="8223"/>
                    <a:pt x="11185" y="8223"/>
                  </a:cubicBezTo>
                  <a:cubicBezTo>
                    <a:pt x="12004" y="8223"/>
                    <a:pt x="12665" y="7562"/>
                    <a:pt x="12665" y="6742"/>
                  </a:cubicBezTo>
                  <a:cubicBezTo>
                    <a:pt x="12665" y="6175"/>
                    <a:pt x="12382" y="5703"/>
                    <a:pt x="11909" y="5419"/>
                  </a:cubicBezTo>
                  <a:cubicBezTo>
                    <a:pt x="12035" y="4506"/>
                    <a:pt x="11311" y="3718"/>
                    <a:pt x="10428" y="3718"/>
                  </a:cubicBezTo>
                  <a:cubicBezTo>
                    <a:pt x="10208" y="1639"/>
                    <a:pt x="8444" y="0"/>
                    <a:pt x="63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30" name="Google Shape;16330;p84"/>
          <p:cNvGrpSpPr/>
          <p:nvPr/>
        </p:nvGrpSpPr>
        <p:grpSpPr>
          <a:xfrm>
            <a:off x="7105151" y="3880199"/>
            <a:ext cx="426647" cy="481453"/>
            <a:chOff x="-54426150" y="1901700"/>
            <a:chExt cx="282000" cy="318225"/>
          </a:xfrm>
        </p:grpSpPr>
        <p:sp>
          <p:nvSpPr>
            <p:cNvPr id="16331" name="Google Shape;16331;p84"/>
            <p:cNvSpPr/>
            <p:nvPr/>
          </p:nvSpPr>
          <p:spPr>
            <a:xfrm>
              <a:off x="-54330850" y="2072625"/>
              <a:ext cx="18150" cy="17350"/>
            </a:xfrm>
            <a:custGeom>
              <a:avLst/>
              <a:gdLst/>
              <a:ahLst/>
              <a:cxnLst/>
              <a:rect l="l" t="t" r="r" b="b"/>
              <a:pathLst>
                <a:path w="726" h="694" extrusionOk="0">
                  <a:moveTo>
                    <a:pt x="379" y="0"/>
                  </a:moveTo>
                  <a:cubicBezTo>
                    <a:pt x="190" y="0"/>
                    <a:pt x="1" y="158"/>
                    <a:pt x="1" y="347"/>
                  </a:cubicBezTo>
                  <a:cubicBezTo>
                    <a:pt x="1" y="536"/>
                    <a:pt x="190"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2" name="Google Shape;16332;p84"/>
            <p:cNvSpPr/>
            <p:nvPr/>
          </p:nvSpPr>
          <p:spPr>
            <a:xfrm>
              <a:off x="-54256800" y="20726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7" y="694"/>
                    <a:pt x="725" y="536"/>
                    <a:pt x="725" y="347"/>
                  </a:cubicBez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3" name="Google Shape;16333;p84"/>
            <p:cNvSpPr/>
            <p:nvPr/>
          </p:nvSpPr>
          <p:spPr>
            <a:xfrm>
              <a:off x="-54320600" y="2135825"/>
              <a:ext cx="72475" cy="28975"/>
            </a:xfrm>
            <a:custGeom>
              <a:avLst/>
              <a:gdLst/>
              <a:ahLst/>
              <a:cxnLst/>
              <a:rect l="l" t="t" r="r" b="b"/>
              <a:pathLst>
                <a:path w="2899" h="1159" extrusionOk="0">
                  <a:moveTo>
                    <a:pt x="398" y="1"/>
                  </a:moveTo>
                  <a:cubicBezTo>
                    <a:pt x="308" y="1"/>
                    <a:pt x="221" y="40"/>
                    <a:pt x="158" y="119"/>
                  </a:cubicBezTo>
                  <a:cubicBezTo>
                    <a:pt x="0" y="276"/>
                    <a:pt x="0" y="497"/>
                    <a:pt x="158" y="623"/>
                  </a:cubicBezTo>
                  <a:cubicBezTo>
                    <a:pt x="505" y="970"/>
                    <a:pt x="977" y="1159"/>
                    <a:pt x="1450" y="1159"/>
                  </a:cubicBezTo>
                  <a:cubicBezTo>
                    <a:pt x="1922" y="1159"/>
                    <a:pt x="2426" y="970"/>
                    <a:pt x="2741" y="623"/>
                  </a:cubicBezTo>
                  <a:cubicBezTo>
                    <a:pt x="2899" y="465"/>
                    <a:pt x="2899" y="213"/>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4" name="Google Shape;16334;p84"/>
            <p:cNvSpPr/>
            <p:nvPr/>
          </p:nvSpPr>
          <p:spPr>
            <a:xfrm>
              <a:off x="-54426150" y="1901700"/>
              <a:ext cx="282000" cy="318225"/>
            </a:xfrm>
            <a:custGeom>
              <a:avLst/>
              <a:gdLst/>
              <a:ahLst/>
              <a:cxnLst/>
              <a:rect l="l" t="t" r="r" b="b"/>
              <a:pathLst>
                <a:path w="11280" h="12729" extrusionOk="0">
                  <a:moveTo>
                    <a:pt x="5672" y="820"/>
                  </a:moveTo>
                  <a:cubicBezTo>
                    <a:pt x="6648" y="820"/>
                    <a:pt x="7562" y="1072"/>
                    <a:pt x="8381" y="1639"/>
                  </a:cubicBezTo>
                  <a:cubicBezTo>
                    <a:pt x="8350" y="1828"/>
                    <a:pt x="8318" y="2049"/>
                    <a:pt x="8318" y="2301"/>
                  </a:cubicBezTo>
                  <a:cubicBezTo>
                    <a:pt x="8318" y="2584"/>
                    <a:pt x="8350" y="2805"/>
                    <a:pt x="8444" y="3057"/>
                  </a:cubicBezTo>
                  <a:lnTo>
                    <a:pt x="1671" y="3057"/>
                  </a:lnTo>
                  <a:cubicBezTo>
                    <a:pt x="2458" y="1702"/>
                    <a:pt x="3939" y="820"/>
                    <a:pt x="5672" y="820"/>
                  </a:cubicBezTo>
                  <a:close/>
                  <a:moveTo>
                    <a:pt x="9389" y="1072"/>
                  </a:moveTo>
                  <a:cubicBezTo>
                    <a:pt x="9547" y="1387"/>
                    <a:pt x="9736" y="1828"/>
                    <a:pt x="9736" y="2301"/>
                  </a:cubicBezTo>
                  <a:cubicBezTo>
                    <a:pt x="9736" y="2773"/>
                    <a:pt x="9547" y="3214"/>
                    <a:pt x="9389" y="3529"/>
                  </a:cubicBezTo>
                  <a:cubicBezTo>
                    <a:pt x="9232" y="3214"/>
                    <a:pt x="9011" y="2773"/>
                    <a:pt x="9011" y="2301"/>
                  </a:cubicBezTo>
                  <a:cubicBezTo>
                    <a:pt x="9011" y="1828"/>
                    <a:pt x="9232" y="1356"/>
                    <a:pt x="9389" y="1072"/>
                  </a:cubicBezTo>
                  <a:close/>
                  <a:moveTo>
                    <a:pt x="5262" y="3750"/>
                  </a:moveTo>
                  <a:cubicBezTo>
                    <a:pt x="5136" y="4065"/>
                    <a:pt x="4853" y="4443"/>
                    <a:pt x="4474" y="4695"/>
                  </a:cubicBezTo>
                  <a:cubicBezTo>
                    <a:pt x="3907" y="5105"/>
                    <a:pt x="3246" y="5325"/>
                    <a:pt x="2742" y="5325"/>
                  </a:cubicBezTo>
                  <a:lnTo>
                    <a:pt x="1923" y="5325"/>
                  </a:lnTo>
                  <a:cubicBezTo>
                    <a:pt x="1734" y="5325"/>
                    <a:pt x="1576" y="5483"/>
                    <a:pt x="1576" y="5703"/>
                  </a:cubicBezTo>
                  <a:lnTo>
                    <a:pt x="1576" y="6806"/>
                  </a:lnTo>
                  <a:lnTo>
                    <a:pt x="851" y="6806"/>
                  </a:lnTo>
                  <a:lnTo>
                    <a:pt x="851" y="5703"/>
                  </a:lnTo>
                  <a:cubicBezTo>
                    <a:pt x="851" y="5010"/>
                    <a:pt x="946" y="4349"/>
                    <a:pt x="1229" y="3750"/>
                  </a:cubicBezTo>
                  <a:close/>
                  <a:moveTo>
                    <a:pt x="10177" y="3750"/>
                  </a:moveTo>
                  <a:cubicBezTo>
                    <a:pt x="10397" y="4349"/>
                    <a:pt x="10555" y="5042"/>
                    <a:pt x="10555" y="5735"/>
                  </a:cubicBezTo>
                  <a:lnTo>
                    <a:pt x="10555" y="6837"/>
                  </a:lnTo>
                  <a:lnTo>
                    <a:pt x="9767" y="6837"/>
                  </a:lnTo>
                  <a:lnTo>
                    <a:pt x="9767" y="5735"/>
                  </a:lnTo>
                  <a:cubicBezTo>
                    <a:pt x="9767" y="5546"/>
                    <a:pt x="9610" y="5388"/>
                    <a:pt x="9421" y="5388"/>
                  </a:cubicBezTo>
                  <a:lnTo>
                    <a:pt x="8665" y="5388"/>
                  </a:lnTo>
                  <a:cubicBezTo>
                    <a:pt x="8129" y="5388"/>
                    <a:pt x="7436" y="5136"/>
                    <a:pt x="6932" y="4758"/>
                  </a:cubicBezTo>
                  <a:cubicBezTo>
                    <a:pt x="6554" y="4475"/>
                    <a:pt x="6270" y="4160"/>
                    <a:pt x="6144" y="3813"/>
                  </a:cubicBezTo>
                  <a:lnTo>
                    <a:pt x="8759" y="3813"/>
                  </a:lnTo>
                  <a:cubicBezTo>
                    <a:pt x="8948" y="4160"/>
                    <a:pt x="9137" y="4380"/>
                    <a:pt x="9200" y="4412"/>
                  </a:cubicBezTo>
                  <a:cubicBezTo>
                    <a:pt x="9279" y="4506"/>
                    <a:pt x="9374" y="4553"/>
                    <a:pt x="9468" y="4553"/>
                  </a:cubicBezTo>
                  <a:cubicBezTo>
                    <a:pt x="9563" y="4553"/>
                    <a:pt x="9657" y="4506"/>
                    <a:pt x="9736" y="4412"/>
                  </a:cubicBezTo>
                  <a:cubicBezTo>
                    <a:pt x="9736" y="4412"/>
                    <a:pt x="9988" y="4160"/>
                    <a:pt x="10177" y="3750"/>
                  </a:cubicBezTo>
                  <a:close/>
                  <a:moveTo>
                    <a:pt x="1545" y="7562"/>
                  </a:moveTo>
                  <a:lnTo>
                    <a:pt x="1545" y="8318"/>
                  </a:lnTo>
                  <a:lnTo>
                    <a:pt x="788" y="8318"/>
                  </a:lnTo>
                  <a:lnTo>
                    <a:pt x="788" y="7562"/>
                  </a:lnTo>
                  <a:close/>
                  <a:moveTo>
                    <a:pt x="10523" y="7562"/>
                  </a:moveTo>
                  <a:lnTo>
                    <a:pt x="10523" y="8318"/>
                  </a:lnTo>
                  <a:lnTo>
                    <a:pt x="9767" y="8318"/>
                  </a:lnTo>
                  <a:lnTo>
                    <a:pt x="9767" y="7562"/>
                  </a:lnTo>
                  <a:close/>
                  <a:moveTo>
                    <a:pt x="1576" y="9074"/>
                  </a:moveTo>
                  <a:lnTo>
                    <a:pt x="1576" y="9421"/>
                  </a:lnTo>
                  <a:lnTo>
                    <a:pt x="1545" y="9421"/>
                  </a:lnTo>
                  <a:cubicBezTo>
                    <a:pt x="1545" y="9641"/>
                    <a:pt x="1387" y="9799"/>
                    <a:pt x="1198" y="9799"/>
                  </a:cubicBezTo>
                  <a:cubicBezTo>
                    <a:pt x="1009" y="9799"/>
                    <a:pt x="851" y="9641"/>
                    <a:pt x="851" y="9421"/>
                  </a:cubicBezTo>
                  <a:lnTo>
                    <a:pt x="851" y="9074"/>
                  </a:lnTo>
                  <a:close/>
                  <a:moveTo>
                    <a:pt x="10555" y="9074"/>
                  </a:moveTo>
                  <a:lnTo>
                    <a:pt x="10555" y="9421"/>
                  </a:lnTo>
                  <a:lnTo>
                    <a:pt x="10523" y="9421"/>
                  </a:lnTo>
                  <a:cubicBezTo>
                    <a:pt x="10523" y="9641"/>
                    <a:pt x="10366" y="9799"/>
                    <a:pt x="10177" y="9799"/>
                  </a:cubicBezTo>
                  <a:cubicBezTo>
                    <a:pt x="9956" y="9799"/>
                    <a:pt x="9799" y="9641"/>
                    <a:pt x="9799" y="9421"/>
                  </a:cubicBezTo>
                  <a:lnTo>
                    <a:pt x="9799" y="9074"/>
                  </a:lnTo>
                  <a:close/>
                  <a:moveTo>
                    <a:pt x="1198" y="10555"/>
                  </a:moveTo>
                  <a:cubicBezTo>
                    <a:pt x="1387" y="10555"/>
                    <a:pt x="1545" y="10713"/>
                    <a:pt x="1545" y="10933"/>
                  </a:cubicBezTo>
                  <a:cubicBezTo>
                    <a:pt x="1545" y="11059"/>
                    <a:pt x="1545" y="11059"/>
                    <a:pt x="1198" y="11689"/>
                  </a:cubicBezTo>
                  <a:cubicBezTo>
                    <a:pt x="820" y="11059"/>
                    <a:pt x="820" y="11059"/>
                    <a:pt x="820" y="10933"/>
                  </a:cubicBezTo>
                  <a:cubicBezTo>
                    <a:pt x="820" y="10713"/>
                    <a:pt x="977" y="10555"/>
                    <a:pt x="1198" y="10555"/>
                  </a:cubicBezTo>
                  <a:close/>
                  <a:moveTo>
                    <a:pt x="10114" y="10618"/>
                  </a:moveTo>
                  <a:cubicBezTo>
                    <a:pt x="10334" y="10618"/>
                    <a:pt x="10492" y="10776"/>
                    <a:pt x="10492" y="10965"/>
                  </a:cubicBezTo>
                  <a:cubicBezTo>
                    <a:pt x="10523" y="10965"/>
                    <a:pt x="10492" y="11059"/>
                    <a:pt x="10492" y="11091"/>
                  </a:cubicBezTo>
                  <a:lnTo>
                    <a:pt x="10177" y="11689"/>
                  </a:lnTo>
                  <a:lnTo>
                    <a:pt x="9799" y="11091"/>
                  </a:lnTo>
                  <a:cubicBezTo>
                    <a:pt x="9799" y="11059"/>
                    <a:pt x="9767" y="10996"/>
                    <a:pt x="9767" y="10965"/>
                  </a:cubicBezTo>
                  <a:cubicBezTo>
                    <a:pt x="9767" y="10776"/>
                    <a:pt x="9925" y="10618"/>
                    <a:pt x="10114" y="10618"/>
                  </a:cubicBezTo>
                  <a:close/>
                  <a:moveTo>
                    <a:pt x="5672" y="4538"/>
                  </a:moveTo>
                  <a:cubicBezTo>
                    <a:pt x="5861" y="4821"/>
                    <a:pt x="6144" y="5105"/>
                    <a:pt x="6522" y="5325"/>
                  </a:cubicBezTo>
                  <a:cubicBezTo>
                    <a:pt x="7184" y="5798"/>
                    <a:pt x="7972" y="6081"/>
                    <a:pt x="8665" y="6081"/>
                  </a:cubicBezTo>
                  <a:lnTo>
                    <a:pt x="9011" y="6081"/>
                  </a:lnTo>
                  <a:lnTo>
                    <a:pt x="9011" y="8696"/>
                  </a:lnTo>
                  <a:cubicBezTo>
                    <a:pt x="9011" y="10524"/>
                    <a:pt x="7530" y="12036"/>
                    <a:pt x="5672" y="12036"/>
                  </a:cubicBezTo>
                  <a:cubicBezTo>
                    <a:pt x="3813" y="12036"/>
                    <a:pt x="2332" y="10524"/>
                    <a:pt x="2332" y="8696"/>
                  </a:cubicBezTo>
                  <a:lnTo>
                    <a:pt x="2332" y="6081"/>
                  </a:lnTo>
                  <a:lnTo>
                    <a:pt x="2679" y="6081"/>
                  </a:lnTo>
                  <a:cubicBezTo>
                    <a:pt x="3403" y="6081"/>
                    <a:pt x="4191" y="5798"/>
                    <a:pt x="4853" y="5325"/>
                  </a:cubicBezTo>
                  <a:cubicBezTo>
                    <a:pt x="5199" y="5105"/>
                    <a:pt x="5483" y="4821"/>
                    <a:pt x="5672" y="4538"/>
                  </a:cubicBezTo>
                  <a:close/>
                  <a:moveTo>
                    <a:pt x="5672" y="1"/>
                  </a:moveTo>
                  <a:cubicBezTo>
                    <a:pt x="2584" y="1"/>
                    <a:pt x="95" y="2584"/>
                    <a:pt x="95" y="5640"/>
                  </a:cubicBezTo>
                  <a:lnTo>
                    <a:pt x="95" y="9389"/>
                  </a:lnTo>
                  <a:cubicBezTo>
                    <a:pt x="95" y="9673"/>
                    <a:pt x="221" y="9925"/>
                    <a:pt x="347" y="10145"/>
                  </a:cubicBezTo>
                  <a:cubicBezTo>
                    <a:pt x="1" y="10524"/>
                    <a:pt x="1" y="11091"/>
                    <a:pt x="221" y="11343"/>
                  </a:cubicBezTo>
                  <a:lnTo>
                    <a:pt x="883" y="12540"/>
                  </a:lnTo>
                  <a:cubicBezTo>
                    <a:pt x="946" y="12666"/>
                    <a:pt x="1072" y="12729"/>
                    <a:pt x="1198" y="12729"/>
                  </a:cubicBezTo>
                  <a:cubicBezTo>
                    <a:pt x="1324" y="12729"/>
                    <a:pt x="1450" y="12666"/>
                    <a:pt x="1513" y="12540"/>
                  </a:cubicBezTo>
                  <a:cubicBezTo>
                    <a:pt x="2175" y="11343"/>
                    <a:pt x="2238" y="11311"/>
                    <a:pt x="2301" y="10965"/>
                  </a:cubicBezTo>
                  <a:cubicBezTo>
                    <a:pt x="3025" y="12036"/>
                    <a:pt x="4254" y="12729"/>
                    <a:pt x="5640" y="12729"/>
                  </a:cubicBezTo>
                  <a:cubicBezTo>
                    <a:pt x="7026" y="12729"/>
                    <a:pt x="8287" y="12036"/>
                    <a:pt x="8980" y="10965"/>
                  </a:cubicBezTo>
                  <a:cubicBezTo>
                    <a:pt x="8980" y="11091"/>
                    <a:pt x="9043" y="11185"/>
                    <a:pt x="9074" y="11311"/>
                  </a:cubicBezTo>
                  <a:lnTo>
                    <a:pt x="9074" y="11343"/>
                  </a:lnTo>
                  <a:lnTo>
                    <a:pt x="9736" y="12540"/>
                  </a:lnTo>
                  <a:cubicBezTo>
                    <a:pt x="9799" y="12666"/>
                    <a:pt x="9925" y="12729"/>
                    <a:pt x="10051" y="12729"/>
                  </a:cubicBezTo>
                  <a:cubicBezTo>
                    <a:pt x="10177" y="12729"/>
                    <a:pt x="10334" y="12666"/>
                    <a:pt x="10366" y="12540"/>
                  </a:cubicBezTo>
                  <a:lnTo>
                    <a:pt x="11028" y="11406"/>
                  </a:lnTo>
                  <a:cubicBezTo>
                    <a:pt x="11122" y="11248"/>
                    <a:pt x="11154" y="11028"/>
                    <a:pt x="11154" y="10870"/>
                  </a:cubicBezTo>
                  <a:cubicBezTo>
                    <a:pt x="11154" y="10618"/>
                    <a:pt x="11028" y="10335"/>
                    <a:pt x="10870" y="10145"/>
                  </a:cubicBezTo>
                  <a:cubicBezTo>
                    <a:pt x="11091" y="9925"/>
                    <a:pt x="11154" y="9673"/>
                    <a:pt x="11154" y="9389"/>
                  </a:cubicBezTo>
                  <a:cubicBezTo>
                    <a:pt x="11280" y="4979"/>
                    <a:pt x="11280" y="5294"/>
                    <a:pt x="11217" y="5168"/>
                  </a:cubicBezTo>
                  <a:cubicBezTo>
                    <a:pt x="11154" y="4317"/>
                    <a:pt x="10870" y="3498"/>
                    <a:pt x="10429" y="2773"/>
                  </a:cubicBezTo>
                  <a:cubicBezTo>
                    <a:pt x="10492" y="2616"/>
                    <a:pt x="10492" y="2458"/>
                    <a:pt x="10492" y="2301"/>
                  </a:cubicBezTo>
                  <a:cubicBezTo>
                    <a:pt x="10492" y="1167"/>
                    <a:pt x="9704" y="221"/>
                    <a:pt x="9641" y="190"/>
                  </a:cubicBezTo>
                  <a:cubicBezTo>
                    <a:pt x="9578" y="95"/>
                    <a:pt x="9484" y="64"/>
                    <a:pt x="9389" y="64"/>
                  </a:cubicBezTo>
                  <a:cubicBezTo>
                    <a:pt x="9263" y="64"/>
                    <a:pt x="9169" y="95"/>
                    <a:pt x="9106" y="190"/>
                  </a:cubicBezTo>
                  <a:cubicBezTo>
                    <a:pt x="9106" y="221"/>
                    <a:pt x="8822" y="473"/>
                    <a:pt x="8633" y="883"/>
                  </a:cubicBezTo>
                  <a:cubicBezTo>
                    <a:pt x="7719" y="316"/>
                    <a:pt x="6743" y="1"/>
                    <a:pt x="56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35" name="Google Shape;16335;p84"/>
          <p:cNvGrpSpPr/>
          <p:nvPr/>
        </p:nvGrpSpPr>
        <p:grpSpPr>
          <a:xfrm>
            <a:off x="7105151" y="4484816"/>
            <a:ext cx="426647" cy="482664"/>
            <a:chOff x="-54426150" y="2294725"/>
            <a:chExt cx="282000" cy="319025"/>
          </a:xfrm>
        </p:grpSpPr>
        <p:sp>
          <p:nvSpPr>
            <p:cNvPr id="16336" name="Google Shape;16336;p84"/>
            <p:cNvSpPr/>
            <p:nvPr/>
          </p:nvSpPr>
          <p:spPr>
            <a:xfrm>
              <a:off x="-54320600" y="2527275"/>
              <a:ext cx="72475" cy="29750"/>
            </a:xfrm>
            <a:custGeom>
              <a:avLst/>
              <a:gdLst/>
              <a:ahLst/>
              <a:cxnLst/>
              <a:rect l="l" t="t" r="r" b="b"/>
              <a:pathLst>
                <a:path w="2899" h="1190" extrusionOk="0">
                  <a:moveTo>
                    <a:pt x="398" y="1"/>
                  </a:moveTo>
                  <a:cubicBezTo>
                    <a:pt x="308" y="1"/>
                    <a:pt x="221" y="40"/>
                    <a:pt x="158" y="119"/>
                  </a:cubicBezTo>
                  <a:cubicBezTo>
                    <a:pt x="0" y="276"/>
                    <a:pt x="0" y="528"/>
                    <a:pt x="158" y="623"/>
                  </a:cubicBezTo>
                  <a:cubicBezTo>
                    <a:pt x="505" y="1001"/>
                    <a:pt x="977" y="1190"/>
                    <a:pt x="1450" y="1190"/>
                  </a:cubicBezTo>
                  <a:cubicBezTo>
                    <a:pt x="1922" y="1190"/>
                    <a:pt x="2426" y="1001"/>
                    <a:pt x="2741" y="623"/>
                  </a:cubicBezTo>
                  <a:cubicBezTo>
                    <a:pt x="2899" y="465"/>
                    <a:pt x="2899" y="245"/>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7" name="Google Shape;16337;p84"/>
            <p:cNvSpPr/>
            <p:nvPr/>
          </p:nvSpPr>
          <p:spPr>
            <a:xfrm>
              <a:off x="-54330850" y="2464075"/>
              <a:ext cx="18150" cy="18125"/>
            </a:xfrm>
            <a:custGeom>
              <a:avLst/>
              <a:gdLst/>
              <a:ahLst/>
              <a:cxnLst/>
              <a:rect l="l" t="t" r="r" b="b"/>
              <a:pathLst>
                <a:path w="726" h="725" extrusionOk="0">
                  <a:moveTo>
                    <a:pt x="379" y="0"/>
                  </a:moveTo>
                  <a:cubicBezTo>
                    <a:pt x="190" y="0"/>
                    <a:pt x="1" y="158"/>
                    <a:pt x="1" y="378"/>
                  </a:cubicBezTo>
                  <a:cubicBezTo>
                    <a:pt x="1" y="567"/>
                    <a:pt x="190" y="725"/>
                    <a:pt x="379" y="725"/>
                  </a:cubicBezTo>
                  <a:cubicBezTo>
                    <a:pt x="568" y="725"/>
                    <a:pt x="725" y="567"/>
                    <a:pt x="725" y="378"/>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8" name="Google Shape;16338;p84"/>
            <p:cNvSpPr/>
            <p:nvPr/>
          </p:nvSpPr>
          <p:spPr>
            <a:xfrm>
              <a:off x="-54256800" y="2464075"/>
              <a:ext cx="18125" cy="18125"/>
            </a:xfrm>
            <a:custGeom>
              <a:avLst/>
              <a:gdLst/>
              <a:ahLst/>
              <a:cxnLst/>
              <a:rect l="l" t="t" r="r" b="b"/>
              <a:pathLst>
                <a:path w="725" h="725" extrusionOk="0">
                  <a:moveTo>
                    <a:pt x="347" y="0"/>
                  </a:moveTo>
                  <a:cubicBezTo>
                    <a:pt x="158" y="0"/>
                    <a:pt x="0" y="158"/>
                    <a:pt x="0" y="378"/>
                  </a:cubicBezTo>
                  <a:cubicBezTo>
                    <a:pt x="0" y="567"/>
                    <a:pt x="158" y="725"/>
                    <a:pt x="347" y="725"/>
                  </a:cubicBezTo>
                  <a:cubicBezTo>
                    <a:pt x="567" y="725"/>
                    <a:pt x="725" y="567"/>
                    <a:pt x="725" y="378"/>
                  </a:cubicBez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9" name="Google Shape;16339;p84"/>
            <p:cNvSpPr/>
            <p:nvPr/>
          </p:nvSpPr>
          <p:spPr>
            <a:xfrm>
              <a:off x="-54426150" y="2294725"/>
              <a:ext cx="282000" cy="319025"/>
            </a:xfrm>
            <a:custGeom>
              <a:avLst/>
              <a:gdLst/>
              <a:ahLst/>
              <a:cxnLst/>
              <a:rect l="l" t="t" r="r" b="b"/>
              <a:pathLst>
                <a:path w="11280" h="12761" extrusionOk="0">
                  <a:moveTo>
                    <a:pt x="8381" y="757"/>
                  </a:moveTo>
                  <a:cubicBezTo>
                    <a:pt x="9106" y="757"/>
                    <a:pt x="9610" y="1387"/>
                    <a:pt x="9484" y="2049"/>
                  </a:cubicBezTo>
                  <a:lnTo>
                    <a:pt x="9106" y="4538"/>
                  </a:lnTo>
                  <a:lnTo>
                    <a:pt x="2301" y="4538"/>
                  </a:lnTo>
                  <a:lnTo>
                    <a:pt x="1891" y="2049"/>
                  </a:lnTo>
                  <a:cubicBezTo>
                    <a:pt x="1734" y="1387"/>
                    <a:pt x="2238" y="757"/>
                    <a:pt x="2962" y="757"/>
                  </a:cubicBezTo>
                  <a:close/>
                  <a:moveTo>
                    <a:pt x="2962" y="5294"/>
                  </a:moveTo>
                  <a:cubicBezTo>
                    <a:pt x="2836" y="5609"/>
                    <a:pt x="2616" y="5829"/>
                    <a:pt x="2301" y="5955"/>
                  </a:cubicBezTo>
                  <a:lnTo>
                    <a:pt x="2301" y="5294"/>
                  </a:lnTo>
                  <a:close/>
                  <a:moveTo>
                    <a:pt x="9011" y="5294"/>
                  </a:moveTo>
                  <a:lnTo>
                    <a:pt x="9011" y="5955"/>
                  </a:lnTo>
                  <a:cubicBezTo>
                    <a:pt x="8696" y="5829"/>
                    <a:pt x="8476" y="5609"/>
                    <a:pt x="8350" y="5294"/>
                  </a:cubicBezTo>
                  <a:close/>
                  <a:moveTo>
                    <a:pt x="9767" y="6743"/>
                  </a:moveTo>
                  <a:cubicBezTo>
                    <a:pt x="10177" y="6743"/>
                    <a:pt x="10523" y="7058"/>
                    <a:pt x="10523" y="7499"/>
                  </a:cubicBezTo>
                  <a:cubicBezTo>
                    <a:pt x="10523" y="7940"/>
                    <a:pt x="10177" y="8255"/>
                    <a:pt x="9767" y="8255"/>
                  </a:cubicBezTo>
                  <a:lnTo>
                    <a:pt x="9767" y="6743"/>
                  </a:lnTo>
                  <a:close/>
                  <a:moveTo>
                    <a:pt x="1545" y="6774"/>
                  </a:moveTo>
                  <a:lnTo>
                    <a:pt x="1545" y="8287"/>
                  </a:lnTo>
                  <a:cubicBezTo>
                    <a:pt x="1135" y="8255"/>
                    <a:pt x="788" y="7940"/>
                    <a:pt x="788" y="7530"/>
                  </a:cubicBezTo>
                  <a:cubicBezTo>
                    <a:pt x="788" y="7152"/>
                    <a:pt x="1103" y="6774"/>
                    <a:pt x="1545" y="6774"/>
                  </a:cubicBezTo>
                  <a:close/>
                  <a:moveTo>
                    <a:pt x="7593" y="5294"/>
                  </a:moveTo>
                  <a:cubicBezTo>
                    <a:pt x="7751" y="6050"/>
                    <a:pt x="8318" y="6585"/>
                    <a:pt x="9074" y="6743"/>
                  </a:cubicBezTo>
                  <a:lnTo>
                    <a:pt x="9074" y="8633"/>
                  </a:lnTo>
                  <a:cubicBezTo>
                    <a:pt x="9011" y="10492"/>
                    <a:pt x="7530" y="11973"/>
                    <a:pt x="5672" y="11973"/>
                  </a:cubicBezTo>
                  <a:cubicBezTo>
                    <a:pt x="3813" y="11973"/>
                    <a:pt x="2332" y="10492"/>
                    <a:pt x="2332" y="8633"/>
                  </a:cubicBezTo>
                  <a:lnTo>
                    <a:pt x="2332" y="6743"/>
                  </a:lnTo>
                  <a:cubicBezTo>
                    <a:pt x="3088" y="6585"/>
                    <a:pt x="3624" y="6018"/>
                    <a:pt x="3781" y="5294"/>
                  </a:cubicBezTo>
                  <a:close/>
                  <a:moveTo>
                    <a:pt x="2931" y="1"/>
                  </a:moveTo>
                  <a:cubicBezTo>
                    <a:pt x="1797" y="1"/>
                    <a:pt x="883" y="1040"/>
                    <a:pt x="1072" y="2175"/>
                  </a:cubicBezTo>
                  <a:lnTo>
                    <a:pt x="1513" y="4916"/>
                  </a:lnTo>
                  <a:lnTo>
                    <a:pt x="1513" y="6018"/>
                  </a:lnTo>
                  <a:cubicBezTo>
                    <a:pt x="662" y="6018"/>
                    <a:pt x="1" y="6711"/>
                    <a:pt x="1" y="7530"/>
                  </a:cubicBezTo>
                  <a:cubicBezTo>
                    <a:pt x="1" y="8350"/>
                    <a:pt x="662" y="9043"/>
                    <a:pt x="1513" y="9043"/>
                  </a:cubicBezTo>
                  <a:cubicBezTo>
                    <a:pt x="1702" y="11122"/>
                    <a:pt x="3466" y="12760"/>
                    <a:pt x="5609" y="12760"/>
                  </a:cubicBezTo>
                  <a:cubicBezTo>
                    <a:pt x="7719" y="12760"/>
                    <a:pt x="9484" y="11122"/>
                    <a:pt x="9704" y="9043"/>
                  </a:cubicBezTo>
                  <a:cubicBezTo>
                    <a:pt x="10523" y="9043"/>
                    <a:pt x="11185" y="8350"/>
                    <a:pt x="11185" y="7530"/>
                  </a:cubicBezTo>
                  <a:cubicBezTo>
                    <a:pt x="11280" y="6711"/>
                    <a:pt x="10586" y="6018"/>
                    <a:pt x="9767" y="6018"/>
                  </a:cubicBezTo>
                  <a:lnTo>
                    <a:pt x="9767" y="4916"/>
                  </a:lnTo>
                  <a:lnTo>
                    <a:pt x="10208" y="2175"/>
                  </a:lnTo>
                  <a:cubicBezTo>
                    <a:pt x="10397" y="1040"/>
                    <a:pt x="9547" y="1"/>
                    <a:pt x="835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0" name="Google Shape;16340;p84"/>
            <p:cNvSpPr/>
            <p:nvPr/>
          </p:nvSpPr>
          <p:spPr>
            <a:xfrm>
              <a:off x="-54312725" y="2334125"/>
              <a:ext cx="54375" cy="53575"/>
            </a:xfrm>
            <a:custGeom>
              <a:avLst/>
              <a:gdLst/>
              <a:ahLst/>
              <a:cxnLst/>
              <a:rect l="l" t="t" r="r" b="b"/>
              <a:pathLst>
                <a:path w="2175" h="2143" extrusionOk="0">
                  <a:moveTo>
                    <a:pt x="1103" y="0"/>
                  </a:moveTo>
                  <a:cubicBezTo>
                    <a:pt x="914" y="0"/>
                    <a:pt x="757" y="158"/>
                    <a:pt x="757" y="347"/>
                  </a:cubicBezTo>
                  <a:lnTo>
                    <a:pt x="757" y="725"/>
                  </a:lnTo>
                  <a:lnTo>
                    <a:pt x="379" y="725"/>
                  </a:lnTo>
                  <a:cubicBezTo>
                    <a:pt x="190" y="725"/>
                    <a:pt x="32" y="882"/>
                    <a:pt x="32" y="1071"/>
                  </a:cubicBezTo>
                  <a:cubicBezTo>
                    <a:pt x="0" y="1229"/>
                    <a:pt x="158" y="1418"/>
                    <a:pt x="379" y="1418"/>
                  </a:cubicBezTo>
                  <a:lnTo>
                    <a:pt x="757" y="1418"/>
                  </a:lnTo>
                  <a:lnTo>
                    <a:pt x="757" y="1796"/>
                  </a:lnTo>
                  <a:cubicBezTo>
                    <a:pt x="757" y="1985"/>
                    <a:pt x="914" y="2142"/>
                    <a:pt x="1103" y="2142"/>
                  </a:cubicBezTo>
                  <a:cubicBezTo>
                    <a:pt x="1292" y="2142"/>
                    <a:pt x="1450" y="1985"/>
                    <a:pt x="1450" y="1796"/>
                  </a:cubicBezTo>
                  <a:lnTo>
                    <a:pt x="1450" y="1418"/>
                  </a:lnTo>
                  <a:lnTo>
                    <a:pt x="1796" y="1418"/>
                  </a:lnTo>
                  <a:cubicBezTo>
                    <a:pt x="2017" y="1418"/>
                    <a:pt x="2174" y="1260"/>
                    <a:pt x="2174" y="1071"/>
                  </a:cubicBezTo>
                  <a:cubicBezTo>
                    <a:pt x="2174" y="882"/>
                    <a:pt x="2017" y="725"/>
                    <a:pt x="1796" y="725"/>
                  </a:cubicBezTo>
                  <a:lnTo>
                    <a:pt x="1450" y="725"/>
                  </a:lnTo>
                  <a:lnTo>
                    <a:pt x="1450" y="347"/>
                  </a:lnTo>
                  <a:cubicBezTo>
                    <a:pt x="1450" y="158"/>
                    <a:pt x="1292" y="0"/>
                    <a:pt x="11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41" name="Google Shape;16341;p84"/>
          <p:cNvGrpSpPr/>
          <p:nvPr/>
        </p:nvGrpSpPr>
        <p:grpSpPr>
          <a:xfrm>
            <a:off x="7102768" y="5108257"/>
            <a:ext cx="431413" cy="482625"/>
            <a:chOff x="-54427725" y="2686975"/>
            <a:chExt cx="285150" cy="319000"/>
          </a:xfrm>
        </p:grpSpPr>
        <p:sp>
          <p:nvSpPr>
            <p:cNvPr id="16342" name="Google Shape;16342;p84"/>
            <p:cNvSpPr/>
            <p:nvPr/>
          </p:nvSpPr>
          <p:spPr>
            <a:xfrm>
              <a:off x="-54320600" y="2919525"/>
              <a:ext cx="72475" cy="28950"/>
            </a:xfrm>
            <a:custGeom>
              <a:avLst/>
              <a:gdLst/>
              <a:ahLst/>
              <a:cxnLst/>
              <a:rect l="l" t="t" r="r" b="b"/>
              <a:pathLst>
                <a:path w="2899" h="1158" extrusionOk="0">
                  <a:moveTo>
                    <a:pt x="398" y="0"/>
                  </a:moveTo>
                  <a:cubicBezTo>
                    <a:pt x="308" y="0"/>
                    <a:pt x="221" y="39"/>
                    <a:pt x="158" y="118"/>
                  </a:cubicBezTo>
                  <a:cubicBezTo>
                    <a:pt x="0" y="276"/>
                    <a:pt x="0" y="496"/>
                    <a:pt x="158" y="622"/>
                  </a:cubicBezTo>
                  <a:cubicBezTo>
                    <a:pt x="505" y="969"/>
                    <a:pt x="977" y="1158"/>
                    <a:pt x="1450" y="1158"/>
                  </a:cubicBezTo>
                  <a:cubicBezTo>
                    <a:pt x="1922" y="1158"/>
                    <a:pt x="2426" y="969"/>
                    <a:pt x="2741" y="622"/>
                  </a:cubicBezTo>
                  <a:cubicBezTo>
                    <a:pt x="2899" y="465"/>
                    <a:pt x="2899" y="213"/>
                    <a:pt x="2741" y="118"/>
                  </a:cubicBezTo>
                  <a:cubicBezTo>
                    <a:pt x="2663" y="39"/>
                    <a:pt x="2568" y="0"/>
                    <a:pt x="2478" y="0"/>
                  </a:cubicBezTo>
                  <a:cubicBezTo>
                    <a:pt x="2387" y="0"/>
                    <a:pt x="2300" y="39"/>
                    <a:pt x="2237" y="118"/>
                  </a:cubicBezTo>
                  <a:cubicBezTo>
                    <a:pt x="2048" y="307"/>
                    <a:pt x="1733" y="433"/>
                    <a:pt x="1450" y="433"/>
                  </a:cubicBezTo>
                  <a:cubicBezTo>
                    <a:pt x="1135" y="433"/>
                    <a:pt x="851"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3" name="Google Shape;16343;p84"/>
            <p:cNvSpPr/>
            <p:nvPr/>
          </p:nvSpPr>
          <p:spPr>
            <a:xfrm>
              <a:off x="-54256800" y="28563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4" name="Google Shape;16344;p84"/>
            <p:cNvSpPr/>
            <p:nvPr/>
          </p:nvSpPr>
          <p:spPr>
            <a:xfrm>
              <a:off x="-54330850" y="2856300"/>
              <a:ext cx="18150" cy="17350"/>
            </a:xfrm>
            <a:custGeom>
              <a:avLst/>
              <a:gdLst/>
              <a:ahLst/>
              <a:cxnLst/>
              <a:rect l="l" t="t" r="r" b="b"/>
              <a:pathLst>
                <a:path w="726" h="694" extrusionOk="0">
                  <a:moveTo>
                    <a:pt x="379" y="1"/>
                  </a:moveTo>
                  <a:cubicBezTo>
                    <a:pt x="190" y="1"/>
                    <a:pt x="1" y="158"/>
                    <a:pt x="1" y="347"/>
                  </a:cubicBezTo>
                  <a:cubicBezTo>
                    <a:pt x="1" y="536"/>
                    <a:pt x="190"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5" name="Google Shape;16345;p84"/>
            <p:cNvSpPr/>
            <p:nvPr/>
          </p:nvSpPr>
          <p:spPr>
            <a:xfrm>
              <a:off x="-54427725" y="2686975"/>
              <a:ext cx="285150" cy="319000"/>
            </a:xfrm>
            <a:custGeom>
              <a:avLst/>
              <a:gdLst/>
              <a:ahLst/>
              <a:cxnLst/>
              <a:rect l="l" t="t" r="r" b="b"/>
              <a:pathLst>
                <a:path w="11406" h="12760" extrusionOk="0">
                  <a:moveTo>
                    <a:pt x="8696" y="756"/>
                  </a:moveTo>
                  <a:cubicBezTo>
                    <a:pt x="9326" y="756"/>
                    <a:pt x="9799" y="1260"/>
                    <a:pt x="9799" y="1859"/>
                  </a:cubicBezTo>
                  <a:lnTo>
                    <a:pt x="9799" y="4883"/>
                  </a:lnTo>
                  <a:cubicBezTo>
                    <a:pt x="9799" y="5072"/>
                    <a:pt x="9641" y="5230"/>
                    <a:pt x="9452" y="5230"/>
                  </a:cubicBezTo>
                  <a:lnTo>
                    <a:pt x="2017" y="5230"/>
                  </a:lnTo>
                  <a:cubicBezTo>
                    <a:pt x="1797" y="5230"/>
                    <a:pt x="1639" y="5072"/>
                    <a:pt x="1639" y="4883"/>
                  </a:cubicBezTo>
                  <a:cubicBezTo>
                    <a:pt x="1608" y="4852"/>
                    <a:pt x="1608" y="1922"/>
                    <a:pt x="1608" y="1859"/>
                  </a:cubicBezTo>
                  <a:cubicBezTo>
                    <a:pt x="1608" y="1229"/>
                    <a:pt x="2112" y="756"/>
                    <a:pt x="2710" y="756"/>
                  </a:cubicBezTo>
                  <a:close/>
                  <a:moveTo>
                    <a:pt x="1608" y="5955"/>
                  </a:moveTo>
                  <a:cubicBezTo>
                    <a:pt x="1734" y="5986"/>
                    <a:pt x="1860" y="6018"/>
                    <a:pt x="1954" y="6018"/>
                  </a:cubicBezTo>
                  <a:lnTo>
                    <a:pt x="2301" y="6018"/>
                  </a:lnTo>
                  <a:lnTo>
                    <a:pt x="2301" y="8317"/>
                  </a:lnTo>
                  <a:cubicBezTo>
                    <a:pt x="2301" y="9105"/>
                    <a:pt x="1986" y="9798"/>
                    <a:pt x="1450" y="10334"/>
                  </a:cubicBezTo>
                  <a:cubicBezTo>
                    <a:pt x="1401" y="10433"/>
                    <a:pt x="1317" y="10480"/>
                    <a:pt x="1225" y="10480"/>
                  </a:cubicBezTo>
                  <a:cubicBezTo>
                    <a:pt x="1142" y="10480"/>
                    <a:pt x="1053" y="10440"/>
                    <a:pt x="977" y="10365"/>
                  </a:cubicBezTo>
                  <a:cubicBezTo>
                    <a:pt x="820" y="10208"/>
                    <a:pt x="820" y="9956"/>
                    <a:pt x="977" y="9830"/>
                  </a:cubicBezTo>
                  <a:cubicBezTo>
                    <a:pt x="1355" y="9452"/>
                    <a:pt x="1608" y="8853"/>
                    <a:pt x="1608" y="8317"/>
                  </a:cubicBezTo>
                  <a:lnTo>
                    <a:pt x="1608" y="5955"/>
                  </a:lnTo>
                  <a:close/>
                  <a:moveTo>
                    <a:pt x="9799" y="5955"/>
                  </a:moveTo>
                  <a:lnTo>
                    <a:pt x="9799" y="6805"/>
                  </a:lnTo>
                  <a:cubicBezTo>
                    <a:pt x="9799" y="8853"/>
                    <a:pt x="9988" y="9420"/>
                    <a:pt x="10429" y="9830"/>
                  </a:cubicBezTo>
                  <a:cubicBezTo>
                    <a:pt x="10618" y="9987"/>
                    <a:pt x="10618" y="10239"/>
                    <a:pt x="10460" y="10365"/>
                  </a:cubicBezTo>
                  <a:cubicBezTo>
                    <a:pt x="10382" y="10444"/>
                    <a:pt x="10287" y="10483"/>
                    <a:pt x="10197" y="10483"/>
                  </a:cubicBezTo>
                  <a:cubicBezTo>
                    <a:pt x="10106" y="10483"/>
                    <a:pt x="10019" y="10444"/>
                    <a:pt x="9956" y="10365"/>
                  </a:cubicBezTo>
                  <a:cubicBezTo>
                    <a:pt x="9389" y="9798"/>
                    <a:pt x="9074" y="9042"/>
                    <a:pt x="9074" y="8317"/>
                  </a:cubicBezTo>
                  <a:lnTo>
                    <a:pt x="9074" y="6018"/>
                  </a:lnTo>
                  <a:lnTo>
                    <a:pt x="9452" y="6018"/>
                  </a:lnTo>
                  <a:cubicBezTo>
                    <a:pt x="9547" y="6018"/>
                    <a:pt x="9704" y="5986"/>
                    <a:pt x="9799" y="5955"/>
                  </a:cubicBezTo>
                  <a:close/>
                  <a:moveTo>
                    <a:pt x="8381" y="6018"/>
                  </a:moveTo>
                  <a:lnTo>
                    <a:pt x="8381" y="8317"/>
                  </a:lnTo>
                  <a:cubicBezTo>
                    <a:pt x="8381" y="8948"/>
                    <a:pt x="8539" y="9515"/>
                    <a:pt x="8822" y="10050"/>
                  </a:cubicBezTo>
                  <a:cubicBezTo>
                    <a:pt x="8224" y="11216"/>
                    <a:pt x="7026" y="11972"/>
                    <a:pt x="5735" y="11972"/>
                  </a:cubicBezTo>
                  <a:cubicBezTo>
                    <a:pt x="4443" y="11972"/>
                    <a:pt x="3246" y="11216"/>
                    <a:pt x="2710" y="10050"/>
                  </a:cubicBezTo>
                  <a:cubicBezTo>
                    <a:pt x="2994" y="9515"/>
                    <a:pt x="3151" y="8916"/>
                    <a:pt x="3151" y="8317"/>
                  </a:cubicBezTo>
                  <a:lnTo>
                    <a:pt x="3151" y="6018"/>
                  </a:lnTo>
                  <a:close/>
                  <a:moveTo>
                    <a:pt x="2710" y="0"/>
                  </a:moveTo>
                  <a:cubicBezTo>
                    <a:pt x="1671" y="0"/>
                    <a:pt x="851" y="819"/>
                    <a:pt x="851" y="1859"/>
                  </a:cubicBezTo>
                  <a:lnTo>
                    <a:pt x="851" y="8317"/>
                  </a:lnTo>
                  <a:cubicBezTo>
                    <a:pt x="851" y="8696"/>
                    <a:pt x="694" y="9042"/>
                    <a:pt x="410" y="9326"/>
                  </a:cubicBezTo>
                  <a:cubicBezTo>
                    <a:pt x="1" y="9767"/>
                    <a:pt x="1" y="10460"/>
                    <a:pt x="410" y="10901"/>
                  </a:cubicBezTo>
                  <a:cubicBezTo>
                    <a:pt x="631" y="11121"/>
                    <a:pt x="922" y="11232"/>
                    <a:pt x="1210" y="11232"/>
                  </a:cubicBezTo>
                  <a:cubicBezTo>
                    <a:pt x="1497" y="11232"/>
                    <a:pt x="1781" y="11121"/>
                    <a:pt x="1986" y="10901"/>
                  </a:cubicBezTo>
                  <a:lnTo>
                    <a:pt x="2143" y="10743"/>
                  </a:lnTo>
                  <a:cubicBezTo>
                    <a:pt x="2868" y="11972"/>
                    <a:pt x="4191" y="12760"/>
                    <a:pt x="5672" y="12760"/>
                  </a:cubicBezTo>
                  <a:cubicBezTo>
                    <a:pt x="7152" y="12760"/>
                    <a:pt x="8444" y="11972"/>
                    <a:pt x="9169" y="10743"/>
                  </a:cubicBezTo>
                  <a:cubicBezTo>
                    <a:pt x="9200" y="10838"/>
                    <a:pt x="9295" y="10869"/>
                    <a:pt x="9326" y="10901"/>
                  </a:cubicBezTo>
                  <a:cubicBezTo>
                    <a:pt x="9547" y="11121"/>
                    <a:pt x="9830" y="11232"/>
                    <a:pt x="10114" y="11232"/>
                  </a:cubicBezTo>
                  <a:cubicBezTo>
                    <a:pt x="10397" y="11232"/>
                    <a:pt x="10681" y="11121"/>
                    <a:pt x="10901" y="10901"/>
                  </a:cubicBezTo>
                  <a:cubicBezTo>
                    <a:pt x="11406" y="10460"/>
                    <a:pt x="11406" y="9767"/>
                    <a:pt x="10964" y="9326"/>
                  </a:cubicBezTo>
                  <a:cubicBezTo>
                    <a:pt x="10744" y="9105"/>
                    <a:pt x="10555" y="8727"/>
                    <a:pt x="10555" y="6805"/>
                  </a:cubicBezTo>
                  <a:lnTo>
                    <a:pt x="10555" y="1859"/>
                  </a:lnTo>
                  <a:cubicBezTo>
                    <a:pt x="10555" y="819"/>
                    <a:pt x="9704" y="0"/>
                    <a:pt x="86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6" name="Google Shape;16346;p84"/>
            <p:cNvSpPr/>
            <p:nvPr/>
          </p:nvSpPr>
          <p:spPr>
            <a:xfrm>
              <a:off x="-54330850" y="2717875"/>
              <a:ext cx="93750" cy="85425"/>
            </a:xfrm>
            <a:custGeom>
              <a:avLst/>
              <a:gdLst/>
              <a:ahLst/>
              <a:cxnLst/>
              <a:rect l="l" t="t" r="r" b="b"/>
              <a:pathLst>
                <a:path w="3750" h="3417" extrusionOk="0">
                  <a:moveTo>
                    <a:pt x="1828" y="1285"/>
                  </a:moveTo>
                  <a:lnTo>
                    <a:pt x="1891" y="1474"/>
                  </a:lnTo>
                  <a:cubicBezTo>
                    <a:pt x="1954" y="1600"/>
                    <a:pt x="2049" y="1663"/>
                    <a:pt x="2175" y="1663"/>
                  </a:cubicBezTo>
                  <a:lnTo>
                    <a:pt x="2364" y="1726"/>
                  </a:lnTo>
                  <a:lnTo>
                    <a:pt x="2206" y="1883"/>
                  </a:lnTo>
                  <a:cubicBezTo>
                    <a:pt x="2143" y="1946"/>
                    <a:pt x="2112" y="2072"/>
                    <a:pt x="2112" y="2198"/>
                  </a:cubicBezTo>
                  <a:lnTo>
                    <a:pt x="2143" y="2387"/>
                  </a:lnTo>
                  <a:lnTo>
                    <a:pt x="1954" y="2293"/>
                  </a:lnTo>
                  <a:cubicBezTo>
                    <a:pt x="1891" y="2277"/>
                    <a:pt x="1828" y="2269"/>
                    <a:pt x="1765" y="2269"/>
                  </a:cubicBezTo>
                  <a:cubicBezTo>
                    <a:pt x="1702" y="2269"/>
                    <a:pt x="1639" y="2277"/>
                    <a:pt x="1576" y="2293"/>
                  </a:cubicBezTo>
                  <a:lnTo>
                    <a:pt x="1387" y="2387"/>
                  </a:lnTo>
                  <a:lnTo>
                    <a:pt x="1450" y="2198"/>
                  </a:lnTo>
                  <a:cubicBezTo>
                    <a:pt x="1482" y="2072"/>
                    <a:pt x="1450" y="1946"/>
                    <a:pt x="1324" y="1883"/>
                  </a:cubicBezTo>
                  <a:lnTo>
                    <a:pt x="1167" y="1726"/>
                  </a:lnTo>
                  <a:lnTo>
                    <a:pt x="1482" y="1663"/>
                  </a:lnTo>
                  <a:cubicBezTo>
                    <a:pt x="1576" y="1663"/>
                    <a:pt x="1702" y="1600"/>
                    <a:pt x="1734" y="1474"/>
                  </a:cubicBezTo>
                  <a:lnTo>
                    <a:pt x="1828" y="1285"/>
                  </a:lnTo>
                  <a:close/>
                  <a:moveTo>
                    <a:pt x="1887" y="1"/>
                  </a:moveTo>
                  <a:cubicBezTo>
                    <a:pt x="1749" y="1"/>
                    <a:pt x="1608" y="72"/>
                    <a:pt x="1545" y="213"/>
                  </a:cubicBezTo>
                  <a:lnTo>
                    <a:pt x="1198" y="938"/>
                  </a:lnTo>
                  <a:lnTo>
                    <a:pt x="442" y="1033"/>
                  </a:lnTo>
                  <a:cubicBezTo>
                    <a:pt x="127" y="1096"/>
                    <a:pt x="1" y="1474"/>
                    <a:pt x="253" y="1663"/>
                  </a:cubicBezTo>
                  <a:lnTo>
                    <a:pt x="757" y="2230"/>
                  </a:lnTo>
                  <a:lnTo>
                    <a:pt x="631" y="2986"/>
                  </a:lnTo>
                  <a:cubicBezTo>
                    <a:pt x="607" y="3229"/>
                    <a:pt x="789" y="3416"/>
                    <a:pt x="1004" y="3416"/>
                  </a:cubicBezTo>
                  <a:cubicBezTo>
                    <a:pt x="1067" y="3416"/>
                    <a:pt x="1133" y="3400"/>
                    <a:pt x="1198" y="3364"/>
                  </a:cubicBezTo>
                  <a:lnTo>
                    <a:pt x="1860" y="3017"/>
                  </a:lnTo>
                  <a:lnTo>
                    <a:pt x="2521" y="3364"/>
                  </a:lnTo>
                  <a:cubicBezTo>
                    <a:pt x="2586" y="3400"/>
                    <a:pt x="2652" y="3416"/>
                    <a:pt x="2715" y="3416"/>
                  </a:cubicBezTo>
                  <a:cubicBezTo>
                    <a:pt x="2930" y="3416"/>
                    <a:pt x="3113" y="3229"/>
                    <a:pt x="3088" y="2986"/>
                  </a:cubicBezTo>
                  <a:lnTo>
                    <a:pt x="2962" y="2230"/>
                  </a:lnTo>
                  <a:lnTo>
                    <a:pt x="3529" y="1663"/>
                  </a:lnTo>
                  <a:cubicBezTo>
                    <a:pt x="3750" y="1474"/>
                    <a:pt x="3624" y="1096"/>
                    <a:pt x="3309" y="1033"/>
                  </a:cubicBezTo>
                  <a:lnTo>
                    <a:pt x="2584" y="938"/>
                  </a:lnTo>
                  <a:lnTo>
                    <a:pt x="2206" y="213"/>
                  </a:lnTo>
                  <a:cubicBezTo>
                    <a:pt x="2159" y="72"/>
                    <a:pt x="2025" y="1"/>
                    <a:pt x="18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47" name="Google Shape;16347;p84"/>
          <p:cNvGrpSpPr/>
          <p:nvPr/>
        </p:nvGrpSpPr>
        <p:grpSpPr>
          <a:xfrm>
            <a:off x="10044846" y="3882884"/>
            <a:ext cx="479071" cy="479979"/>
            <a:chOff x="-52513800" y="1903475"/>
            <a:chExt cx="316650" cy="317250"/>
          </a:xfrm>
        </p:grpSpPr>
        <p:sp>
          <p:nvSpPr>
            <p:cNvPr id="16348" name="Google Shape;16348;p84"/>
            <p:cNvSpPr/>
            <p:nvPr/>
          </p:nvSpPr>
          <p:spPr>
            <a:xfrm>
              <a:off x="-52391700" y="2135825"/>
              <a:ext cx="72475" cy="28975"/>
            </a:xfrm>
            <a:custGeom>
              <a:avLst/>
              <a:gdLst/>
              <a:ahLst/>
              <a:cxnLst/>
              <a:rect l="l" t="t" r="r" b="b"/>
              <a:pathLst>
                <a:path w="2899" h="1159" extrusionOk="0">
                  <a:moveTo>
                    <a:pt x="386" y="1"/>
                  </a:moveTo>
                  <a:cubicBezTo>
                    <a:pt x="291" y="1"/>
                    <a:pt x="205" y="40"/>
                    <a:pt x="158" y="119"/>
                  </a:cubicBezTo>
                  <a:cubicBezTo>
                    <a:pt x="0" y="276"/>
                    <a:pt x="0" y="497"/>
                    <a:pt x="158" y="623"/>
                  </a:cubicBezTo>
                  <a:cubicBezTo>
                    <a:pt x="504" y="970"/>
                    <a:pt x="977" y="1159"/>
                    <a:pt x="1449" y="1159"/>
                  </a:cubicBezTo>
                  <a:cubicBezTo>
                    <a:pt x="1922" y="1159"/>
                    <a:pt x="2426" y="970"/>
                    <a:pt x="2741" y="623"/>
                  </a:cubicBezTo>
                  <a:cubicBezTo>
                    <a:pt x="2898" y="465"/>
                    <a:pt x="2898"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0"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9" name="Google Shape;16349;p84"/>
            <p:cNvSpPr/>
            <p:nvPr/>
          </p:nvSpPr>
          <p:spPr>
            <a:xfrm>
              <a:off x="-52513800" y="1903475"/>
              <a:ext cx="316650" cy="317250"/>
            </a:xfrm>
            <a:custGeom>
              <a:avLst/>
              <a:gdLst/>
              <a:ahLst/>
              <a:cxnLst/>
              <a:rect l="l" t="t" r="r" b="b"/>
              <a:pathLst>
                <a:path w="12666" h="12690" extrusionOk="0">
                  <a:moveTo>
                    <a:pt x="6333" y="781"/>
                  </a:moveTo>
                  <a:lnTo>
                    <a:pt x="11500" y="3332"/>
                  </a:lnTo>
                  <a:lnTo>
                    <a:pt x="10082" y="4057"/>
                  </a:lnTo>
                  <a:lnTo>
                    <a:pt x="9641" y="3175"/>
                  </a:lnTo>
                  <a:cubicBezTo>
                    <a:pt x="9547" y="3049"/>
                    <a:pt x="9452" y="2986"/>
                    <a:pt x="9326" y="2986"/>
                  </a:cubicBezTo>
                  <a:lnTo>
                    <a:pt x="3309" y="2986"/>
                  </a:lnTo>
                  <a:cubicBezTo>
                    <a:pt x="3151" y="2986"/>
                    <a:pt x="3025" y="3049"/>
                    <a:pt x="2994" y="3175"/>
                  </a:cubicBezTo>
                  <a:lnTo>
                    <a:pt x="2553" y="4057"/>
                  </a:lnTo>
                  <a:lnTo>
                    <a:pt x="1167" y="3332"/>
                  </a:lnTo>
                  <a:lnTo>
                    <a:pt x="6333" y="781"/>
                  </a:lnTo>
                  <a:close/>
                  <a:moveTo>
                    <a:pt x="9043" y="3742"/>
                  </a:moveTo>
                  <a:lnTo>
                    <a:pt x="9389" y="4467"/>
                  </a:lnTo>
                  <a:lnTo>
                    <a:pt x="3151" y="4467"/>
                  </a:lnTo>
                  <a:lnTo>
                    <a:pt x="3498" y="3742"/>
                  </a:lnTo>
                  <a:close/>
                  <a:moveTo>
                    <a:pt x="9673" y="5223"/>
                  </a:moveTo>
                  <a:lnTo>
                    <a:pt x="9673" y="6105"/>
                  </a:lnTo>
                  <a:cubicBezTo>
                    <a:pt x="9547" y="6042"/>
                    <a:pt x="9452" y="6010"/>
                    <a:pt x="9326" y="6010"/>
                  </a:cubicBezTo>
                  <a:lnTo>
                    <a:pt x="7782" y="6010"/>
                  </a:lnTo>
                  <a:cubicBezTo>
                    <a:pt x="7310" y="6010"/>
                    <a:pt x="6869" y="6325"/>
                    <a:pt x="6743" y="6766"/>
                  </a:cubicBezTo>
                  <a:lnTo>
                    <a:pt x="5861" y="6766"/>
                  </a:lnTo>
                  <a:cubicBezTo>
                    <a:pt x="5703" y="6325"/>
                    <a:pt x="5325" y="6010"/>
                    <a:pt x="4790" y="6010"/>
                  </a:cubicBezTo>
                  <a:lnTo>
                    <a:pt x="3277" y="6010"/>
                  </a:lnTo>
                  <a:cubicBezTo>
                    <a:pt x="3151" y="6010"/>
                    <a:pt x="2994" y="6042"/>
                    <a:pt x="2899" y="6105"/>
                  </a:cubicBezTo>
                  <a:lnTo>
                    <a:pt x="2899" y="5223"/>
                  </a:lnTo>
                  <a:close/>
                  <a:moveTo>
                    <a:pt x="4821" y="6766"/>
                  </a:moveTo>
                  <a:cubicBezTo>
                    <a:pt x="5042" y="6766"/>
                    <a:pt x="5199" y="6924"/>
                    <a:pt x="5199" y="7113"/>
                  </a:cubicBezTo>
                  <a:cubicBezTo>
                    <a:pt x="5199" y="7743"/>
                    <a:pt x="4664" y="8216"/>
                    <a:pt x="4096" y="8216"/>
                  </a:cubicBezTo>
                  <a:lnTo>
                    <a:pt x="3309" y="8216"/>
                  </a:lnTo>
                  <a:cubicBezTo>
                    <a:pt x="3088" y="8216"/>
                    <a:pt x="2931" y="8058"/>
                    <a:pt x="2931" y="7869"/>
                  </a:cubicBezTo>
                  <a:lnTo>
                    <a:pt x="2931" y="7113"/>
                  </a:lnTo>
                  <a:cubicBezTo>
                    <a:pt x="2931" y="6924"/>
                    <a:pt x="3088" y="6766"/>
                    <a:pt x="3309" y="6766"/>
                  </a:cubicBezTo>
                  <a:close/>
                  <a:moveTo>
                    <a:pt x="9326" y="6766"/>
                  </a:moveTo>
                  <a:cubicBezTo>
                    <a:pt x="9515" y="6766"/>
                    <a:pt x="9673" y="6924"/>
                    <a:pt x="9673" y="7113"/>
                  </a:cubicBezTo>
                  <a:lnTo>
                    <a:pt x="9673" y="7869"/>
                  </a:lnTo>
                  <a:cubicBezTo>
                    <a:pt x="9673" y="8058"/>
                    <a:pt x="9515" y="8216"/>
                    <a:pt x="9326" y="8216"/>
                  </a:cubicBezTo>
                  <a:lnTo>
                    <a:pt x="8570" y="8216"/>
                  </a:lnTo>
                  <a:cubicBezTo>
                    <a:pt x="7940" y="8216"/>
                    <a:pt x="7436" y="7712"/>
                    <a:pt x="7436" y="7113"/>
                  </a:cubicBezTo>
                  <a:cubicBezTo>
                    <a:pt x="7436" y="6924"/>
                    <a:pt x="7593" y="6766"/>
                    <a:pt x="7782" y="6766"/>
                  </a:cubicBezTo>
                  <a:close/>
                  <a:moveTo>
                    <a:pt x="2206" y="6766"/>
                  </a:moveTo>
                  <a:lnTo>
                    <a:pt x="2206" y="8247"/>
                  </a:lnTo>
                  <a:cubicBezTo>
                    <a:pt x="1765" y="8247"/>
                    <a:pt x="1450" y="7901"/>
                    <a:pt x="1450" y="7523"/>
                  </a:cubicBezTo>
                  <a:cubicBezTo>
                    <a:pt x="1450" y="7113"/>
                    <a:pt x="1765" y="6766"/>
                    <a:pt x="2206" y="6766"/>
                  </a:cubicBezTo>
                  <a:close/>
                  <a:moveTo>
                    <a:pt x="10429" y="6766"/>
                  </a:moveTo>
                  <a:cubicBezTo>
                    <a:pt x="10870" y="6766"/>
                    <a:pt x="11185" y="7082"/>
                    <a:pt x="11185" y="7523"/>
                  </a:cubicBezTo>
                  <a:cubicBezTo>
                    <a:pt x="11185" y="7901"/>
                    <a:pt x="10807" y="8247"/>
                    <a:pt x="10429" y="8247"/>
                  </a:cubicBezTo>
                  <a:lnTo>
                    <a:pt x="10429" y="6766"/>
                  </a:lnTo>
                  <a:close/>
                  <a:moveTo>
                    <a:pt x="6680" y="7523"/>
                  </a:moveTo>
                  <a:cubicBezTo>
                    <a:pt x="6774" y="7869"/>
                    <a:pt x="6932" y="8184"/>
                    <a:pt x="7184" y="8468"/>
                  </a:cubicBezTo>
                  <a:cubicBezTo>
                    <a:pt x="7562" y="8814"/>
                    <a:pt x="8035" y="9003"/>
                    <a:pt x="8539" y="9003"/>
                  </a:cubicBezTo>
                  <a:lnTo>
                    <a:pt x="9295" y="9003"/>
                  </a:lnTo>
                  <a:cubicBezTo>
                    <a:pt x="9389" y="9003"/>
                    <a:pt x="9515" y="8972"/>
                    <a:pt x="9641" y="8940"/>
                  </a:cubicBezTo>
                  <a:lnTo>
                    <a:pt x="9641" y="8940"/>
                  </a:lnTo>
                  <a:cubicBezTo>
                    <a:pt x="9515" y="10610"/>
                    <a:pt x="8066" y="11965"/>
                    <a:pt x="6302" y="11965"/>
                  </a:cubicBezTo>
                  <a:cubicBezTo>
                    <a:pt x="4506" y="11965"/>
                    <a:pt x="3088" y="10610"/>
                    <a:pt x="2899" y="8940"/>
                  </a:cubicBezTo>
                  <a:lnTo>
                    <a:pt x="2899" y="8940"/>
                  </a:lnTo>
                  <a:cubicBezTo>
                    <a:pt x="3025" y="8972"/>
                    <a:pt x="3151" y="9003"/>
                    <a:pt x="3246" y="9003"/>
                  </a:cubicBezTo>
                  <a:lnTo>
                    <a:pt x="4033" y="9003"/>
                  </a:lnTo>
                  <a:cubicBezTo>
                    <a:pt x="4947" y="9003"/>
                    <a:pt x="5703" y="8373"/>
                    <a:pt x="5861" y="7523"/>
                  </a:cubicBezTo>
                  <a:close/>
                  <a:moveTo>
                    <a:pt x="6310" y="1"/>
                  </a:moveTo>
                  <a:cubicBezTo>
                    <a:pt x="6255" y="1"/>
                    <a:pt x="6207" y="9"/>
                    <a:pt x="6176" y="24"/>
                  </a:cubicBezTo>
                  <a:lnTo>
                    <a:pt x="190" y="3017"/>
                  </a:lnTo>
                  <a:cubicBezTo>
                    <a:pt x="64" y="3112"/>
                    <a:pt x="1" y="3206"/>
                    <a:pt x="1" y="3332"/>
                  </a:cubicBezTo>
                  <a:cubicBezTo>
                    <a:pt x="1" y="3490"/>
                    <a:pt x="64" y="3616"/>
                    <a:pt x="190" y="3647"/>
                  </a:cubicBezTo>
                  <a:lnTo>
                    <a:pt x="2238" y="4656"/>
                  </a:lnTo>
                  <a:cubicBezTo>
                    <a:pt x="2238" y="4719"/>
                    <a:pt x="2206" y="4750"/>
                    <a:pt x="2206" y="4782"/>
                  </a:cubicBezTo>
                  <a:lnTo>
                    <a:pt x="2206" y="5979"/>
                  </a:lnTo>
                  <a:cubicBezTo>
                    <a:pt x="1356" y="5979"/>
                    <a:pt x="694" y="6640"/>
                    <a:pt x="694" y="7460"/>
                  </a:cubicBezTo>
                  <a:cubicBezTo>
                    <a:pt x="694" y="8279"/>
                    <a:pt x="1356" y="8972"/>
                    <a:pt x="2206" y="8972"/>
                  </a:cubicBezTo>
                  <a:cubicBezTo>
                    <a:pt x="2395" y="11051"/>
                    <a:pt x="4159" y="12689"/>
                    <a:pt x="6302" y="12689"/>
                  </a:cubicBezTo>
                  <a:cubicBezTo>
                    <a:pt x="8413" y="12689"/>
                    <a:pt x="10240" y="11051"/>
                    <a:pt x="10397" y="8972"/>
                  </a:cubicBezTo>
                  <a:cubicBezTo>
                    <a:pt x="11217" y="8972"/>
                    <a:pt x="11878" y="8279"/>
                    <a:pt x="11878" y="7460"/>
                  </a:cubicBezTo>
                  <a:cubicBezTo>
                    <a:pt x="11878" y="6640"/>
                    <a:pt x="11217" y="5979"/>
                    <a:pt x="10397" y="5979"/>
                  </a:cubicBezTo>
                  <a:lnTo>
                    <a:pt x="10397" y="4782"/>
                  </a:lnTo>
                  <a:cubicBezTo>
                    <a:pt x="10397" y="4750"/>
                    <a:pt x="10397" y="4719"/>
                    <a:pt x="10334" y="4656"/>
                  </a:cubicBezTo>
                  <a:lnTo>
                    <a:pt x="11847" y="3931"/>
                  </a:lnTo>
                  <a:lnTo>
                    <a:pt x="11847" y="6357"/>
                  </a:lnTo>
                  <a:cubicBezTo>
                    <a:pt x="11847" y="6546"/>
                    <a:pt x="12004" y="6703"/>
                    <a:pt x="12193" y="6703"/>
                  </a:cubicBezTo>
                  <a:cubicBezTo>
                    <a:pt x="12382" y="6703"/>
                    <a:pt x="12540" y="6546"/>
                    <a:pt x="12540" y="6357"/>
                  </a:cubicBezTo>
                  <a:lnTo>
                    <a:pt x="12540" y="3332"/>
                  </a:lnTo>
                  <a:lnTo>
                    <a:pt x="12666" y="3332"/>
                  </a:lnTo>
                  <a:cubicBezTo>
                    <a:pt x="12666" y="3206"/>
                    <a:pt x="12603" y="3049"/>
                    <a:pt x="12477" y="3017"/>
                  </a:cubicBezTo>
                  <a:lnTo>
                    <a:pt x="6491" y="24"/>
                  </a:lnTo>
                  <a:cubicBezTo>
                    <a:pt x="6428" y="9"/>
                    <a:pt x="6365" y="1"/>
                    <a:pt x="63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50" name="Google Shape;16350;p84"/>
          <p:cNvGrpSpPr/>
          <p:nvPr/>
        </p:nvGrpSpPr>
        <p:grpSpPr>
          <a:xfrm>
            <a:off x="10057952" y="4486027"/>
            <a:ext cx="452859" cy="480243"/>
            <a:chOff x="-52505925" y="2295525"/>
            <a:chExt cx="299325" cy="317425"/>
          </a:xfrm>
        </p:grpSpPr>
        <p:sp>
          <p:nvSpPr>
            <p:cNvPr id="16351" name="Google Shape;16351;p84"/>
            <p:cNvSpPr/>
            <p:nvPr/>
          </p:nvSpPr>
          <p:spPr>
            <a:xfrm>
              <a:off x="-52401950" y="2526500"/>
              <a:ext cx="73275" cy="29750"/>
            </a:xfrm>
            <a:custGeom>
              <a:avLst/>
              <a:gdLst/>
              <a:ahLst/>
              <a:cxnLst/>
              <a:rect l="l" t="t" r="r" b="b"/>
              <a:pathLst>
                <a:path w="2931" h="1190" extrusionOk="0">
                  <a:moveTo>
                    <a:pt x="398" y="0"/>
                  </a:moveTo>
                  <a:cubicBezTo>
                    <a:pt x="308" y="0"/>
                    <a:pt x="221" y="39"/>
                    <a:pt x="158" y="118"/>
                  </a:cubicBezTo>
                  <a:cubicBezTo>
                    <a:pt x="0" y="276"/>
                    <a:pt x="0" y="496"/>
                    <a:pt x="158" y="622"/>
                  </a:cubicBezTo>
                  <a:cubicBezTo>
                    <a:pt x="505" y="969"/>
                    <a:pt x="977" y="1189"/>
                    <a:pt x="1450" y="1189"/>
                  </a:cubicBezTo>
                  <a:cubicBezTo>
                    <a:pt x="1922" y="1189"/>
                    <a:pt x="2458" y="969"/>
                    <a:pt x="2773" y="622"/>
                  </a:cubicBezTo>
                  <a:cubicBezTo>
                    <a:pt x="2930" y="465"/>
                    <a:pt x="2930" y="244"/>
                    <a:pt x="2773" y="118"/>
                  </a:cubicBezTo>
                  <a:cubicBezTo>
                    <a:pt x="2710" y="55"/>
                    <a:pt x="2615" y="24"/>
                    <a:pt x="2517" y="24"/>
                  </a:cubicBezTo>
                  <a:cubicBezTo>
                    <a:pt x="2418" y="24"/>
                    <a:pt x="2316" y="55"/>
                    <a:pt x="2237" y="118"/>
                  </a:cubicBezTo>
                  <a:cubicBezTo>
                    <a:pt x="2048" y="307"/>
                    <a:pt x="1733" y="433"/>
                    <a:pt x="1450" y="433"/>
                  </a:cubicBezTo>
                  <a:cubicBezTo>
                    <a:pt x="1135" y="433"/>
                    <a:pt x="883"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2" name="Google Shape;16352;p84"/>
            <p:cNvSpPr/>
            <p:nvPr/>
          </p:nvSpPr>
          <p:spPr>
            <a:xfrm>
              <a:off x="-52411400"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3" name="Google Shape;16353;p84"/>
            <p:cNvSpPr/>
            <p:nvPr/>
          </p:nvSpPr>
          <p:spPr>
            <a:xfrm>
              <a:off x="-5233657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4" name="Google Shape;16354;p84"/>
            <p:cNvSpPr/>
            <p:nvPr/>
          </p:nvSpPr>
          <p:spPr>
            <a:xfrm>
              <a:off x="-52505925" y="2295525"/>
              <a:ext cx="299325" cy="317425"/>
            </a:xfrm>
            <a:custGeom>
              <a:avLst/>
              <a:gdLst/>
              <a:ahLst/>
              <a:cxnLst/>
              <a:rect l="l" t="t" r="r" b="b"/>
              <a:pathLst>
                <a:path w="11973" h="12697" extrusionOk="0">
                  <a:moveTo>
                    <a:pt x="8046" y="1489"/>
                  </a:moveTo>
                  <a:cubicBezTo>
                    <a:pt x="8121" y="1489"/>
                    <a:pt x="8192" y="1497"/>
                    <a:pt x="8255" y="1513"/>
                  </a:cubicBezTo>
                  <a:cubicBezTo>
                    <a:pt x="8224" y="1639"/>
                    <a:pt x="8224" y="1765"/>
                    <a:pt x="8224" y="1859"/>
                  </a:cubicBezTo>
                  <a:lnTo>
                    <a:pt x="8224" y="2080"/>
                  </a:lnTo>
                  <a:cubicBezTo>
                    <a:pt x="7909" y="1828"/>
                    <a:pt x="7499" y="1670"/>
                    <a:pt x="7121" y="1607"/>
                  </a:cubicBezTo>
                  <a:cubicBezTo>
                    <a:pt x="7341" y="1513"/>
                    <a:pt x="7594" y="1513"/>
                    <a:pt x="7814" y="1513"/>
                  </a:cubicBezTo>
                  <a:cubicBezTo>
                    <a:pt x="7893" y="1497"/>
                    <a:pt x="7972" y="1489"/>
                    <a:pt x="8046" y="1489"/>
                  </a:cubicBezTo>
                  <a:close/>
                  <a:moveTo>
                    <a:pt x="9326" y="914"/>
                  </a:moveTo>
                  <a:cubicBezTo>
                    <a:pt x="9484" y="1071"/>
                    <a:pt x="9610" y="1261"/>
                    <a:pt x="9673" y="1544"/>
                  </a:cubicBezTo>
                  <a:cubicBezTo>
                    <a:pt x="9452" y="1796"/>
                    <a:pt x="9232" y="2111"/>
                    <a:pt x="9137" y="2458"/>
                  </a:cubicBezTo>
                  <a:cubicBezTo>
                    <a:pt x="9043" y="2269"/>
                    <a:pt x="8980" y="2080"/>
                    <a:pt x="8980" y="1859"/>
                  </a:cubicBezTo>
                  <a:cubicBezTo>
                    <a:pt x="8980" y="1513"/>
                    <a:pt x="9137" y="1198"/>
                    <a:pt x="9326" y="914"/>
                  </a:cubicBezTo>
                  <a:close/>
                  <a:moveTo>
                    <a:pt x="11122" y="1513"/>
                  </a:moveTo>
                  <a:lnTo>
                    <a:pt x="11122" y="1513"/>
                  </a:lnTo>
                  <a:cubicBezTo>
                    <a:pt x="11028" y="2174"/>
                    <a:pt x="10460" y="2741"/>
                    <a:pt x="9767" y="2899"/>
                  </a:cubicBezTo>
                  <a:cubicBezTo>
                    <a:pt x="9925" y="2174"/>
                    <a:pt x="10460" y="1670"/>
                    <a:pt x="11122" y="1513"/>
                  </a:cubicBezTo>
                  <a:close/>
                  <a:moveTo>
                    <a:pt x="6365" y="2237"/>
                  </a:moveTo>
                  <a:cubicBezTo>
                    <a:pt x="7404" y="2237"/>
                    <a:pt x="8287" y="2836"/>
                    <a:pt x="8728" y="3718"/>
                  </a:cubicBezTo>
                  <a:lnTo>
                    <a:pt x="8602" y="3718"/>
                  </a:lnTo>
                  <a:cubicBezTo>
                    <a:pt x="7972" y="3718"/>
                    <a:pt x="7499" y="4222"/>
                    <a:pt x="7499" y="4821"/>
                  </a:cubicBezTo>
                  <a:lnTo>
                    <a:pt x="7499" y="5167"/>
                  </a:lnTo>
                  <a:lnTo>
                    <a:pt x="3025" y="5167"/>
                  </a:lnTo>
                  <a:cubicBezTo>
                    <a:pt x="2206" y="5167"/>
                    <a:pt x="1513" y="4506"/>
                    <a:pt x="1513" y="3686"/>
                  </a:cubicBezTo>
                  <a:cubicBezTo>
                    <a:pt x="1513" y="2899"/>
                    <a:pt x="2206" y="2237"/>
                    <a:pt x="3025" y="2237"/>
                  </a:cubicBezTo>
                  <a:close/>
                  <a:moveTo>
                    <a:pt x="10397" y="3497"/>
                  </a:moveTo>
                  <a:cubicBezTo>
                    <a:pt x="10429" y="3686"/>
                    <a:pt x="10460" y="3875"/>
                    <a:pt x="10460" y="4064"/>
                  </a:cubicBezTo>
                  <a:cubicBezTo>
                    <a:pt x="10460" y="4537"/>
                    <a:pt x="10334" y="4978"/>
                    <a:pt x="10114" y="5388"/>
                  </a:cubicBezTo>
                  <a:cubicBezTo>
                    <a:pt x="9956" y="5608"/>
                    <a:pt x="10145" y="5923"/>
                    <a:pt x="10429" y="5923"/>
                  </a:cubicBezTo>
                  <a:lnTo>
                    <a:pt x="10460" y="5923"/>
                  </a:lnTo>
                  <a:cubicBezTo>
                    <a:pt x="10870" y="5923"/>
                    <a:pt x="11217" y="6238"/>
                    <a:pt x="11217" y="6679"/>
                  </a:cubicBezTo>
                  <a:cubicBezTo>
                    <a:pt x="11217" y="7120"/>
                    <a:pt x="10902" y="7435"/>
                    <a:pt x="10460" y="7435"/>
                  </a:cubicBezTo>
                  <a:lnTo>
                    <a:pt x="9704" y="7435"/>
                  </a:lnTo>
                  <a:lnTo>
                    <a:pt x="9704" y="4821"/>
                  </a:lnTo>
                  <a:cubicBezTo>
                    <a:pt x="9704" y="4443"/>
                    <a:pt x="9641" y="4033"/>
                    <a:pt x="9515" y="3686"/>
                  </a:cubicBezTo>
                  <a:cubicBezTo>
                    <a:pt x="9830" y="3655"/>
                    <a:pt x="10114" y="3592"/>
                    <a:pt x="10397" y="3497"/>
                  </a:cubicBezTo>
                  <a:close/>
                  <a:moveTo>
                    <a:pt x="1513" y="6679"/>
                  </a:moveTo>
                  <a:lnTo>
                    <a:pt x="1513" y="8160"/>
                  </a:lnTo>
                  <a:cubicBezTo>
                    <a:pt x="1104" y="8160"/>
                    <a:pt x="789" y="7845"/>
                    <a:pt x="789" y="7435"/>
                  </a:cubicBezTo>
                  <a:cubicBezTo>
                    <a:pt x="789" y="7026"/>
                    <a:pt x="1135" y="6679"/>
                    <a:pt x="1513" y="6679"/>
                  </a:cubicBezTo>
                  <a:close/>
                  <a:moveTo>
                    <a:pt x="8570" y="4474"/>
                  </a:moveTo>
                  <a:cubicBezTo>
                    <a:pt x="8759" y="4474"/>
                    <a:pt x="8917" y="4632"/>
                    <a:pt x="8917" y="4821"/>
                  </a:cubicBezTo>
                  <a:cubicBezTo>
                    <a:pt x="8980" y="4978"/>
                    <a:pt x="8980" y="8412"/>
                    <a:pt x="8980" y="8570"/>
                  </a:cubicBezTo>
                  <a:cubicBezTo>
                    <a:pt x="8980" y="10460"/>
                    <a:pt x="7467" y="11972"/>
                    <a:pt x="5609" y="11972"/>
                  </a:cubicBezTo>
                  <a:cubicBezTo>
                    <a:pt x="3781" y="11972"/>
                    <a:pt x="2269" y="10460"/>
                    <a:pt x="2269" y="8570"/>
                  </a:cubicBezTo>
                  <a:lnTo>
                    <a:pt x="2269" y="5797"/>
                  </a:lnTo>
                  <a:cubicBezTo>
                    <a:pt x="2521" y="5892"/>
                    <a:pt x="2742" y="5923"/>
                    <a:pt x="3025" y="5923"/>
                  </a:cubicBezTo>
                  <a:lnTo>
                    <a:pt x="7877" y="5923"/>
                  </a:lnTo>
                  <a:cubicBezTo>
                    <a:pt x="8066" y="5923"/>
                    <a:pt x="8224" y="5766"/>
                    <a:pt x="8224" y="5577"/>
                  </a:cubicBezTo>
                  <a:lnTo>
                    <a:pt x="8224" y="4821"/>
                  </a:lnTo>
                  <a:cubicBezTo>
                    <a:pt x="8224" y="4632"/>
                    <a:pt x="8381" y="4474"/>
                    <a:pt x="8570" y="4474"/>
                  </a:cubicBezTo>
                  <a:close/>
                  <a:moveTo>
                    <a:pt x="9358" y="0"/>
                  </a:moveTo>
                  <a:cubicBezTo>
                    <a:pt x="9271" y="0"/>
                    <a:pt x="9185" y="32"/>
                    <a:pt x="9106" y="95"/>
                  </a:cubicBezTo>
                  <a:cubicBezTo>
                    <a:pt x="9043" y="95"/>
                    <a:pt x="8791" y="378"/>
                    <a:pt x="8539" y="819"/>
                  </a:cubicBezTo>
                  <a:cubicBezTo>
                    <a:pt x="8318" y="756"/>
                    <a:pt x="8098" y="725"/>
                    <a:pt x="7877" y="725"/>
                  </a:cubicBezTo>
                  <a:cubicBezTo>
                    <a:pt x="7089" y="725"/>
                    <a:pt x="6365" y="1008"/>
                    <a:pt x="5735" y="1481"/>
                  </a:cubicBezTo>
                  <a:lnTo>
                    <a:pt x="2994" y="1481"/>
                  </a:lnTo>
                  <a:cubicBezTo>
                    <a:pt x="1765" y="1481"/>
                    <a:pt x="757" y="2458"/>
                    <a:pt x="757" y="3718"/>
                  </a:cubicBezTo>
                  <a:cubicBezTo>
                    <a:pt x="757" y="4379"/>
                    <a:pt x="1072" y="5010"/>
                    <a:pt x="1545" y="5419"/>
                  </a:cubicBezTo>
                  <a:cubicBezTo>
                    <a:pt x="1482" y="5451"/>
                    <a:pt x="1482" y="5545"/>
                    <a:pt x="1482" y="5577"/>
                  </a:cubicBezTo>
                  <a:lnTo>
                    <a:pt x="1482" y="5923"/>
                  </a:lnTo>
                  <a:cubicBezTo>
                    <a:pt x="662" y="5923"/>
                    <a:pt x="1" y="6585"/>
                    <a:pt x="1" y="7435"/>
                  </a:cubicBezTo>
                  <a:cubicBezTo>
                    <a:pt x="1" y="8255"/>
                    <a:pt x="662" y="8916"/>
                    <a:pt x="1482" y="8916"/>
                  </a:cubicBezTo>
                  <a:cubicBezTo>
                    <a:pt x="1702" y="10996"/>
                    <a:pt x="3435" y="12697"/>
                    <a:pt x="5577" y="12697"/>
                  </a:cubicBezTo>
                  <a:cubicBezTo>
                    <a:pt x="7877" y="12697"/>
                    <a:pt x="9673" y="10806"/>
                    <a:pt x="9673" y="8570"/>
                  </a:cubicBezTo>
                  <a:lnTo>
                    <a:pt x="9673" y="8223"/>
                  </a:lnTo>
                  <a:lnTo>
                    <a:pt x="10429" y="8223"/>
                  </a:lnTo>
                  <a:cubicBezTo>
                    <a:pt x="11248" y="8223"/>
                    <a:pt x="11941" y="7530"/>
                    <a:pt x="11941" y="6711"/>
                  </a:cubicBezTo>
                  <a:cubicBezTo>
                    <a:pt x="11973" y="6049"/>
                    <a:pt x="11563" y="5482"/>
                    <a:pt x="10965" y="5293"/>
                  </a:cubicBezTo>
                  <a:cubicBezTo>
                    <a:pt x="11122" y="4915"/>
                    <a:pt x="11217" y="4506"/>
                    <a:pt x="11217" y="4064"/>
                  </a:cubicBezTo>
                  <a:cubicBezTo>
                    <a:pt x="11217" y="3718"/>
                    <a:pt x="11185" y="3403"/>
                    <a:pt x="11059" y="3056"/>
                  </a:cubicBezTo>
                  <a:cubicBezTo>
                    <a:pt x="11626" y="2584"/>
                    <a:pt x="11973" y="1859"/>
                    <a:pt x="11973" y="1071"/>
                  </a:cubicBezTo>
                  <a:cubicBezTo>
                    <a:pt x="11973" y="882"/>
                    <a:pt x="11815" y="725"/>
                    <a:pt x="11626" y="725"/>
                  </a:cubicBezTo>
                  <a:cubicBezTo>
                    <a:pt x="11154" y="725"/>
                    <a:pt x="10713" y="851"/>
                    <a:pt x="10303" y="1071"/>
                  </a:cubicBezTo>
                  <a:cubicBezTo>
                    <a:pt x="10082" y="504"/>
                    <a:pt x="9641" y="95"/>
                    <a:pt x="9610" y="95"/>
                  </a:cubicBezTo>
                  <a:cubicBezTo>
                    <a:pt x="9531" y="32"/>
                    <a:pt x="9444" y="0"/>
                    <a:pt x="93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55" name="Google Shape;16355;p84"/>
          <p:cNvGrpSpPr/>
          <p:nvPr/>
        </p:nvGrpSpPr>
        <p:grpSpPr>
          <a:xfrm>
            <a:off x="10072855" y="5108256"/>
            <a:ext cx="423053" cy="481453"/>
            <a:chOff x="-52494100" y="2686975"/>
            <a:chExt cx="279625" cy="318225"/>
          </a:xfrm>
        </p:grpSpPr>
        <p:sp>
          <p:nvSpPr>
            <p:cNvPr id="16356" name="Google Shape;16356;p84"/>
            <p:cNvSpPr/>
            <p:nvPr/>
          </p:nvSpPr>
          <p:spPr>
            <a:xfrm>
              <a:off x="-52391700" y="2919525"/>
              <a:ext cx="72475" cy="28950"/>
            </a:xfrm>
            <a:custGeom>
              <a:avLst/>
              <a:gdLst/>
              <a:ahLst/>
              <a:cxnLst/>
              <a:rect l="l" t="t" r="r" b="b"/>
              <a:pathLst>
                <a:path w="2899" h="1158" extrusionOk="0">
                  <a:moveTo>
                    <a:pt x="386" y="0"/>
                  </a:moveTo>
                  <a:cubicBezTo>
                    <a:pt x="291" y="0"/>
                    <a:pt x="205" y="39"/>
                    <a:pt x="158" y="118"/>
                  </a:cubicBezTo>
                  <a:cubicBezTo>
                    <a:pt x="0" y="276"/>
                    <a:pt x="0" y="496"/>
                    <a:pt x="158" y="622"/>
                  </a:cubicBezTo>
                  <a:cubicBezTo>
                    <a:pt x="504" y="969"/>
                    <a:pt x="977" y="1158"/>
                    <a:pt x="1449" y="1158"/>
                  </a:cubicBezTo>
                  <a:cubicBezTo>
                    <a:pt x="1922" y="1158"/>
                    <a:pt x="2426" y="969"/>
                    <a:pt x="2741" y="622"/>
                  </a:cubicBezTo>
                  <a:cubicBezTo>
                    <a:pt x="2898" y="465"/>
                    <a:pt x="2898" y="213"/>
                    <a:pt x="2741" y="118"/>
                  </a:cubicBezTo>
                  <a:cubicBezTo>
                    <a:pt x="2662" y="39"/>
                    <a:pt x="2568" y="0"/>
                    <a:pt x="2477" y="0"/>
                  </a:cubicBezTo>
                  <a:cubicBezTo>
                    <a:pt x="2387" y="0"/>
                    <a:pt x="2300" y="39"/>
                    <a:pt x="2237" y="118"/>
                  </a:cubicBezTo>
                  <a:cubicBezTo>
                    <a:pt x="2048" y="307"/>
                    <a:pt x="1733" y="433"/>
                    <a:pt x="1449" y="433"/>
                  </a:cubicBezTo>
                  <a:cubicBezTo>
                    <a:pt x="1134" y="433"/>
                    <a:pt x="851" y="307"/>
                    <a:pt x="662" y="118"/>
                  </a:cubicBezTo>
                  <a:cubicBezTo>
                    <a:pt x="583" y="39"/>
                    <a:pt x="480" y="0"/>
                    <a:pt x="3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7" name="Google Shape;16357;p84"/>
            <p:cNvSpPr/>
            <p:nvPr/>
          </p:nvSpPr>
          <p:spPr>
            <a:xfrm>
              <a:off x="-52401950" y="2856300"/>
              <a:ext cx="18125" cy="17350"/>
            </a:xfrm>
            <a:custGeom>
              <a:avLst/>
              <a:gdLst/>
              <a:ahLst/>
              <a:cxnLst/>
              <a:rect l="l" t="t" r="r" b="b"/>
              <a:pathLst>
                <a:path w="725" h="694" extrusionOk="0">
                  <a:moveTo>
                    <a:pt x="379" y="1"/>
                  </a:moveTo>
                  <a:cubicBezTo>
                    <a:pt x="158" y="1"/>
                    <a:pt x="0" y="158"/>
                    <a:pt x="0" y="347"/>
                  </a:cubicBezTo>
                  <a:cubicBezTo>
                    <a:pt x="0"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8" name="Google Shape;16358;p84"/>
            <p:cNvSpPr/>
            <p:nvPr/>
          </p:nvSpPr>
          <p:spPr>
            <a:xfrm>
              <a:off x="-52327925" y="2855525"/>
              <a:ext cx="18925" cy="17350"/>
            </a:xfrm>
            <a:custGeom>
              <a:avLst/>
              <a:gdLst/>
              <a:ahLst/>
              <a:cxnLst/>
              <a:rect l="l" t="t" r="r" b="b"/>
              <a:pathLst>
                <a:path w="757" h="694" extrusionOk="0">
                  <a:moveTo>
                    <a:pt x="347" y="0"/>
                  </a:moveTo>
                  <a:cubicBezTo>
                    <a:pt x="158" y="0"/>
                    <a:pt x="1" y="158"/>
                    <a:pt x="1" y="347"/>
                  </a:cubicBezTo>
                  <a:cubicBezTo>
                    <a:pt x="1" y="536"/>
                    <a:pt x="158" y="693"/>
                    <a:pt x="347" y="693"/>
                  </a:cubicBezTo>
                  <a:cubicBezTo>
                    <a:pt x="537" y="693"/>
                    <a:pt x="694" y="536"/>
                    <a:pt x="694" y="347"/>
                  </a:cubicBezTo>
                  <a:cubicBezTo>
                    <a:pt x="757" y="189"/>
                    <a:pt x="600"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9" name="Google Shape;16359;p84"/>
            <p:cNvSpPr/>
            <p:nvPr/>
          </p:nvSpPr>
          <p:spPr>
            <a:xfrm>
              <a:off x="-52494100" y="2686975"/>
              <a:ext cx="279625" cy="318225"/>
            </a:xfrm>
            <a:custGeom>
              <a:avLst/>
              <a:gdLst/>
              <a:ahLst/>
              <a:cxnLst/>
              <a:rect l="l" t="t" r="r" b="b"/>
              <a:pathLst>
                <a:path w="11185" h="12729" extrusionOk="0">
                  <a:moveTo>
                    <a:pt x="8538" y="756"/>
                  </a:moveTo>
                  <a:cubicBezTo>
                    <a:pt x="8727" y="756"/>
                    <a:pt x="8885" y="914"/>
                    <a:pt x="8885" y="1103"/>
                  </a:cubicBezTo>
                  <a:lnTo>
                    <a:pt x="8885" y="2269"/>
                  </a:lnTo>
                  <a:lnTo>
                    <a:pt x="2143" y="2269"/>
                  </a:lnTo>
                  <a:lnTo>
                    <a:pt x="2143" y="1103"/>
                  </a:lnTo>
                  <a:cubicBezTo>
                    <a:pt x="2143" y="914"/>
                    <a:pt x="2300" y="756"/>
                    <a:pt x="2552" y="756"/>
                  </a:cubicBezTo>
                  <a:close/>
                  <a:moveTo>
                    <a:pt x="5545" y="3025"/>
                  </a:moveTo>
                  <a:cubicBezTo>
                    <a:pt x="5734" y="3025"/>
                    <a:pt x="5892" y="3182"/>
                    <a:pt x="5892" y="3371"/>
                  </a:cubicBezTo>
                  <a:cubicBezTo>
                    <a:pt x="5892" y="3592"/>
                    <a:pt x="5734" y="3749"/>
                    <a:pt x="5545" y="3749"/>
                  </a:cubicBezTo>
                  <a:cubicBezTo>
                    <a:pt x="5356" y="3749"/>
                    <a:pt x="5199" y="3592"/>
                    <a:pt x="5199" y="3371"/>
                  </a:cubicBezTo>
                  <a:cubicBezTo>
                    <a:pt x="5199" y="3182"/>
                    <a:pt x="5356" y="3025"/>
                    <a:pt x="5545" y="3025"/>
                  </a:cubicBezTo>
                  <a:close/>
                  <a:moveTo>
                    <a:pt x="4474" y="3025"/>
                  </a:moveTo>
                  <a:cubicBezTo>
                    <a:pt x="4443" y="3151"/>
                    <a:pt x="4411" y="3277"/>
                    <a:pt x="4411" y="3434"/>
                  </a:cubicBezTo>
                  <a:cubicBezTo>
                    <a:pt x="4411" y="3529"/>
                    <a:pt x="4443" y="3655"/>
                    <a:pt x="4474" y="3781"/>
                  </a:cubicBezTo>
                  <a:lnTo>
                    <a:pt x="2206" y="3781"/>
                  </a:lnTo>
                  <a:lnTo>
                    <a:pt x="2206" y="3025"/>
                  </a:lnTo>
                  <a:close/>
                  <a:moveTo>
                    <a:pt x="8853" y="3056"/>
                  </a:moveTo>
                  <a:lnTo>
                    <a:pt x="8853" y="3812"/>
                  </a:lnTo>
                  <a:lnTo>
                    <a:pt x="6553" y="3812"/>
                  </a:lnTo>
                  <a:lnTo>
                    <a:pt x="6553" y="3781"/>
                  </a:lnTo>
                  <a:cubicBezTo>
                    <a:pt x="6616" y="3655"/>
                    <a:pt x="6648" y="3529"/>
                    <a:pt x="6648" y="3434"/>
                  </a:cubicBezTo>
                  <a:cubicBezTo>
                    <a:pt x="6648" y="3308"/>
                    <a:pt x="6616" y="3151"/>
                    <a:pt x="6553" y="3056"/>
                  </a:cubicBezTo>
                  <a:close/>
                  <a:moveTo>
                    <a:pt x="9601" y="4568"/>
                  </a:moveTo>
                  <a:cubicBezTo>
                    <a:pt x="9503" y="4903"/>
                    <a:pt x="9317" y="5207"/>
                    <a:pt x="9042" y="5482"/>
                  </a:cubicBezTo>
                  <a:cubicBezTo>
                    <a:pt x="8763" y="5736"/>
                    <a:pt x="8382" y="5887"/>
                    <a:pt x="7997" y="5887"/>
                  </a:cubicBezTo>
                  <a:cubicBezTo>
                    <a:pt x="7904" y="5887"/>
                    <a:pt x="7811" y="5878"/>
                    <a:pt x="7719" y="5860"/>
                  </a:cubicBezTo>
                  <a:cubicBezTo>
                    <a:pt x="6207" y="5640"/>
                    <a:pt x="4758" y="5199"/>
                    <a:pt x="3434" y="4568"/>
                  </a:cubicBezTo>
                  <a:close/>
                  <a:moveTo>
                    <a:pt x="1418" y="6742"/>
                  </a:moveTo>
                  <a:lnTo>
                    <a:pt x="1418" y="8223"/>
                  </a:lnTo>
                  <a:cubicBezTo>
                    <a:pt x="1009" y="8223"/>
                    <a:pt x="662" y="7908"/>
                    <a:pt x="662" y="7467"/>
                  </a:cubicBezTo>
                  <a:cubicBezTo>
                    <a:pt x="662" y="7089"/>
                    <a:pt x="1009" y="6742"/>
                    <a:pt x="1418" y="6742"/>
                  </a:cubicBezTo>
                  <a:close/>
                  <a:moveTo>
                    <a:pt x="9641" y="6742"/>
                  </a:moveTo>
                  <a:cubicBezTo>
                    <a:pt x="10019" y="6742"/>
                    <a:pt x="10397" y="7057"/>
                    <a:pt x="10397" y="7467"/>
                  </a:cubicBezTo>
                  <a:cubicBezTo>
                    <a:pt x="10397" y="7908"/>
                    <a:pt x="10019" y="8223"/>
                    <a:pt x="9641" y="8223"/>
                  </a:cubicBezTo>
                  <a:lnTo>
                    <a:pt x="9641" y="6742"/>
                  </a:lnTo>
                  <a:close/>
                  <a:moveTo>
                    <a:pt x="2143" y="4757"/>
                  </a:moveTo>
                  <a:lnTo>
                    <a:pt x="2741" y="5072"/>
                  </a:lnTo>
                  <a:cubicBezTo>
                    <a:pt x="4254" y="5829"/>
                    <a:pt x="5860" y="6333"/>
                    <a:pt x="7562" y="6616"/>
                  </a:cubicBezTo>
                  <a:cubicBezTo>
                    <a:pt x="7667" y="6633"/>
                    <a:pt x="7777" y="6640"/>
                    <a:pt x="7889" y="6640"/>
                  </a:cubicBezTo>
                  <a:cubicBezTo>
                    <a:pt x="8211" y="6640"/>
                    <a:pt x="8550" y="6576"/>
                    <a:pt x="8853" y="6459"/>
                  </a:cubicBezTo>
                  <a:lnTo>
                    <a:pt x="8853" y="8664"/>
                  </a:lnTo>
                  <a:cubicBezTo>
                    <a:pt x="8885" y="10460"/>
                    <a:pt x="7341" y="11972"/>
                    <a:pt x="5514" y="11972"/>
                  </a:cubicBezTo>
                  <a:cubicBezTo>
                    <a:pt x="3655" y="11972"/>
                    <a:pt x="2143" y="10460"/>
                    <a:pt x="2143" y="8633"/>
                  </a:cubicBezTo>
                  <a:lnTo>
                    <a:pt x="2143" y="4757"/>
                  </a:lnTo>
                  <a:close/>
                  <a:moveTo>
                    <a:pt x="2584" y="0"/>
                  </a:moveTo>
                  <a:cubicBezTo>
                    <a:pt x="1954" y="0"/>
                    <a:pt x="1481" y="504"/>
                    <a:pt x="1481" y="1103"/>
                  </a:cubicBezTo>
                  <a:lnTo>
                    <a:pt x="1481" y="5986"/>
                  </a:lnTo>
                  <a:cubicBezTo>
                    <a:pt x="662" y="5986"/>
                    <a:pt x="0" y="6648"/>
                    <a:pt x="0" y="7467"/>
                  </a:cubicBezTo>
                  <a:cubicBezTo>
                    <a:pt x="0" y="8317"/>
                    <a:pt x="662" y="8979"/>
                    <a:pt x="1481" y="8979"/>
                  </a:cubicBezTo>
                  <a:cubicBezTo>
                    <a:pt x="1670" y="11058"/>
                    <a:pt x="3466" y="12728"/>
                    <a:pt x="5577" y="12728"/>
                  </a:cubicBezTo>
                  <a:cubicBezTo>
                    <a:pt x="7719" y="12728"/>
                    <a:pt x="9483" y="11058"/>
                    <a:pt x="9672" y="8979"/>
                  </a:cubicBezTo>
                  <a:cubicBezTo>
                    <a:pt x="10492" y="8979"/>
                    <a:pt x="11185" y="8317"/>
                    <a:pt x="11185" y="7467"/>
                  </a:cubicBezTo>
                  <a:cubicBezTo>
                    <a:pt x="11122" y="6679"/>
                    <a:pt x="10460" y="6018"/>
                    <a:pt x="9641" y="6018"/>
                  </a:cubicBezTo>
                  <a:lnTo>
                    <a:pt x="9641" y="5892"/>
                  </a:lnTo>
                  <a:cubicBezTo>
                    <a:pt x="10113" y="5419"/>
                    <a:pt x="10397" y="4789"/>
                    <a:pt x="10397" y="4127"/>
                  </a:cubicBezTo>
                  <a:cubicBezTo>
                    <a:pt x="10397" y="3938"/>
                    <a:pt x="10240" y="3781"/>
                    <a:pt x="10019" y="3781"/>
                  </a:cubicBezTo>
                  <a:lnTo>
                    <a:pt x="9672" y="3781"/>
                  </a:lnTo>
                  <a:lnTo>
                    <a:pt x="9672" y="1103"/>
                  </a:lnTo>
                  <a:cubicBezTo>
                    <a:pt x="9672" y="473"/>
                    <a:pt x="9168" y="0"/>
                    <a:pt x="85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60" name="Google Shape;16360;p84"/>
          <p:cNvGrpSpPr/>
          <p:nvPr/>
        </p:nvGrpSpPr>
        <p:grpSpPr>
          <a:xfrm>
            <a:off x="8887217" y="5722847"/>
            <a:ext cx="420671" cy="481453"/>
            <a:chOff x="-51708850" y="2305750"/>
            <a:chExt cx="278050" cy="318225"/>
          </a:xfrm>
        </p:grpSpPr>
        <p:sp>
          <p:nvSpPr>
            <p:cNvPr id="16361" name="Google Shape;16361;p84"/>
            <p:cNvSpPr/>
            <p:nvPr/>
          </p:nvSpPr>
          <p:spPr>
            <a:xfrm>
              <a:off x="-51617475" y="2455400"/>
              <a:ext cx="18125" cy="18150"/>
            </a:xfrm>
            <a:custGeom>
              <a:avLst/>
              <a:gdLst/>
              <a:ahLst/>
              <a:cxnLst/>
              <a:rect l="l" t="t" r="r" b="b"/>
              <a:pathLst>
                <a:path w="725" h="726" extrusionOk="0">
                  <a:moveTo>
                    <a:pt x="378" y="1"/>
                  </a:moveTo>
                  <a:cubicBezTo>
                    <a:pt x="189" y="1"/>
                    <a:pt x="0" y="158"/>
                    <a:pt x="0" y="347"/>
                  </a:cubicBezTo>
                  <a:cubicBezTo>
                    <a:pt x="0" y="536"/>
                    <a:pt x="189" y="725"/>
                    <a:pt x="378" y="725"/>
                  </a:cubicBezTo>
                  <a:cubicBezTo>
                    <a:pt x="568" y="725"/>
                    <a:pt x="725" y="536"/>
                    <a:pt x="725" y="347"/>
                  </a:cubicBezTo>
                  <a:cubicBezTo>
                    <a:pt x="725" y="158"/>
                    <a:pt x="568"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2" name="Google Shape;16362;p84"/>
            <p:cNvSpPr/>
            <p:nvPr/>
          </p:nvSpPr>
          <p:spPr>
            <a:xfrm>
              <a:off x="-51541875" y="2455400"/>
              <a:ext cx="17350" cy="18150"/>
            </a:xfrm>
            <a:custGeom>
              <a:avLst/>
              <a:gdLst/>
              <a:ahLst/>
              <a:cxnLst/>
              <a:rect l="l" t="t" r="r" b="b"/>
              <a:pathLst>
                <a:path w="694" h="726" extrusionOk="0">
                  <a:moveTo>
                    <a:pt x="347" y="1"/>
                  </a:moveTo>
                  <a:cubicBezTo>
                    <a:pt x="158" y="1"/>
                    <a:pt x="1" y="158"/>
                    <a:pt x="1" y="347"/>
                  </a:cubicBezTo>
                  <a:cubicBezTo>
                    <a:pt x="1" y="536"/>
                    <a:pt x="158" y="725"/>
                    <a:pt x="347" y="725"/>
                  </a:cubicBezTo>
                  <a:cubicBezTo>
                    <a:pt x="536" y="725"/>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3" name="Google Shape;16363;p84"/>
            <p:cNvSpPr/>
            <p:nvPr/>
          </p:nvSpPr>
          <p:spPr>
            <a:xfrm>
              <a:off x="-51708850" y="2305750"/>
              <a:ext cx="278050" cy="318225"/>
            </a:xfrm>
            <a:custGeom>
              <a:avLst/>
              <a:gdLst/>
              <a:ahLst/>
              <a:cxnLst/>
              <a:rect l="l" t="t" r="r" b="b"/>
              <a:pathLst>
                <a:path w="11122" h="12729" extrusionOk="0">
                  <a:moveTo>
                    <a:pt x="1765" y="725"/>
                  </a:moveTo>
                  <a:cubicBezTo>
                    <a:pt x="1986" y="725"/>
                    <a:pt x="2143" y="883"/>
                    <a:pt x="2143" y="1072"/>
                  </a:cubicBezTo>
                  <a:cubicBezTo>
                    <a:pt x="2143" y="1261"/>
                    <a:pt x="1986" y="1419"/>
                    <a:pt x="1765" y="1419"/>
                  </a:cubicBezTo>
                  <a:cubicBezTo>
                    <a:pt x="1576" y="1419"/>
                    <a:pt x="1419" y="1261"/>
                    <a:pt x="1419" y="1072"/>
                  </a:cubicBezTo>
                  <a:cubicBezTo>
                    <a:pt x="1419" y="915"/>
                    <a:pt x="1576" y="725"/>
                    <a:pt x="1765" y="725"/>
                  </a:cubicBezTo>
                  <a:close/>
                  <a:moveTo>
                    <a:pt x="5514" y="725"/>
                  </a:moveTo>
                  <a:cubicBezTo>
                    <a:pt x="5703" y="725"/>
                    <a:pt x="5861" y="883"/>
                    <a:pt x="5861" y="1072"/>
                  </a:cubicBezTo>
                  <a:cubicBezTo>
                    <a:pt x="5861" y="1261"/>
                    <a:pt x="5703" y="1419"/>
                    <a:pt x="5514" y="1419"/>
                  </a:cubicBezTo>
                  <a:cubicBezTo>
                    <a:pt x="5325" y="1419"/>
                    <a:pt x="5168" y="1261"/>
                    <a:pt x="5168" y="1072"/>
                  </a:cubicBezTo>
                  <a:cubicBezTo>
                    <a:pt x="5136" y="915"/>
                    <a:pt x="5294" y="725"/>
                    <a:pt x="5514" y="725"/>
                  </a:cubicBezTo>
                  <a:close/>
                  <a:moveTo>
                    <a:pt x="9232" y="725"/>
                  </a:moveTo>
                  <a:cubicBezTo>
                    <a:pt x="9421" y="725"/>
                    <a:pt x="9578" y="883"/>
                    <a:pt x="9578" y="1072"/>
                  </a:cubicBezTo>
                  <a:cubicBezTo>
                    <a:pt x="9578" y="1261"/>
                    <a:pt x="9421" y="1419"/>
                    <a:pt x="9232" y="1419"/>
                  </a:cubicBezTo>
                  <a:cubicBezTo>
                    <a:pt x="9011" y="1419"/>
                    <a:pt x="8885" y="1261"/>
                    <a:pt x="8885" y="1072"/>
                  </a:cubicBezTo>
                  <a:cubicBezTo>
                    <a:pt x="8854" y="915"/>
                    <a:pt x="9011" y="725"/>
                    <a:pt x="9232" y="725"/>
                  </a:cubicBezTo>
                  <a:close/>
                  <a:moveTo>
                    <a:pt x="5483" y="3277"/>
                  </a:moveTo>
                  <a:lnTo>
                    <a:pt x="5987" y="3781"/>
                  </a:lnTo>
                  <a:lnTo>
                    <a:pt x="5483" y="4286"/>
                  </a:lnTo>
                  <a:lnTo>
                    <a:pt x="4979" y="3781"/>
                  </a:lnTo>
                  <a:lnTo>
                    <a:pt x="5483" y="3277"/>
                  </a:lnTo>
                  <a:close/>
                  <a:moveTo>
                    <a:pt x="8602" y="2049"/>
                  </a:moveTo>
                  <a:lnTo>
                    <a:pt x="8822" y="2175"/>
                  </a:lnTo>
                  <a:lnTo>
                    <a:pt x="8822" y="4443"/>
                  </a:lnTo>
                  <a:lnTo>
                    <a:pt x="6396" y="4443"/>
                  </a:lnTo>
                  <a:lnTo>
                    <a:pt x="6837" y="4034"/>
                  </a:lnTo>
                  <a:cubicBezTo>
                    <a:pt x="6995" y="3876"/>
                    <a:pt x="6995" y="3624"/>
                    <a:pt x="6837" y="3498"/>
                  </a:cubicBezTo>
                  <a:lnTo>
                    <a:pt x="5766" y="2458"/>
                  </a:lnTo>
                  <a:cubicBezTo>
                    <a:pt x="5687" y="2380"/>
                    <a:pt x="5585" y="2340"/>
                    <a:pt x="5491" y="2340"/>
                  </a:cubicBezTo>
                  <a:cubicBezTo>
                    <a:pt x="5396" y="2340"/>
                    <a:pt x="5309" y="2380"/>
                    <a:pt x="5262" y="2458"/>
                  </a:cubicBezTo>
                  <a:lnTo>
                    <a:pt x="4191" y="3498"/>
                  </a:lnTo>
                  <a:cubicBezTo>
                    <a:pt x="4033" y="3655"/>
                    <a:pt x="4033" y="3907"/>
                    <a:pt x="4191" y="4034"/>
                  </a:cubicBezTo>
                  <a:lnTo>
                    <a:pt x="4632" y="4443"/>
                  </a:lnTo>
                  <a:lnTo>
                    <a:pt x="2175" y="4443"/>
                  </a:lnTo>
                  <a:lnTo>
                    <a:pt x="2175" y="2175"/>
                  </a:lnTo>
                  <a:lnTo>
                    <a:pt x="2427" y="2049"/>
                  </a:lnTo>
                  <a:lnTo>
                    <a:pt x="3435" y="2868"/>
                  </a:lnTo>
                  <a:cubicBezTo>
                    <a:pt x="3498" y="2931"/>
                    <a:pt x="3577" y="2962"/>
                    <a:pt x="3655" y="2962"/>
                  </a:cubicBezTo>
                  <a:cubicBezTo>
                    <a:pt x="3734" y="2962"/>
                    <a:pt x="3813" y="2931"/>
                    <a:pt x="3876" y="2868"/>
                  </a:cubicBezTo>
                  <a:lnTo>
                    <a:pt x="4884" y="2049"/>
                  </a:lnTo>
                  <a:cubicBezTo>
                    <a:pt x="5042" y="2175"/>
                    <a:pt x="5231" y="2206"/>
                    <a:pt x="5483" y="2206"/>
                  </a:cubicBezTo>
                  <a:cubicBezTo>
                    <a:pt x="5672" y="2206"/>
                    <a:pt x="5924" y="2143"/>
                    <a:pt x="6081" y="2049"/>
                  </a:cubicBezTo>
                  <a:lnTo>
                    <a:pt x="7089" y="2868"/>
                  </a:lnTo>
                  <a:cubicBezTo>
                    <a:pt x="7152" y="2931"/>
                    <a:pt x="7231" y="2962"/>
                    <a:pt x="7314" y="2962"/>
                  </a:cubicBezTo>
                  <a:cubicBezTo>
                    <a:pt x="7397" y="2962"/>
                    <a:pt x="7483" y="2931"/>
                    <a:pt x="7562" y="2868"/>
                  </a:cubicBezTo>
                  <a:lnTo>
                    <a:pt x="8602" y="2049"/>
                  </a:lnTo>
                  <a:close/>
                  <a:moveTo>
                    <a:pt x="1419" y="5199"/>
                  </a:moveTo>
                  <a:lnTo>
                    <a:pt x="1419" y="6711"/>
                  </a:lnTo>
                  <a:cubicBezTo>
                    <a:pt x="977" y="6711"/>
                    <a:pt x="662" y="6396"/>
                    <a:pt x="662" y="5955"/>
                  </a:cubicBezTo>
                  <a:cubicBezTo>
                    <a:pt x="662" y="5546"/>
                    <a:pt x="1041" y="5199"/>
                    <a:pt x="1419" y="5199"/>
                  </a:cubicBezTo>
                  <a:close/>
                  <a:moveTo>
                    <a:pt x="9610" y="5199"/>
                  </a:moveTo>
                  <a:cubicBezTo>
                    <a:pt x="10019" y="5199"/>
                    <a:pt x="10366" y="5546"/>
                    <a:pt x="10366" y="5955"/>
                  </a:cubicBezTo>
                  <a:cubicBezTo>
                    <a:pt x="10366" y="6333"/>
                    <a:pt x="10019" y="6711"/>
                    <a:pt x="9610" y="6711"/>
                  </a:cubicBezTo>
                  <a:lnTo>
                    <a:pt x="9610" y="5199"/>
                  </a:lnTo>
                  <a:close/>
                  <a:moveTo>
                    <a:pt x="8822" y="5199"/>
                  </a:moveTo>
                  <a:lnTo>
                    <a:pt x="8822" y="8602"/>
                  </a:lnTo>
                  <a:lnTo>
                    <a:pt x="8224" y="8791"/>
                  </a:lnTo>
                  <a:cubicBezTo>
                    <a:pt x="8167" y="8807"/>
                    <a:pt x="8105" y="8815"/>
                    <a:pt x="8043" y="8815"/>
                  </a:cubicBezTo>
                  <a:cubicBezTo>
                    <a:pt x="7863" y="8815"/>
                    <a:pt x="7671" y="8750"/>
                    <a:pt x="7531" y="8633"/>
                  </a:cubicBezTo>
                  <a:cubicBezTo>
                    <a:pt x="7239" y="8342"/>
                    <a:pt x="6873" y="8200"/>
                    <a:pt x="6512" y="8200"/>
                  </a:cubicBezTo>
                  <a:cubicBezTo>
                    <a:pt x="6132" y="8200"/>
                    <a:pt x="5758" y="8358"/>
                    <a:pt x="5483" y="8665"/>
                  </a:cubicBezTo>
                  <a:cubicBezTo>
                    <a:pt x="5217" y="8382"/>
                    <a:pt x="4828" y="8222"/>
                    <a:pt x="4432" y="8222"/>
                  </a:cubicBezTo>
                  <a:cubicBezTo>
                    <a:pt x="4078" y="8222"/>
                    <a:pt x="3718" y="8350"/>
                    <a:pt x="3435" y="8633"/>
                  </a:cubicBezTo>
                  <a:cubicBezTo>
                    <a:pt x="3303" y="8765"/>
                    <a:pt x="3141" y="8820"/>
                    <a:pt x="2958" y="8820"/>
                  </a:cubicBezTo>
                  <a:cubicBezTo>
                    <a:pt x="2879" y="8820"/>
                    <a:pt x="2796" y="8810"/>
                    <a:pt x="2710" y="8791"/>
                  </a:cubicBezTo>
                  <a:lnTo>
                    <a:pt x="2080" y="8602"/>
                  </a:lnTo>
                  <a:lnTo>
                    <a:pt x="2080" y="5199"/>
                  </a:lnTo>
                  <a:close/>
                  <a:moveTo>
                    <a:pt x="4442" y="8945"/>
                  </a:moveTo>
                  <a:cubicBezTo>
                    <a:pt x="4678" y="8945"/>
                    <a:pt x="4913" y="9062"/>
                    <a:pt x="5042" y="9263"/>
                  </a:cubicBezTo>
                  <a:cubicBezTo>
                    <a:pt x="4853" y="9484"/>
                    <a:pt x="4601" y="9767"/>
                    <a:pt x="4096" y="9925"/>
                  </a:cubicBezTo>
                  <a:cubicBezTo>
                    <a:pt x="3889" y="10000"/>
                    <a:pt x="3677" y="10035"/>
                    <a:pt x="3468" y="10035"/>
                  </a:cubicBezTo>
                  <a:cubicBezTo>
                    <a:pt x="2882" y="10035"/>
                    <a:pt x="2317" y="9759"/>
                    <a:pt x="1923" y="9295"/>
                  </a:cubicBezTo>
                  <a:lnTo>
                    <a:pt x="1923" y="9295"/>
                  </a:lnTo>
                  <a:lnTo>
                    <a:pt x="2521" y="9484"/>
                  </a:lnTo>
                  <a:cubicBezTo>
                    <a:pt x="2673" y="9531"/>
                    <a:pt x="2831" y="9556"/>
                    <a:pt x="2987" y="9556"/>
                  </a:cubicBezTo>
                  <a:cubicBezTo>
                    <a:pt x="3350" y="9556"/>
                    <a:pt x="3706" y="9423"/>
                    <a:pt x="3970" y="9137"/>
                  </a:cubicBezTo>
                  <a:cubicBezTo>
                    <a:pt x="4102" y="9006"/>
                    <a:pt x="4273" y="8945"/>
                    <a:pt x="4442" y="8945"/>
                  </a:cubicBezTo>
                  <a:close/>
                  <a:moveTo>
                    <a:pt x="6546" y="9022"/>
                  </a:moveTo>
                  <a:cubicBezTo>
                    <a:pt x="6718" y="9022"/>
                    <a:pt x="6892" y="9080"/>
                    <a:pt x="7026" y="9200"/>
                  </a:cubicBezTo>
                  <a:cubicBezTo>
                    <a:pt x="7299" y="9496"/>
                    <a:pt x="7671" y="9644"/>
                    <a:pt x="8046" y="9644"/>
                  </a:cubicBezTo>
                  <a:cubicBezTo>
                    <a:pt x="8191" y="9644"/>
                    <a:pt x="8336" y="9622"/>
                    <a:pt x="8476" y="9578"/>
                  </a:cubicBezTo>
                  <a:lnTo>
                    <a:pt x="9074" y="9326"/>
                  </a:lnTo>
                  <a:lnTo>
                    <a:pt x="9074" y="9326"/>
                  </a:lnTo>
                  <a:cubicBezTo>
                    <a:pt x="8677" y="9794"/>
                    <a:pt x="8107" y="10053"/>
                    <a:pt x="7517" y="10053"/>
                  </a:cubicBezTo>
                  <a:cubicBezTo>
                    <a:pt x="7312" y="10053"/>
                    <a:pt x="7104" y="10022"/>
                    <a:pt x="6900" y="9956"/>
                  </a:cubicBezTo>
                  <a:cubicBezTo>
                    <a:pt x="6428" y="9799"/>
                    <a:pt x="6144" y="9547"/>
                    <a:pt x="5955" y="9326"/>
                  </a:cubicBezTo>
                  <a:cubicBezTo>
                    <a:pt x="6082" y="9127"/>
                    <a:pt x="6313" y="9022"/>
                    <a:pt x="6546" y="9022"/>
                  </a:cubicBezTo>
                  <a:close/>
                  <a:moveTo>
                    <a:pt x="5514" y="9893"/>
                  </a:moveTo>
                  <a:cubicBezTo>
                    <a:pt x="5640" y="10019"/>
                    <a:pt x="5798" y="10177"/>
                    <a:pt x="6081" y="10334"/>
                  </a:cubicBezTo>
                  <a:cubicBezTo>
                    <a:pt x="5924" y="10397"/>
                    <a:pt x="5703" y="10492"/>
                    <a:pt x="5514" y="10492"/>
                  </a:cubicBezTo>
                  <a:cubicBezTo>
                    <a:pt x="5325" y="10492"/>
                    <a:pt x="5136" y="10429"/>
                    <a:pt x="4979" y="10334"/>
                  </a:cubicBezTo>
                  <a:cubicBezTo>
                    <a:pt x="5231" y="10177"/>
                    <a:pt x="5388" y="10019"/>
                    <a:pt x="5514" y="9893"/>
                  </a:cubicBezTo>
                  <a:close/>
                  <a:moveTo>
                    <a:pt x="6774" y="10681"/>
                  </a:moveTo>
                  <a:cubicBezTo>
                    <a:pt x="7011" y="10749"/>
                    <a:pt x="7247" y="10780"/>
                    <a:pt x="7484" y="10780"/>
                  </a:cubicBezTo>
                  <a:cubicBezTo>
                    <a:pt x="7688" y="10780"/>
                    <a:pt x="7893" y="10756"/>
                    <a:pt x="8098" y="10713"/>
                  </a:cubicBezTo>
                  <a:lnTo>
                    <a:pt x="8098" y="10713"/>
                  </a:lnTo>
                  <a:cubicBezTo>
                    <a:pt x="7499" y="11500"/>
                    <a:pt x="6554" y="11973"/>
                    <a:pt x="5514" y="11973"/>
                  </a:cubicBezTo>
                  <a:cubicBezTo>
                    <a:pt x="4506" y="11973"/>
                    <a:pt x="3498" y="11500"/>
                    <a:pt x="2868" y="10713"/>
                  </a:cubicBezTo>
                  <a:lnTo>
                    <a:pt x="2868" y="10713"/>
                  </a:lnTo>
                  <a:cubicBezTo>
                    <a:pt x="3072" y="10756"/>
                    <a:pt x="3277" y="10780"/>
                    <a:pt x="3482" y="10780"/>
                  </a:cubicBezTo>
                  <a:cubicBezTo>
                    <a:pt x="3718" y="10780"/>
                    <a:pt x="3955" y="10749"/>
                    <a:pt x="4191" y="10681"/>
                  </a:cubicBezTo>
                  <a:cubicBezTo>
                    <a:pt x="4538" y="11028"/>
                    <a:pt x="5010" y="11217"/>
                    <a:pt x="5483" y="11217"/>
                  </a:cubicBezTo>
                  <a:cubicBezTo>
                    <a:pt x="5955" y="11217"/>
                    <a:pt x="6459" y="11028"/>
                    <a:pt x="6774" y="10681"/>
                  </a:cubicBezTo>
                  <a:close/>
                  <a:moveTo>
                    <a:pt x="1860" y="1"/>
                  </a:moveTo>
                  <a:cubicBezTo>
                    <a:pt x="1261" y="1"/>
                    <a:pt x="757" y="505"/>
                    <a:pt x="757" y="1104"/>
                  </a:cubicBezTo>
                  <a:cubicBezTo>
                    <a:pt x="757" y="1576"/>
                    <a:pt x="1072" y="2017"/>
                    <a:pt x="1513" y="2175"/>
                  </a:cubicBezTo>
                  <a:lnTo>
                    <a:pt x="1513" y="4443"/>
                  </a:lnTo>
                  <a:cubicBezTo>
                    <a:pt x="662" y="4443"/>
                    <a:pt x="1" y="5105"/>
                    <a:pt x="1" y="5955"/>
                  </a:cubicBezTo>
                  <a:cubicBezTo>
                    <a:pt x="1" y="6774"/>
                    <a:pt x="662" y="7436"/>
                    <a:pt x="1513" y="7436"/>
                  </a:cubicBezTo>
                  <a:lnTo>
                    <a:pt x="1513" y="8350"/>
                  </a:lnTo>
                  <a:lnTo>
                    <a:pt x="1261" y="8287"/>
                  </a:lnTo>
                  <a:cubicBezTo>
                    <a:pt x="1214" y="8270"/>
                    <a:pt x="1168" y="8262"/>
                    <a:pt x="1124" y="8262"/>
                  </a:cubicBezTo>
                  <a:cubicBezTo>
                    <a:pt x="846" y="8262"/>
                    <a:pt x="657" y="8577"/>
                    <a:pt x="820" y="8822"/>
                  </a:cubicBezTo>
                  <a:cubicBezTo>
                    <a:pt x="1356" y="9610"/>
                    <a:pt x="1450" y="9799"/>
                    <a:pt x="1765" y="10082"/>
                  </a:cubicBezTo>
                  <a:cubicBezTo>
                    <a:pt x="2364" y="11658"/>
                    <a:pt x="3907" y="12729"/>
                    <a:pt x="5609" y="12729"/>
                  </a:cubicBezTo>
                  <a:cubicBezTo>
                    <a:pt x="7278" y="12729"/>
                    <a:pt x="8822" y="11658"/>
                    <a:pt x="9421" y="10082"/>
                  </a:cubicBezTo>
                  <a:cubicBezTo>
                    <a:pt x="9736" y="9799"/>
                    <a:pt x="9862" y="9610"/>
                    <a:pt x="10366" y="8822"/>
                  </a:cubicBezTo>
                  <a:cubicBezTo>
                    <a:pt x="10529" y="8577"/>
                    <a:pt x="10340" y="8262"/>
                    <a:pt x="10062" y="8262"/>
                  </a:cubicBezTo>
                  <a:cubicBezTo>
                    <a:pt x="10018" y="8262"/>
                    <a:pt x="9972" y="8270"/>
                    <a:pt x="9925" y="8287"/>
                  </a:cubicBezTo>
                  <a:lnTo>
                    <a:pt x="9704" y="8350"/>
                  </a:lnTo>
                  <a:lnTo>
                    <a:pt x="9704" y="7436"/>
                  </a:lnTo>
                  <a:cubicBezTo>
                    <a:pt x="10429" y="7436"/>
                    <a:pt x="11122" y="6774"/>
                    <a:pt x="11122" y="5955"/>
                  </a:cubicBezTo>
                  <a:cubicBezTo>
                    <a:pt x="11122" y="5136"/>
                    <a:pt x="10429" y="4443"/>
                    <a:pt x="9610" y="4443"/>
                  </a:cubicBezTo>
                  <a:lnTo>
                    <a:pt x="9610" y="2175"/>
                  </a:lnTo>
                  <a:cubicBezTo>
                    <a:pt x="10051" y="2017"/>
                    <a:pt x="10366" y="1608"/>
                    <a:pt x="10366" y="1104"/>
                  </a:cubicBezTo>
                  <a:cubicBezTo>
                    <a:pt x="10366" y="473"/>
                    <a:pt x="9862" y="1"/>
                    <a:pt x="9263" y="1"/>
                  </a:cubicBezTo>
                  <a:cubicBezTo>
                    <a:pt x="8633" y="1"/>
                    <a:pt x="8161" y="505"/>
                    <a:pt x="8161" y="1104"/>
                  </a:cubicBezTo>
                  <a:cubicBezTo>
                    <a:pt x="8161" y="1230"/>
                    <a:pt x="8192" y="1324"/>
                    <a:pt x="8224" y="1450"/>
                  </a:cubicBezTo>
                  <a:lnTo>
                    <a:pt x="7405" y="2080"/>
                  </a:lnTo>
                  <a:lnTo>
                    <a:pt x="6585" y="1450"/>
                  </a:lnTo>
                  <a:cubicBezTo>
                    <a:pt x="6617" y="1324"/>
                    <a:pt x="6648" y="1230"/>
                    <a:pt x="6648" y="1104"/>
                  </a:cubicBezTo>
                  <a:cubicBezTo>
                    <a:pt x="6648" y="473"/>
                    <a:pt x="6144" y="1"/>
                    <a:pt x="5546" y="1"/>
                  </a:cubicBezTo>
                  <a:cubicBezTo>
                    <a:pt x="4916" y="1"/>
                    <a:pt x="4443" y="505"/>
                    <a:pt x="4443" y="1104"/>
                  </a:cubicBezTo>
                  <a:cubicBezTo>
                    <a:pt x="4443" y="1230"/>
                    <a:pt x="4506" y="1324"/>
                    <a:pt x="4538" y="1450"/>
                  </a:cubicBezTo>
                  <a:lnTo>
                    <a:pt x="3718" y="2080"/>
                  </a:lnTo>
                  <a:lnTo>
                    <a:pt x="2868" y="1450"/>
                  </a:lnTo>
                  <a:cubicBezTo>
                    <a:pt x="2931" y="1324"/>
                    <a:pt x="2962" y="1230"/>
                    <a:pt x="2962" y="1104"/>
                  </a:cubicBezTo>
                  <a:cubicBezTo>
                    <a:pt x="2962" y="473"/>
                    <a:pt x="2458" y="1"/>
                    <a:pt x="18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64" name="Google Shape;16364;p84"/>
          <p:cNvGrpSpPr/>
          <p:nvPr/>
        </p:nvGrpSpPr>
        <p:grpSpPr>
          <a:xfrm>
            <a:off x="10049077" y="2045230"/>
            <a:ext cx="425452" cy="482764"/>
            <a:chOff x="1044400" y="2917425"/>
            <a:chExt cx="248125" cy="281550"/>
          </a:xfrm>
        </p:grpSpPr>
        <p:sp>
          <p:nvSpPr>
            <p:cNvPr id="16365" name="Google Shape;16365;p84"/>
            <p:cNvSpPr/>
            <p:nvPr/>
          </p:nvSpPr>
          <p:spPr>
            <a:xfrm>
              <a:off x="1136400" y="3123175"/>
              <a:ext cx="64125" cy="26325"/>
            </a:xfrm>
            <a:custGeom>
              <a:avLst/>
              <a:gdLst/>
              <a:ahLst/>
              <a:cxnLst/>
              <a:rect l="l" t="t" r="r" b="b"/>
              <a:pathLst>
                <a:path w="2565" h="1053" extrusionOk="0">
                  <a:moveTo>
                    <a:pt x="352" y="0"/>
                  </a:moveTo>
                  <a:cubicBezTo>
                    <a:pt x="272" y="0"/>
                    <a:pt x="195" y="35"/>
                    <a:pt x="140" y="105"/>
                  </a:cubicBezTo>
                  <a:cubicBezTo>
                    <a:pt x="0" y="244"/>
                    <a:pt x="0" y="439"/>
                    <a:pt x="140" y="551"/>
                  </a:cubicBezTo>
                  <a:cubicBezTo>
                    <a:pt x="446" y="858"/>
                    <a:pt x="864" y="1053"/>
                    <a:pt x="1283" y="1053"/>
                  </a:cubicBezTo>
                  <a:cubicBezTo>
                    <a:pt x="1729" y="1053"/>
                    <a:pt x="2147" y="858"/>
                    <a:pt x="2425" y="551"/>
                  </a:cubicBezTo>
                  <a:cubicBezTo>
                    <a:pt x="2565" y="412"/>
                    <a:pt x="2565" y="216"/>
                    <a:pt x="2425" y="105"/>
                  </a:cubicBezTo>
                  <a:cubicBezTo>
                    <a:pt x="2356" y="35"/>
                    <a:pt x="2272" y="0"/>
                    <a:pt x="2192" y="0"/>
                  </a:cubicBezTo>
                  <a:cubicBezTo>
                    <a:pt x="2112" y="0"/>
                    <a:pt x="2035" y="35"/>
                    <a:pt x="1979" y="105"/>
                  </a:cubicBezTo>
                  <a:cubicBezTo>
                    <a:pt x="1812" y="272"/>
                    <a:pt x="1533" y="384"/>
                    <a:pt x="1283" y="384"/>
                  </a:cubicBezTo>
                  <a:cubicBezTo>
                    <a:pt x="1004" y="384"/>
                    <a:pt x="753" y="272"/>
                    <a:pt x="586" y="105"/>
                  </a:cubicBezTo>
                  <a:cubicBezTo>
                    <a:pt x="516" y="35"/>
                    <a:pt x="432" y="0"/>
                    <a:pt x="35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6" name="Google Shape;16366;p84"/>
            <p:cNvSpPr/>
            <p:nvPr/>
          </p:nvSpPr>
          <p:spPr>
            <a:xfrm>
              <a:off x="1127325" y="3050525"/>
              <a:ext cx="16075" cy="16050"/>
            </a:xfrm>
            <a:custGeom>
              <a:avLst/>
              <a:gdLst/>
              <a:ahLst/>
              <a:cxnLst/>
              <a:rect l="l" t="t" r="r" b="b"/>
              <a:pathLst>
                <a:path w="643" h="642" extrusionOk="0">
                  <a:moveTo>
                    <a:pt x="335" y="0"/>
                  </a:moveTo>
                  <a:cubicBezTo>
                    <a:pt x="140" y="0"/>
                    <a:pt x="1" y="140"/>
                    <a:pt x="1" y="335"/>
                  </a:cubicBezTo>
                  <a:cubicBezTo>
                    <a:pt x="1" y="502"/>
                    <a:pt x="140" y="642"/>
                    <a:pt x="335" y="642"/>
                  </a:cubicBezTo>
                  <a:cubicBezTo>
                    <a:pt x="503" y="642"/>
                    <a:pt x="642" y="502"/>
                    <a:pt x="642" y="335"/>
                  </a:cubicBezTo>
                  <a:cubicBezTo>
                    <a:pt x="642" y="140"/>
                    <a:pt x="503" y="0"/>
                    <a:pt x="3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7" name="Google Shape;16367;p84"/>
            <p:cNvSpPr/>
            <p:nvPr/>
          </p:nvSpPr>
          <p:spPr>
            <a:xfrm>
              <a:off x="1192850" y="3050525"/>
              <a:ext cx="15350" cy="16050"/>
            </a:xfrm>
            <a:custGeom>
              <a:avLst/>
              <a:gdLst/>
              <a:ahLst/>
              <a:cxnLst/>
              <a:rect l="l" t="t" r="r" b="b"/>
              <a:pathLst>
                <a:path w="614" h="642" extrusionOk="0">
                  <a:moveTo>
                    <a:pt x="307" y="0"/>
                  </a:moveTo>
                  <a:cubicBezTo>
                    <a:pt x="140" y="0"/>
                    <a:pt x="0" y="140"/>
                    <a:pt x="0" y="335"/>
                  </a:cubicBezTo>
                  <a:cubicBezTo>
                    <a:pt x="0" y="502"/>
                    <a:pt x="140" y="642"/>
                    <a:pt x="307" y="642"/>
                  </a:cubicBezTo>
                  <a:cubicBezTo>
                    <a:pt x="474" y="642"/>
                    <a:pt x="613" y="502"/>
                    <a:pt x="613" y="335"/>
                  </a:cubicBezTo>
                  <a:cubicBezTo>
                    <a:pt x="613" y="140"/>
                    <a:pt x="474"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8" name="Google Shape;16368;p84"/>
            <p:cNvSpPr/>
            <p:nvPr/>
          </p:nvSpPr>
          <p:spPr>
            <a:xfrm>
              <a:off x="1044400" y="2917425"/>
              <a:ext cx="248125" cy="281550"/>
            </a:xfrm>
            <a:custGeom>
              <a:avLst/>
              <a:gdLst/>
              <a:ahLst/>
              <a:cxnLst/>
              <a:rect l="l" t="t" r="r" b="b"/>
              <a:pathLst>
                <a:path w="9925" h="11262" extrusionOk="0">
                  <a:moveTo>
                    <a:pt x="7332" y="669"/>
                  </a:moveTo>
                  <a:cubicBezTo>
                    <a:pt x="7499" y="669"/>
                    <a:pt x="7639" y="809"/>
                    <a:pt x="7639" y="976"/>
                  </a:cubicBezTo>
                  <a:lnTo>
                    <a:pt x="7639" y="2816"/>
                  </a:lnTo>
                  <a:lnTo>
                    <a:pt x="6886" y="2063"/>
                  </a:lnTo>
                  <a:cubicBezTo>
                    <a:pt x="6823" y="2000"/>
                    <a:pt x="6743" y="1964"/>
                    <a:pt x="6660" y="1964"/>
                  </a:cubicBezTo>
                  <a:cubicBezTo>
                    <a:pt x="6595" y="1964"/>
                    <a:pt x="6529" y="1986"/>
                    <a:pt x="6468" y="2035"/>
                  </a:cubicBezTo>
                  <a:cubicBezTo>
                    <a:pt x="5924" y="2398"/>
                    <a:pt x="5297" y="2579"/>
                    <a:pt x="4670" y="2579"/>
                  </a:cubicBezTo>
                  <a:cubicBezTo>
                    <a:pt x="4043" y="2579"/>
                    <a:pt x="3415" y="2398"/>
                    <a:pt x="2872" y="2035"/>
                  </a:cubicBezTo>
                  <a:cubicBezTo>
                    <a:pt x="2811" y="1986"/>
                    <a:pt x="2744" y="1964"/>
                    <a:pt x="2680" y="1964"/>
                  </a:cubicBezTo>
                  <a:cubicBezTo>
                    <a:pt x="2597" y="1964"/>
                    <a:pt x="2516" y="2000"/>
                    <a:pt x="2454" y="2063"/>
                  </a:cubicBezTo>
                  <a:lnTo>
                    <a:pt x="1701" y="2816"/>
                  </a:lnTo>
                  <a:lnTo>
                    <a:pt x="1701" y="976"/>
                  </a:lnTo>
                  <a:cubicBezTo>
                    <a:pt x="1980" y="809"/>
                    <a:pt x="2147" y="669"/>
                    <a:pt x="2314" y="669"/>
                  </a:cubicBezTo>
                  <a:cubicBezTo>
                    <a:pt x="2482" y="669"/>
                    <a:pt x="2621" y="809"/>
                    <a:pt x="2621" y="976"/>
                  </a:cubicBezTo>
                  <a:cubicBezTo>
                    <a:pt x="2621" y="1143"/>
                    <a:pt x="2760" y="1283"/>
                    <a:pt x="2956" y="1283"/>
                  </a:cubicBezTo>
                  <a:cubicBezTo>
                    <a:pt x="3123" y="1283"/>
                    <a:pt x="3262" y="1143"/>
                    <a:pt x="3262" y="976"/>
                  </a:cubicBezTo>
                  <a:cubicBezTo>
                    <a:pt x="3262" y="809"/>
                    <a:pt x="3402" y="669"/>
                    <a:pt x="3569" y="669"/>
                  </a:cubicBezTo>
                  <a:cubicBezTo>
                    <a:pt x="3736" y="669"/>
                    <a:pt x="3875" y="809"/>
                    <a:pt x="3875" y="976"/>
                  </a:cubicBezTo>
                  <a:cubicBezTo>
                    <a:pt x="3875" y="1143"/>
                    <a:pt x="4015" y="1283"/>
                    <a:pt x="4210" y="1283"/>
                  </a:cubicBezTo>
                  <a:cubicBezTo>
                    <a:pt x="4377" y="1283"/>
                    <a:pt x="4517" y="1143"/>
                    <a:pt x="4517" y="976"/>
                  </a:cubicBezTo>
                  <a:cubicBezTo>
                    <a:pt x="4517" y="809"/>
                    <a:pt x="4656" y="669"/>
                    <a:pt x="4823" y="669"/>
                  </a:cubicBezTo>
                  <a:cubicBezTo>
                    <a:pt x="4990" y="669"/>
                    <a:pt x="5130" y="809"/>
                    <a:pt x="5130" y="976"/>
                  </a:cubicBezTo>
                  <a:cubicBezTo>
                    <a:pt x="5130" y="1143"/>
                    <a:pt x="5269" y="1283"/>
                    <a:pt x="5464" y="1283"/>
                  </a:cubicBezTo>
                  <a:cubicBezTo>
                    <a:pt x="5632" y="1283"/>
                    <a:pt x="5771" y="1143"/>
                    <a:pt x="5771" y="976"/>
                  </a:cubicBezTo>
                  <a:cubicBezTo>
                    <a:pt x="5771" y="809"/>
                    <a:pt x="5910" y="669"/>
                    <a:pt x="6078" y="669"/>
                  </a:cubicBezTo>
                  <a:cubicBezTo>
                    <a:pt x="6245" y="669"/>
                    <a:pt x="6384" y="809"/>
                    <a:pt x="6384" y="976"/>
                  </a:cubicBezTo>
                  <a:cubicBezTo>
                    <a:pt x="6384" y="1143"/>
                    <a:pt x="6524" y="1283"/>
                    <a:pt x="6719" y="1283"/>
                  </a:cubicBezTo>
                  <a:cubicBezTo>
                    <a:pt x="6886" y="1283"/>
                    <a:pt x="7025" y="1143"/>
                    <a:pt x="7025" y="976"/>
                  </a:cubicBezTo>
                  <a:cubicBezTo>
                    <a:pt x="7025" y="809"/>
                    <a:pt x="7165" y="669"/>
                    <a:pt x="7332" y="669"/>
                  </a:cubicBezTo>
                  <a:close/>
                  <a:moveTo>
                    <a:pt x="1311" y="5297"/>
                  </a:moveTo>
                  <a:lnTo>
                    <a:pt x="1311" y="6635"/>
                  </a:lnTo>
                  <a:cubicBezTo>
                    <a:pt x="949" y="6635"/>
                    <a:pt x="642" y="6356"/>
                    <a:pt x="642" y="5966"/>
                  </a:cubicBezTo>
                  <a:cubicBezTo>
                    <a:pt x="642" y="5603"/>
                    <a:pt x="921" y="5297"/>
                    <a:pt x="1311" y="5297"/>
                  </a:cubicBezTo>
                  <a:close/>
                  <a:moveTo>
                    <a:pt x="8586" y="5297"/>
                  </a:moveTo>
                  <a:cubicBezTo>
                    <a:pt x="8949" y="5297"/>
                    <a:pt x="9255" y="5575"/>
                    <a:pt x="9255" y="5966"/>
                  </a:cubicBezTo>
                  <a:cubicBezTo>
                    <a:pt x="9255" y="6356"/>
                    <a:pt x="8949" y="6635"/>
                    <a:pt x="8586" y="6635"/>
                  </a:cubicBezTo>
                  <a:lnTo>
                    <a:pt x="8586" y="5297"/>
                  </a:lnTo>
                  <a:close/>
                  <a:moveTo>
                    <a:pt x="6914" y="2732"/>
                  </a:moveTo>
                  <a:lnTo>
                    <a:pt x="7973" y="3763"/>
                  </a:lnTo>
                  <a:cubicBezTo>
                    <a:pt x="7917" y="4265"/>
                    <a:pt x="7917" y="7248"/>
                    <a:pt x="7917" y="7638"/>
                  </a:cubicBezTo>
                  <a:cubicBezTo>
                    <a:pt x="7917" y="9255"/>
                    <a:pt x="6607" y="10593"/>
                    <a:pt x="4963" y="10593"/>
                  </a:cubicBezTo>
                  <a:cubicBezTo>
                    <a:pt x="3318" y="10593"/>
                    <a:pt x="2008" y="9255"/>
                    <a:pt x="2008" y="7638"/>
                  </a:cubicBezTo>
                  <a:lnTo>
                    <a:pt x="2008" y="3763"/>
                  </a:lnTo>
                  <a:lnTo>
                    <a:pt x="3039" y="2732"/>
                  </a:lnTo>
                  <a:cubicBezTo>
                    <a:pt x="3638" y="3080"/>
                    <a:pt x="4301" y="3255"/>
                    <a:pt x="4966" y="3255"/>
                  </a:cubicBezTo>
                  <a:cubicBezTo>
                    <a:pt x="5632" y="3255"/>
                    <a:pt x="6301" y="3080"/>
                    <a:pt x="6914" y="2732"/>
                  </a:cubicBezTo>
                  <a:close/>
                  <a:moveTo>
                    <a:pt x="2314" y="0"/>
                  </a:moveTo>
                  <a:cubicBezTo>
                    <a:pt x="1757" y="0"/>
                    <a:pt x="1339" y="446"/>
                    <a:pt x="1339" y="976"/>
                  </a:cubicBezTo>
                  <a:lnTo>
                    <a:pt x="1339" y="4628"/>
                  </a:lnTo>
                  <a:cubicBezTo>
                    <a:pt x="614" y="4628"/>
                    <a:pt x="1" y="5241"/>
                    <a:pt x="1" y="5966"/>
                  </a:cubicBezTo>
                  <a:cubicBezTo>
                    <a:pt x="1" y="6690"/>
                    <a:pt x="614" y="7276"/>
                    <a:pt x="1339" y="7276"/>
                  </a:cubicBezTo>
                  <a:lnTo>
                    <a:pt x="1339" y="7638"/>
                  </a:lnTo>
                  <a:cubicBezTo>
                    <a:pt x="1339" y="9617"/>
                    <a:pt x="2983" y="11262"/>
                    <a:pt x="4963" y="11262"/>
                  </a:cubicBezTo>
                  <a:cubicBezTo>
                    <a:pt x="6942" y="11262"/>
                    <a:pt x="8586" y="9617"/>
                    <a:pt x="8586" y="7638"/>
                  </a:cubicBezTo>
                  <a:lnTo>
                    <a:pt x="8586" y="7276"/>
                  </a:lnTo>
                  <a:cubicBezTo>
                    <a:pt x="9311" y="7276"/>
                    <a:pt x="9896" y="6690"/>
                    <a:pt x="9896" y="5966"/>
                  </a:cubicBezTo>
                  <a:cubicBezTo>
                    <a:pt x="9924" y="5241"/>
                    <a:pt x="9311" y="4628"/>
                    <a:pt x="8586" y="4628"/>
                  </a:cubicBezTo>
                  <a:lnTo>
                    <a:pt x="8586" y="976"/>
                  </a:lnTo>
                  <a:cubicBezTo>
                    <a:pt x="8586" y="418"/>
                    <a:pt x="8140" y="0"/>
                    <a:pt x="7611" y="0"/>
                  </a:cubicBezTo>
                  <a:cubicBezTo>
                    <a:pt x="7360" y="0"/>
                    <a:pt x="7137" y="112"/>
                    <a:pt x="6942" y="251"/>
                  </a:cubicBezTo>
                  <a:cubicBezTo>
                    <a:pt x="6774" y="56"/>
                    <a:pt x="6524" y="0"/>
                    <a:pt x="6301" y="0"/>
                  </a:cubicBezTo>
                  <a:cubicBezTo>
                    <a:pt x="6050" y="0"/>
                    <a:pt x="5799" y="112"/>
                    <a:pt x="5632" y="251"/>
                  </a:cubicBezTo>
                  <a:cubicBezTo>
                    <a:pt x="5436" y="56"/>
                    <a:pt x="5213" y="0"/>
                    <a:pt x="4963" y="0"/>
                  </a:cubicBezTo>
                  <a:cubicBezTo>
                    <a:pt x="4712" y="0"/>
                    <a:pt x="4461" y="112"/>
                    <a:pt x="4294" y="251"/>
                  </a:cubicBezTo>
                  <a:cubicBezTo>
                    <a:pt x="4126" y="56"/>
                    <a:pt x="3875" y="0"/>
                    <a:pt x="3625" y="0"/>
                  </a:cubicBezTo>
                  <a:cubicBezTo>
                    <a:pt x="3402" y="0"/>
                    <a:pt x="3151" y="112"/>
                    <a:pt x="2983" y="251"/>
                  </a:cubicBezTo>
                  <a:cubicBezTo>
                    <a:pt x="2788" y="56"/>
                    <a:pt x="2565" y="0"/>
                    <a:pt x="23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9" name="Google Shape;16369;p84"/>
            <p:cNvSpPr/>
            <p:nvPr/>
          </p:nvSpPr>
          <p:spPr>
            <a:xfrm>
              <a:off x="1086125" y="2932961"/>
              <a:ext cx="11427" cy="58241"/>
            </a:xfrm>
            <a:custGeom>
              <a:avLst/>
              <a:gdLst/>
              <a:ahLst/>
              <a:cxnLst/>
              <a:rect l="l" t="t" r="r" b="b"/>
              <a:pathLst>
                <a:path w="500" h="2548" extrusionOk="0">
                  <a:moveTo>
                    <a:pt x="500" y="2238"/>
                  </a:moveTo>
                  <a:lnTo>
                    <a:pt x="500" y="0"/>
                  </a:lnTo>
                  <a:lnTo>
                    <a:pt x="72" y="214"/>
                  </a:lnTo>
                  <a:lnTo>
                    <a:pt x="0" y="1547"/>
                  </a:lnTo>
                  <a:lnTo>
                    <a:pt x="0" y="2548"/>
                  </a:lnTo>
                  <a:close/>
                </a:path>
              </a:pathLst>
            </a:custGeom>
            <a:solidFill>
              <a:srgbClr val="5F7D95"/>
            </a:solidFill>
            <a:ln>
              <a:noFill/>
            </a:ln>
          </p:spPr>
        </p:sp>
        <p:sp>
          <p:nvSpPr>
            <p:cNvPr id="16370" name="Google Shape;16370;p84"/>
            <p:cNvSpPr/>
            <p:nvPr/>
          </p:nvSpPr>
          <p:spPr>
            <a:xfrm>
              <a:off x="1090922" y="2925900"/>
              <a:ext cx="29209" cy="38629"/>
            </a:xfrm>
            <a:custGeom>
              <a:avLst/>
              <a:gdLst/>
              <a:ahLst/>
              <a:cxnLst/>
              <a:rect l="l" t="t" r="r" b="b"/>
              <a:pathLst>
                <a:path w="1278" h="1690" extrusionOk="0">
                  <a:moveTo>
                    <a:pt x="288" y="737"/>
                  </a:moveTo>
                  <a:cubicBezTo>
                    <a:pt x="296" y="689"/>
                    <a:pt x="288" y="519"/>
                    <a:pt x="336" y="451"/>
                  </a:cubicBezTo>
                  <a:cubicBezTo>
                    <a:pt x="384" y="384"/>
                    <a:pt x="471" y="340"/>
                    <a:pt x="574" y="332"/>
                  </a:cubicBezTo>
                  <a:cubicBezTo>
                    <a:pt x="677" y="324"/>
                    <a:pt x="840" y="412"/>
                    <a:pt x="955" y="404"/>
                  </a:cubicBezTo>
                  <a:cubicBezTo>
                    <a:pt x="1070" y="396"/>
                    <a:pt x="1320" y="349"/>
                    <a:pt x="1264" y="285"/>
                  </a:cubicBezTo>
                  <a:cubicBezTo>
                    <a:pt x="1208" y="222"/>
                    <a:pt x="816" y="51"/>
                    <a:pt x="621" y="23"/>
                  </a:cubicBezTo>
                  <a:cubicBezTo>
                    <a:pt x="427" y="-5"/>
                    <a:pt x="200" y="-13"/>
                    <a:pt x="97" y="118"/>
                  </a:cubicBezTo>
                  <a:cubicBezTo>
                    <a:pt x="-6" y="249"/>
                    <a:pt x="2" y="547"/>
                    <a:pt x="2" y="809"/>
                  </a:cubicBezTo>
                  <a:cubicBezTo>
                    <a:pt x="2" y="1071"/>
                    <a:pt x="81" y="1543"/>
                    <a:pt x="97" y="1690"/>
                  </a:cubicBezTo>
                </a:path>
              </a:pathLst>
            </a:custGeom>
            <a:solidFill>
              <a:srgbClr val="5F7D95"/>
            </a:solidFill>
            <a:ln>
              <a:noFill/>
            </a:ln>
          </p:spPr>
        </p:sp>
        <p:sp>
          <p:nvSpPr>
            <p:cNvPr id="16371" name="Google Shape;16371;p84"/>
            <p:cNvSpPr/>
            <p:nvPr/>
          </p:nvSpPr>
          <p:spPr>
            <a:xfrm>
              <a:off x="1222775" y="2966925"/>
              <a:ext cx="28574" cy="36325"/>
            </a:xfrm>
            <a:custGeom>
              <a:avLst/>
              <a:gdLst/>
              <a:ahLst/>
              <a:cxnLst/>
              <a:rect l="l" t="t" r="r" b="b"/>
              <a:pathLst>
                <a:path w="1048" h="1453" extrusionOk="0">
                  <a:moveTo>
                    <a:pt x="0" y="0"/>
                  </a:moveTo>
                  <a:lnTo>
                    <a:pt x="1048" y="1072"/>
                  </a:lnTo>
                  <a:lnTo>
                    <a:pt x="905" y="1453"/>
                  </a:lnTo>
                  <a:lnTo>
                    <a:pt x="0" y="667"/>
                  </a:lnTo>
                  <a:close/>
                </a:path>
              </a:pathLst>
            </a:custGeom>
            <a:solidFill>
              <a:srgbClr val="5F7D95"/>
            </a:solidFill>
            <a:ln>
              <a:noFill/>
            </a:ln>
          </p:spPr>
        </p:sp>
        <p:sp>
          <p:nvSpPr>
            <p:cNvPr id="16372" name="Google Shape;16372;p84"/>
            <p:cNvSpPr/>
            <p:nvPr/>
          </p:nvSpPr>
          <p:spPr>
            <a:xfrm>
              <a:off x="1205975" y="2965750"/>
              <a:ext cx="21000" cy="162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6373" name="Google Shape;16373;p84"/>
            <p:cNvSpPr/>
            <p:nvPr/>
          </p:nvSpPr>
          <p:spPr>
            <a:xfrm>
              <a:off x="1082225" y="2937250"/>
              <a:ext cx="11400" cy="26400"/>
            </a:xfrm>
            <a:prstGeom prst="rect">
              <a:avLst/>
            </a:prstGeom>
            <a:solidFill>
              <a:srgbClr val="5F7D95"/>
            </a:solidFill>
            <a:ln>
              <a:noFill/>
            </a:ln>
          </p:spPr>
          <p:txBody>
            <a:bodyPr spcFirstLastPara="1" wrap="square" lIns="121900" tIns="121900" rIns="121900" bIns="121900" anchor="ctr" anchorCtr="0">
              <a:noAutofit/>
            </a:bodyPr>
            <a:lstStyle/>
            <a:p>
              <a:endParaRPr sz="2400"/>
            </a:p>
          </p:txBody>
        </p:sp>
      </p:grpSp>
      <p:sp>
        <p:nvSpPr>
          <p:cNvPr id="16374" name="Google Shape;16374;p84"/>
          <p:cNvSpPr/>
          <p:nvPr/>
        </p:nvSpPr>
        <p:spPr>
          <a:xfrm>
            <a:off x="8844880" y="3279820"/>
            <a:ext cx="457624" cy="482872"/>
          </a:xfrm>
          <a:custGeom>
            <a:avLst/>
            <a:gdLst/>
            <a:ahLst/>
            <a:cxnLst/>
            <a:rect l="l" t="t" r="r" b="b"/>
            <a:pathLst>
              <a:path w="10621" h="11207" extrusionOk="0">
                <a:moveTo>
                  <a:pt x="6412" y="614"/>
                </a:moveTo>
                <a:lnTo>
                  <a:pt x="6690" y="1980"/>
                </a:lnTo>
                <a:cubicBezTo>
                  <a:pt x="6384" y="2063"/>
                  <a:pt x="6105" y="2203"/>
                  <a:pt x="5854" y="2426"/>
                </a:cubicBezTo>
                <a:cubicBezTo>
                  <a:pt x="5548" y="2119"/>
                  <a:pt x="5129" y="1952"/>
                  <a:pt x="4711" y="1952"/>
                </a:cubicBezTo>
                <a:cubicBezTo>
                  <a:pt x="4265" y="1952"/>
                  <a:pt x="3875" y="2119"/>
                  <a:pt x="3568" y="2426"/>
                </a:cubicBezTo>
                <a:cubicBezTo>
                  <a:pt x="3345" y="2231"/>
                  <a:pt x="3039" y="2063"/>
                  <a:pt x="2732" y="1980"/>
                </a:cubicBezTo>
                <a:lnTo>
                  <a:pt x="3011" y="614"/>
                </a:lnTo>
                <a:close/>
                <a:moveTo>
                  <a:pt x="7192" y="1088"/>
                </a:moveTo>
                <a:lnTo>
                  <a:pt x="8530" y="2147"/>
                </a:lnTo>
                <a:cubicBezTo>
                  <a:pt x="8447" y="2259"/>
                  <a:pt x="8335" y="2370"/>
                  <a:pt x="8251" y="2482"/>
                </a:cubicBezTo>
                <a:cubicBezTo>
                  <a:pt x="8028" y="2231"/>
                  <a:pt x="7750" y="2008"/>
                  <a:pt x="7359" y="1952"/>
                </a:cubicBezTo>
                <a:lnTo>
                  <a:pt x="7192" y="1088"/>
                </a:lnTo>
                <a:close/>
                <a:moveTo>
                  <a:pt x="9339" y="2565"/>
                </a:moveTo>
                <a:cubicBezTo>
                  <a:pt x="9729" y="2565"/>
                  <a:pt x="10008" y="2844"/>
                  <a:pt x="10008" y="3234"/>
                </a:cubicBezTo>
                <a:cubicBezTo>
                  <a:pt x="9980" y="3624"/>
                  <a:pt x="9701" y="3903"/>
                  <a:pt x="9339" y="3903"/>
                </a:cubicBezTo>
                <a:cubicBezTo>
                  <a:pt x="9004" y="3903"/>
                  <a:pt x="8670" y="3624"/>
                  <a:pt x="8670" y="3234"/>
                </a:cubicBezTo>
                <a:cubicBezTo>
                  <a:pt x="8670" y="2900"/>
                  <a:pt x="8948" y="2565"/>
                  <a:pt x="9339" y="2565"/>
                </a:cubicBezTo>
                <a:close/>
                <a:moveTo>
                  <a:pt x="7081" y="2565"/>
                </a:moveTo>
                <a:cubicBezTo>
                  <a:pt x="7638" y="2565"/>
                  <a:pt x="8056" y="3039"/>
                  <a:pt x="8056" y="3541"/>
                </a:cubicBezTo>
                <a:cubicBezTo>
                  <a:pt x="8056" y="4070"/>
                  <a:pt x="7610" y="4516"/>
                  <a:pt x="7081" y="4516"/>
                </a:cubicBezTo>
                <a:cubicBezTo>
                  <a:pt x="6718" y="4516"/>
                  <a:pt x="6384" y="4321"/>
                  <a:pt x="6217" y="4015"/>
                </a:cubicBezTo>
                <a:cubicBezTo>
                  <a:pt x="6147" y="3889"/>
                  <a:pt x="6028" y="3827"/>
                  <a:pt x="5910" y="3827"/>
                </a:cubicBezTo>
                <a:cubicBezTo>
                  <a:pt x="5791" y="3827"/>
                  <a:pt x="5673" y="3889"/>
                  <a:pt x="5603" y="4015"/>
                </a:cubicBezTo>
                <a:cubicBezTo>
                  <a:pt x="5436" y="4321"/>
                  <a:pt x="5102" y="4516"/>
                  <a:pt x="4739" y="4516"/>
                </a:cubicBezTo>
                <a:cubicBezTo>
                  <a:pt x="4405" y="4516"/>
                  <a:pt x="4042" y="4321"/>
                  <a:pt x="3875" y="4015"/>
                </a:cubicBezTo>
                <a:cubicBezTo>
                  <a:pt x="3805" y="3889"/>
                  <a:pt x="3694" y="3827"/>
                  <a:pt x="3582" y="3827"/>
                </a:cubicBezTo>
                <a:cubicBezTo>
                  <a:pt x="3471" y="3827"/>
                  <a:pt x="3359" y="3889"/>
                  <a:pt x="3290" y="4015"/>
                </a:cubicBezTo>
                <a:cubicBezTo>
                  <a:pt x="3094" y="4321"/>
                  <a:pt x="2760" y="4516"/>
                  <a:pt x="2398" y="4516"/>
                </a:cubicBezTo>
                <a:cubicBezTo>
                  <a:pt x="1840" y="4516"/>
                  <a:pt x="1422" y="4070"/>
                  <a:pt x="1422" y="3541"/>
                </a:cubicBezTo>
                <a:cubicBezTo>
                  <a:pt x="1422" y="3039"/>
                  <a:pt x="1840" y="2565"/>
                  <a:pt x="2398" y="2565"/>
                </a:cubicBezTo>
                <a:cubicBezTo>
                  <a:pt x="2760" y="2565"/>
                  <a:pt x="3094" y="2788"/>
                  <a:pt x="3290" y="3095"/>
                </a:cubicBezTo>
                <a:cubicBezTo>
                  <a:pt x="3359" y="3220"/>
                  <a:pt x="3471" y="3283"/>
                  <a:pt x="3582" y="3283"/>
                </a:cubicBezTo>
                <a:cubicBezTo>
                  <a:pt x="3694" y="3283"/>
                  <a:pt x="3805" y="3220"/>
                  <a:pt x="3875" y="3095"/>
                </a:cubicBezTo>
                <a:cubicBezTo>
                  <a:pt x="4042" y="2788"/>
                  <a:pt x="4405" y="2565"/>
                  <a:pt x="4739" y="2565"/>
                </a:cubicBezTo>
                <a:cubicBezTo>
                  <a:pt x="5102" y="2565"/>
                  <a:pt x="5436" y="2788"/>
                  <a:pt x="5603" y="3095"/>
                </a:cubicBezTo>
                <a:cubicBezTo>
                  <a:pt x="5673" y="3220"/>
                  <a:pt x="5791" y="3283"/>
                  <a:pt x="5910" y="3283"/>
                </a:cubicBezTo>
                <a:cubicBezTo>
                  <a:pt x="6028" y="3283"/>
                  <a:pt x="6147" y="3220"/>
                  <a:pt x="6217" y="3095"/>
                </a:cubicBezTo>
                <a:cubicBezTo>
                  <a:pt x="6384" y="2788"/>
                  <a:pt x="6718" y="2565"/>
                  <a:pt x="7081" y="2565"/>
                </a:cubicBezTo>
                <a:close/>
                <a:moveTo>
                  <a:pt x="5798" y="4767"/>
                </a:moveTo>
                <a:cubicBezTo>
                  <a:pt x="6105" y="5074"/>
                  <a:pt x="6523" y="5269"/>
                  <a:pt x="6941" y="5269"/>
                </a:cubicBezTo>
                <a:cubicBezTo>
                  <a:pt x="7192" y="5269"/>
                  <a:pt x="7387" y="5213"/>
                  <a:pt x="7610" y="5130"/>
                </a:cubicBezTo>
                <a:lnTo>
                  <a:pt x="7610" y="6273"/>
                </a:lnTo>
                <a:lnTo>
                  <a:pt x="7109" y="6440"/>
                </a:lnTo>
                <a:cubicBezTo>
                  <a:pt x="7055" y="6463"/>
                  <a:pt x="6997" y="6473"/>
                  <a:pt x="6938" y="6473"/>
                </a:cubicBezTo>
                <a:cubicBezTo>
                  <a:pt x="6782" y="6473"/>
                  <a:pt x="6616" y="6402"/>
                  <a:pt x="6495" y="6301"/>
                </a:cubicBezTo>
                <a:cubicBezTo>
                  <a:pt x="6241" y="6046"/>
                  <a:pt x="5923" y="5927"/>
                  <a:pt x="5608" y="5927"/>
                </a:cubicBezTo>
                <a:cubicBezTo>
                  <a:pt x="5267" y="5927"/>
                  <a:pt x="4930" y="6067"/>
                  <a:pt x="4683" y="6328"/>
                </a:cubicBezTo>
                <a:cubicBezTo>
                  <a:pt x="4433" y="6078"/>
                  <a:pt x="4082" y="5937"/>
                  <a:pt x="3733" y="5937"/>
                </a:cubicBezTo>
                <a:cubicBezTo>
                  <a:pt x="3420" y="5937"/>
                  <a:pt x="3109" y="6050"/>
                  <a:pt x="2871" y="6301"/>
                </a:cubicBezTo>
                <a:cubicBezTo>
                  <a:pt x="2737" y="6416"/>
                  <a:pt x="2602" y="6478"/>
                  <a:pt x="2449" y="6478"/>
                </a:cubicBezTo>
                <a:cubicBezTo>
                  <a:pt x="2380" y="6478"/>
                  <a:pt x="2308" y="6466"/>
                  <a:pt x="2230" y="6440"/>
                </a:cubicBezTo>
                <a:lnTo>
                  <a:pt x="1673" y="6273"/>
                </a:lnTo>
                <a:lnTo>
                  <a:pt x="1673" y="5130"/>
                </a:lnTo>
                <a:cubicBezTo>
                  <a:pt x="1896" y="5213"/>
                  <a:pt x="2091" y="5269"/>
                  <a:pt x="2342" y="5269"/>
                </a:cubicBezTo>
                <a:cubicBezTo>
                  <a:pt x="2788" y="5269"/>
                  <a:pt x="3178" y="5074"/>
                  <a:pt x="3485" y="4767"/>
                </a:cubicBezTo>
                <a:cubicBezTo>
                  <a:pt x="3791" y="5074"/>
                  <a:pt x="4209" y="5269"/>
                  <a:pt x="4628" y="5269"/>
                </a:cubicBezTo>
                <a:cubicBezTo>
                  <a:pt x="5102" y="5269"/>
                  <a:pt x="5464" y="5074"/>
                  <a:pt x="5798" y="4767"/>
                </a:cubicBezTo>
                <a:close/>
                <a:moveTo>
                  <a:pt x="3791" y="6577"/>
                </a:moveTo>
                <a:cubicBezTo>
                  <a:pt x="4000" y="6577"/>
                  <a:pt x="4207" y="6680"/>
                  <a:pt x="4321" y="6858"/>
                </a:cubicBezTo>
                <a:lnTo>
                  <a:pt x="4182" y="6997"/>
                </a:lnTo>
                <a:cubicBezTo>
                  <a:pt x="3826" y="7340"/>
                  <a:pt x="3371" y="7508"/>
                  <a:pt x="2920" y="7508"/>
                </a:cubicBezTo>
                <a:cubicBezTo>
                  <a:pt x="2415" y="7508"/>
                  <a:pt x="1914" y="7298"/>
                  <a:pt x="1561" y="6886"/>
                </a:cubicBezTo>
                <a:lnTo>
                  <a:pt x="1561" y="6886"/>
                </a:lnTo>
                <a:lnTo>
                  <a:pt x="2091" y="7081"/>
                </a:lnTo>
                <a:cubicBezTo>
                  <a:pt x="2215" y="7120"/>
                  <a:pt x="2343" y="7139"/>
                  <a:pt x="2471" y="7139"/>
                </a:cubicBezTo>
                <a:cubicBezTo>
                  <a:pt x="2803" y="7139"/>
                  <a:pt x="3132" y="7008"/>
                  <a:pt x="3373" y="6747"/>
                </a:cubicBezTo>
                <a:cubicBezTo>
                  <a:pt x="3490" y="6630"/>
                  <a:pt x="3641" y="6577"/>
                  <a:pt x="3791" y="6577"/>
                </a:cubicBezTo>
                <a:close/>
                <a:moveTo>
                  <a:pt x="5591" y="6621"/>
                </a:moveTo>
                <a:cubicBezTo>
                  <a:pt x="5743" y="6621"/>
                  <a:pt x="5898" y="6679"/>
                  <a:pt x="6021" y="6802"/>
                </a:cubicBezTo>
                <a:cubicBezTo>
                  <a:pt x="6282" y="7042"/>
                  <a:pt x="6599" y="7168"/>
                  <a:pt x="6933" y="7168"/>
                </a:cubicBezTo>
                <a:cubicBezTo>
                  <a:pt x="7064" y="7168"/>
                  <a:pt x="7198" y="7148"/>
                  <a:pt x="7332" y="7109"/>
                </a:cubicBezTo>
                <a:lnTo>
                  <a:pt x="7833" y="6886"/>
                </a:lnTo>
                <a:lnTo>
                  <a:pt x="7833" y="6886"/>
                </a:lnTo>
                <a:cubicBezTo>
                  <a:pt x="7503" y="7299"/>
                  <a:pt x="7003" y="7529"/>
                  <a:pt x="6483" y="7529"/>
                </a:cubicBezTo>
                <a:cubicBezTo>
                  <a:pt x="6302" y="7529"/>
                  <a:pt x="6118" y="7501"/>
                  <a:pt x="5938" y="7443"/>
                </a:cubicBezTo>
                <a:cubicBezTo>
                  <a:pt x="5464" y="7304"/>
                  <a:pt x="5269" y="7025"/>
                  <a:pt x="5102" y="6886"/>
                </a:cubicBezTo>
                <a:cubicBezTo>
                  <a:pt x="5211" y="6714"/>
                  <a:pt x="5398" y="6621"/>
                  <a:pt x="5591" y="6621"/>
                </a:cubicBezTo>
                <a:close/>
                <a:moveTo>
                  <a:pt x="4628" y="7416"/>
                </a:moveTo>
                <a:cubicBezTo>
                  <a:pt x="4906" y="7694"/>
                  <a:pt x="5185" y="7945"/>
                  <a:pt x="5659" y="8085"/>
                </a:cubicBezTo>
                <a:cubicBezTo>
                  <a:pt x="5882" y="8140"/>
                  <a:pt x="6161" y="8224"/>
                  <a:pt x="6412" y="8224"/>
                </a:cubicBezTo>
                <a:cubicBezTo>
                  <a:pt x="7053" y="8224"/>
                  <a:pt x="7666" y="7973"/>
                  <a:pt x="8112" y="7527"/>
                </a:cubicBezTo>
                <a:cubicBezTo>
                  <a:pt x="8224" y="7639"/>
                  <a:pt x="8251" y="7806"/>
                  <a:pt x="8251" y="7945"/>
                </a:cubicBezTo>
                <a:cubicBezTo>
                  <a:pt x="8335" y="8280"/>
                  <a:pt x="8056" y="8558"/>
                  <a:pt x="7666" y="8558"/>
                </a:cubicBezTo>
                <a:cubicBezTo>
                  <a:pt x="7555" y="8558"/>
                  <a:pt x="7471" y="8531"/>
                  <a:pt x="7387" y="8503"/>
                </a:cubicBezTo>
                <a:cubicBezTo>
                  <a:pt x="7339" y="8479"/>
                  <a:pt x="7291" y="8468"/>
                  <a:pt x="7243" y="8468"/>
                </a:cubicBezTo>
                <a:cubicBezTo>
                  <a:pt x="7016" y="8468"/>
                  <a:pt x="6826" y="8718"/>
                  <a:pt x="6941" y="8949"/>
                </a:cubicBezTo>
                <a:cubicBezTo>
                  <a:pt x="6969" y="9060"/>
                  <a:pt x="6997" y="9172"/>
                  <a:pt x="6997" y="9227"/>
                </a:cubicBezTo>
                <a:cubicBezTo>
                  <a:pt x="6997" y="9590"/>
                  <a:pt x="6718" y="9896"/>
                  <a:pt x="6356" y="9896"/>
                </a:cubicBezTo>
                <a:cubicBezTo>
                  <a:pt x="6161" y="9896"/>
                  <a:pt x="6021" y="9813"/>
                  <a:pt x="5882" y="9729"/>
                </a:cubicBezTo>
                <a:cubicBezTo>
                  <a:pt x="5815" y="9662"/>
                  <a:pt x="5734" y="9631"/>
                  <a:pt x="5655" y="9631"/>
                </a:cubicBezTo>
                <a:cubicBezTo>
                  <a:pt x="5505" y="9631"/>
                  <a:pt x="5361" y="9742"/>
                  <a:pt x="5325" y="9924"/>
                </a:cubicBezTo>
                <a:cubicBezTo>
                  <a:pt x="5297" y="10287"/>
                  <a:pt x="5018" y="10565"/>
                  <a:pt x="4683" y="10565"/>
                </a:cubicBezTo>
                <a:cubicBezTo>
                  <a:pt x="4321" y="10565"/>
                  <a:pt x="4042" y="10287"/>
                  <a:pt x="4014" y="9924"/>
                </a:cubicBezTo>
                <a:cubicBezTo>
                  <a:pt x="3996" y="9741"/>
                  <a:pt x="3846" y="9619"/>
                  <a:pt x="3690" y="9619"/>
                </a:cubicBezTo>
                <a:cubicBezTo>
                  <a:pt x="3608" y="9619"/>
                  <a:pt x="3524" y="9652"/>
                  <a:pt x="3457" y="9729"/>
                </a:cubicBezTo>
                <a:cubicBezTo>
                  <a:pt x="3317" y="9813"/>
                  <a:pt x="3178" y="9896"/>
                  <a:pt x="3011" y="9896"/>
                </a:cubicBezTo>
                <a:cubicBezTo>
                  <a:pt x="2648" y="9896"/>
                  <a:pt x="2342" y="9618"/>
                  <a:pt x="2342" y="9227"/>
                </a:cubicBezTo>
                <a:cubicBezTo>
                  <a:pt x="2342" y="9116"/>
                  <a:pt x="2370" y="9032"/>
                  <a:pt x="2398" y="8949"/>
                </a:cubicBezTo>
                <a:cubicBezTo>
                  <a:pt x="2513" y="8718"/>
                  <a:pt x="2323" y="8468"/>
                  <a:pt x="2095" y="8468"/>
                </a:cubicBezTo>
                <a:cubicBezTo>
                  <a:pt x="2048" y="8468"/>
                  <a:pt x="2000" y="8479"/>
                  <a:pt x="1952" y="8503"/>
                </a:cubicBezTo>
                <a:cubicBezTo>
                  <a:pt x="1859" y="8555"/>
                  <a:pt x="1755" y="8583"/>
                  <a:pt x="1653" y="8583"/>
                </a:cubicBezTo>
                <a:cubicBezTo>
                  <a:pt x="1538" y="8583"/>
                  <a:pt x="1427" y="8548"/>
                  <a:pt x="1338" y="8475"/>
                </a:cubicBezTo>
                <a:cubicBezTo>
                  <a:pt x="1115" y="8335"/>
                  <a:pt x="1004" y="8112"/>
                  <a:pt x="1004" y="7917"/>
                </a:cubicBezTo>
                <a:cubicBezTo>
                  <a:pt x="1004" y="7722"/>
                  <a:pt x="1087" y="7583"/>
                  <a:pt x="1143" y="7499"/>
                </a:cubicBezTo>
                <a:cubicBezTo>
                  <a:pt x="1617" y="7945"/>
                  <a:pt x="2230" y="8196"/>
                  <a:pt x="2871" y="8196"/>
                </a:cubicBezTo>
                <a:cubicBezTo>
                  <a:pt x="3485" y="8196"/>
                  <a:pt x="4126" y="7945"/>
                  <a:pt x="4572" y="7499"/>
                </a:cubicBezTo>
                <a:lnTo>
                  <a:pt x="4628" y="7416"/>
                </a:lnTo>
                <a:close/>
                <a:moveTo>
                  <a:pt x="2732" y="1"/>
                </a:moveTo>
                <a:cubicBezTo>
                  <a:pt x="2537" y="1"/>
                  <a:pt x="2453" y="112"/>
                  <a:pt x="2398" y="279"/>
                </a:cubicBezTo>
                <a:lnTo>
                  <a:pt x="2063" y="2008"/>
                </a:lnTo>
                <a:cubicBezTo>
                  <a:pt x="1310" y="2203"/>
                  <a:pt x="753" y="2844"/>
                  <a:pt x="753" y="3624"/>
                </a:cubicBezTo>
                <a:cubicBezTo>
                  <a:pt x="753" y="4015"/>
                  <a:pt x="892" y="4321"/>
                  <a:pt x="1087" y="4600"/>
                </a:cubicBezTo>
                <a:lnTo>
                  <a:pt x="1087" y="6050"/>
                </a:lnTo>
                <a:lnTo>
                  <a:pt x="864" y="5994"/>
                </a:lnTo>
                <a:cubicBezTo>
                  <a:pt x="832" y="5987"/>
                  <a:pt x="799" y="5984"/>
                  <a:pt x="766" y="5984"/>
                </a:cubicBezTo>
                <a:cubicBezTo>
                  <a:pt x="662" y="5984"/>
                  <a:pt x="566" y="6020"/>
                  <a:pt x="502" y="6105"/>
                </a:cubicBezTo>
                <a:cubicBezTo>
                  <a:pt x="418" y="6189"/>
                  <a:pt x="391" y="6384"/>
                  <a:pt x="502" y="6468"/>
                </a:cubicBezTo>
                <a:lnTo>
                  <a:pt x="837" y="6997"/>
                </a:lnTo>
                <a:cubicBezTo>
                  <a:pt x="0" y="7806"/>
                  <a:pt x="558" y="9255"/>
                  <a:pt x="1756" y="9255"/>
                </a:cubicBezTo>
                <a:cubicBezTo>
                  <a:pt x="1756" y="10001"/>
                  <a:pt x="2361" y="10582"/>
                  <a:pt x="3036" y="10582"/>
                </a:cubicBezTo>
                <a:cubicBezTo>
                  <a:pt x="3193" y="10582"/>
                  <a:pt x="3354" y="10550"/>
                  <a:pt x="3513" y="10482"/>
                </a:cubicBezTo>
                <a:cubicBezTo>
                  <a:pt x="3736" y="10928"/>
                  <a:pt x="4182" y="11207"/>
                  <a:pt x="4711" y="11207"/>
                </a:cubicBezTo>
                <a:cubicBezTo>
                  <a:pt x="5241" y="11207"/>
                  <a:pt x="5687" y="10900"/>
                  <a:pt x="5882" y="10482"/>
                </a:cubicBezTo>
                <a:cubicBezTo>
                  <a:pt x="6040" y="10536"/>
                  <a:pt x="6198" y="10562"/>
                  <a:pt x="6351" y="10562"/>
                </a:cubicBezTo>
                <a:cubicBezTo>
                  <a:pt x="7062" y="10562"/>
                  <a:pt x="7666" y="10012"/>
                  <a:pt x="7666" y="9255"/>
                </a:cubicBezTo>
                <a:cubicBezTo>
                  <a:pt x="8865" y="9255"/>
                  <a:pt x="9450" y="7806"/>
                  <a:pt x="8586" y="6997"/>
                </a:cubicBezTo>
                <a:lnTo>
                  <a:pt x="8920" y="6468"/>
                </a:lnTo>
                <a:cubicBezTo>
                  <a:pt x="9066" y="6273"/>
                  <a:pt x="8894" y="5973"/>
                  <a:pt x="8645" y="5973"/>
                </a:cubicBezTo>
                <a:cubicBezTo>
                  <a:pt x="8608" y="5973"/>
                  <a:pt x="8570" y="5980"/>
                  <a:pt x="8530" y="5994"/>
                </a:cubicBezTo>
                <a:lnTo>
                  <a:pt x="8335" y="6050"/>
                </a:lnTo>
                <a:lnTo>
                  <a:pt x="8335" y="4600"/>
                </a:lnTo>
                <a:cubicBezTo>
                  <a:pt x="8391" y="4489"/>
                  <a:pt x="8474" y="4433"/>
                  <a:pt x="8502" y="4321"/>
                </a:cubicBezTo>
                <a:cubicBezTo>
                  <a:pt x="8725" y="4489"/>
                  <a:pt x="9032" y="4600"/>
                  <a:pt x="9311" y="4600"/>
                </a:cubicBezTo>
                <a:cubicBezTo>
                  <a:pt x="10035" y="4600"/>
                  <a:pt x="10621" y="4015"/>
                  <a:pt x="10621" y="3262"/>
                </a:cubicBezTo>
                <a:cubicBezTo>
                  <a:pt x="10621" y="2537"/>
                  <a:pt x="10035" y="1924"/>
                  <a:pt x="9339" y="1924"/>
                </a:cubicBezTo>
                <a:lnTo>
                  <a:pt x="9311" y="1924"/>
                </a:lnTo>
                <a:lnTo>
                  <a:pt x="6941"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6378"/>
        <p:cNvGrpSpPr/>
        <p:nvPr/>
      </p:nvGrpSpPr>
      <p:grpSpPr>
        <a:xfrm>
          <a:off x="0" y="0"/>
          <a:ext cx="0" cy="0"/>
          <a:chOff x="0" y="0"/>
          <a:chExt cx="0" cy="0"/>
        </a:xfrm>
      </p:grpSpPr>
      <p:sp>
        <p:nvSpPr>
          <p:cNvPr id="16379" name="Google Shape;16379;p85"/>
          <p:cNvSpPr txBox="1">
            <a:spLocks noGrp="1"/>
          </p:cNvSpPr>
          <p:nvPr>
            <p:ph type="title" idx="4294967295"/>
          </p:nvPr>
        </p:nvSpPr>
        <p:spPr>
          <a:xfrm>
            <a:off x="1132900"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6380" name="Google Shape;16380;p85"/>
          <p:cNvSpPr txBox="1">
            <a:spLocks noGrp="1"/>
          </p:cNvSpPr>
          <p:nvPr>
            <p:ph type="title" idx="4294967295"/>
          </p:nvPr>
        </p:nvSpPr>
        <p:spPr>
          <a:xfrm>
            <a:off x="6477867"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16381" name="Google Shape;16381;p85"/>
          <p:cNvGrpSpPr/>
          <p:nvPr/>
        </p:nvGrpSpPr>
        <p:grpSpPr>
          <a:xfrm>
            <a:off x="1185479" y="2042137"/>
            <a:ext cx="371051" cy="476048"/>
            <a:chOff x="-50489600" y="1947400"/>
            <a:chExt cx="233150" cy="299125"/>
          </a:xfrm>
        </p:grpSpPr>
        <p:sp>
          <p:nvSpPr>
            <p:cNvPr id="16382" name="Google Shape;16382;p85"/>
            <p:cNvSpPr/>
            <p:nvPr/>
          </p:nvSpPr>
          <p:spPr>
            <a:xfrm>
              <a:off x="-50382475" y="2018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83" name="Google Shape;16383;p85"/>
            <p:cNvSpPr/>
            <p:nvPr/>
          </p:nvSpPr>
          <p:spPr>
            <a:xfrm>
              <a:off x="-50489600" y="1947400"/>
              <a:ext cx="233150" cy="299125"/>
            </a:xfrm>
            <a:custGeom>
              <a:avLst/>
              <a:gdLst/>
              <a:ahLst/>
              <a:cxnLst/>
              <a:rect l="l" t="t" r="r" b="b"/>
              <a:pathLst>
                <a:path w="9326" h="11965" extrusionOk="0">
                  <a:moveTo>
                    <a:pt x="4632" y="725"/>
                  </a:moveTo>
                  <a:cubicBezTo>
                    <a:pt x="4821" y="725"/>
                    <a:pt x="4978" y="882"/>
                    <a:pt x="4978" y="1071"/>
                  </a:cubicBezTo>
                  <a:lnTo>
                    <a:pt x="4978" y="1449"/>
                  </a:lnTo>
                  <a:cubicBezTo>
                    <a:pt x="4884" y="1418"/>
                    <a:pt x="4758" y="1418"/>
                    <a:pt x="4632" y="1418"/>
                  </a:cubicBezTo>
                  <a:cubicBezTo>
                    <a:pt x="4506" y="1418"/>
                    <a:pt x="4411" y="1418"/>
                    <a:pt x="4285" y="1449"/>
                  </a:cubicBezTo>
                  <a:lnTo>
                    <a:pt x="4285" y="1071"/>
                  </a:lnTo>
                  <a:cubicBezTo>
                    <a:pt x="4285" y="882"/>
                    <a:pt x="4443" y="725"/>
                    <a:pt x="4632" y="725"/>
                  </a:cubicBezTo>
                  <a:close/>
                  <a:moveTo>
                    <a:pt x="4632" y="2143"/>
                  </a:moveTo>
                  <a:cubicBezTo>
                    <a:pt x="5230" y="2143"/>
                    <a:pt x="5703" y="2615"/>
                    <a:pt x="5703" y="3182"/>
                  </a:cubicBezTo>
                  <a:cubicBezTo>
                    <a:pt x="5703" y="3781"/>
                    <a:pt x="5230" y="4253"/>
                    <a:pt x="4632" y="4253"/>
                  </a:cubicBezTo>
                  <a:cubicBezTo>
                    <a:pt x="4033" y="4253"/>
                    <a:pt x="3592" y="3781"/>
                    <a:pt x="3592" y="3182"/>
                  </a:cubicBezTo>
                  <a:cubicBezTo>
                    <a:pt x="3592" y="2615"/>
                    <a:pt x="4033" y="2143"/>
                    <a:pt x="4632" y="2143"/>
                  </a:cubicBezTo>
                  <a:close/>
                  <a:moveTo>
                    <a:pt x="4632" y="5356"/>
                  </a:moveTo>
                  <a:lnTo>
                    <a:pt x="6018" y="8191"/>
                  </a:lnTo>
                  <a:cubicBezTo>
                    <a:pt x="5671" y="8349"/>
                    <a:pt x="5356" y="8443"/>
                    <a:pt x="4978" y="8443"/>
                  </a:cubicBezTo>
                  <a:lnTo>
                    <a:pt x="4978" y="8065"/>
                  </a:lnTo>
                  <a:cubicBezTo>
                    <a:pt x="4978" y="7876"/>
                    <a:pt x="4821" y="7719"/>
                    <a:pt x="4632" y="7719"/>
                  </a:cubicBezTo>
                  <a:cubicBezTo>
                    <a:pt x="4443" y="7719"/>
                    <a:pt x="4285" y="7876"/>
                    <a:pt x="4285" y="8065"/>
                  </a:cubicBezTo>
                  <a:lnTo>
                    <a:pt x="4285" y="8443"/>
                  </a:lnTo>
                  <a:cubicBezTo>
                    <a:pt x="3939" y="8380"/>
                    <a:pt x="3592" y="8317"/>
                    <a:pt x="3246" y="8191"/>
                  </a:cubicBezTo>
                  <a:lnTo>
                    <a:pt x="4632" y="5356"/>
                  </a:lnTo>
                  <a:close/>
                  <a:moveTo>
                    <a:pt x="3466" y="4505"/>
                  </a:moveTo>
                  <a:cubicBezTo>
                    <a:pt x="3624" y="4663"/>
                    <a:pt x="3844" y="4757"/>
                    <a:pt x="4096" y="4852"/>
                  </a:cubicBezTo>
                  <a:cubicBezTo>
                    <a:pt x="4033" y="5009"/>
                    <a:pt x="1481" y="10271"/>
                    <a:pt x="1450" y="10365"/>
                  </a:cubicBezTo>
                  <a:cubicBezTo>
                    <a:pt x="1381" y="10504"/>
                    <a:pt x="1261" y="10591"/>
                    <a:pt x="1127" y="10591"/>
                  </a:cubicBezTo>
                  <a:cubicBezTo>
                    <a:pt x="1078" y="10591"/>
                    <a:pt x="1028" y="10580"/>
                    <a:pt x="977" y="10554"/>
                  </a:cubicBezTo>
                  <a:cubicBezTo>
                    <a:pt x="820" y="10491"/>
                    <a:pt x="694" y="10271"/>
                    <a:pt x="788" y="10082"/>
                  </a:cubicBezTo>
                  <a:lnTo>
                    <a:pt x="3466" y="4505"/>
                  </a:lnTo>
                  <a:close/>
                  <a:moveTo>
                    <a:pt x="5829" y="4537"/>
                  </a:moveTo>
                  <a:lnTo>
                    <a:pt x="8507" y="10113"/>
                  </a:lnTo>
                  <a:cubicBezTo>
                    <a:pt x="8570" y="10271"/>
                    <a:pt x="8507" y="10523"/>
                    <a:pt x="8318" y="10586"/>
                  </a:cubicBezTo>
                  <a:cubicBezTo>
                    <a:pt x="8271" y="10599"/>
                    <a:pt x="8225" y="10606"/>
                    <a:pt x="8181" y="10606"/>
                  </a:cubicBezTo>
                  <a:cubicBezTo>
                    <a:pt x="8021" y="10606"/>
                    <a:pt x="7888" y="10521"/>
                    <a:pt x="7814" y="10397"/>
                  </a:cubicBezTo>
                  <a:cubicBezTo>
                    <a:pt x="7719" y="10176"/>
                    <a:pt x="5293" y="5167"/>
                    <a:pt x="5199" y="4883"/>
                  </a:cubicBezTo>
                  <a:cubicBezTo>
                    <a:pt x="5419" y="4820"/>
                    <a:pt x="5608" y="4694"/>
                    <a:pt x="5829" y="4537"/>
                  </a:cubicBezTo>
                  <a:close/>
                  <a:moveTo>
                    <a:pt x="4632" y="0"/>
                  </a:moveTo>
                  <a:cubicBezTo>
                    <a:pt x="4033" y="0"/>
                    <a:pt x="3592" y="473"/>
                    <a:pt x="3592" y="1071"/>
                  </a:cubicBezTo>
                  <a:lnTo>
                    <a:pt x="3592" y="1764"/>
                  </a:lnTo>
                  <a:cubicBezTo>
                    <a:pt x="3151" y="2080"/>
                    <a:pt x="2867" y="2584"/>
                    <a:pt x="2867" y="3182"/>
                  </a:cubicBezTo>
                  <a:cubicBezTo>
                    <a:pt x="2867" y="3434"/>
                    <a:pt x="2899" y="3655"/>
                    <a:pt x="3025" y="3875"/>
                  </a:cubicBezTo>
                  <a:lnTo>
                    <a:pt x="1576" y="6900"/>
                  </a:lnTo>
                  <a:cubicBezTo>
                    <a:pt x="1355" y="6648"/>
                    <a:pt x="1229" y="6396"/>
                    <a:pt x="1103" y="6081"/>
                  </a:cubicBezTo>
                  <a:cubicBezTo>
                    <a:pt x="1032" y="5914"/>
                    <a:pt x="906" y="5837"/>
                    <a:pt x="767" y="5837"/>
                  </a:cubicBezTo>
                  <a:cubicBezTo>
                    <a:pt x="722" y="5837"/>
                    <a:pt x="676" y="5845"/>
                    <a:pt x="631" y="5860"/>
                  </a:cubicBezTo>
                  <a:cubicBezTo>
                    <a:pt x="442" y="5955"/>
                    <a:pt x="347" y="6144"/>
                    <a:pt x="442" y="6333"/>
                  </a:cubicBezTo>
                  <a:cubicBezTo>
                    <a:pt x="631" y="6805"/>
                    <a:pt x="883" y="7215"/>
                    <a:pt x="1229" y="7593"/>
                  </a:cubicBezTo>
                  <a:lnTo>
                    <a:pt x="158" y="9798"/>
                  </a:lnTo>
                  <a:cubicBezTo>
                    <a:pt x="1" y="10208"/>
                    <a:pt x="64" y="10649"/>
                    <a:pt x="347" y="10964"/>
                  </a:cubicBezTo>
                  <a:lnTo>
                    <a:pt x="95" y="11468"/>
                  </a:lnTo>
                  <a:cubicBezTo>
                    <a:pt x="32" y="11625"/>
                    <a:pt x="95" y="11846"/>
                    <a:pt x="253" y="11941"/>
                  </a:cubicBezTo>
                  <a:cubicBezTo>
                    <a:pt x="293" y="11957"/>
                    <a:pt x="340" y="11965"/>
                    <a:pt x="389" y="11965"/>
                  </a:cubicBezTo>
                  <a:cubicBezTo>
                    <a:pt x="528" y="11965"/>
                    <a:pt x="678" y="11900"/>
                    <a:pt x="725" y="11783"/>
                  </a:cubicBezTo>
                  <a:lnTo>
                    <a:pt x="977" y="11247"/>
                  </a:lnTo>
                  <a:cubicBezTo>
                    <a:pt x="1027" y="11255"/>
                    <a:pt x="1077" y="11258"/>
                    <a:pt x="1127" y="11258"/>
                  </a:cubicBezTo>
                  <a:cubicBezTo>
                    <a:pt x="1521" y="11258"/>
                    <a:pt x="1912" y="11040"/>
                    <a:pt x="2080" y="10649"/>
                  </a:cubicBezTo>
                  <a:lnTo>
                    <a:pt x="2930" y="8822"/>
                  </a:lnTo>
                  <a:cubicBezTo>
                    <a:pt x="3372" y="8979"/>
                    <a:pt x="3813" y="9105"/>
                    <a:pt x="4285" y="9137"/>
                  </a:cubicBezTo>
                  <a:lnTo>
                    <a:pt x="4285" y="9483"/>
                  </a:lnTo>
                  <a:cubicBezTo>
                    <a:pt x="4285" y="9704"/>
                    <a:pt x="4443" y="9861"/>
                    <a:pt x="4632" y="9861"/>
                  </a:cubicBezTo>
                  <a:cubicBezTo>
                    <a:pt x="4821" y="9861"/>
                    <a:pt x="4978" y="9704"/>
                    <a:pt x="4978" y="9483"/>
                  </a:cubicBezTo>
                  <a:lnTo>
                    <a:pt x="4978" y="9137"/>
                  </a:lnTo>
                  <a:cubicBezTo>
                    <a:pt x="5451" y="9105"/>
                    <a:pt x="5892" y="9011"/>
                    <a:pt x="6333" y="8822"/>
                  </a:cubicBezTo>
                  <a:lnTo>
                    <a:pt x="7184" y="10649"/>
                  </a:lnTo>
                  <a:cubicBezTo>
                    <a:pt x="7382" y="11016"/>
                    <a:pt x="7732" y="11257"/>
                    <a:pt x="8143" y="11257"/>
                  </a:cubicBezTo>
                  <a:cubicBezTo>
                    <a:pt x="8190" y="11257"/>
                    <a:pt x="8238" y="11254"/>
                    <a:pt x="8286" y="11247"/>
                  </a:cubicBezTo>
                  <a:lnTo>
                    <a:pt x="8538" y="11783"/>
                  </a:lnTo>
                  <a:cubicBezTo>
                    <a:pt x="8585" y="11900"/>
                    <a:pt x="8718" y="11965"/>
                    <a:pt x="8861" y="11965"/>
                  </a:cubicBezTo>
                  <a:cubicBezTo>
                    <a:pt x="8911" y="11965"/>
                    <a:pt x="8962" y="11957"/>
                    <a:pt x="9011" y="11941"/>
                  </a:cubicBezTo>
                  <a:cubicBezTo>
                    <a:pt x="9168" y="11846"/>
                    <a:pt x="9231" y="11657"/>
                    <a:pt x="9168" y="11468"/>
                  </a:cubicBezTo>
                  <a:lnTo>
                    <a:pt x="8916" y="10964"/>
                  </a:lnTo>
                  <a:cubicBezTo>
                    <a:pt x="9200" y="10649"/>
                    <a:pt x="9326" y="10208"/>
                    <a:pt x="9137" y="9798"/>
                  </a:cubicBezTo>
                  <a:lnTo>
                    <a:pt x="8066" y="7593"/>
                  </a:lnTo>
                  <a:cubicBezTo>
                    <a:pt x="8381" y="7246"/>
                    <a:pt x="8664" y="6805"/>
                    <a:pt x="8853" y="6333"/>
                  </a:cubicBezTo>
                  <a:cubicBezTo>
                    <a:pt x="8916" y="6144"/>
                    <a:pt x="8853" y="5955"/>
                    <a:pt x="8664" y="5860"/>
                  </a:cubicBezTo>
                  <a:cubicBezTo>
                    <a:pt x="8611" y="5845"/>
                    <a:pt x="8559" y="5837"/>
                    <a:pt x="8511" y="5837"/>
                  </a:cubicBezTo>
                  <a:cubicBezTo>
                    <a:pt x="8360" y="5837"/>
                    <a:pt x="8240" y="5914"/>
                    <a:pt x="8192" y="6081"/>
                  </a:cubicBezTo>
                  <a:cubicBezTo>
                    <a:pt x="8066" y="6333"/>
                    <a:pt x="7908" y="6616"/>
                    <a:pt x="7719" y="6900"/>
                  </a:cubicBezTo>
                  <a:lnTo>
                    <a:pt x="6270" y="3875"/>
                  </a:lnTo>
                  <a:cubicBezTo>
                    <a:pt x="6333" y="3655"/>
                    <a:pt x="6396" y="3434"/>
                    <a:pt x="6396" y="3182"/>
                  </a:cubicBezTo>
                  <a:cubicBezTo>
                    <a:pt x="6396" y="2584"/>
                    <a:pt x="6144" y="2080"/>
                    <a:pt x="5703" y="1764"/>
                  </a:cubicBezTo>
                  <a:lnTo>
                    <a:pt x="5703" y="1071"/>
                  </a:lnTo>
                  <a:cubicBezTo>
                    <a:pt x="5703" y="473"/>
                    <a:pt x="5230" y="0"/>
                    <a:pt x="46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84" name="Google Shape;16384;p85"/>
          <p:cNvGrpSpPr/>
          <p:nvPr/>
        </p:nvGrpSpPr>
        <p:grpSpPr>
          <a:xfrm>
            <a:off x="1132822" y="2648747"/>
            <a:ext cx="476365" cy="477599"/>
            <a:chOff x="-50523475" y="2316000"/>
            <a:chExt cx="299325" cy="300100"/>
          </a:xfrm>
        </p:grpSpPr>
        <p:sp>
          <p:nvSpPr>
            <p:cNvPr id="16385" name="Google Shape;16385;p85"/>
            <p:cNvSpPr/>
            <p:nvPr/>
          </p:nvSpPr>
          <p:spPr>
            <a:xfrm>
              <a:off x="-50453375" y="2387675"/>
              <a:ext cx="158350" cy="228425"/>
            </a:xfrm>
            <a:custGeom>
              <a:avLst/>
              <a:gdLst/>
              <a:ahLst/>
              <a:cxnLst/>
              <a:rect l="l" t="t" r="r" b="b"/>
              <a:pathLst>
                <a:path w="6334" h="9137" extrusionOk="0">
                  <a:moveTo>
                    <a:pt x="3183" y="4222"/>
                  </a:moveTo>
                  <a:cubicBezTo>
                    <a:pt x="3372" y="4222"/>
                    <a:pt x="3529" y="4380"/>
                    <a:pt x="3529" y="4569"/>
                  </a:cubicBezTo>
                  <a:cubicBezTo>
                    <a:pt x="3529" y="4758"/>
                    <a:pt x="3372" y="4915"/>
                    <a:pt x="3183" y="4915"/>
                  </a:cubicBezTo>
                  <a:cubicBezTo>
                    <a:pt x="2994" y="4915"/>
                    <a:pt x="2836" y="4758"/>
                    <a:pt x="2836" y="4569"/>
                  </a:cubicBezTo>
                  <a:cubicBezTo>
                    <a:pt x="2836" y="4380"/>
                    <a:pt x="2994" y="4222"/>
                    <a:pt x="3183" y="4222"/>
                  </a:cubicBezTo>
                  <a:close/>
                  <a:moveTo>
                    <a:pt x="3183" y="1009"/>
                  </a:moveTo>
                  <a:lnTo>
                    <a:pt x="5609" y="5230"/>
                  </a:lnTo>
                  <a:lnTo>
                    <a:pt x="4411" y="6994"/>
                  </a:lnTo>
                  <a:lnTo>
                    <a:pt x="3529" y="6994"/>
                  </a:lnTo>
                  <a:lnTo>
                    <a:pt x="3529" y="5545"/>
                  </a:lnTo>
                  <a:cubicBezTo>
                    <a:pt x="3939" y="5388"/>
                    <a:pt x="4254" y="5010"/>
                    <a:pt x="4254" y="4569"/>
                  </a:cubicBezTo>
                  <a:cubicBezTo>
                    <a:pt x="4254" y="3970"/>
                    <a:pt x="3781" y="3497"/>
                    <a:pt x="3183" y="3497"/>
                  </a:cubicBezTo>
                  <a:cubicBezTo>
                    <a:pt x="2584" y="3497"/>
                    <a:pt x="2143" y="3970"/>
                    <a:pt x="2143" y="4569"/>
                  </a:cubicBezTo>
                  <a:cubicBezTo>
                    <a:pt x="2143" y="5041"/>
                    <a:pt x="2395" y="5419"/>
                    <a:pt x="2836" y="5545"/>
                  </a:cubicBezTo>
                  <a:lnTo>
                    <a:pt x="2836" y="6994"/>
                  </a:lnTo>
                  <a:lnTo>
                    <a:pt x="1986" y="6994"/>
                  </a:lnTo>
                  <a:lnTo>
                    <a:pt x="788" y="5230"/>
                  </a:lnTo>
                  <a:lnTo>
                    <a:pt x="3183" y="1009"/>
                  </a:lnTo>
                  <a:close/>
                  <a:moveTo>
                    <a:pt x="4600" y="7688"/>
                  </a:moveTo>
                  <a:cubicBezTo>
                    <a:pt x="4821" y="7688"/>
                    <a:pt x="4947" y="7845"/>
                    <a:pt x="4947" y="8034"/>
                  </a:cubicBezTo>
                  <a:lnTo>
                    <a:pt x="4947" y="8412"/>
                  </a:lnTo>
                  <a:lnTo>
                    <a:pt x="1450" y="8412"/>
                  </a:lnTo>
                  <a:lnTo>
                    <a:pt x="1450" y="8034"/>
                  </a:lnTo>
                  <a:cubicBezTo>
                    <a:pt x="1450" y="7845"/>
                    <a:pt x="1607" y="7688"/>
                    <a:pt x="1797" y="7688"/>
                  </a:cubicBezTo>
                  <a:close/>
                  <a:moveTo>
                    <a:pt x="3183" y="0"/>
                  </a:moveTo>
                  <a:cubicBezTo>
                    <a:pt x="3057" y="0"/>
                    <a:pt x="2962" y="63"/>
                    <a:pt x="2868" y="158"/>
                  </a:cubicBezTo>
                  <a:lnTo>
                    <a:pt x="64" y="5073"/>
                  </a:lnTo>
                  <a:cubicBezTo>
                    <a:pt x="1" y="5199"/>
                    <a:pt x="1" y="5356"/>
                    <a:pt x="64" y="5419"/>
                  </a:cubicBezTo>
                  <a:lnTo>
                    <a:pt x="1229" y="7152"/>
                  </a:lnTo>
                  <a:cubicBezTo>
                    <a:pt x="914" y="7373"/>
                    <a:pt x="694" y="7688"/>
                    <a:pt x="694" y="8066"/>
                  </a:cubicBezTo>
                  <a:lnTo>
                    <a:pt x="694" y="8790"/>
                  </a:lnTo>
                  <a:cubicBezTo>
                    <a:pt x="694" y="8979"/>
                    <a:pt x="851" y="9137"/>
                    <a:pt x="1072" y="9137"/>
                  </a:cubicBezTo>
                  <a:lnTo>
                    <a:pt x="5262" y="9137"/>
                  </a:lnTo>
                  <a:cubicBezTo>
                    <a:pt x="5483" y="9137"/>
                    <a:pt x="5640" y="8979"/>
                    <a:pt x="5640" y="8790"/>
                  </a:cubicBezTo>
                  <a:lnTo>
                    <a:pt x="5640" y="8066"/>
                  </a:lnTo>
                  <a:cubicBezTo>
                    <a:pt x="5640" y="7688"/>
                    <a:pt x="5420" y="7373"/>
                    <a:pt x="5105" y="7152"/>
                  </a:cubicBezTo>
                  <a:lnTo>
                    <a:pt x="6270" y="5419"/>
                  </a:lnTo>
                  <a:cubicBezTo>
                    <a:pt x="6333" y="5325"/>
                    <a:pt x="6333" y="5199"/>
                    <a:pt x="6270" y="5073"/>
                  </a:cubicBezTo>
                  <a:lnTo>
                    <a:pt x="3498" y="158"/>
                  </a:lnTo>
                  <a:cubicBezTo>
                    <a:pt x="3435" y="32"/>
                    <a:pt x="3309" y="0"/>
                    <a:pt x="31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86" name="Google Shape;16386;p85"/>
            <p:cNvSpPr/>
            <p:nvPr/>
          </p:nvSpPr>
          <p:spPr>
            <a:xfrm>
              <a:off x="-50523475" y="2316000"/>
              <a:ext cx="299325" cy="178025"/>
            </a:xfrm>
            <a:custGeom>
              <a:avLst/>
              <a:gdLst/>
              <a:ahLst/>
              <a:cxnLst/>
              <a:rect l="l" t="t" r="r" b="b"/>
              <a:pathLst>
                <a:path w="11973" h="7121" extrusionOk="0">
                  <a:moveTo>
                    <a:pt x="1072" y="694"/>
                  </a:moveTo>
                  <a:cubicBezTo>
                    <a:pt x="1261" y="694"/>
                    <a:pt x="1419" y="851"/>
                    <a:pt x="1419" y="1040"/>
                  </a:cubicBezTo>
                  <a:cubicBezTo>
                    <a:pt x="1419" y="1229"/>
                    <a:pt x="1261" y="1418"/>
                    <a:pt x="1072" y="1418"/>
                  </a:cubicBezTo>
                  <a:cubicBezTo>
                    <a:pt x="883" y="1418"/>
                    <a:pt x="725" y="1229"/>
                    <a:pt x="725" y="1040"/>
                  </a:cubicBezTo>
                  <a:cubicBezTo>
                    <a:pt x="725" y="851"/>
                    <a:pt x="883" y="694"/>
                    <a:pt x="1072" y="694"/>
                  </a:cubicBezTo>
                  <a:close/>
                  <a:moveTo>
                    <a:pt x="6333" y="694"/>
                  </a:moveTo>
                  <a:lnTo>
                    <a:pt x="6333" y="1418"/>
                  </a:lnTo>
                  <a:lnTo>
                    <a:pt x="5640" y="1418"/>
                  </a:lnTo>
                  <a:lnTo>
                    <a:pt x="5640" y="694"/>
                  </a:lnTo>
                  <a:close/>
                  <a:moveTo>
                    <a:pt x="10902" y="725"/>
                  </a:moveTo>
                  <a:cubicBezTo>
                    <a:pt x="11122" y="725"/>
                    <a:pt x="11280" y="883"/>
                    <a:pt x="11280" y="1103"/>
                  </a:cubicBezTo>
                  <a:cubicBezTo>
                    <a:pt x="11280" y="1292"/>
                    <a:pt x="11122" y="1450"/>
                    <a:pt x="10902" y="1450"/>
                  </a:cubicBezTo>
                  <a:cubicBezTo>
                    <a:pt x="10712" y="1450"/>
                    <a:pt x="10555" y="1292"/>
                    <a:pt x="10555" y="1103"/>
                  </a:cubicBezTo>
                  <a:cubicBezTo>
                    <a:pt x="10586" y="883"/>
                    <a:pt x="10744" y="725"/>
                    <a:pt x="10902" y="725"/>
                  </a:cubicBezTo>
                  <a:close/>
                  <a:moveTo>
                    <a:pt x="2143" y="5640"/>
                  </a:moveTo>
                  <a:lnTo>
                    <a:pt x="2143" y="6364"/>
                  </a:lnTo>
                  <a:lnTo>
                    <a:pt x="1419" y="6364"/>
                  </a:lnTo>
                  <a:lnTo>
                    <a:pt x="1419" y="5640"/>
                  </a:lnTo>
                  <a:close/>
                  <a:moveTo>
                    <a:pt x="10555" y="5640"/>
                  </a:moveTo>
                  <a:lnTo>
                    <a:pt x="10555" y="6364"/>
                  </a:lnTo>
                  <a:lnTo>
                    <a:pt x="9862" y="6364"/>
                  </a:lnTo>
                  <a:lnTo>
                    <a:pt x="9862" y="5640"/>
                  </a:lnTo>
                  <a:close/>
                  <a:moveTo>
                    <a:pt x="10902" y="0"/>
                  </a:moveTo>
                  <a:cubicBezTo>
                    <a:pt x="10460" y="0"/>
                    <a:pt x="10051" y="252"/>
                    <a:pt x="9925" y="694"/>
                  </a:cubicBezTo>
                  <a:lnTo>
                    <a:pt x="7058" y="694"/>
                  </a:lnTo>
                  <a:lnTo>
                    <a:pt x="7058" y="379"/>
                  </a:lnTo>
                  <a:cubicBezTo>
                    <a:pt x="7058" y="189"/>
                    <a:pt x="6900" y="32"/>
                    <a:pt x="6711" y="32"/>
                  </a:cubicBezTo>
                  <a:lnTo>
                    <a:pt x="5294" y="32"/>
                  </a:lnTo>
                  <a:cubicBezTo>
                    <a:pt x="5073" y="32"/>
                    <a:pt x="4947" y="189"/>
                    <a:pt x="4947" y="379"/>
                  </a:cubicBezTo>
                  <a:lnTo>
                    <a:pt x="4947" y="725"/>
                  </a:lnTo>
                  <a:lnTo>
                    <a:pt x="2049" y="725"/>
                  </a:lnTo>
                  <a:cubicBezTo>
                    <a:pt x="1891" y="347"/>
                    <a:pt x="1513" y="32"/>
                    <a:pt x="1072" y="32"/>
                  </a:cubicBezTo>
                  <a:cubicBezTo>
                    <a:pt x="473" y="32"/>
                    <a:pt x="1" y="505"/>
                    <a:pt x="1" y="1072"/>
                  </a:cubicBezTo>
                  <a:cubicBezTo>
                    <a:pt x="1" y="1670"/>
                    <a:pt x="473" y="2143"/>
                    <a:pt x="1072" y="2143"/>
                  </a:cubicBezTo>
                  <a:cubicBezTo>
                    <a:pt x="1545" y="2143"/>
                    <a:pt x="1923" y="1828"/>
                    <a:pt x="2049" y="1450"/>
                  </a:cubicBezTo>
                  <a:lnTo>
                    <a:pt x="3592" y="1450"/>
                  </a:lnTo>
                  <a:cubicBezTo>
                    <a:pt x="3183" y="1670"/>
                    <a:pt x="2836" y="1985"/>
                    <a:pt x="2521" y="2332"/>
                  </a:cubicBezTo>
                  <a:cubicBezTo>
                    <a:pt x="1891" y="3088"/>
                    <a:pt x="1545" y="4002"/>
                    <a:pt x="1450" y="4978"/>
                  </a:cubicBezTo>
                  <a:lnTo>
                    <a:pt x="1103" y="4978"/>
                  </a:lnTo>
                  <a:cubicBezTo>
                    <a:pt x="914" y="4978"/>
                    <a:pt x="757" y="5136"/>
                    <a:pt x="757" y="5325"/>
                  </a:cubicBezTo>
                  <a:lnTo>
                    <a:pt x="757" y="6742"/>
                  </a:lnTo>
                  <a:cubicBezTo>
                    <a:pt x="757" y="6963"/>
                    <a:pt x="914" y="7121"/>
                    <a:pt x="1103" y="7121"/>
                  </a:cubicBezTo>
                  <a:lnTo>
                    <a:pt x="2521" y="7121"/>
                  </a:lnTo>
                  <a:cubicBezTo>
                    <a:pt x="2742" y="7121"/>
                    <a:pt x="2899" y="6963"/>
                    <a:pt x="2899" y="6742"/>
                  </a:cubicBezTo>
                  <a:lnTo>
                    <a:pt x="2899" y="5325"/>
                  </a:lnTo>
                  <a:cubicBezTo>
                    <a:pt x="2899" y="5136"/>
                    <a:pt x="2742" y="4978"/>
                    <a:pt x="2521" y="4978"/>
                  </a:cubicBezTo>
                  <a:lnTo>
                    <a:pt x="2175" y="4978"/>
                  </a:lnTo>
                  <a:cubicBezTo>
                    <a:pt x="2332" y="3403"/>
                    <a:pt x="3435" y="2017"/>
                    <a:pt x="4979" y="1607"/>
                  </a:cubicBezTo>
                  <a:lnTo>
                    <a:pt x="4979" y="1796"/>
                  </a:lnTo>
                  <a:cubicBezTo>
                    <a:pt x="4979" y="1985"/>
                    <a:pt x="5136" y="2143"/>
                    <a:pt x="5325" y="2143"/>
                  </a:cubicBezTo>
                  <a:lnTo>
                    <a:pt x="6743" y="2143"/>
                  </a:lnTo>
                  <a:cubicBezTo>
                    <a:pt x="6932" y="2143"/>
                    <a:pt x="7089" y="1985"/>
                    <a:pt x="7089" y="1796"/>
                  </a:cubicBezTo>
                  <a:lnTo>
                    <a:pt x="7089" y="1576"/>
                  </a:lnTo>
                  <a:cubicBezTo>
                    <a:pt x="8633" y="1985"/>
                    <a:pt x="9736" y="3371"/>
                    <a:pt x="9893" y="4947"/>
                  </a:cubicBezTo>
                  <a:lnTo>
                    <a:pt x="9547" y="4947"/>
                  </a:lnTo>
                  <a:cubicBezTo>
                    <a:pt x="9358" y="4947"/>
                    <a:pt x="9200" y="5104"/>
                    <a:pt x="9200" y="5293"/>
                  </a:cubicBezTo>
                  <a:lnTo>
                    <a:pt x="9200" y="6711"/>
                  </a:lnTo>
                  <a:cubicBezTo>
                    <a:pt x="9200" y="6932"/>
                    <a:pt x="9358" y="7089"/>
                    <a:pt x="9547" y="7089"/>
                  </a:cubicBezTo>
                  <a:lnTo>
                    <a:pt x="10965" y="7089"/>
                  </a:lnTo>
                  <a:cubicBezTo>
                    <a:pt x="11154" y="7089"/>
                    <a:pt x="11311" y="6932"/>
                    <a:pt x="11311" y="6711"/>
                  </a:cubicBezTo>
                  <a:lnTo>
                    <a:pt x="11311" y="5293"/>
                  </a:lnTo>
                  <a:cubicBezTo>
                    <a:pt x="11311" y="5104"/>
                    <a:pt x="11154" y="4947"/>
                    <a:pt x="10965" y="4947"/>
                  </a:cubicBezTo>
                  <a:lnTo>
                    <a:pt x="10618" y="4947"/>
                  </a:lnTo>
                  <a:cubicBezTo>
                    <a:pt x="10523" y="4002"/>
                    <a:pt x="10177" y="3056"/>
                    <a:pt x="9547" y="2300"/>
                  </a:cubicBezTo>
                  <a:cubicBezTo>
                    <a:pt x="9232" y="1954"/>
                    <a:pt x="8885" y="1639"/>
                    <a:pt x="8476" y="1418"/>
                  </a:cubicBezTo>
                  <a:lnTo>
                    <a:pt x="10019" y="1418"/>
                  </a:lnTo>
                  <a:cubicBezTo>
                    <a:pt x="10082" y="1828"/>
                    <a:pt x="10492" y="2111"/>
                    <a:pt x="10902" y="2111"/>
                  </a:cubicBezTo>
                  <a:cubicBezTo>
                    <a:pt x="11500" y="2111"/>
                    <a:pt x="11973" y="1639"/>
                    <a:pt x="11973" y="1040"/>
                  </a:cubicBezTo>
                  <a:cubicBezTo>
                    <a:pt x="11973" y="473"/>
                    <a:pt x="11500" y="0"/>
                    <a:pt x="109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87" name="Google Shape;16387;p85"/>
          <p:cNvGrpSpPr/>
          <p:nvPr/>
        </p:nvGrpSpPr>
        <p:grpSpPr>
          <a:xfrm>
            <a:off x="1130952" y="3247826"/>
            <a:ext cx="480105" cy="476405"/>
            <a:chOff x="-50524250" y="2686150"/>
            <a:chExt cx="301675" cy="299350"/>
          </a:xfrm>
        </p:grpSpPr>
        <p:sp>
          <p:nvSpPr>
            <p:cNvPr id="16388" name="Google Shape;16388;p85"/>
            <p:cNvSpPr/>
            <p:nvPr/>
          </p:nvSpPr>
          <p:spPr>
            <a:xfrm>
              <a:off x="-50488025" y="2792500"/>
              <a:ext cx="18150" cy="52800"/>
            </a:xfrm>
            <a:custGeom>
              <a:avLst/>
              <a:gdLst/>
              <a:ahLst/>
              <a:cxnLst/>
              <a:rect l="l" t="t" r="r" b="b"/>
              <a:pathLst>
                <a:path w="726" h="2112" extrusionOk="0">
                  <a:moveTo>
                    <a:pt x="379" y="1"/>
                  </a:moveTo>
                  <a:cubicBezTo>
                    <a:pt x="158" y="1"/>
                    <a:pt x="1" y="158"/>
                    <a:pt x="1" y="347"/>
                  </a:cubicBezTo>
                  <a:lnTo>
                    <a:pt x="1" y="1765"/>
                  </a:lnTo>
                  <a:cubicBezTo>
                    <a:pt x="1" y="1954"/>
                    <a:pt x="158" y="2112"/>
                    <a:pt x="379" y="2112"/>
                  </a:cubicBezTo>
                  <a:cubicBezTo>
                    <a:pt x="568" y="2112"/>
                    <a:pt x="725" y="1954"/>
                    <a:pt x="725" y="1765"/>
                  </a:cubicBezTo>
                  <a:lnTo>
                    <a:pt x="725" y="347"/>
                  </a:ln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89" name="Google Shape;16389;p85"/>
            <p:cNvSpPr/>
            <p:nvPr/>
          </p:nvSpPr>
          <p:spPr>
            <a:xfrm>
              <a:off x="-50488025" y="2897250"/>
              <a:ext cx="18150" cy="53600"/>
            </a:xfrm>
            <a:custGeom>
              <a:avLst/>
              <a:gdLst/>
              <a:ahLst/>
              <a:cxnLst/>
              <a:rect l="l" t="t" r="r" b="b"/>
              <a:pathLst>
                <a:path w="726" h="2144" extrusionOk="0">
                  <a:moveTo>
                    <a:pt x="379" y="1"/>
                  </a:moveTo>
                  <a:cubicBezTo>
                    <a:pt x="158" y="1"/>
                    <a:pt x="1" y="159"/>
                    <a:pt x="1" y="379"/>
                  </a:cubicBezTo>
                  <a:lnTo>
                    <a:pt x="1" y="1797"/>
                  </a:lnTo>
                  <a:cubicBezTo>
                    <a:pt x="1" y="1986"/>
                    <a:pt x="158" y="2143"/>
                    <a:pt x="379" y="2143"/>
                  </a:cubicBezTo>
                  <a:cubicBezTo>
                    <a:pt x="568" y="2143"/>
                    <a:pt x="725" y="1986"/>
                    <a:pt x="725" y="1797"/>
                  </a:cubicBezTo>
                  <a:lnTo>
                    <a:pt x="725" y="379"/>
                  </a:lnTo>
                  <a:cubicBezTo>
                    <a:pt x="725" y="159"/>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0" name="Google Shape;16390;p85"/>
            <p:cNvSpPr/>
            <p:nvPr/>
          </p:nvSpPr>
          <p:spPr>
            <a:xfrm>
              <a:off x="-50488025" y="28618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1" name="Google Shape;16391;p85"/>
            <p:cNvSpPr/>
            <p:nvPr/>
          </p:nvSpPr>
          <p:spPr>
            <a:xfrm>
              <a:off x="-50524250" y="2686150"/>
              <a:ext cx="301675" cy="52825"/>
            </a:xfrm>
            <a:custGeom>
              <a:avLst/>
              <a:gdLst/>
              <a:ahLst/>
              <a:cxnLst/>
              <a:rect l="l" t="t" r="r" b="b"/>
              <a:pathLst>
                <a:path w="12067" h="2113" extrusionOk="0">
                  <a:moveTo>
                    <a:pt x="2143" y="695"/>
                  </a:moveTo>
                  <a:lnTo>
                    <a:pt x="2143" y="1419"/>
                  </a:lnTo>
                  <a:lnTo>
                    <a:pt x="1891" y="1419"/>
                  </a:lnTo>
                  <a:lnTo>
                    <a:pt x="1166" y="1041"/>
                  </a:lnTo>
                  <a:lnTo>
                    <a:pt x="1891" y="695"/>
                  </a:lnTo>
                  <a:close/>
                  <a:moveTo>
                    <a:pt x="9924" y="695"/>
                  </a:moveTo>
                  <a:lnTo>
                    <a:pt x="9924" y="1419"/>
                  </a:lnTo>
                  <a:lnTo>
                    <a:pt x="2836" y="1419"/>
                  </a:lnTo>
                  <a:lnTo>
                    <a:pt x="2836" y="695"/>
                  </a:lnTo>
                  <a:close/>
                  <a:moveTo>
                    <a:pt x="10996" y="695"/>
                  </a:moveTo>
                  <a:cubicBezTo>
                    <a:pt x="11185" y="695"/>
                    <a:pt x="11342" y="852"/>
                    <a:pt x="11342" y="1041"/>
                  </a:cubicBezTo>
                  <a:cubicBezTo>
                    <a:pt x="11342" y="1262"/>
                    <a:pt x="11185" y="1419"/>
                    <a:pt x="10996" y="1419"/>
                  </a:cubicBezTo>
                  <a:lnTo>
                    <a:pt x="10649" y="1419"/>
                  </a:lnTo>
                  <a:lnTo>
                    <a:pt x="10649" y="695"/>
                  </a:lnTo>
                  <a:close/>
                  <a:moveTo>
                    <a:pt x="1782" y="1"/>
                  </a:moveTo>
                  <a:cubicBezTo>
                    <a:pt x="1689" y="1"/>
                    <a:pt x="1556" y="47"/>
                    <a:pt x="252" y="726"/>
                  </a:cubicBezTo>
                  <a:cubicBezTo>
                    <a:pt x="0" y="852"/>
                    <a:pt x="0" y="1199"/>
                    <a:pt x="252" y="1356"/>
                  </a:cubicBezTo>
                  <a:cubicBezTo>
                    <a:pt x="1765" y="2113"/>
                    <a:pt x="1702" y="2113"/>
                    <a:pt x="1828" y="2113"/>
                  </a:cubicBezTo>
                  <a:lnTo>
                    <a:pt x="10996" y="2113"/>
                  </a:lnTo>
                  <a:cubicBezTo>
                    <a:pt x="11594" y="2113"/>
                    <a:pt x="12067" y="1640"/>
                    <a:pt x="12067" y="1041"/>
                  </a:cubicBezTo>
                  <a:cubicBezTo>
                    <a:pt x="12067" y="474"/>
                    <a:pt x="11594" y="2"/>
                    <a:pt x="10996" y="2"/>
                  </a:cubicBezTo>
                  <a:lnTo>
                    <a:pt x="1828" y="2"/>
                  </a:lnTo>
                  <a:cubicBezTo>
                    <a:pt x="1810" y="2"/>
                    <a:pt x="1796" y="1"/>
                    <a:pt x="17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2" name="Google Shape;16392;p85"/>
            <p:cNvSpPr/>
            <p:nvPr/>
          </p:nvSpPr>
          <p:spPr>
            <a:xfrm>
              <a:off x="-50523475" y="2757075"/>
              <a:ext cx="300900" cy="228425"/>
            </a:xfrm>
            <a:custGeom>
              <a:avLst/>
              <a:gdLst/>
              <a:ahLst/>
              <a:cxnLst/>
              <a:rect l="l" t="t" r="r" b="b"/>
              <a:pathLst>
                <a:path w="12036" h="9137" extrusionOk="0">
                  <a:moveTo>
                    <a:pt x="10965" y="725"/>
                  </a:moveTo>
                  <a:cubicBezTo>
                    <a:pt x="11154" y="725"/>
                    <a:pt x="11311" y="882"/>
                    <a:pt x="11311" y="1103"/>
                  </a:cubicBezTo>
                  <a:lnTo>
                    <a:pt x="11311" y="8097"/>
                  </a:lnTo>
                  <a:cubicBezTo>
                    <a:pt x="11311" y="8286"/>
                    <a:pt x="11154" y="8443"/>
                    <a:pt x="10965" y="8443"/>
                  </a:cubicBezTo>
                  <a:lnTo>
                    <a:pt x="1072" y="8443"/>
                  </a:lnTo>
                  <a:cubicBezTo>
                    <a:pt x="883" y="8443"/>
                    <a:pt x="725" y="8286"/>
                    <a:pt x="725" y="8097"/>
                  </a:cubicBezTo>
                  <a:lnTo>
                    <a:pt x="725" y="1103"/>
                  </a:lnTo>
                  <a:cubicBezTo>
                    <a:pt x="725" y="882"/>
                    <a:pt x="883" y="725"/>
                    <a:pt x="1072" y="725"/>
                  </a:cubicBezTo>
                  <a:close/>
                  <a:moveTo>
                    <a:pt x="1072" y="0"/>
                  </a:moveTo>
                  <a:cubicBezTo>
                    <a:pt x="473" y="0"/>
                    <a:pt x="1" y="473"/>
                    <a:pt x="1" y="1040"/>
                  </a:cubicBezTo>
                  <a:lnTo>
                    <a:pt x="1" y="8065"/>
                  </a:lnTo>
                  <a:cubicBezTo>
                    <a:pt x="1" y="8664"/>
                    <a:pt x="473" y="9137"/>
                    <a:pt x="1072" y="9137"/>
                  </a:cubicBezTo>
                  <a:lnTo>
                    <a:pt x="10965" y="9137"/>
                  </a:lnTo>
                  <a:cubicBezTo>
                    <a:pt x="11532" y="9137"/>
                    <a:pt x="12004" y="8664"/>
                    <a:pt x="12004" y="8065"/>
                  </a:cubicBezTo>
                  <a:lnTo>
                    <a:pt x="12004" y="1040"/>
                  </a:lnTo>
                  <a:cubicBezTo>
                    <a:pt x="12036" y="473"/>
                    <a:pt x="11532" y="0"/>
                    <a:pt x="109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3" name="Google Shape;16393;p85"/>
            <p:cNvSpPr/>
            <p:nvPr/>
          </p:nvSpPr>
          <p:spPr>
            <a:xfrm>
              <a:off x="-50453375" y="2792500"/>
              <a:ext cx="194575" cy="158350"/>
            </a:xfrm>
            <a:custGeom>
              <a:avLst/>
              <a:gdLst/>
              <a:ahLst/>
              <a:cxnLst/>
              <a:rect l="l" t="t" r="r" b="b"/>
              <a:pathLst>
                <a:path w="7783" h="6334" extrusionOk="0">
                  <a:moveTo>
                    <a:pt x="7089" y="694"/>
                  </a:moveTo>
                  <a:lnTo>
                    <a:pt x="7089" y="5609"/>
                  </a:lnTo>
                  <a:lnTo>
                    <a:pt x="694" y="5609"/>
                  </a:lnTo>
                  <a:lnTo>
                    <a:pt x="694" y="694"/>
                  </a:lnTo>
                  <a:close/>
                  <a:moveTo>
                    <a:pt x="347" y="1"/>
                  </a:moveTo>
                  <a:cubicBezTo>
                    <a:pt x="158" y="1"/>
                    <a:pt x="1" y="158"/>
                    <a:pt x="1" y="347"/>
                  </a:cubicBezTo>
                  <a:lnTo>
                    <a:pt x="1" y="5987"/>
                  </a:lnTo>
                  <a:cubicBezTo>
                    <a:pt x="1" y="6176"/>
                    <a:pt x="158" y="6333"/>
                    <a:pt x="347" y="6333"/>
                  </a:cubicBezTo>
                  <a:lnTo>
                    <a:pt x="7436" y="6333"/>
                  </a:lnTo>
                  <a:cubicBezTo>
                    <a:pt x="7656" y="6333"/>
                    <a:pt x="7782" y="6176"/>
                    <a:pt x="7782" y="5987"/>
                  </a:cubicBezTo>
                  <a:lnTo>
                    <a:pt x="7782" y="347"/>
                  </a:lnTo>
                  <a:cubicBezTo>
                    <a:pt x="7782" y="158"/>
                    <a:pt x="7656" y="1"/>
                    <a:pt x="743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94" name="Google Shape;16394;p85"/>
          <p:cNvGrpSpPr/>
          <p:nvPr/>
        </p:nvGrpSpPr>
        <p:grpSpPr>
          <a:xfrm>
            <a:off x="4094635" y="2082243"/>
            <a:ext cx="477599" cy="478872"/>
            <a:chOff x="-48633950" y="1972600"/>
            <a:chExt cx="300100" cy="300900"/>
          </a:xfrm>
        </p:grpSpPr>
        <p:sp>
          <p:nvSpPr>
            <p:cNvPr id="16395" name="Google Shape;16395;p85"/>
            <p:cNvSpPr/>
            <p:nvPr/>
          </p:nvSpPr>
          <p:spPr>
            <a:xfrm>
              <a:off x="-48633950" y="1972600"/>
              <a:ext cx="300100" cy="300900"/>
            </a:xfrm>
            <a:custGeom>
              <a:avLst/>
              <a:gdLst/>
              <a:ahLst/>
              <a:cxnLst/>
              <a:rect l="l" t="t" r="r" b="b"/>
              <a:pathLst>
                <a:path w="12004" h="12036" extrusionOk="0">
                  <a:moveTo>
                    <a:pt x="1418" y="756"/>
                  </a:moveTo>
                  <a:lnTo>
                    <a:pt x="1418" y="1481"/>
                  </a:lnTo>
                  <a:lnTo>
                    <a:pt x="693" y="1481"/>
                  </a:lnTo>
                  <a:lnTo>
                    <a:pt x="693" y="756"/>
                  </a:lnTo>
                  <a:close/>
                  <a:moveTo>
                    <a:pt x="11310" y="756"/>
                  </a:moveTo>
                  <a:lnTo>
                    <a:pt x="11310" y="1481"/>
                  </a:lnTo>
                  <a:lnTo>
                    <a:pt x="10586" y="1481"/>
                  </a:lnTo>
                  <a:lnTo>
                    <a:pt x="10586" y="756"/>
                  </a:lnTo>
                  <a:close/>
                  <a:moveTo>
                    <a:pt x="9893" y="1418"/>
                  </a:moveTo>
                  <a:lnTo>
                    <a:pt x="9893" y="1796"/>
                  </a:lnTo>
                  <a:cubicBezTo>
                    <a:pt x="9893" y="1985"/>
                    <a:pt x="10050" y="2143"/>
                    <a:pt x="10239" y="2143"/>
                  </a:cubicBezTo>
                  <a:lnTo>
                    <a:pt x="10586" y="2143"/>
                  </a:lnTo>
                  <a:lnTo>
                    <a:pt x="10586" y="5293"/>
                  </a:lnTo>
                  <a:cubicBezTo>
                    <a:pt x="10365" y="5104"/>
                    <a:pt x="10050" y="4915"/>
                    <a:pt x="9672" y="4663"/>
                  </a:cubicBezTo>
                  <a:cubicBezTo>
                    <a:pt x="8822" y="4159"/>
                    <a:pt x="7530" y="3560"/>
                    <a:pt x="6018" y="3560"/>
                  </a:cubicBezTo>
                  <a:cubicBezTo>
                    <a:pt x="4537" y="3560"/>
                    <a:pt x="3214" y="4159"/>
                    <a:pt x="2363" y="4663"/>
                  </a:cubicBezTo>
                  <a:cubicBezTo>
                    <a:pt x="2017" y="4852"/>
                    <a:pt x="1701" y="5104"/>
                    <a:pt x="1449" y="5293"/>
                  </a:cubicBezTo>
                  <a:lnTo>
                    <a:pt x="1449" y="2143"/>
                  </a:lnTo>
                  <a:lnTo>
                    <a:pt x="1764" y="2143"/>
                  </a:lnTo>
                  <a:cubicBezTo>
                    <a:pt x="1954" y="2143"/>
                    <a:pt x="2111" y="1985"/>
                    <a:pt x="2111" y="1796"/>
                  </a:cubicBezTo>
                  <a:lnTo>
                    <a:pt x="2111" y="1418"/>
                  </a:lnTo>
                  <a:close/>
                  <a:moveTo>
                    <a:pt x="8065" y="4695"/>
                  </a:moveTo>
                  <a:cubicBezTo>
                    <a:pt x="8538" y="4915"/>
                    <a:pt x="8979" y="5104"/>
                    <a:pt x="9326" y="5293"/>
                  </a:cubicBezTo>
                  <a:cubicBezTo>
                    <a:pt x="9798" y="5577"/>
                    <a:pt x="10208" y="5860"/>
                    <a:pt x="10428" y="6049"/>
                  </a:cubicBezTo>
                  <a:cubicBezTo>
                    <a:pt x="10208" y="6238"/>
                    <a:pt x="9798" y="6522"/>
                    <a:pt x="9326" y="6805"/>
                  </a:cubicBezTo>
                  <a:cubicBezTo>
                    <a:pt x="8979" y="6994"/>
                    <a:pt x="8570" y="7215"/>
                    <a:pt x="8065" y="7372"/>
                  </a:cubicBezTo>
                  <a:cubicBezTo>
                    <a:pt x="8349" y="6994"/>
                    <a:pt x="8475" y="6522"/>
                    <a:pt x="8475" y="6049"/>
                  </a:cubicBezTo>
                  <a:cubicBezTo>
                    <a:pt x="8475" y="5514"/>
                    <a:pt x="8318" y="5104"/>
                    <a:pt x="8065" y="4695"/>
                  </a:cubicBezTo>
                  <a:close/>
                  <a:moveTo>
                    <a:pt x="3970" y="4726"/>
                  </a:moveTo>
                  <a:cubicBezTo>
                    <a:pt x="3718" y="5136"/>
                    <a:pt x="3592" y="5608"/>
                    <a:pt x="3592" y="6081"/>
                  </a:cubicBezTo>
                  <a:cubicBezTo>
                    <a:pt x="3529" y="6553"/>
                    <a:pt x="3686" y="7026"/>
                    <a:pt x="3970" y="7435"/>
                  </a:cubicBezTo>
                  <a:cubicBezTo>
                    <a:pt x="3497" y="7215"/>
                    <a:pt x="3056" y="7026"/>
                    <a:pt x="2710" y="6837"/>
                  </a:cubicBezTo>
                  <a:cubicBezTo>
                    <a:pt x="2237" y="6553"/>
                    <a:pt x="1859" y="6270"/>
                    <a:pt x="1607" y="6081"/>
                  </a:cubicBezTo>
                  <a:cubicBezTo>
                    <a:pt x="1859" y="5892"/>
                    <a:pt x="2237" y="5608"/>
                    <a:pt x="2710" y="5325"/>
                  </a:cubicBezTo>
                  <a:cubicBezTo>
                    <a:pt x="3056" y="5136"/>
                    <a:pt x="3466" y="4915"/>
                    <a:pt x="3970" y="4726"/>
                  </a:cubicBezTo>
                  <a:close/>
                  <a:moveTo>
                    <a:pt x="6018" y="4285"/>
                  </a:moveTo>
                  <a:cubicBezTo>
                    <a:pt x="6994" y="4285"/>
                    <a:pt x="7782" y="5073"/>
                    <a:pt x="7782" y="6049"/>
                  </a:cubicBezTo>
                  <a:cubicBezTo>
                    <a:pt x="7782" y="7026"/>
                    <a:pt x="6994" y="7814"/>
                    <a:pt x="6018" y="7814"/>
                  </a:cubicBezTo>
                  <a:cubicBezTo>
                    <a:pt x="5041" y="7814"/>
                    <a:pt x="4253" y="7026"/>
                    <a:pt x="4253" y="6049"/>
                  </a:cubicBezTo>
                  <a:cubicBezTo>
                    <a:pt x="4253" y="5073"/>
                    <a:pt x="5041" y="4285"/>
                    <a:pt x="6018" y="4285"/>
                  </a:cubicBezTo>
                  <a:close/>
                  <a:moveTo>
                    <a:pt x="10554" y="6805"/>
                  </a:moveTo>
                  <a:lnTo>
                    <a:pt x="10554" y="9956"/>
                  </a:lnTo>
                  <a:lnTo>
                    <a:pt x="10239" y="9956"/>
                  </a:lnTo>
                  <a:cubicBezTo>
                    <a:pt x="10050" y="9956"/>
                    <a:pt x="9893" y="10113"/>
                    <a:pt x="9893" y="10302"/>
                  </a:cubicBezTo>
                  <a:lnTo>
                    <a:pt x="9893" y="10649"/>
                  </a:lnTo>
                  <a:lnTo>
                    <a:pt x="2143" y="10649"/>
                  </a:lnTo>
                  <a:lnTo>
                    <a:pt x="2143" y="10302"/>
                  </a:lnTo>
                  <a:cubicBezTo>
                    <a:pt x="2143" y="10113"/>
                    <a:pt x="1985" y="9956"/>
                    <a:pt x="1764" y="9956"/>
                  </a:cubicBezTo>
                  <a:lnTo>
                    <a:pt x="1418" y="9956"/>
                  </a:lnTo>
                  <a:lnTo>
                    <a:pt x="1418" y="6805"/>
                  </a:lnTo>
                  <a:cubicBezTo>
                    <a:pt x="1670" y="6994"/>
                    <a:pt x="1985" y="7183"/>
                    <a:pt x="2332" y="7435"/>
                  </a:cubicBezTo>
                  <a:cubicBezTo>
                    <a:pt x="3182" y="7940"/>
                    <a:pt x="4505" y="8538"/>
                    <a:pt x="5986" y="8538"/>
                  </a:cubicBezTo>
                  <a:cubicBezTo>
                    <a:pt x="7498" y="8538"/>
                    <a:pt x="8790" y="7940"/>
                    <a:pt x="9641" y="7435"/>
                  </a:cubicBezTo>
                  <a:cubicBezTo>
                    <a:pt x="10019" y="7215"/>
                    <a:pt x="10334" y="6994"/>
                    <a:pt x="10554" y="6805"/>
                  </a:cubicBezTo>
                  <a:close/>
                  <a:moveTo>
                    <a:pt x="1418" y="10617"/>
                  </a:moveTo>
                  <a:lnTo>
                    <a:pt x="1418" y="11311"/>
                  </a:lnTo>
                  <a:lnTo>
                    <a:pt x="693" y="11311"/>
                  </a:lnTo>
                  <a:lnTo>
                    <a:pt x="693" y="10617"/>
                  </a:lnTo>
                  <a:close/>
                  <a:moveTo>
                    <a:pt x="11310" y="10617"/>
                  </a:moveTo>
                  <a:lnTo>
                    <a:pt x="11310" y="11311"/>
                  </a:lnTo>
                  <a:lnTo>
                    <a:pt x="10586" y="11311"/>
                  </a:lnTo>
                  <a:lnTo>
                    <a:pt x="10586" y="10617"/>
                  </a:lnTo>
                  <a:close/>
                  <a:moveTo>
                    <a:pt x="347" y="0"/>
                  </a:moveTo>
                  <a:cubicBezTo>
                    <a:pt x="158" y="0"/>
                    <a:pt x="0" y="189"/>
                    <a:pt x="0" y="378"/>
                  </a:cubicBezTo>
                  <a:lnTo>
                    <a:pt x="0" y="1796"/>
                  </a:lnTo>
                  <a:cubicBezTo>
                    <a:pt x="0" y="1985"/>
                    <a:pt x="158" y="2143"/>
                    <a:pt x="347" y="2143"/>
                  </a:cubicBezTo>
                  <a:lnTo>
                    <a:pt x="693" y="2143"/>
                  </a:lnTo>
                  <a:lnTo>
                    <a:pt x="693" y="9893"/>
                  </a:lnTo>
                  <a:lnTo>
                    <a:pt x="347" y="9893"/>
                  </a:lnTo>
                  <a:cubicBezTo>
                    <a:pt x="158" y="9893"/>
                    <a:pt x="0" y="10050"/>
                    <a:pt x="0" y="10239"/>
                  </a:cubicBezTo>
                  <a:lnTo>
                    <a:pt x="0" y="11657"/>
                  </a:lnTo>
                  <a:cubicBezTo>
                    <a:pt x="0" y="11878"/>
                    <a:pt x="158" y="12035"/>
                    <a:pt x="347" y="12035"/>
                  </a:cubicBezTo>
                  <a:lnTo>
                    <a:pt x="1764" y="12035"/>
                  </a:lnTo>
                  <a:cubicBezTo>
                    <a:pt x="1954" y="12035"/>
                    <a:pt x="2111" y="11878"/>
                    <a:pt x="2111" y="11657"/>
                  </a:cubicBezTo>
                  <a:lnTo>
                    <a:pt x="2111" y="11311"/>
                  </a:lnTo>
                  <a:lnTo>
                    <a:pt x="9893" y="11311"/>
                  </a:lnTo>
                  <a:lnTo>
                    <a:pt x="9893" y="11657"/>
                  </a:lnTo>
                  <a:cubicBezTo>
                    <a:pt x="9893" y="11878"/>
                    <a:pt x="10050" y="12035"/>
                    <a:pt x="10239" y="12035"/>
                  </a:cubicBezTo>
                  <a:lnTo>
                    <a:pt x="11657" y="12035"/>
                  </a:lnTo>
                  <a:cubicBezTo>
                    <a:pt x="11846" y="12035"/>
                    <a:pt x="12004" y="11878"/>
                    <a:pt x="12004" y="11657"/>
                  </a:cubicBezTo>
                  <a:lnTo>
                    <a:pt x="12004" y="10239"/>
                  </a:lnTo>
                  <a:cubicBezTo>
                    <a:pt x="12004" y="10050"/>
                    <a:pt x="11846" y="9893"/>
                    <a:pt x="11657" y="9893"/>
                  </a:cubicBezTo>
                  <a:lnTo>
                    <a:pt x="11310" y="9893"/>
                  </a:lnTo>
                  <a:lnTo>
                    <a:pt x="11310" y="2143"/>
                  </a:lnTo>
                  <a:lnTo>
                    <a:pt x="11657" y="2143"/>
                  </a:lnTo>
                  <a:cubicBezTo>
                    <a:pt x="11846" y="2143"/>
                    <a:pt x="12004" y="1985"/>
                    <a:pt x="12004" y="1796"/>
                  </a:cubicBezTo>
                  <a:lnTo>
                    <a:pt x="12004" y="378"/>
                  </a:lnTo>
                  <a:cubicBezTo>
                    <a:pt x="12004" y="189"/>
                    <a:pt x="11846" y="0"/>
                    <a:pt x="11657" y="0"/>
                  </a:cubicBezTo>
                  <a:lnTo>
                    <a:pt x="10239" y="0"/>
                  </a:lnTo>
                  <a:cubicBezTo>
                    <a:pt x="10050" y="0"/>
                    <a:pt x="9893" y="189"/>
                    <a:pt x="9893" y="378"/>
                  </a:cubicBezTo>
                  <a:lnTo>
                    <a:pt x="9893" y="725"/>
                  </a:lnTo>
                  <a:lnTo>
                    <a:pt x="2111" y="725"/>
                  </a:lnTo>
                  <a:lnTo>
                    <a:pt x="2111" y="378"/>
                  </a:lnTo>
                  <a:cubicBezTo>
                    <a:pt x="2111" y="189"/>
                    <a:pt x="1954"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6" name="Google Shape;16396;p85"/>
            <p:cNvSpPr/>
            <p:nvPr/>
          </p:nvSpPr>
          <p:spPr>
            <a:xfrm>
              <a:off x="-48509525" y="2097050"/>
              <a:ext cx="52800" cy="52775"/>
            </a:xfrm>
            <a:custGeom>
              <a:avLst/>
              <a:gdLst/>
              <a:ahLst/>
              <a:cxnLst/>
              <a:rect l="l" t="t" r="r" b="b"/>
              <a:pathLst>
                <a:path w="2112" h="2111" extrusionOk="0">
                  <a:moveTo>
                    <a:pt x="1041" y="725"/>
                  </a:moveTo>
                  <a:cubicBezTo>
                    <a:pt x="1230" y="725"/>
                    <a:pt x="1387" y="882"/>
                    <a:pt x="1387" y="1071"/>
                  </a:cubicBezTo>
                  <a:cubicBezTo>
                    <a:pt x="1387" y="1260"/>
                    <a:pt x="1230" y="1418"/>
                    <a:pt x="1041" y="1418"/>
                  </a:cubicBezTo>
                  <a:cubicBezTo>
                    <a:pt x="852" y="1418"/>
                    <a:pt x="694" y="1260"/>
                    <a:pt x="694" y="1071"/>
                  </a:cubicBezTo>
                  <a:cubicBezTo>
                    <a:pt x="694" y="882"/>
                    <a:pt x="852" y="725"/>
                    <a:pt x="1041" y="725"/>
                  </a:cubicBezTo>
                  <a:close/>
                  <a:moveTo>
                    <a:pt x="1041" y="0"/>
                  </a:moveTo>
                  <a:cubicBezTo>
                    <a:pt x="442" y="0"/>
                    <a:pt x="1" y="473"/>
                    <a:pt x="1" y="1071"/>
                  </a:cubicBezTo>
                  <a:cubicBezTo>
                    <a:pt x="1" y="1670"/>
                    <a:pt x="442" y="2111"/>
                    <a:pt x="1041" y="2111"/>
                  </a:cubicBezTo>
                  <a:cubicBezTo>
                    <a:pt x="1639" y="2111"/>
                    <a:pt x="2112" y="1670"/>
                    <a:pt x="2112" y="1071"/>
                  </a:cubicBezTo>
                  <a:cubicBezTo>
                    <a:pt x="2112" y="473"/>
                    <a:pt x="1639"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97" name="Google Shape;16397;p85"/>
          <p:cNvGrpSpPr/>
          <p:nvPr/>
        </p:nvGrpSpPr>
        <p:grpSpPr>
          <a:xfrm>
            <a:off x="4093999" y="2690124"/>
            <a:ext cx="478872" cy="481339"/>
            <a:chOff x="-48634750" y="2342000"/>
            <a:chExt cx="300900" cy="302450"/>
          </a:xfrm>
        </p:grpSpPr>
        <p:sp>
          <p:nvSpPr>
            <p:cNvPr id="16398" name="Google Shape;16398;p85"/>
            <p:cNvSpPr/>
            <p:nvPr/>
          </p:nvSpPr>
          <p:spPr>
            <a:xfrm>
              <a:off x="-48545750" y="2342000"/>
              <a:ext cx="211900" cy="300875"/>
            </a:xfrm>
            <a:custGeom>
              <a:avLst/>
              <a:gdLst/>
              <a:ahLst/>
              <a:cxnLst/>
              <a:rect l="l" t="t" r="r" b="b"/>
              <a:pathLst>
                <a:path w="8476" h="12035" extrusionOk="0">
                  <a:moveTo>
                    <a:pt x="6711" y="725"/>
                  </a:moveTo>
                  <a:cubicBezTo>
                    <a:pt x="7310" y="725"/>
                    <a:pt x="7782" y="1197"/>
                    <a:pt x="7782" y="1764"/>
                  </a:cubicBezTo>
                  <a:lnTo>
                    <a:pt x="7782" y="10239"/>
                  </a:lnTo>
                  <a:cubicBezTo>
                    <a:pt x="7782" y="10838"/>
                    <a:pt x="7310" y="11310"/>
                    <a:pt x="6711" y="11310"/>
                  </a:cubicBezTo>
                  <a:lnTo>
                    <a:pt x="1797" y="11310"/>
                  </a:lnTo>
                  <a:cubicBezTo>
                    <a:pt x="1198" y="11310"/>
                    <a:pt x="725" y="10838"/>
                    <a:pt x="725" y="10239"/>
                  </a:cubicBezTo>
                  <a:lnTo>
                    <a:pt x="725" y="1764"/>
                  </a:lnTo>
                  <a:cubicBezTo>
                    <a:pt x="725" y="1197"/>
                    <a:pt x="1198" y="725"/>
                    <a:pt x="1797" y="725"/>
                  </a:cubicBezTo>
                  <a:close/>
                  <a:moveTo>
                    <a:pt x="1797" y="0"/>
                  </a:moveTo>
                  <a:cubicBezTo>
                    <a:pt x="788" y="0"/>
                    <a:pt x="1" y="788"/>
                    <a:pt x="1" y="1764"/>
                  </a:cubicBezTo>
                  <a:lnTo>
                    <a:pt x="1" y="10239"/>
                  </a:lnTo>
                  <a:cubicBezTo>
                    <a:pt x="1" y="11247"/>
                    <a:pt x="788" y="12035"/>
                    <a:pt x="1797" y="12035"/>
                  </a:cubicBezTo>
                  <a:lnTo>
                    <a:pt x="6711" y="12035"/>
                  </a:lnTo>
                  <a:cubicBezTo>
                    <a:pt x="7688" y="12035"/>
                    <a:pt x="8476" y="11247"/>
                    <a:pt x="8476" y="10239"/>
                  </a:cubicBezTo>
                  <a:lnTo>
                    <a:pt x="8476" y="1764"/>
                  </a:lnTo>
                  <a:cubicBezTo>
                    <a:pt x="8476" y="788"/>
                    <a:pt x="7688" y="0"/>
                    <a:pt x="67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9" name="Google Shape;16399;p85"/>
            <p:cNvSpPr/>
            <p:nvPr/>
          </p:nvSpPr>
          <p:spPr>
            <a:xfrm>
              <a:off x="-48509525" y="2395550"/>
              <a:ext cx="52800" cy="52800"/>
            </a:xfrm>
            <a:custGeom>
              <a:avLst/>
              <a:gdLst/>
              <a:ahLst/>
              <a:cxnLst/>
              <a:rect l="l" t="t" r="r" b="b"/>
              <a:pathLst>
                <a:path w="2112" h="2112" extrusionOk="0">
                  <a:moveTo>
                    <a:pt x="1041" y="694"/>
                  </a:moveTo>
                  <a:cubicBezTo>
                    <a:pt x="1230" y="694"/>
                    <a:pt x="1387" y="851"/>
                    <a:pt x="1387" y="1040"/>
                  </a:cubicBezTo>
                  <a:cubicBezTo>
                    <a:pt x="1387" y="1261"/>
                    <a:pt x="1230" y="1418"/>
                    <a:pt x="1041" y="1418"/>
                  </a:cubicBezTo>
                  <a:cubicBezTo>
                    <a:pt x="852" y="1418"/>
                    <a:pt x="694" y="1261"/>
                    <a:pt x="694" y="1040"/>
                  </a:cubicBezTo>
                  <a:cubicBezTo>
                    <a:pt x="694" y="851"/>
                    <a:pt x="852" y="694"/>
                    <a:pt x="1041" y="694"/>
                  </a:cubicBezTo>
                  <a:close/>
                  <a:moveTo>
                    <a:pt x="1041" y="0"/>
                  </a:moveTo>
                  <a:cubicBezTo>
                    <a:pt x="442" y="0"/>
                    <a:pt x="1" y="473"/>
                    <a:pt x="1" y="1040"/>
                  </a:cubicBezTo>
                  <a:cubicBezTo>
                    <a:pt x="1" y="1639"/>
                    <a:pt x="442" y="2111"/>
                    <a:pt x="1041" y="2111"/>
                  </a:cubicBezTo>
                  <a:cubicBezTo>
                    <a:pt x="1639" y="2111"/>
                    <a:pt x="2112" y="1639"/>
                    <a:pt x="2112" y="1040"/>
                  </a:cubicBezTo>
                  <a:cubicBezTo>
                    <a:pt x="2112" y="473"/>
                    <a:pt x="1639"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0" name="Google Shape;16400;p85"/>
            <p:cNvSpPr/>
            <p:nvPr/>
          </p:nvSpPr>
          <p:spPr>
            <a:xfrm>
              <a:off x="-48509525" y="2466425"/>
              <a:ext cx="52800" cy="52800"/>
            </a:xfrm>
            <a:custGeom>
              <a:avLst/>
              <a:gdLst/>
              <a:ahLst/>
              <a:cxnLst/>
              <a:rect l="l" t="t" r="r" b="b"/>
              <a:pathLst>
                <a:path w="2112" h="2112" extrusionOk="0">
                  <a:moveTo>
                    <a:pt x="1041" y="694"/>
                  </a:moveTo>
                  <a:cubicBezTo>
                    <a:pt x="1230" y="694"/>
                    <a:pt x="1387" y="851"/>
                    <a:pt x="1387" y="1072"/>
                  </a:cubicBezTo>
                  <a:cubicBezTo>
                    <a:pt x="1387" y="1261"/>
                    <a:pt x="1230" y="1419"/>
                    <a:pt x="1041" y="1419"/>
                  </a:cubicBezTo>
                  <a:cubicBezTo>
                    <a:pt x="852" y="1419"/>
                    <a:pt x="694" y="1261"/>
                    <a:pt x="694" y="1072"/>
                  </a:cubicBezTo>
                  <a:cubicBezTo>
                    <a:pt x="694" y="851"/>
                    <a:pt x="852" y="694"/>
                    <a:pt x="1041" y="694"/>
                  </a:cubicBezTo>
                  <a:close/>
                  <a:moveTo>
                    <a:pt x="1041" y="1"/>
                  </a:moveTo>
                  <a:cubicBezTo>
                    <a:pt x="442" y="1"/>
                    <a:pt x="1" y="473"/>
                    <a:pt x="1" y="1072"/>
                  </a:cubicBezTo>
                  <a:cubicBezTo>
                    <a:pt x="1" y="1639"/>
                    <a:pt x="442" y="2112"/>
                    <a:pt x="1041" y="2112"/>
                  </a:cubicBezTo>
                  <a:cubicBezTo>
                    <a:pt x="1639" y="2112"/>
                    <a:pt x="2112" y="1639"/>
                    <a:pt x="2112" y="1072"/>
                  </a:cubicBezTo>
                  <a:cubicBezTo>
                    <a:pt x="2112" y="473"/>
                    <a:pt x="1639"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1" name="Google Shape;16401;p85"/>
            <p:cNvSpPr/>
            <p:nvPr/>
          </p:nvSpPr>
          <p:spPr>
            <a:xfrm>
              <a:off x="-48509525" y="2537325"/>
              <a:ext cx="52800" cy="52800"/>
            </a:xfrm>
            <a:custGeom>
              <a:avLst/>
              <a:gdLst/>
              <a:ahLst/>
              <a:cxnLst/>
              <a:rect l="l" t="t" r="r" b="b"/>
              <a:pathLst>
                <a:path w="2112" h="2112" extrusionOk="0">
                  <a:moveTo>
                    <a:pt x="1041" y="693"/>
                  </a:moveTo>
                  <a:cubicBezTo>
                    <a:pt x="1230" y="693"/>
                    <a:pt x="1387" y="851"/>
                    <a:pt x="1387" y="1071"/>
                  </a:cubicBezTo>
                  <a:cubicBezTo>
                    <a:pt x="1387" y="1260"/>
                    <a:pt x="1230" y="1418"/>
                    <a:pt x="1041" y="1418"/>
                  </a:cubicBezTo>
                  <a:cubicBezTo>
                    <a:pt x="852" y="1418"/>
                    <a:pt x="694" y="1260"/>
                    <a:pt x="694" y="1071"/>
                  </a:cubicBezTo>
                  <a:cubicBezTo>
                    <a:pt x="694" y="851"/>
                    <a:pt x="852" y="693"/>
                    <a:pt x="1041" y="693"/>
                  </a:cubicBezTo>
                  <a:close/>
                  <a:moveTo>
                    <a:pt x="1041" y="0"/>
                  </a:moveTo>
                  <a:cubicBezTo>
                    <a:pt x="442" y="0"/>
                    <a:pt x="1" y="473"/>
                    <a:pt x="1" y="1071"/>
                  </a:cubicBezTo>
                  <a:cubicBezTo>
                    <a:pt x="1" y="1639"/>
                    <a:pt x="442" y="2111"/>
                    <a:pt x="1041" y="2111"/>
                  </a:cubicBezTo>
                  <a:cubicBezTo>
                    <a:pt x="1639" y="2111"/>
                    <a:pt x="2112" y="1639"/>
                    <a:pt x="2112" y="1071"/>
                  </a:cubicBezTo>
                  <a:cubicBezTo>
                    <a:pt x="2112" y="473"/>
                    <a:pt x="1639"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2" name="Google Shape;16402;p85"/>
            <p:cNvSpPr/>
            <p:nvPr/>
          </p:nvSpPr>
          <p:spPr>
            <a:xfrm>
              <a:off x="-48421300" y="2395550"/>
              <a:ext cx="52800" cy="52800"/>
            </a:xfrm>
            <a:custGeom>
              <a:avLst/>
              <a:gdLst/>
              <a:ahLst/>
              <a:cxnLst/>
              <a:rect l="l" t="t" r="r" b="b"/>
              <a:pathLst>
                <a:path w="2112" h="2112" extrusionOk="0">
                  <a:moveTo>
                    <a:pt x="1072" y="694"/>
                  </a:moveTo>
                  <a:cubicBezTo>
                    <a:pt x="1261" y="694"/>
                    <a:pt x="1418" y="851"/>
                    <a:pt x="1418" y="1040"/>
                  </a:cubicBezTo>
                  <a:cubicBezTo>
                    <a:pt x="1387" y="1261"/>
                    <a:pt x="1229" y="1418"/>
                    <a:pt x="1072" y="1418"/>
                  </a:cubicBezTo>
                  <a:cubicBezTo>
                    <a:pt x="851" y="1418"/>
                    <a:pt x="725" y="1261"/>
                    <a:pt x="725" y="1040"/>
                  </a:cubicBezTo>
                  <a:cubicBezTo>
                    <a:pt x="725" y="851"/>
                    <a:pt x="851" y="694"/>
                    <a:pt x="1072" y="694"/>
                  </a:cubicBezTo>
                  <a:close/>
                  <a:moveTo>
                    <a:pt x="1072" y="0"/>
                  </a:moveTo>
                  <a:cubicBezTo>
                    <a:pt x="473" y="0"/>
                    <a:pt x="1" y="473"/>
                    <a:pt x="1" y="1040"/>
                  </a:cubicBezTo>
                  <a:cubicBezTo>
                    <a:pt x="1" y="1639"/>
                    <a:pt x="473" y="2111"/>
                    <a:pt x="1072" y="2111"/>
                  </a:cubicBezTo>
                  <a:cubicBezTo>
                    <a:pt x="1639" y="2111"/>
                    <a:pt x="2111" y="1639"/>
                    <a:pt x="2111" y="1040"/>
                  </a:cubicBezTo>
                  <a:cubicBezTo>
                    <a:pt x="2080" y="473"/>
                    <a:pt x="1607"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3" name="Google Shape;16403;p85"/>
            <p:cNvSpPr/>
            <p:nvPr/>
          </p:nvSpPr>
          <p:spPr>
            <a:xfrm>
              <a:off x="-48421300" y="2466425"/>
              <a:ext cx="52800" cy="52800"/>
            </a:xfrm>
            <a:custGeom>
              <a:avLst/>
              <a:gdLst/>
              <a:ahLst/>
              <a:cxnLst/>
              <a:rect l="l" t="t" r="r" b="b"/>
              <a:pathLst>
                <a:path w="2112" h="2112" extrusionOk="0">
                  <a:moveTo>
                    <a:pt x="1072" y="694"/>
                  </a:moveTo>
                  <a:cubicBezTo>
                    <a:pt x="1261" y="694"/>
                    <a:pt x="1418" y="851"/>
                    <a:pt x="1418" y="1072"/>
                  </a:cubicBezTo>
                  <a:cubicBezTo>
                    <a:pt x="1387" y="1261"/>
                    <a:pt x="1229" y="1419"/>
                    <a:pt x="1072" y="1419"/>
                  </a:cubicBezTo>
                  <a:cubicBezTo>
                    <a:pt x="851" y="1419"/>
                    <a:pt x="725" y="1261"/>
                    <a:pt x="725" y="1072"/>
                  </a:cubicBezTo>
                  <a:cubicBezTo>
                    <a:pt x="725" y="851"/>
                    <a:pt x="851" y="694"/>
                    <a:pt x="1072" y="694"/>
                  </a:cubicBezTo>
                  <a:close/>
                  <a:moveTo>
                    <a:pt x="1072" y="1"/>
                  </a:moveTo>
                  <a:cubicBezTo>
                    <a:pt x="473" y="1"/>
                    <a:pt x="1" y="473"/>
                    <a:pt x="1" y="1072"/>
                  </a:cubicBezTo>
                  <a:cubicBezTo>
                    <a:pt x="1" y="1639"/>
                    <a:pt x="473" y="2112"/>
                    <a:pt x="1072" y="2112"/>
                  </a:cubicBezTo>
                  <a:cubicBezTo>
                    <a:pt x="1639" y="2112"/>
                    <a:pt x="2111" y="1639"/>
                    <a:pt x="2111" y="1072"/>
                  </a:cubicBezTo>
                  <a:cubicBezTo>
                    <a:pt x="2080" y="473"/>
                    <a:pt x="1607"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4" name="Google Shape;16404;p85"/>
            <p:cNvSpPr/>
            <p:nvPr/>
          </p:nvSpPr>
          <p:spPr>
            <a:xfrm>
              <a:off x="-48421300" y="2537325"/>
              <a:ext cx="52800" cy="52800"/>
            </a:xfrm>
            <a:custGeom>
              <a:avLst/>
              <a:gdLst/>
              <a:ahLst/>
              <a:cxnLst/>
              <a:rect l="l" t="t" r="r" b="b"/>
              <a:pathLst>
                <a:path w="2112" h="2112" extrusionOk="0">
                  <a:moveTo>
                    <a:pt x="1072" y="693"/>
                  </a:moveTo>
                  <a:cubicBezTo>
                    <a:pt x="1261" y="693"/>
                    <a:pt x="1418" y="851"/>
                    <a:pt x="1418" y="1071"/>
                  </a:cubicBezTo>
                  <a:cubicBezTo>
                    <a:pt x="1418" y="1260"/>
                    <a:pt x="1229" y="1418"/>
                    <a:pt x="1072" y="1418"/>
                  </a:cubicBezTo>
                  <a:cubicBezTo>
                    <a:pt x="851" y="1418"/>
                    <a:pt x="725" y="1260"/>
                    <a:pt x="725" y="1071"/>
                  </a:cubicBezTo>
                  <a:cubicBezTo>
                    <a:pt x="725" y="851"/>
                    <a:pt x="851" y="693"/>
                    <a:pt x="1072" y="693"/>
                  </a:cubicBezTo>
                  <a:close/>
                  <a:moveTo>
                    <a:pt x="1072" y="0"/>
                  </a:moveTo>
                  <a:cubicBezTo>
                    <a:pt x="473" y="0"/>
                    <a:pt x="1" y="473"/>
                    <a:pt x="1" y="1071"/>
                  </a:cubicBezTo>
                  <a:cubicBezTo>
                    <a:pt x="1" y="1639"/>
                    <a:pt x="473" y="2111"/>
                    <a:pt x="1072" y="2111"/>
                  </a:cubicBezTo>
                  <a:cubicBezTo>
                    <a:pt x="1639" y="2111"/>
                    <a:pt x="2111" y="1639"/>
                    <a:pt x="2111" y="1071"/>
                  </a:cubicBezTo>
                  <a:cubicBezTo>
                    <a:pt x="2080" y="473"/>
                    <a:pt x="1607"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5" name="Google Shape;16405;p85"/>
            <p:cNvSpPr/>
            <p:nvPr/>
          </p:nvSpPr>
          <p:spPr>
            <a:xfrm>
              <a:off x="-48634750" y="2342775"/>
              <a:ext cx="71700" cy="301675"/>
            </a:xfrm>
            <a:custGeom>
              <a:avLst/>
              <a:gdLst/>
              <a:ahLst/>
              <a:cxnLst/>
              <a:rect l="l" t="t" r="r" b="b"/>
              <a:pathLst>
                <a:path w="2868" h="12067" extrusionOk="0">
                  <a:moveTo>
                    <a:pt x="1891" y="725"/>
                  </a:moveTo>
                  <a:lnTo>
                    <a:pt x="1891" y="725"/>
                  </a:lnTo>
                  <a:cubicBezTo>
                    <a:pt x="1828" y="851"/>
                    <a:pt x="1796" y="946"/>
                    <a:pt x="1796" y="1072"/>
                  </a:cubicBezTo>
                  <a:cubicBezTo>
                    <a:pt x="1765" y="1450"/>
                    <a:pt x="1859" y="1796"/>
                    <a:pt x="2112" y="2143"/>
                  </a:cubicBezTo>
                  <a:cubicBezTo>
                    <a:pt x="2175" y="2174"/>
                    <a:pt x="2206" y="2269"/>
                    <a:pt x="2175" y="2332"/>
                  </a:cubicBezTo>
                  <a:cubicBezTo>
                    <a:pt x="2049" y="2616"/>
                    <a:pt x="1796" y="2805"/>
                    <a:pt x="1481" y="2805"/>
                  </a:cubicBezTo>
                  <a:cubicBezTo>
                    <a:pt x="1103" y="2805"/>
                    <a:pt x="788" y="2489"/>
                    <a:pt x="788" y="2111"/>
                  </a:cubicBezTo>
                  <a:cubicBezTo>
                    <a:pt x="725" y="1702"/>
                    <a:pt x="883" y="1355"/>
                    <a:pt x="1166" y="1135"/>
                  </a:cubicBezTo>
                  <a:cubicBezTo>
                    <a:pt x="1418" y="883"/>
                    <a:pt x="1607" y="788"/>
                    <a:pt x="1891" y="725"/>
                  </a:cubicBezTo>
                  <a:close/>
                  <a:moveTo>
                    <a:pt x="1481" y="3529"/>
                  </a:moveTo>
                  <a:cubicBezTo>
                    <a:pt x="1733" y="3750"/>
                    <a:pt x="1891" y="4600"/>
                    <a:pt x="1954" y="4947"/>
                  </a:cubicBezTo>
                  <a:lnTo>
                    <a:pt x="977" y="4947"/>
                  </a:lnTo>
                  <a:cubicBezTo>
                    <a:pt x="1040" y="4600"/>
                    <a:pt x="1198" y="3750"/>
                    <a:pt x="1481" y="3529"/>
                  </a:cubicBezTo>
                  <a:close/>
                  <a:moveTo>
                    <a:pt x="2049" y="5608"/>
                  </a:moveTo>
                  <a:cubicBezTo>
                    <a:pt x="2112" y="6176"/>
                    <a:pt x="2112" y="6743"/>
                    <a:pt x="2112" y="7373"/>
                  </a:cubicBezTo>
                  <a:cubicBezTo>
                    <a:pt x="2143" y="9421"/>
                    <a:pt x="1796" y="10933"/>
                    <a:pt x="1450" y="11279"/>
                  </a:cubicBezTo>
                  <a:cubicBezTo>
                    <a:pt x="1387" y="11216"/>
                    <a:pt x="1166" y="10964"/>
                    <a:pt x="1009" y="10145"/>
                  </a:cubicBezTo>
                  <a:cubicBezTo>
                    <a:pt x="851" y="9389"/>
                    <a:pt x="725" y="8412"/>
                    <a:pt x="725" y="7373"/>
                  </a:cubicBezTo>
                  <a:cubicBezTo>
                    <a:pt x="725" y="6743"/>
                    <a:pt x="788" y="6176"/>
                    <a:pt x="820" y="5608"/>
                  </a:cubicBezTo>
                  <a:close/>
                  <a:moveTo>
                    <a:pt x="2458" y="1"/>
                  </a:moveTo>
                  <a:cubicBezTo>
                    <a:pt x="1765" y="1"/>
                    <a:pt x="1198" y="64"/>
                    <a:pt x="631" y="631"/>
                  </a:cubicBezTo>
                  <a:cubicBezTo>
                    <a:pt x="221" y="1040"/>
                    <a:pt x="1" y="1576"/>
                    <a:pt x="1" y="2143"/>
                  </a:cubicBezTo>
                  <a:cubicBezTo>
                    <a:pt x="1" y="2647"/>
                    <a:pt x="253" y="3120"/>
                    <a:pt x="694" y="3372"/>
                  </a:cubicBezTo>
                  <a:cubicBezTo>
                    <a:pt x="158" y="4317"/>
                    <a:pt x="1" y="6333"/>
                    <a:pt x="1" y="7467"/>
                  </a:cubicBezTo>
                  <a:cubicBezTo>
                    <a:pt x="1" y="8570"/>
                    <a:pt x="95" y="10586"/>
                    <a:pt x="694" y="11563"/>
                  </a:cubicBezTo>
                  <a:cubicBezTo>
                    <a:pt x="883" y="11909"/>
                    <a:pt x="1135" y="12067"/>
                    <a:pt x="1418" y="12067"/>
                  </a:cubicBezTo>
                  <a:cubicBezTo>
                    <a:pt x="1670" y="12067"/>
                    <a:pt x="1923" y="11909"/>
                    <a:pt x="2112" y="11563"/>
                  </a:cubicBezTo>
                  <a:cubicBezTo>
                    <a:pt x="2679" y="10618"/>
                    <a:pt x="2836" y="8601"/>
                    <a:pt x="2836" y="7467"/>
                  </a:cubicBezTo>
                  <a:cubicBezTo>
                    <a:pt x="2868" y="6270"/>
                    <a:pt x="2742" y="4285"/>
                    <a:pt x="2143" y="3309"/>
                  </a:cubicBezTo>
                  <a:cubicBezTo>
                    <a:pt x="2427" y="3151"/>
                    <a:pt x="2679" y="2899"/>
                    <a:pt x="2742" y="2584"/>
                  </a:cubicBezTo>
                  <a:cubicBezTo>
                    <a:pt x="2868" y="2269"/>
                    <a:pt x="2773" y="1954"/>
                    <a:pt x="2584" y="1702"/>
                  </a:cubicBezTo>
                  <a:cubicBezTo>
                    <a:pt x="2395" y="1481"/>
                    <a:pt x="2269" y="1166"/>
                    <a:pt x="2742" y="568"/>
                  </a:cubicBezTo>
                  <a:cubicBezTo>
                    <a:pt x="2836" y="442"/>
                    <a:pt x="2868" y="347"/>
                    <a:pt x="2773" y="221"/>
                  </a:cubicBezTo>
                  <a:cubicBezTo>
                    <a:pt x="2742" y="95"/>
                    <a:pt x="2584" y="1"/>
                    <a:pt x="24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06" name="Google Shape;16406;p85"/>
          <p:cNvGrpSpPr/>
          <p:nvPr/>
        </p:nvGrpSpPr>
        <p:grpSpPr>
          <a:xfrm>
            <a:off x="4095252" y="3287970"/>
            <a:ext cx="476365" cy="476365"/>
            <a:chOff x="-48633175" y="2711375"/>
            <a:chExt cx="299325" cy="299325"/>
          </a:xfrm>
        </p:grpSpPr>
        <p:sp>
          <p:nvSpPr>
            <p:cNvPr id="16407" name="Google Shape;16407;p85"/>
            <p:cNvSpPr/>
            <p:nvPr/>
          </p:nvSpPr>
          <p:spPr>
            <a:xfrm>
              <a:off x="-48633175" y="2711375"/>
              <a:ext cx="299325" cy="299325"/>
            </a:xfrm>
            <a:custGeom>
              <a:avLst/>
              <a:gdLst/>
              <a:ahLst/>
              <a:cxnLst/>
              <a:rect l="l" t="t" r="r" b="b"/>
              <a:pathLst>
                <a:path w="11973" h="11973" extrusionOk="0">
                  <a:moveTo>
                    <a:pt x="6459" y="662"/>
                  </a:moveTo>
                  <a:lnTo>
                    <a:pt x="6774" y="1356"/>
                  </a:lnTo>
                  <a:cubicBezTo>
                    <a:pt x="6837" y="1419"/>
                    <a:pt x="6900" y="1513"/>
                    <a:pt x="7026" y="1545"/>
                  </a:cubicBezTo>
                  <a:cubicBezTo>
                    <a:pt x="7499" y="1671"/>
                    <a:pt x="7971" y="1860"/>
                    <a:pt x="8413" y="2080"/>
                  </a:cubicBezTo>
                  <a:cubicBezTo>
                    <a:pt x="8459" y="2126"/>
                    <a:pt x="8539" y="2156"/>
                    <a:pt x="8627" y="2156"/>
                  </a:cubicBezTo>
                  <a:cubicBezTo>
                    <a:pt x="8660" y="2156"/>
                    <a:pt x="8694" y="2152"/>
                    <a:pt x="8728" y="2143"/>
                  </a:cubicBezTo>
                  <a:lnTo>
                    <a:pt x="9389" y="1891"/>
                  </a:lnTo>
                  <a:lnTo>
                    <a:pt x="10051" y="2553"/>
                  </a:lnTo>
                  <a:lnTo>
                    <a:pt x="9799" y="3214"/>
                  </a:lnTo>
                  <a:cubicBezTo>
                    <a:pt x="9767" y="3340"/>
                    <a:pt x="9767" y="3435"/>
                    <a:pt x="9862" y="3561"/>
                  </a:cubicBezTo>
                  <a:cubicBezTo>
                    <a:pt x="10114" y="3970"/>
                    <a:pt x="10334" y="4412"/>
                    <a:pt x="10397" y="4916"/>
                  </a:cubicBezTo>
                  <a:cubicBezTo>
                    <a:pt x="10460" y="5042"/>
                    <a:pt x="10492" y="5136"/>
                    <a:pt x="10586" y="5168"/>
                  </a:cubicBezTo>
                  <a:lnTo>
                    <a:pt x="11279" y="5483"/>
                  </a:lnTo>
                  <a:lnTo>
                    <a:pt x="11279" y="6459"/>
                  </a:lnTo>
                  <a:lnTo>
                    <a:pt x="10586" y="6774"/>
                  </a:lnTo>
                  <a:cubicBezTo>
                    <a:pt x="10523" y="6806"/>
                    <a:pt x="10460" y="6900"/>
                    <a:pt x="10397" y="7026"/>
                  </a:cubicBezTo>
                  <a:cubicBezTo>
                    <a:pt x="10271" y="7499"/>
                    <a:pt x="10082" y="7972"/>
                    <a:pt x="9862" y="8381"/>
                  </a:cubicBezTo>
                  <a:cubicBezTo>
                    <a:pt x="9799" y="8476"/>
                    <a:pt x="9767" y="8602"/>
                    <a:pt x="9799" y="8696"/>
                  </a:cubicBezTo>
                  <a:lnTo>
                    <a:pt x="10051" y="9389"/>
                  </a:lnTo>
                  <a:lnTo>
                    <a:pt x="9389" y="10051"/>
                  </a:lnTo>
                  <a:lnTo>
                    <a:pt x="8728" y="9799"/>
                  </a:lnTo>
                  <a:cubicBezTo>
                    <a:pt x="8681" y="9787"/>
                    <a:pt x="8640" y="9780"/>
                    <a:pt x="8600" y="9780"/>
                  </a:cubicBezTo>
                  <a:cubicBezTo>
                    <a:pt x="8532" y="9780"/>
                    <a:pt x="8472" y="9802"/>
                    <a:pt x="8413" y="9862"/>
                  </a:cubicBezTo>
                  <a:cubicBezTo>
                    <a:pt x="7971" y="10114"/>
                    <a:pt x="7530" y="10303"/>
                    <a:pt x="7026" y="10397"/>
                  </a:cubicBezTo>
                  <a:cubicBezTo>
                    <a:pt x="6900" y="10429"/>
                    <a:pt x="6837" y="10492"/>
                    <a:pt x="6774" y="10586"/>
                  </a:cubicBezTo>
                  <a:lnTo>
                    <a:pt x="6459" y="11280"/>
                  </a:lnTo>
                  <a:lnTo>
                    <a:pt x="5483" y="11280"/>
                  </a:lnTo>
                  <a:lnTo>
                    <a:pt x="5168" y="10586"/>
                  </a:lnTo>
                  <a:cubicBezTo>
                    <a:pt x="5136" y="10523"/>
                    <a:pt x="5042" y="10429"/>
                    <a:pt x="4915" y="10397"/>
                  </a:cubicBezTo>
                  <a:cubicBezTo>
                    <a:pt x="4443" y="10271"/>
                    <a:pt x="3970" y="10082"/>
                    <a:pt x="3561" y="9862"/>
                  </a:cubicBezTo>
                  <a:cubicBezTo>
                    <a:pt x="3492" y="9816"/>
                    <a:pt x="3406" y="9786"/>
                    <a:pt x="3327" y="9786"/>
                  </a:cubicBezTo>
                  <a:cubicBezTo>
                    <a:pt x="3299" y="9786"/>
                    <a:pt x="3271" y="9790"/>
                    <a:pt x="3246" y="9799"/>
                  </a:cubicBezTo>
                  <a:lnTo>
                    <a:pt x="2553" y="10051"/>
                  </a:lnTo>
                  <a:lnTo>
                    <a:pt x="1891" y="9389"/>
                  </a:lnTo>
                  <a:lnTo>
                    <a:pt x="2143" y="8696"/>
                  </a:lnTo>
                  <a:cubicBezTo>
                    <a:pt x="2175" y="8602"/>
                    <a:pt x="2175" y="8507"/>
                    <a:pt x="2080" y="8381"/>
                  </a:cubicBezTo>
                  <a:cubicBezTo>
                    <a:pt x="1828" y="7972"/>
                    <a:pt x="1607" y="7531"/>
                    <a:pt x="1544" y="7026"/>
                  </a:cubicBezTo>
                  <a:cubicBezTo>
                    <a:pt x="1513" y="6900"/>
                    <a:pt x="1450" y="6806"/>
                    <a:pt x="1355" y="6774"/>
                  </a:cubicBezTo>
                  <a:lnTo>
                    <a:pt x="662" y="6459"/>
                  </a:lnTo>
                  <a:lnTo>
                    <a:pt x="662" y="5483"/>
                  </a:lnTo>
                  <a:lnTo>
                    <a:pt x="1355" y="5168"/>
                  </a:lnTo>
                  <a:cubicBezTo>
                    <a:pt x="1418" y="5136"/>
                    <a:pt x="1513" y="5042"/>
                    <a:pt x="1544" y="4916"/>
                  </a:cubicBezTo>
                  <a:cubicBezTo>
                    <a:pt x="1670" y="4443"/>
                    <a:pt x="1860" y="3970"/>
                    <a:pt x="2080" y="3561"/>
                  </a:cubicBezTo>
                  <a:cubicBezTo>
                    <a:pt x="2143" y="3466"/>
                    <a:pt x="2175" y="3340"/>
                    <a:pt x="2143" y="3214"/>
                  </a:cubicBezTo>
                  <a:lnTo>
                    <a:pt x="1891" y="2553"/>
                  </a:lnTo>
                  <a:lnTo>
                    <a:pt x="2553" y="1891"/>
                  </a:lnTo>
                  <a:lnTo>
                    <a:pt x="3246" y="2143"/>
                  </a:lnTo>
                  <a:cubicBezTo>
                    <a:pt x="3280" y="2155"/>
                    <a:pt x="3315" y="2162"/>
                    <a:pt x="3351" y="2162"/>
                  </a:cubicBezTo>
                  <a:cubicBezTo>
                    <a:pt x="3414" y="2162"/>
                    <a:pt x="3481" y="2140"/>
                    <a:pt x="3561" y="2080"/>
                  </a:cubicBezTo>
                  <a:cubicBezTo>
                    <a:pt x="3970" y="1828"/>
                    <a:pt x="4411" y="1608"/>
                    <a:pt x="4915" y="1545"/>
                  </a:cubicBezTo>
                  <a:cubicBezTo>
                    <a:pt x="5042" y="1513"/>
                    <a:pt x="5136" y="1450"/>
                    <a:pt x="5168" y="1356"/>
                  </a:cubicBezTo>
                  <a:lnTo>
                    <a:pt x="5483" y="662"/>
                  </a:lnTo>
                  <a:close/>
                  <a:moveTo>
                    <a:pt x="5294" y="1"/>
                  </a:moveTo>
                  <a:cubicBezTo>
                    <a:pt x="5168" y="1"/>
                    <a:pt x="5010" y="64"/>
                    <a:pt x="4978" y="190"/>
                  </a:cubicBezTo>
                  <a:lnTo>
                    <a:pt x="4632" y="915"/>
                  </a:lnTo>
                  <a:cubicBezTo>
                    <a:pt x="4191" y="1041"/>
                    <a:pt x="3750" y="1198"/>
                    <a:pt x="3372" y="1419"/>
                  </a:cubicBezTo>
                  <a:lnTo>
                    <a:pt x="2616" y="1198"/>
                  </a:lnTo>
                  <a:cubicBezTo>
                    <a:pt x="2579" y="1180"/>
                    <a:pt x="2539" y="1172"/>
                    <a:pt x="2500" y="1172"/>
                  </a:cubicBezTo>
                  <a:cubicBezTo>
                    <a:pt x="2405" y="1172"/>
                    <a:pt x="2314" y="1217"/>
                    <a:pt x="2269" y="1261"/>
                  </a:cubicBezTo>
                  <a:lnTo>
                    <a:pt x="1261" y="2238"/>
                  </a:lnTo>
                  <a:cubicBezTo>
                    <a:pt x="1198" y="2332"/>
                    <a:pt x="1166" y="2490"/>
                    <a:pt x="1198" y="2616"/>
                  </a:cubicBezTo>
                  <a:lnTo>
                    <a:pt x="1418" y="3340"/>
                  </a:lnTo>
                  <a:cubicBezTo>
                    <a:pt x="1198" y="3750"/>
                    <a:pt x="1040" y="4191"/>
                    <a:pt x="914" y="4601"/>
                  </a:cubicBezTo>
                  <a:lnTo>
                    <a:pt x="221" y="4979"/>
                  </a:lnTo>
                  <a:cubicBezTo>
                    <a:pt x="95" y="5010"/>
                    <a:pt x="1" y="5168"/>
                    <a:pt x="1" y="5294"/>
                  </a:cubicBezTo>
                  <a:lnTo>
                    <a:pt x="1" y="6711"/>
                  </a:lnTo>
                  <a:cubicBezTo>
                    <a:pt x="1" y="6806"/>
                    <a:pt x="95" y="6963"/>
                    <a:pt x="221" y="7026"/>
                  </a:cubicBezTo>
                  <a:lnTo>
                    <a:pt x="914" y="7373"/>
                  </a:lnTo>
                  <a:cubicBezTo>
                    <a:pt x="1040" y="7814"/>
                    <a:pt x="1198" y="8224"/>
                    <a:pt x="1418" y="8633"/>
                  </a:cubicBezTo>
                  <a:lnTo>
                    <a:pt x="1198" y="9389"/>
                  </a:lnTo>
                  <a:cubicBezTo>
                    <a:pt x="1166" y="9484"/>
                    <a:pt x="1198" y="9641"/>
                    <a:pt x="1261" y="9736"/>
                  </a:cubicBezTo>
                  <a:lnTo>
                    <a:pt x="2269" y="10712"/>
                  </a:lnTo>
                  <a:cubicBezTo>
                    <a:pt x="2316" y="10783"/>
                    <a:pt x="2417" y="10819"/>
                    <a:pt x="2517" y="10819"/>
                  </a:cubicBezTo>
                  <a:cubicBezTo>
                    <a:pt x="2551" y="10819"/>
                    <a:pt x="2584" y="10815"/>
                    <a:pt x="2616" y="10807"/>
                  </a:cubicBezTo>
                  <a:lnTo>
                    <a:pt x="3372" y="10555"/>
                  </a:lnTo>
                  <a:cubicBezTo>
                    <a:pt x="3750" y="10807"/>
                    <a:pt x="4191" y="10965"/>
                    <a:pt x="4632" y="11059"/>
                  </a:cubicBezTo>
                  <a:lnTo>
                    <a:pt x="4978" y="11784"/>
                  </a:lnTo>
                  <a:cubicBezTo>
                    <a:pt x="5010" y="11910"/>
                    <a:pt x="5168" y="11973"/>
                    <a:pt x="5294" y="11973"/>
                  </a:cubicBezTo>
                  <a:lnTo>
                    <a:pt x="6711" y="11973"/>
                  </a:lnTo>
                  <a:cubicBezTo>
                    <a:pt x="6837" y="11973"/>
                    <a:pt x="6995" y="11910"/>
                    <a:pt x="7026" y="11784"/>
                  </a:cubicBezTo>
                  <a:lnTo>
                    <a:pt x="7373" y="11059"/>
                  </a:lnTo>
                  <a:cubicBezTo>
                    <a:pt x="7814" y="10965"/>
                    <a:pt x="8255" y="10807"/>
                    <a:pt x="8633" y="10555"/>
                  </a:cubicBezTo>
                  <a:lnTo>
                    <a:pt x="9389" y="10807"/>
                  </a:lnTo>
                  <a:cubicBezTo>
                    <a:pt x="9421" y="10815"/>
                    <a:pt x="9454" y="10819"/>
                    <a:pt x="9488" y="10819"/>
                  </a:cubicBezTo>
                  <a:cubicBezTo>
                    <a:pt x="9588" y="10819"/>
                    <a:pt x="9688" y="10783"/>
                    <a:pt x="9736" y="10712"/>
                  </a:cubicBezTo>
                  <a:lnTo>
                    <a:pt x="10712" y="9736"/>
                  </a:lnTo>
                  <a:cubicBezTo>
                    <a:pt x="10807" y="9641"/>
                    <a:pt x="10838" y="9484"/>
                    <a:pt x="10807" y="9389"/>
                  </a:cubicBezTo>
                  <a:lnTo>
                    <a:pt x="10555" y="8633"/>
                  </a:lnTo>
                  <a:cubicBezTo>
                    <a:pt x="10807" y="8224"/>
                    <a:pt x="10964" y="7814"/>
                    <a:pt x="11059" y="7373"/>
                  </a:cubicBezTo>
                  <a:lnTo>
                    <a:pt x="11784" y="7026"/>
                  </a:lnTo>
                  <a:cubicBezTo>
                    <a:pt x="11910" y="6963"/>
                    <a:pt x="11973" y="6806"/>
                    <a:pt x="11973" y="6711"/>
                  </a:cubicBezTo>
                  <a:lnTo>
                    <a:pt x="11973" y="5294"/>
                  </a:lnTo>
                  <a:cubicBezTo>
                    <a:pt x="11973" y="5168"/>
                    <a:pt x="11910" y="5042"/>
                    <a:pt x="11784" y="4979"/>
                  </a:cubicBezTo>
                  <a:lnTo>
                    <a:pt x="11059" y="4601"/>
                  </a:lnTo>
                  <a:cubicBezTo>
                    <a:pt x="10964" y="4191"/>
                    <a:pt x="10807" y="3750"/>
                    <a:pt x="10555" y="3340"/>
                  </a:cubicBezTo>
                  <a:lnTo>
                    <a:pt x="10807" y="2616"/>
                  </a:lnTo>
                  <a:cubicBezTo>
                    <a:pt x="10838" y="2490"/>
                    <a:pt x="10807" y="2332"/>
                    <a:pt x="10712" y="2238"/>
                  </a:cubicBezTo>
                  <a:lnTo>
                    <a:pt x="9736" y="1261"/>
                  </a:lnTo>
                  <a:cubicBezTo>
                    <a:pt x="9691" y="1217"/>
                    <a:pt x="9584" y="1172"/>
                    <a:pt x="9491" y="1172"/>
                  </a:cubicBezTo>
                  <a:cubicBezTo>
                    <a:pt x="9453" y="1172"/>
                    <a:pt x="9417" y="1180"/>
                    <a:pt x="9389" y="1198"/>
                  </a:cubicBezTo>
                  <a:lnTo>
                    <a:pt x="8633" y="1419"/>
                  </a:lnTo>
                  <a:cubicBezTo>
                    <a:pt x="8255" y="1198"/>
                    <a:pt x="7814" y="1041"/>
                    <a:pt x="7373" y="915"/>
                  </a:cubicBezTo>
                  <a:lnTo>
                    <a:pt x="7026" y="190"/>
                  </a:lnTo>
                  <a:cubicBezTo>
                    <a:pt x="6995" y="64"/>
                    <a:pt x="6837" y="1"/>
                    <a:pt x="67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8" name="Google Shape;16408;p85"/>
            <p:cNvSpPr/>
            <p:nvPr/>
          </p:nvSpPr>
          <p:spPr>
            <a:xfrm>
              <a:off x="-48579600" y="2764950"/>
              <a:ext cx="192975" cy="191400"/>
            </a:xfrm>
            <a:custGeom>
              <a:avLst/>
              <a:gdLst/>
              <a:ahLst/>
              <a:cxnLst/>
              <a:rect l="l" t="t" r="r" b="b"/>
              <a:pathLst>
                <a:path w="7719" h="7656" extrusionOk="0">
                  <a:moveTo>
                    <a:pt x="3844" y="3214"/>
                  </a:moveTo>
                  <a:lnTo>
                    <a:pt x="4442" y="4411"/>
                  </a:lnTo>
                  <a:cubicBezTo>
                    <a:pt x="4237" y="4490"/>
                    <a:pt x="4033" y="4529"/>
                    <a:pt x="3832" y="4529"/>
                  </a:cubicBezTo>
                  <a:cubicBezTo>
                    <a:pt x="3631" y="4529"/>
                    <a:pt x="3434" y="4490"/>
                    <a:pt x="3245" y="4411"/>
                  </a:cubicBezTo>
                  <a:lnTo>
                    <a:pt x="3844" y="3214"/>
                  </a:lnTo>
                  <a:close/>
                  <a:moveTo>
                    <a:pt x="3781" y="693"/>
                  </a:moveTo>
                  <a:cubicBezTo>
                    <a:pt x="5513" y="693"/>
                    <a:pt x="6931" y="2111"/>
                    <a:pt x="6931" y="3844"/>
                  </a:cubicBezTo>
                  <a:cubicBezTo>
                    <a:pt x="6994" y="5104"/>
                    <a:pt x="6301" y="6175"/>
                    <a:pt x="5230" y="6679"/>
                  </a:cubicBezTo>
                  <a:lnTo>
                    <a:pt x="5230" y="4568"/>
                  </a:lnTo>
                  <a:cubicBezTo>
                    <a:pt x="5230" y="4411"/>
                    <a:pt x="5230" y="4442"/>
                    <a:pt x="4127" y="2300"/>
                  </a:cubicBezTo>
                  <a:cubicBezTo>
                    <a:pt x="4033" y="2206"/>
                    <a:pt x="3938" y="2111"/>
                    <a:pt x="3812" y="2111"/>
                  </a:cubicBezTo>
                  <a:cubicBezTo>
                    <a:pt x="3686" y="2111"/>
                    <a:pt x="3560" y="2206"/>
                    <a:pt x="3497" y="2300"/>
                  </a:cubicBezTo>
                  <a:cubicBezTo>
                    <a:pt x="2363" y="4600"/>
                    <a:pt x="2394" y="4442"/>
                    <a:pt x="2394" y="4568"/>
                  </a:cubicBezTo>
                  <a:lnTo>
                    <a:pt x="2394" y="6679"/>
                  </a:lnTo>
                  <a:cubicBezTo>
                    <a:pt x="1355" y="6175"/>
                    <a:pt x="630" y="5104"/>
                    <a:pt x="630" y="3844"/>
                  </a:cubicBezTo>
                  <a:cubicBezTo>
                    <a:pt x="630" y="2111"/>
                    <a:pt x="2048" y="693"/>
                    <a:pt x="3781" y="693"/>
                  </a:cubicBezTo>
                  <a:close/>
                  <a:moveTo>
                    <a:pt x="4568" y="5104"/>
                  </a:moveTo>
                  <a:lnTo>
                    <a:pt x="4568" y="6931"/>
                  </a:lnTo>
                  <a:cubicBezTo>
                    <a:pt x="4316" y="6963"/>
                    <a:pt x="4096" y="6994"/>
                    <a:pt x="3844" y="6994"/>
                  </a:cubicBezTo>
                  <a:cubicBezTo>
                    <a:pt x="3623" y="6994"/>
                    <a:pt x="3371" y="6994"/>
                    <a:pt x="3151" y="6931"/>
                  </a:cubicBezTo>
                  <a:lnTo>
                    <a:pt x="3151" y="5104"/>
                  </a:lnTo>
                  <a:cubicBezTo>
                    <a:pt x="3371" y="5198"/>
                    <a:pt x="3623" y="5230"/>
                    <a:pt x="3844" y="5230"/>
                  </a:cubicBezTo>
                  <a:cubicBezTo>
                    <a:pt x="4096" y="5230"/>
                    <a:pt x="4316" y="5198"/>
                    <a:pt x="4568" y="5104"/>
                  </a:cubicBezTo>
                  <a:close/>
                  <a:moveTo>
                    <a:pt x="3844" y="0"/>
                  </a:moveTo>
                  <a:cubicBezTo>
                    <a:pt x="1733" y="0"/>
                    <a:pt x="0" y="1733"/>
                    <a:pt x="0" y="3844"/>
                  </a:cubicBezTo>
                  <a:cubicBezTo>
                    <a:pt x="0" y="5577"/>
                    <a:pt x="1134" y="7026"/>
                    <a:pt x="2678" y="7498"/>
                  </a:cubicBezTo>
                  <a:lnTo>
                    <a:pt x="2709" y="7498"/>
                  </a:lnTo>
                  <a:cubicBezTo>
                    <a:pt x="3056" y="7624"/>
                    <a:pt x="3466" y="7656"/>
                    <a:pt x="3844" y="7656"/>
                  </a:cubicBezTo>
                  <a:cubicBezTo>
                    <a:pt x="4253" y="7656"/>
                    <a:pt x="4631" y="7593"/>
                    <a:pt x="4978" y="7498"/>
                  </a:cubicBezTo>
                  <a:lnTo>
                    <a:pt x="5041" y="7498"/>
                  </a:lnTo>
                  <a:cubicBezTo>
                    <a:pt x="6616" y="6994"/>
                    <a:pt x="7719" y="5545"/>
                    <a:pt x="7719" y="3844"/>
                  </a:cubicBezTo>
                  <a:cubicBezTo>
                    <a:pt x="7719" y="1733"/>
                    <a:pt x="5986"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09" name="Google Shape;16409;p85"/>
          <p:cNvGrpSpPr/>
          <p:nvPr/>
        </p:nvGrpSpPr>
        <p:grpSpPr>
          <a:xfrm>
            <a:off x="2343904" y="3890573"/>
            <a:ext cx="418675" cy="477639"/>
            <a:chOff x="-46753100" y="1965500"/>
            <a:chExt cx="263075" cy="300125"/>
          </a:xfrm>
        </p:grpSpPr>
        <p:sp>
          <p:nvSpPr>
            <p:cNvPr id="16410" name="Google Shape;16410;p85"/>
            <p:cNvSpPr/>
            <p:nvPr/>
          </p:nvSpPr>
          <p:spPr>
            <a:xfrm>
              <a:off x="-46647575" y="2034825"/>
              <a:ext cx="53575" cy="53575"/>
            </a:xfrm>
            <a:custGeom>
              <a:avLst/>
              <a:gdLst/>
              <a:ahLst/>
              <a:cxnLst/>
              <a:rect l="l" t="t" r="r" b="b"/>
              <a:pathLst>
                <a:path w="2143" h="2143" extrusionOk="0">
                  <a:moveTo>
                    <a:pt x="1072" y="756"/>
                  </a:moveTo>
                  <a:cubicBezTo>
                    <a:pt x="1261" y="756"/>
                    <a:pt x="1418" y="914"/>
                    <a:pt x="1418" y="1103"/>
                  </a:cubicBezTo>
                  <a:cubicBezTo>
                    <a:pt x="1418" y="1323"/>
                    <a:pt x="1261" y="1481"/>
                    <a:pt x="1072" y="1481"/>
                  </a:cubicBezTo>
                  <a:cubicBezTo>
                    <a:pt x="883" y="1481"/>
                    <a:pt x="725" y="1323"/>
                    <a:pt x="725" y="1103"/>
                  </a:cubicBezTo>
                  <a:cubicBezTo>
                    <a:pt x="725" y="914"/>
                    <a:pt x="883" y="756"/>
                    <a:pt x="1072" y="756"/>
                  </a:cubicBezTo>
                  <a:close/>
                  <a:moveTo>
                    <a:pt x="1072" y="0"/>
                  </a:moveTo>
                  <a:cubicBezTo>
                    <a:pt x="473" y="0"/>
                    <a:pt x="1" y="473"/>
                    <a:pt x="1" y="1071"/>
                  </a:cubicBezTo>
                  <a:cubicBezTo>
                    <a:pt x="1" y="1670"/>
                    <a:pt x="473" y="2143"/>
                    <a:pt x="1072" y="2143"/>
                  </a:cubicBezTo>
                  <a:cubicBezTo>
                    <a:pt x="1670" y="2143"/>
                    <a:pt x="2143" y="1670"/>
                    <a:pt x="2143" y="1071"/>
                  </a:cubicBezTo>
                  <a:cubicBezTo>
                    <a:pt x="2143" y="473"/>
                    <a:pt x="1670"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11" name="Google Shape;16411;p85"/>
            <p:cNvSpPr/>
            <p:nvPr/>
          </p:nvSpPr>
          <p:spPr>
            <a:xfrm>
              <a:off x="-46753100" y="1965500"/>
              <a:ext cx="263075" cy="300125"/>
            </a:xfrm>
            <a:custGeom>
              <a:avLst/>
              <a:gdLst/>
              <a:ahLst/>
              <a:cxnLst/>
              <a:rect l="l" t="t" r="r" b="b"/>
              <a:pathLst>
                <a:path w="10523" h="12005" extrusionOk="0">
                  <a:moveTo>
                    <a:pt x="5293" y="694"/>
                  </a:moveTo>
                  <a:cubicBezTo>
                    <a:pt x="5765" y="694"/>
                    <a:pt x="6175" y="977"/>
                    <a:pt x="6270" y="1419"/>
                  </a:cubicBezTo>
                  <a:lnTo>
                    <a:pt x="4316" y="1419"/>
                  </a:lnTo>
                  <a:cubicBezTo>
                    <a:pt x="4442" y="977"/>
                    <a:pt x="4820" y="694"/>
                    <a:pt x="5293" y="694"/>
                  </a:cubicBezTo>
                  <a:close/>
                  <a:moveTo>
                    <a:pt x="3875" y="5766"/>
                  </a:moveTo>
                  <a:lnTo>
                    <a:pt x="5135" y="7026"/>
                  </a:lnTo>
                  <a:lnTo>
                    <a:pt x="2615" y="7026"/>
                  </a:lnTo>
                  <a:lnTo>
                    <a:pt x="3875" y="5766"/>
                  </a:lnTo>
                  <a:close/>
                  <a:moveTo>
                    <a:pt x="6679" y="5766"/>
                  </a:moveTo>
                  <a:lnTo>
                    <a:pt x="7939" y="7026"/>
                  </a:lnTo>
                  <a:lnTo>
                    <a:pt x="6144" y="7026"/>
                  </a:lnTo>
                  <a:lnTo>
                    <a:pt x="5797" y="6711"/>
                  </a:lnTo>
                  <a:lnTo>
                    <a:pt x="6679" y="5766"/>
                  </a:lnTo>
                  <a:close/>
                  <a:moveTo>
                    <a:pt x="8758" y="2112"/>
                  </a:moveTo>
                  <a:cubicBezTo>
                    <a:pt x="8947" y="2112"/>
                    <a:pt x="9105" y="2269"/>
                    <a:pt x="9105" y="2458"/>
                  </a:cubicBezTo>
                  <a:lnTo>
                    <a:pt x="9105" y="7089"/>
                  </a:lnTo>
                  <a:lnTo>
                    <a:pt x="8916" y="7089"/>
                  </a:lnTo>
                  <a:lnTo>
                    <a:pt x="6900" y="5073"/>
                  </a:lnTo>
                  <a:cubicBezTo>
                    <a:pt x="6825" y="4999"/>
                    <a:pt x="6744" y="4966"/>
                    <a:pt x="6662" y="4966"/>
                  </a:cubicBezTo>
                  <a:cubicBezTo>
                    <a:pt x="6571" y="4966"/>
                    <a:pt x="6479" y="5007"/>
                    <a:pt x="6396" y="5073"/>
                  </a:cubicBezTo>
                  <a:lnTo>
                    <a:pt x="5293" y="6239"/>
                  </a:lnTo>
                  <a:lnTo>
                    <a:pt x="4127" y="5073"/>
                  </a:lnTo>
                  <a:cubicBezTo>
                    <a:pt x="4064" y="5010"/>
                    <a:pt x="3970" y="4979"/>
                    <a:pt x="3871" y="4979"/>
                  </a:cubicBezTo>
                  <a:cubicBezTo>
                    <a:pt x="3773" y="4979"/>
                    <a:pt x="3670" y="5010"/>
                    <a:pt x="3592" y="5073"/>
                  </a:cubicBezTo>
                  <a:lnTo>
                    <a:pt x="1607" y="7089"/>
                  </a:lnTo>
                  <a:lnTo>
                    <a:pt x="1386" y="7089"/>
                  </a:lnTo>
                  <a:lnTo>
                    <a:pt x="1386" y="2458"/>
                  </a:lnTo>
                  <a:cubicBezTo>
                    <a:pt x="1449" y="2269"/>
                    <a:pt x="1607" y="2112"/>
                    <a:pt x="1764" y="2112"/>
                  </a:cubicBezTo>
                  <a:close/>
                  <a:moveTo>
                    <a:pt x="9168" y="7751"/>
                  </a:moveTo>
                  <a:lnTo>
                    <a:pt x="9168" y="8444"/>
                  </a:lnTo>
                  <a:lnTo>
                    <a:pt x="1449" y="8444"/>
                  </a:lnTo>
                  <a:lnTo>
                    <a:pt x="1449" y="7751"/>
                  </a:lnTo>
                  <a:close/>
                  <a:moveTo>
                    <a:pt x="7782" y="9137"/>
                  </a:moveTo>
                  <a:lnTo>
                    <a:pt x="7971" y="9830"/>
                  </a:lnTo>
                  <a:lnTo>
                    <a:pt x="2552" y="9830"/>
                  </a:lnTo>
                  <a:lnTo>
                    <a:pt x="2709" y="9137"/>
                  </a:lnTo>
                  <a:close/>
                  <a:moveTo>
                    <a:pt x="5261" y="1"/>
                  </a:moveTo>
                  <a:cubicBezTo>
                    <a:pt x="4411" y="1"/>
                    <a:pt x="3686" y="568"/>
                    <a:pt x="3529" y="1419"/>
                  </a:cubicBezTo>
                  <a:lnTo>
                    <a:pt x="1764" y="1419"/>
                  </a:lnTo>
                  <a:cubicBezTo>
                    <a:pt x="1166" y="1419"/>
                    <a:pt x="693" y="1891"/>
                    <a:pt x="693" y="2458"/>
                  </a:cubicBezTo>
                  <a:lnTo>
                    <a:pt x="693" y="8444"/>
                  </a:lnTo>
                  <a:lnTo>
                    <a:pt x="347" y="8444"/>
                  </a:lnTo>
                  <a:cubicBezTo>
                    <a:pt x="158" y="8444"/>
                    <a:pt x="0" y="8602"/>
                    <a:pt x="0" y="8822"/>
                  </a:cubicBezTo>
                  <a:cubicBezTo>
                    <a:pt x="0" y="9011"/>
                    <a:pt x="158" y="9169"/>
                    <a:pt x="347" y="9169"/>
                  </a:cubicBezTo>
                  <a:lnTo>
                    <a:pt x="1985" y="9169"/>
                  </a:lnTo>
                  <a:cubicBezTo>
                    <a:pt x="1922" y="9484"/>
                    <a:pt x="1481" y="11217"/>
                    <a:pt x="1418" y="11563"/>
                  </a:cubicBezTo>
                  <a:cubicBezTo>
                    <a:pt x="1355" y="11752"/>
                    <a:pt x="1481" y="11973"/>
                    <a:pt x="1670" y="12004"/>
                  </a:cubicBezTo>
                  <a:lnTo>
                    <a:pt x="1764" y="12004"/>
                  </a:lnTo>
                  <a:cubicBezTo>
                    <a:pt x="1922" y="12004"/>
                    <a:pt x="2079" y="11878"/>
                    <a:pt x="2111" y="11721"/>
                  </a:cubicBezTo>
                  <a:lnTo>
                    <a:pt x="2394" y="10586"/>
                  </a:lnTo>
                  <a:lnTo>
                    <a:pt x="8128" y="10586"/>
                  </a:lnTo>
                  <a:lnTo>
                    <a:pt x="8412" y="11721"/>
                  </a:lnTo>
                  <a:cubicBezTo>
                    <a:pt x="8443" y="11878"/>
                    <a:pt x="8601" y="12004"/>
                    <a:pt x="8758" y="12004"/>
                  </a:cubicBezTo>
                  <a:lnTo>
                    <a:pt x="8853" y="12004"/>
                  </a:lnTo>
                  <a:cubicBezTo>
                    <a:pt x="9042" y="11973"/>
                    <a:pt x="9168" y="11752"/>
                    <a:pt x="9105" y="11563"/>
                  </a:cubicBezTo>
                  <a:cubicBezTo>
                    <a:pt x="9042" y="11217"/>
                    <a:pt x="8601" y="9484"/>
                    <a:pt x="8538" y="9169"/>
                  </a:cubicBezTo>
                  <a:lnTo>
                    <a:pt x="10176" y="9169"/>
                  </a:lnTo>
                  <a:cubicBezTo>
                    <a:pt x="10365" y="9169"/>
                    <a:pt x="10523" y="9011"/>
                    <a:pt x="10523" y="8822"/>
                  </a:cubicBezTo>
                  <a:cubicBezTo>
                    <a:pt x="10523" y="8602"/>
                    <a:pt x="10365" y="8444"/>
                    <a:pt x="10176" y="8444"/>
                  </a:cubicBezTo>
                  <a:lnTo>
                    <a:pt x="9830" y="8444"/>
                  </a:lnTo>
                  <a:lnTo>
                    <a:pt x="9830" y="2458"/>
                  </a:lnTo>
                  <a:cubicBezTo>
                    <a:pt x="9830" y="1891"/>
                    <a:pt x="9357" y="1419"/>
                    <a:pt x="8758" y="1419"/>
                  </a:cubicBezTo>
                  <a:lnTo>
                    <a:pt x="6994" y="1419"/>
                  </a:lnTo>
                  <a:cubicBezTo>
                    <a:pt x="6837" y="631"/>
                    <a:pt x="6144" y="1"/>
                    <a:pt x="5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12" name="Google Shape;16412;p85"/>
          <p:cNvGrpSpPr/>
          <p:nvPr/>
        </p:nvGrpSpPr>
        <p:grpSpPr>
          <a:xfrm>
            <a:off x="2313805" y="4513523"/>
            <a:ext cx="478872" cy="421221"/>
            <a:chOff x="-46772025" y="2350650"/>
            <a:chExt cx="300900" cy="264675"/>
          </a:xfrm>
        </p:grpSpPr>
        <p:sp>
          <p:nvSpPr>
            <p:cNvPr id="16413" name="Google Shape;16413;p85"/>
            <p:cNvSpPr/>
            <p:nvPr/>
          </p:nvSpPr>
          <p:spPr>
            <a:xfrm>
              <a:off x="-46772025" y="2350650"/>
              <a:ext cx="300900" cy="264675"/>
            </a:xfrm>
            <a:custGeom>
              <a:avLst/>
              <a:gdLst/>
              <a:ahLst/>
              <a:cxnLst/>
              <a:rect l="l" t="t" r="r" b="b"/>
              <a:pathLst>
                <a:path w="12036" h="10587" extrusionOk="0">
                  <a:moveTo>
                    <a:pt x="6050" y="820"/>
                  </a:moveTo>
                  <a:cubicBezTo>
                    <a:pt x="7184" y="820"/>
                    <a:pt x="8287" y="1229"/>
                    <a:pt x="9169" y="1985"/>
                  </a:cubicBezTo>
                  <a:cubicBezTo>
                    <a:pt x="9326" y="2111"/>
                    <a:pt x="9326" y="2332"/>
                    <a:pt x="9169" y="2458"/>
                  </a:cubicBezTo>
                  <a:lnTo>
                    <a:pt x="9137" y="2490"/>
                  </a:lnTo>
                  <a:cubicBezTo>
                    <a:pt x="9064" y="2533"/>
                    <a:pt x="8978" y="2557"/>
                    <a:pt x="8896" y="2557"/>
                  </a:cubicBezTo>
                  <a:cubicBezTo>
                    <a:pt x="8802" y="2557"/>
                    <a:pt x="8715" y="2526"/>
                    <a:pt x="8665" y="2458"/>
                  </a:cubicBezTo>
                  <a:cubicBezTo>
                    <a:pt x="7940" y="1828"/>
                    <a:pt x="7027" y="1481"/>
                    <a:pt x="6050" y="1481"/>
                  </a:cubicBezTo>
                  <a:cubicBezTo>
                    <a:pt x="5073" y="1481"/>
                    <a:pt x="4160" y="1828"/>
                    <a:pt x="3466" y="2458"/>
                  </a:cubicBezTo>
                  <a:cubicBezTo>
                    <a:pt x="3378" y="2529"/>
                    <a:pt x="3270" y="2570"/>
                    <a:pt x="3175" y="2570"/>
                  </a:cubicBezTo>
                  <a:cubicBezTo>
                    <a:pt x="3101" y="2570"/>
                    <a:pt x="3035" y="2545"/>
                    <a:pt x="2994" y="2490"/>
                  </a:cubicBezTo>
                  <a:lnTo>
                    <a:pt x="2931" y="2458"/>
                  </a:lnTo>
                  <a:cubicBezTo>
                    <a:pt x="2836" y="2301"/>
                    <a:pt x="2836" y="2111"/>
                    <a:pt x="2931" y="1985"/>
                  </a:cubicBezTo>
                  <a:cubicBezTo>
                    <a:pt x="3782" y="1198"/>
                    <a:pt x="4884" y="820"/>
                    <a:pt x="6050" y="820"/>
                  </a:cubicBezTo>
                  <a:close/>
                  <a:moveTo>
                    <a:pt x="1450" y="7152"/>
                  </a:moveTo>
                  <a:lnTo>
                    <a:pt x="1450" y="9106"/>
                  </a:lnTo>
                  <a:cubicBezTo>
                    <a:pt x="1041" y="9011"/>
                    <a:pt x="726" y="8601"/>
                    <a:pt x="726" y="8129"/>
                  </a:cubicBezTo>
                  <a:cubicBezTo>
                    <a:pt x="726" y="7656"/>
                    <a:pt x="1009" y="7278"/>
                    <a:pt x="1450" y="7152"/>
                  </a:cubicBezTo>
                  <a:close/>
                  <a:moveTo>
                    <a:pt x="10618" y="7152"/>
                  </a:moveTo>
                  <a:cubicBezTo>
                    <a:pt x="11028" y="7310"/>
                    <a:pt x="11343" y="7688"/>
                    <a:pt x="11343" y="8129"/>
                  </a:cubicBezTo>
                  <a:cubicBezTo>
                    <a:pt x="11343" y="8601"/>
                    <a:pt x="11059" y="9011"/>
                    <a:pt x="10618" y="9106"/>
                  </a:cubicBezTo>
                  <a:lnTo>
                    <a:pt x="10618" y="7152"/>
                  </a:lnTo>
                  <a:close/>
                  <a:moveTo>
                    <a:pt x="2521" y="6396"/>
                  </a:moveTo>
                  <a:cubicBezTo>
                    <a:pt x="2710" y="6396"/>
                    <a:pt x="2868" y="6554"/>
                    <a:pt x="2868" y="6743"/>
                  </a:cubicBezTo>
                  <a:lnTo>
                    <a:pt x="2868" y="9547"/>
                  </a:lnTo>
                  <a:cubicBezTo>
                    <a:pt x="2868" y="9736"/>
                    <a:pt x="2710" y="9893"/>
                    <a:pt x="2521" y="9893"/>
                  </a:cubicBezTo>
                  <a:cubicBezTo>
                    <a:pt x="2301" y="9893"/>
                    <a:pt x="2175" y="9736"/>
                    <a:pt x="2175" y="9547"/>
                  </a:cubicBezTo>
                  <a:lnTo>
                    <a:pt x="2175" y="6743"/>
                  </a:lnTo>
                  <a:cubicBezTo>
                    <a:pt x="2175" y="6554"/>
                    <a:pt x="2301" y="6396"/>
                    <a:pt x="2521" y="6396"/>
                  </a:cubicBezTo>
                  <a:close/>
                  <a:moveTo>
                    <a:pt x="9547" y="6396"/>
                  </a:moveTo>
                  <a:cubicBezTo>
                    <a:pt x="9767" y="6396"/>
                    <a:pt x="9925" y="6554"/>
                    <a:pt x="9925" y="6743"/>
                  </a:cubicBezTo>
                  <a:lnTo>
                    <a:pt x="9925" y="9547"/>
                  </a:lnTo>
                  <a:cubicBezTo>
                    <a:pt x="9925" y="9736"/>
                    <a:pt x="9767" y="9893"/>
                    <a:pt x="9547" y="9893"/>
                  </a:cubicBezTo>
                  <a:cubicBezTo>
                    <a:pt x="9358" y="9893"/>
                    <a:pt x="9200" y="9736"/>
                    <a:pt x="9200" y="9547"/>
                  </a:cubicBezTo>
                  <a:lnTo>
                    <a:pt x="9200" y="6743"/>
                  </a:lnTo>
                  <a:cubicBezTo>
                    <a:pt x="9200" y="6554"/>
                    <a:pt x="9358" y="6396"/>
                    <a:pt x="9547" y="6396"/>
                  </a:cubicBezTo>
                  <a:close/>
                  <a:moveTo>
                    <a:pt x="6018" y="1"/>
                  </a:moveTo>
                  <a:cubicBezTo>
                    <a:pt x="4664" y="1"/>
                    <a:pt x="3403" y="473"/>
                    <a:pt x="2427" y="1387"/>
                  </a:cubicBezTo>
                  <a:cubicBezTo>
                    <a:pt x="2080" y="1733"/>
                    <a:pt x="1986" y="2269"/>
                    <a:pt x="2238" y="2679"/>
                  </a:cubicBezTo>
                  <a:cubicBezTo>
                    <a:pt x="1671" y="3435"/>
                    <a:pt x="1419" y="4348"/>
                    <a:pt x="1419" y="5293"/>
                  </a:cubicBezTo>
                  <a:lnTo>
                    <a:pt x="1419" y="6396"/>
                  </a:lnTo>
                  <a:cubicBezTo>
                    <a:pt x="631" y="6554"/>
                    <a:pt x="1" y="7247"/>
                    <a:pt x="1" y="8129"/>
                  </a:cubicBezTo>
                  <a:cubicBezTo>
                    <a:pt x="1" y="8980"/>
                    <a:pt x="631" y="9704"/>
                    <a:pt x="1450" y="9862"/>
                  </a:cubicBezTo>
                  <a:cubicBezTo>
                    <a:pt x="1576" y="10303"/>
                    <a:pt x="1986" y="10586"/>
                    <a:pt x="2427" y="10586"/>
                  </a:cubicBezTo>
                  <a:cubicBezTo>
                    <a:pt x="3025" y="10586"/>
                    <a:pt x="3498" y="10114"/>
                    <a:pt x="3498" y="9515"/>
                  </a:cubicBezTo>
                  <a:lnTo>
                    <a:pt x="3498" y="6711"/>
                  </a:lnTo>
                  <a:cubicBezTo>
                    <a:pt x="3498" y="6113"/>
                    <a:pt x="3025" y="5640"/>
                    <a:pt x="2427" y="5640"/>
                  </a:cubicBezTo>
                  <a:cubicBezTo>
                    <a:pt x="2301" y="5640"/>
                    <a:pt x="2206" y="5703"/>
                    <a:pt x="2080" y="5735"/>
                  </a:cubicBezTo>
                  <a:lnTo>
                    <a:pt x="2080" y="5325"/>
                  </a:lnTo>
                  <a:cubicBezTo>
                    <a:pt x="2080" y="4537"/>
                    <a:pt x="2301" y="3844"/>
                    <a:pt x="2710" y="3214"/>
                  </a:cubicBezTo>
                  <a:cubicBezTo>
                    <a:pt x="2827" y="3263"/>
                    <a:pt x="2948" y="3285"/>
                    <a:pt x="3067" y="3285"/>
                  </a:cubicBezTo>
                  <a:cubicBezTo>
                    <a:pt x="3333" y="3285"/>
                    <a:pt x="3596" y="3177"/>
                    <a:pt x="3813" y="3025"/>
                  </a:cubicBezTo>
                  <a:cubicBezTo>
                    <a:pt x="4412" y="2490"/>
                    <a:pt x="5136" y="2238"/>
                    <a:pt x="5924" y="2238"/>
                  </a:cubicBezTo>
                  <a:cubicBezTo>
                    <a:pt x="6711" y="2238"/>
                    <a:pt x="7499" y="2490"/>
                    <a:pt x="8066" y="3025"/>
                  </a:cubicBezTo>
                  <a:cubicBezTo>
                    <a:pt x="8276" y="3193"/>
                    <a:pt x="8542" y="3291"/>
                    <a:pt x="8799" y="3291"/>
                  </a:cubicBezTo>
                  <a:cubicBezTo>
                    <a:pt x="8927" y="3291"/>
                    <a:pt x="9053" y="3267"/>
                    <a:pt x="9169" y="3214"/>
                  </a:cubicBezTo>
                  <a:cubicBezTo>
                    <a:pt x="9610" y="3844"/>
                    <a:pt x="9799" y="4600"/>
                    <a:pt x="9799" y="5325"/>
                  </a:cubicBezTo>
                  <a:lnTo>
                    <a:pt x="9799" y="5735"/>
                  </a:lnTo>
                  <a:cubicBezTo>
                    <a:pt x="9673" y="5703"/>
                    <a:pt x="9547" y="5640"/>
                    <a:pt x="9452" y="5640"/>
                  </a:cubicBezTo>
                  <a:cubicBezTo>
                    <a:pt x="8854" y="5640"/>
                    <a:pt x="8381" y="6113"/>
                    <a:pt x="8381" y="6711"/>
                  </a:cubicBezTo>
                  <a:lnTo>
                    <a:pt x="8381" y="9515"/>
                  </a:lnTo>
                  <a:cubicBezTo>
                    <a:pt x="8381" y="10114"/>
                    <a:pt x="8854" y="10586"/>
                    <a:pt x="9452" y="10586"/>
                  </a:cubicBezTo>
                  <a:cubicBezTo>
                    <a:pt x="9925" y="10586"/>
                    <a:pt x="10303" y="10271"/>
                    <a:pt x="10429" y="9862"/>
                  </a:cubicBezTo>
                  <a:cubicBezTo>
                    <a:pt x="11406" y="9704"/>
                    <a:pt x="12036" y="9011"/>
                    <a:pt x="12036" y="8129"/>
                  </a:cubicBezTo>
                  <a:cubicBezTo>
                    <a:pt x="12036" y="7278"/>
                    <a:pt x="11437" y="6554"/>
                    <a:pt x="10618" y="6396"/>
                  </a:cubicBezTo>
                  <a:lnTo>
                    <a:pt x="10618" y="5293"/>
                  </a:lnTo>
                  <a:cubicBezTo>
                    <a:pt x="10618" y="4348"/>
                    <a:pt x="10335" y="3435"/>
                    <a:pt x="9799" y="2679"/>
                  </a:cubicBezTo>
                  <a:cubicBezTo>
                    <a:pt x="10020" y="2269"/>
                    <a:pt x="9957" y="1733"/>
                    <a:pt x="9610" y="1387"/>
                  </a:cubicBezTo>
                  <a:cubicBezTo>
                    <a:pt x="8602" y="473"/>
                    <a:pt x="7342"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14" name="Google Shape;16414;p85"/>
            <p:cNvSpPr/>
            <p:nvPr/>
          </p:nvSpPr>
          <p:spPr>
            <a:xfrm>
              <a:off x="-46664900" y="2475100"/>
              <a:ext cx="92175" cy="122900"/>
            </a:xfrm>
            <a:custGeom>
              <a:avLst/>
              <a:gdLst/>
              <a:ahLst/>
              <a:cxnLst/>
              <a:rect l="l" t="t" r="r" b="b"/>
              <a:pathLst>
                <a:path w="3687" h="4916" extrusionOk="0">
                  <a:moveTo>
                    <a:pt x="1072" y="3497"/>
                  </a:moveTo>
                  <a:cubicBezTo>
                    <a:pt x="1261" y="3497"/>
                    <a:pt x="1418" y="3655"/>
                    <a:pt x="1418" y="3876"/>
                  </a:cubicBezTo>
                  <a:cubicBezTo>
                    <a:pt x="1418" y="4065"/>
                    <a:pt x="1261" y="4222"/>
                    <a:pt x="1072" y="4222"/>
                  </a:cubicBezTo>
                  <a:cubicBezTo>
                    <a:pt x="851" y="4222"/>
                    <a:pt x="694" y="4065"/>
                    <a:pt x="694" y="3876"/>
                  </a:cubicBezTo>
                  <a:cubicBezTo>
                    <a:pt x="694" y="3655"/>
                    <a:pt x="851" y="3497"/>
                    <a:pt x="1072" y="3497"/>
                  </a:cubicBezTo>
                  <a:close/>
                  <a:moveTo>
                    <a:pt x="1765" y="0"/>
                  </a:moveTo>
                  <a:cubicBezTo>
                    <a:pt x="1576" y="0"/>
                    <a:pt x="1418" y="158"/>
                    <a:pt x="1418" y="347"/>
                  </a:cubicBezTo>
                  <a:lnTo>
                    <a:pt x="1418" y="2867"/>
                  </a:lnTo>
                  <a:cubicBezTo>
                    <a:pt x="1292" y="2836"/>
                    <a:pt x="1166" y="2804"/>
                    <a:pt x="1072" y="2804"/>
                  </a:cubicBezTo>
                  <a:cubicBezTo>
                    <a:pt x="473" y="2804"/>
                    <a:pt x="1" y="3277"/>
                    <a:pt x="1" y="3876"/>
                  </a:cubicBezTo>
                  <a:cubicBezTo>
                    <a:pt x="1" y="4443"/>
                    <a:pt x="473" y="4915"/>
                    <a:pt x="1072" y="4915"/>
                  </a:cubicBezTo>
                  <a:cubicBezTo>
                    <a:pt x="1670" y="4915"/>
                    <a:pt x="2143" y="4443"/>
                    <a:pt x="2143" y="3876"/>
                  </a:cubicBezTo>
                  <a:lnTo>
                    <a:pt x="2143" y="1450"/>
                  </a:lnTo>
                  <a:cubicBezTo>
                    <a:pt x="2363" y="1544"/>
                    <a:pt x="2521" y="1702"/>
                    <a:pt x="2616" y="1828"/>
                  </a:cubicBezTo>
                  <a:cubicBezTo>
                    <a:pt x="2868" y="2143"/>
                    <a:pt x="2962" y="2615"/>
                    <a:pt x="2836" y="3088"/>
                  </a:cubicBezTo>
                  <a:cubicBezTo>
                    <a:pt x="2805" y="3308"/>
                    <a:pt x="2962" y="3497"/>
                    <a:pt x="3183" y="3497"/>
                  </a:cubicBezTo>
                  <a:cubicBezTo>
                    <a:pt x="3340" y="3497"/>
                    <a:pt x="3498" y="3403"/>
                    <a:pt x="3529" y="3245"/>
                  </a:cubicBezTo>
                  <a:cubicBezTo>
                    <a:pt x="3687" y="2552"/>
                    <a:pt x="3592" y="1859"/>
                    <a:pt x="3183" y="1355"/>
                  </a:cubicBezTo>
                  <a:cubicBezTo>
                    <a:pt x="2868" y="1040"/>
                    <a:pt x="2521" y="820"/>
                    <a:pt x="2111" y="757"/>
                  </a:cubicBezTo>
                  <a:lnTo>
                    <a:pt x="2111" y="347"/>
                  </a:ln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15" name="Google Shape;16415;p85"/>
          <p:cNvGrpSpPr/>
          <p:nvPr/>
        </p:nvGrpSpPr>
        <p:grpSpPr>
          <a:xfrm>
            <a:off x="2313805" y="5092560"/>
            <a:ext cx="478872" cy="478872"/>
            <a:chOff x="-46772025" y="2701925"/>
            <a:chExt cx="300900" cy="300900"/>
          </a:xfrm>
        </p:grpSpPr>
        <p:sp>
          <p:nvSpPr>
            <p:cNvPr id="16416" name="Google Shape;16416;p85"/>
            <p:cNvSpPr/>
            <p:nvPr/>
          </p:nvSpPr>
          <p:spPr>
            <a:xfrm>
              <a:off x="-46647575" y="2826375"/>
              <a:ext cx="53575" cy="53575"/>
            </a:xfrm>
            <a:custGeom>
              <a:avLst/>
              <a:gdLst/>
              <a:ahLst/>
              <a:cxnLst/>
              <a:rect l="l" t="t" r="r" b="b"/>
              <a:pathLst>
                <a:path w="2143" h="2143" extrusionOk="0">
                  <a:moveTo>
                    <a:pt x="1072" y="694"/>
                  </a:moveTo>
                  <a:cubicBezTo>
                    <a:pt x="1261" y="694"/>
                    <a:pt x="1418" y="851"/>
                    <a:pt x="1418" y="1040"/>
                  </a:cubicBezTo>
                  <a:cubicBezTo>
                    <a:pt x="1418" y="1229"/>
                    <a:pt x="1261" y="1387"/>
                    <a:pt x="1072" y="1387"/>
                  </a:cubicBezTo>
                  <a:cubicBezTo>
                    <a:pt x="883" y="1387"/>
                    <a:pt x="725" y="1229"/>
                    <a:pt x="725" y="1040"/>
                  </a:cubicBezTo>
                  <a:cubicBezTo>
                    <a:pt x="725" y="851"/>
                    <a:pt x="883" y="694"/>
                    <a:pt x="1072" y="694"/>
                  </a:cubicBezTo>
                  <a:close/>
                  <a:moveTo>
                    <a:pt x="1072" y="1"/>
                  </a:moveTo>
                  <a:cubicBezTo>
                    <a:pt x="473" y="1"/>
                    <a:pt x="1" y="473"/>
                    <a:pt x="1" y="1072"/>
                  </a:cubicBezTo>
                  <a:cubicBezTo>
                    <a:pt x="1" y="1670"/>
                    <a:pt x="473" y="2143"/>
                    <a:pt x="1072" y="2143"/>
                  </a:cubicBezTo>
                  <a:cubicBezTo>
                    <a:pt x="1670" y="2143"/>
                    <a:pt x="2143" y="1670"/>
                    <a:pt x="2143" y="1072"/>
                  </a:cubicBezTo>
                  <a:cubicBezTo>
                    <a:pt x="2112" y="473"/>
                    <a:pt x="1639"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17" name="Google Shape;16417;p85"/>
            <p:cNvSpPr/>
            <p:nvPr/>
          </p:nvSpPr>
          <p:spPr>
            <a:xfrm>
              <a:off x="-46772025" y="2701925"/>
              <a:ext cx="300900" cy="300900"/>
            </a:xfrm>
            <a:custGeom>
              <a:avLst/>
              <a:gdLst/>
              <a:ahLst/>
              <a:cxnLst/>
              <a:rect l="l" t="t" r="r" b="b"/>
              <a:pathLst>
                <a:path w="12036" h="12036" extrusionOk="0">
                  <a:moveTo>
                    <a:pt x="6365" y="1482"/>
                  </a:moveTo>
                  <a:cubicBezTo>
                    <a:pt x="8602" y="1639"/>
                    <a:pt x="10429" y="3466"/>
                    <a:pt x="10587" y="5672"/>
                  </a:cubicBezTo>
                  <a:lnTo>
                    <a:pt x="9862" y="5672"/>
                  </a:lnTo>
                  <a:cubicBezTo>
                    <a:pt x="9704" y="3813"/>
                    <a:pt x="8224" y="2301"/>
                    <a:pt x="6365" y="2143"/>
                  </a:cubicBezTo>
                  <a:lnTo>
                    <a:pt x="6365" y="1482"/>
                  </a:lnTo>
                  <a:close/>
                  <a:moveTo>
                    <a:pt x="5703" y="1482"/>
                  </a:moveTo>
                  <a:lnTo>
                    <a:pt x="5703" y="2206"/>
                  </a:lnTo>
                  <a:cubicBezTo>
                    <a:pt x="3845" y="2364"/>
                    <a:pt x="2364" y="3844"/>
                    <a:pt x="2206" y="5703"/>
                  </a:cubicBezTo>
                  <a:lnTo>
                    <a:pt x="1482" y="5703"/>
                  </a:lnTo>
                  <a:cubicBezTo>
                    <a:pt x="1639" y="3466"/>
                    <a:pt x="3466" y="1639"/>
                    <a:pt x="5703" y="1482"/>
                  </a:cubicBezTo>
                  <a:close/>
                  <a:moveTo>
                    <a:pt x="6365" y="2868"/>
                  </a:moveTo>
                  <a:cubicBezTo>
                    <a:pt x="7814" y="3025"/>
                    <a:pt x="9011" y="4191"/>
                    <a:pt x="9169" y="5672"/>
                  </a:cubicBezTo>
                  <a:lnTo>
                    <a:pt x="8854" y="5672"/>
                  </a:lnTo>
                  <a:cubicBezTo>
                    <a:pt x="8665" y="5672"/>
                    <a:pt x="8507" y="5829"/>
                    <a:pt x="8507" y="6018"/>
                  </a:cubicBezTo>
                  <a:cubicBezTo>
                    <a:pt x="8507" y="6207"/>
                    <a:pt x="8665" y="6365"/>
                    <a:pt x="8854" y="6365"/>
                  </a:cubicBezTo>
                  <a:lnTo>
                    <a:pt x="9169" y="6365"/>
                  </a:lnTo>
                  <a:cubicBezTo>
                    <a:pt x="9011" y="7814"/>
                    <a:pt x="7846" y="9011"/>
                    <a:pt x="6365" y="9169"/>
                  </a:cubicBezTo>
                  <a:lnTo>
                    <a:pt x="6365" y="8854"/>
                  </a:lnTo>
                  <a:cubicBezTo>
                    <a:pt x="6365" y="8665"/>
                    <a:pt x="6207" y="8507"/>
                    <a:pt x="6018" y="8507"/>
                  </a:cubicBezTo>
                  <a:cubicBezTo>
                    <a:pt x="5829" y="8507"/>
                    <a:pt x="5672" y="8665"/>
                    <a:pt x="5672" y="8854"/>
                  </a:cubicBezTo>
                  <a:lnTo>
                    <a:pt x="5672" y="9169"/>
                  </a:lnTo>
                  <a:cubicBezTo>
                    <a:pt x="4223" y="9011"/>
                    <a:pt x="3025" y="7814"/>
                    <a:pt x="2868" y="6365"/>
                  </a:cubicBezTo>
                  <a:lnTo>
                    <a:pt x="3183" y="6365"/>
                  </a:lnTo>
                  <a:cubicBezTo>
                    <a:pt x="3372" y="6365"/>
                    <a:pt x="3529" y="6207"/>
                    <a:pt x="3529" y="6018"/>
                  </a:cubicBezTo>
                  <a:cubicBezTo>
                    <a:pt x="3529" y="5829"/>
                    <a:pt x="3372" y="5672"/>
                    <a:pt x="3183" y="5672"/>
                  </a:cubicBezTo>
                  <a:lnTo>
                    <a:pt x="2868" y="5672"/>
                  </a:lnTo>
                  <a:cubicBezTo>
                    <a:pt x="3025" y="4191"/>
                    <a:pt x="4191" y="3025"/>
                    <a:pt x="5672" y="2868"/>
                  </a:cubicBezTo>
                  <a:lnTo>
                    <a:pt x="5672" y="3183"/>
                  </a:lnTo>
                  <a:cubicBezTo>
                    <a:pt x="5672" y="3372"/>
                    <a:pt x="5829" y="3529"/>
                    <a:pt x="6018" y="3529"/>
                  </a:cubicBezTo>
                  <a:cubicBezTo>
                    <a:pt x="6207" y="3529"/>
                    <a:pt x="6365" y="3372"/>
                    <a:pt x="6365" y="3183"/>
                  </a:cubicBezTo>
                  <a:lnTo>
                    <a:pt x="6365" y="2868"/>
                  </a:lnTo>
                  <a:close/>
                  <a:moveTo>
                    <a:pt x="2206" y="6365"/>
                  </a:moveTo>
                  <a:cubicBezTo>
                    <a:pt x="2364" y="8224"/>
                    <a:pt x="3845" y="9704"/>
                    <a:pt x="5703" y="9862"/>
                  </a:cubicBezTo>
                  <a:lnTo>
                    <a:pt x="5703" y="10586"/>
                  </a:lnTo>
                  <a:cubicBezTo>
                    <a:pt x="3466" y="10429"/>
                    <a:pt x="1639" y="8602"/>
                    <a:pt x="1482" y="6365"/>
                  </a:cubicBezTo>
                  <a:close/>
                  <a:moveTo>
                    <a:pt x="10618" y="6365"/>
                  </a:moveTo>
                  <a:cubicBezTo>
                    <a:pt x="10429" y="8602"/>
                    <a:pt x="8602" y="10429"/>
                    <a:pt x="6396" y="10586"/>
                  </a:cubicBezTo>
                  <a:lnTo>
                    <a:pt x="6396" y="9862"/>
                  </a:lnTo>
                  <a:cubicBezTo>
                    <a:pt x="8255" y="9704"/>
                    <a:pt x="9767" y="8224"/>
                    <a:pt x="9925" y="6365"/>
                  </a:cubicBezTo>
                  <a:close/>
                  <a:moveTo>
                    <a:pt x="6018" y="1"/>
                  </a:moveTo>
                  <a:cubicBezTo>
                    <a:pt x="5829" y="1"/>
                    <a:pt x="5672" y="158"/>
                    <a:pt x="5672" y="347"/>
                  </a:cubicBezTo>
                  <a:lnTo>
                    <a:pt x="5672" y="725"/>
                  </a:lnTo>
                  <a:cubicBezTo>
                    <a:pt x="4412" y="820"/>
                    <a:pt x="3183" y="1356"/>
                    <a:pt x="2269" y="2269"/>
                  </a:cubicBezTo>
                  <a:cubicBezTo>
                    <a:pt x="1387" y="3183"/>
                    <a:pt x="820" y="4348"/>
                    <a:pt x="757" y="5672"/>
                  </a:cubicBezTo>
                  <a:lnTo>
                    <a:pt x="347" y="5672"/>
                  </a:lnTo>
                  <a:cubicBezTo>
                    <a:pt x="158" y="5672"/>
                    <a:pt x="1" y="5829"/>
                    <a:pt x="1" y="6018"/>
                  </a:cubicBezTo>
                  <a:cubicBezTo>
                    <a:pt x="1" y="6207"/>
                    <a:pt x="158" y="6365"/>
                    <a:pt x="347" y="6365"/>
                  </a:cubicBezTo>
                  <a:lnTo>
                    <a:pt x="757" y="6365"/>
                  </a:lnTo>
                  <a:cubicBezTo>
                    <a:pt x="820" y="7625"/>
                    <a:pt x="1387" y="8854"/>
                    <a:pt x="2269" y="9767"/>
                  </a:cubicBezTo>
                  <a:cubicBezTo>
                    <a:pt x="3183" y="10649"/>
                    <a:pt x="4380" y="11217"/>
                    <a:pt x="5672" y="11280"/>
                  </a:cubicBezTo>
                  <a:lnTo>
                    <a:pt x="5672" y="11689"/>
                  </a:lnTo>
                  <a:cubicBezTo>
                    <a:pt x="5672" y="11878"/>
                    <a:pt x="5829" y="12036"/>
                    <a:pt x="6018" y="12036"/>
                  </a:cubicBezTo>
                  <a:cubicBezTo>
                    <a:pt x="6207" y="12036"/>
                    <a:pt x="6365" y="11878"/>
                    <a:pt x="6365" y="11689"/>
                  </a:cubicBezTo>
                  <a:lnTo>
                    <a:pt x="6365" y="11280"/>
                  </a:lnTo>
                  <a:cubicBezTo>
                    <a:pt x="7625" y="11217"/>
                    <a:pt x="8854" y="10649"/>
                    <a:pt x="9767" y="9767"/>
                  </a:cubicBezTo>
                  <a:cubicBezTo>
                    <a:pt x="10681" y="8854"/>
                    <a:pt x="11217" y="7656"/>
                    <a:pt x="11280" y="6365"/>
                  </a:cubicBezTo>
                  <a:lnTo>
                    <a:pt x="11689" y="6365"/>
                  </a:lnTo>
                  <a:cubicBezTo>
                    <a:pt x="11878" y="6365"/>
                    <a:pt x="12036" y="6207"/>
                    <a:pt x="12036" y="6018"/>
                  </a:cubicBezTo>
                  <a:cubicBezTo>
                    <a:pt x="12036" y="5829"/>
                    <a:pt x="11878" y="5672"/>
                    <a:pt x="11689" y="5672"/>
                  </a:cubicBezTo>
                  <a:lnTo>
                    <a:pt x="11280" y="5672"/>
                  </a:lnTo>
                  <a:cubicBezTo>
                    <a:pt x="11217" y="4411"/>
                    <a:pt x="10650" y="3183"/>
                    <a:pt x="9767" y="2269"/>
                  </a:cubicBezTo>
                  <a:cubicBezTo>
                    <a:pt x="8854" y="1356"/>
                    <a:pt x="7688" y="820"/>
                    <a:pt x="6365" y="725"/>
                  </a:cubicBezTo>
                  <a:lnTo>
                    <a:pt x="6365" y="347"/>
                  </a:lnTo>
                  <a:cubicBezTo>
                    <a:pt x="6365" y="158"/>
                    <a:pt x="6207"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18" name="Google Shape;16418;p85"/>
          <p:cNvSpPr/>
          <p:nvPr/>
        </p:nvSpPr>
        <p:spPr>
          <a:xfrm>
            <a:off x="5286482" y="3946815"/>
            <a:ext cx="477599" cy="478872"/>
          </a:xfrm>
          <a:custGeom>
            <a:avLst/>
            <a:gdLst/>
            <a:ahLst/>
            <a:cxnLst/>
            <a:rect l="l" t="t" r="r" b="b"/>
            <a:pathLst>
              <a:path w="12004" h="12036" extrusionOk="0">
                <a:moveTo>
                  <a:pt x="10933" y="4947"/>
                </a:moveTo>
                <a:cubicBezTo>
                  <a:pt x="11122" y="4947"/>
                  <a:pt x="11279" y="5104"/>
                  <a:pt x="11279" y="5293"/>
                </a:cubicBezTo>
                <a:lnTo>
                  <a:pt x="11279" y="5671"/>
                </a:lnTo>
                <a:lnTo>
                  <a:pt x="7782" y="5671"/>
                </a:lnTo>
                <a:lnTo>
                  <a:pt x="7782" y="5293"/>
                </a:lnTo>
                <a:cubicBezTo>
                  <a:pt x="7782" y="5104"/>
                  <a:pt x="7940" y="4947"/>
                  <a:pt x="8129" y="4947"/>
                </a:cubicBezTo>
                <a:close/>
                <a:moveTo>
                  <a:pt x="9547" y="694"/>
                </a:moveTo>
                <a:cubicBezTo>
                  <a:pt x="9736" y="694"/>
                  <a:pt x="9893" y="851"/>
                  <a:pt x="9893" y="1040"/>
                </a:cubicBezTo>
                <a:lnTo>
                  <a:pt x="9893" y="4254"/>
                </a:lnTo>
                <a:lnTo>
                  <a:pt x="8129" y="4254"/>
                </a:lnTo>
                <a:cubicBezTo>
                  <a:pt x="7530" y="4254"/>
                  <a:pt x="7058" y="4726"/>
                  <a:pt x="7058" y="5293"/>
                </a:cubicBezTo>
                <a:lnTo>
                  <a:pt x="7058" y="6365"/>
                </a:lnTo>
                <a:lnTo>
                  <a:pt x="694" y="6365"/>
                </a:lnTo>
                <a:lnTo>
                  <a:pt x="694" y="1040"/>
                </a:lnTo>
                <a:cubicBezTo>
                  <a:pt x="725" y="851"/>
                  <a:pt x="883" y="694"/>
                  <a:pt x="1072" y="694"/>
                </a:cubicBezTo>
                <a:close/>
                <a:moveTo>
                  <a:pt x="7121" y="7026"/>
                </a:moveTo>
                <a:lnTo>
                  <a:pt x="7121" y="7751"/>
                </a:lnTo>
                <a:lnTo>
                  <a:pt x="1072" y="7751"/>
                </a:lnTo>
                <a:cubicBezTo>
                  <a:pt x="883" y="7751"/>
                  <a:pt x="725" y="7593"/>
                  <a:pt x="725" y="7404"/>
                </a:cubicBezTo>
                <a:lnTo>
                  <a:pt x="725" y="7026"/>
                </a:lnTo>
                <a:close/>
                <a:moveTo>
                  <a:pt x="5703" y="8444"/>
                </a:moveTo>
                <a:lnTo>
                  <a:pt x="5703" y="9168"/>
                </a:lnTo>
                <a:lnTo>
                  <a:pt x="4947" y="9168"/>
                </a:lnTo>
                <a:lnTo>
                  <a:pt x="4947" y="8444"/>
                </a:lnTo>
                <a:close/>
                <a:moveTo>
                  <a:pt x="7089" y="8444"/>
                </a:moveTo>
                <a:lnTo>
                  <a:pt x="7089" y="9168"/>
                </a:lnTo>
                <a:lnTo>
                  <a:pt x="6365" y="9168"/>
                </a:lnTo>
                <a:lnTo>
                  <a:pt x="6365" y="8444"/>
                </a:lnTo>
                <a:close/>
                <a:moveTo>
                  <a:pt x="11279" y="6333"/>
                </a:moveTo>
                <a:lnTo>
                  <a:pt x="11279" y="9830"/>
                </a:lnTo>
                <a:lnTo>
                  <a:pt x="7782" y="9830"/>
                </a:lnTo>
                <a:lnTo>
                  <a:pt x="7782" y="6333"/>
                </a:lnTo>
                <a:close/>
                <a:moveTo>
                  <a:pt x="11279" y="10523"/>
                </a:moveTo>
                <a:lnTo>
                  <a:pt x="11279" y="10901"/>
                </a:lnTo>
                <a:cubicBezTo>
                  <a:pt x="11279" y="11090"/>
                  <a:pt x="11122" y="11248"/>
                  <a:pt x="10933" y="11248"/>
                </a:cubicBezTo>
                <a:lnTo>
                  <a:pt x="8129" y="11248"/>
                </a:lnTo>
                <a:cubicBezTo>
                  <a:pt x="7940" y="11248"/>
                  <a:pt x="7782" y="11090"/>
                  <a:pt x="7782" y="10901"/>
                </a:cubicBezTo>
                <a:lnTo>
                  <a:pt x="7782" y="10523"/>
                </a:lnTo>
                <a:close/>
                <a:moveTo>
                  <a:pt x="1040" y="1"/>
                </a:moveTo>
                <a:cubicBezTo>
                  <a:pt x="442" y="1"/>
                  <a:pt x="1" y="473"/>
                  <a:pt x="1" y="1040"/>
                </a:cubicBezTo>
                <a:lnTo>
                  <a:pt x="1" y="7436"/>
                </a:lnTo>
                <a:cubicBezTo>
                  <a:pt x="1" y="8034"/>
                  <a:pt x="442" y="8507"/>
                  <a:pt x="1040" y="8507"/>
                </a:cubicBezTo>
                <a:lnTo>
                  <a:pt x="4191" y="8507"/>
                </a:lnTo>
                <a:lnTo>
                  <a:pt x="4191" y="9200"/>
                </a:lnTo>
                <a:lnTo>
                  <a:pt x="3151" y="9200"/>
                </a:lnTo>
                <a:cubicBezTo>
                  <a:pt x="2931" y="9200"/>
                  <a:pt x="2773" y="9357"/>
                  <a:pt x="2773" y="9546"/>
                </a:cubicBezTo>
                <a:cubicBezTo>
                  <a:pt x="2773" y="9767"/>
                  <a:pt x="2931" y="9925"/>
                  <a:pt x="3151" y="9925"/>
                </a:cubicBezTo>
                <a:lnTo>
                  <a:pt x="7026" y="9925"/>
                </a:lnTo>
                <a:lnTo>
                  <a:pt x="7026" y="10964"/>
                </a:lnTo>
                <a:cubicBezTo>
                  <a:pt x="7026" y="11563"/>
                  <a:pt x="7499" y="12035"/>
                  <a:pt x="8097" y="12035"/>
                </a:cubicBezTo>
                <a:lnTo>
                  <a:pt x="10901" y="12035"/>
                </a:lnTo>
                <a:cubicBezTo>
                  <a:pt x="11468" y="12035"/>
                  <a:pt x="11941" y="11563"/>
                  <a:pt x="11941" y="10964"/>
                </a:cubicBezTo>
                <a:lnTo>
                  <a:pt x="11941" y="5356"/>
                </a:lnTo>
                <a:cubicBezTo>
                  <a:pt x="12004" y="4726"/>
                  <a:pt x="11531" y="4254"/>
                  <a:pt x="10933" y="4254"/>
                </a:cubicBezTo>
                <a:lnTo>
                  <a:pt x="10586" y="4254"/>
                </a:lnTo>
                <a:lnTo>
                  <a:pt x="10586" y="1040"/>
                </a:lnTo>
                <a:cubicBezTo>
                  <a:pt x="10586" y="473"/>
                  <a:pt x="10114" y="1"/>
                  <a:pt x="95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19" name="Google Shape;16419;p85"/>
          <p:cNvGrpSpPr/>
          <p:nvPr/>
        </p:nvGrpSpPr>
        <p:grpSpPr>
          <a:xfrm>
            <a:off x="1724047" y="2043371"/>
            <a:ext cx="477599" cy="478872"/>
            <a:chOff x="-50154075" y="1948175"/>
            <a:chExt cx="300100" cy="300900"/>
          </a:xfrm>
        </p:grpSpPr>
        <p:sp>
          <p:nvSpPr>
            <p:cNvPr id="16420" name="Google Shape;16420;p85"/>
            <p:cNvSpPr/>
            <p:nvPr/>
          </p:nvSpPr>
          <p:spPr>
            <a:xfrm>
              <a:off x="-50154075" y="1948175"/>
              <a:ext cx="300100" cy="300900"/>
            </a:xfrm>
            <a:custGeom>
              <a:avLst/>
              <a:gdLst/>
              <a:ahLst/>
              <a:cxnLst/>
              <a:rect l="l" t="t" r="r" b="b"/>
              <a:pathLst>
                <a:path w="12004" h="12036" extrusionOk="0">
                  <a:moveTo>
                    <a:pt x="2805" y="694"/>
                  </a:moveTo>
                  <a:lnTo>
                    <a:pt x="2805" y="2805"/>
                  </a:lnTo>
                  <a:lnTo>
                    <a:pt x="662" y="2805"/>
                  </a:lnTo>
                  <a:lnTo>
                    <a:pt x="662" y="694"/>
                  </a:lnTo>
                  <a:close/>
                  <a:moveTo>
                    <a:pt x="2805" y="3466"/>
                  </a:moveTo>
                  <a:lnTo>
                    <a:pt x="2805" y="5609"/>
                  </a:lnTo>
                  <a:lnTo>
                    <a:pt x="662" y="5609"/>
                  </a:lnTo>
                  <a:lnTo>
                    <a:pt x="662" y="3466"/>
                  </a:lnTo>
                  <a:close/>
                  <a:moveTo>
                    <a:pt x="7908" y="2521"/>
                  </a:moveTo>
                  <a:lnTo>
                    <a:pt x="9421" y="4033"/>
                  </a:lnTo>
                  <a:lnTo>
                    <a:pt x="7782" y="5640"/>
                  </a:lnTo>
                  <a:lnTo>
                    <a:pt x="6302" y="4128"/>
                  </a:lnTo>
                  <a:lnTo>
                    <a:pt x="7908" y="2521"/>
                  </a:lnTo>
                  <a:close/>
                  <a:moveTo>
                    <a:pt x="5798" y="4663"/>
                  </a:moveTo>
                  <a:lnTo>
                    <a:pt x="7278" y="6144"/>
                  </a:lnTo>
                  <a:lnTo>
                    <a:pt x="5766" y="7688"/>
                  </a:lnTo>
                  <a:lnTo>
                    <a:pt x="4254" y="6207"/>
                  </a:lnTo>
                  <a:lnTo>
                    <a:pt x="5798" y="4663"/>
                  </a:lnTo>
                  <a:close/>
                  <a:moveTo>
                    <a:pt x="2805" y="6302"/>
                  </a:moveTo>
                  <a:lnTo>
                    <a:pt x="2805" y="8791"/>
                  </a:lnTo>
                  <a:cubicBezTo>
                    <a:pt x="2521" y="8570"/>
                    <a:pt x="2111" y="8444"/>
                    <a:pt x="1733" y="8444"/>
                  </a:cubicBezTo>
                  <a:cubicBezTo>
                    <a:pt x="1324" y="8444"/>
                    <a:pt x="977" y="8570"/>
                    <a:pt x="662" y="8791"/>
                  </a:cubicBezTo>
                  <a:lnTo>
                    <a:pt x="662" y="6302"/>
                  </a:lnTo>
                  <a:close/>
                  <a:moveTo>
                    <a:pt x="3750" y="6711"/>
                  </a:moveTo>
                  <a:lnTo>
                    <a:pt x="5230" y="8192"/>
                  </a:lnTo>
                  <a:lnTo>
                    <a:pt x="3498" y="9925"/>
                  </a:lnTo>
                  <a:lnTo>
                    <a:pt x="3498" y="6932"/>
                  </a:lnTo>
                  <a:lnTo>
                    <a:pt x="3750" y="6711"/>
                  </a:lnTo>
                  <a:close/>
                  <a:moveTo>
                    <a:pt x="1733" y="9137"/>
                  </a:moveTo>
                  <a:cubicBezTo>
                    <a:pt x="2332" y="9137"/>
                    <a:pt x="2805" y="9610"/>
                    <a:pt x="2805" y="10208"/>
                  </a:cubicBezTo>
                  <a:cubicBezTo>
                    <a:pt x="2805" y="10807"/>
                    <a:pt x="2332" y="11279"/>
                    <a:pt x="1733" y="11279"/>
                  </a:cubicBezTo>
                  <a:cubicBezTo>
                    <a:pt x="1135" y="11279"/>
                    <a:pt x="662" y="10807"/>
                    <a:pt x="662" y="10208"/>
                  </a:cubicBezTo>
                  <a:cubicBezTo>
                    <a:pt x="662" y="9610"/>
                    <a:pt x="1135" y="9137"/>
                    <a:pt x="1733" y="9137"/>
                  </a:cubicBezTo>
                  <a:close/>
                  <a:moveTo>
                    <a:pt x="5640" y="9137"/>
                  </a:moveTo>
                  <a:lnTo>
                    <a:pt x="5640" y="11279"/>
                  </a:lnTo>
                  <a:lnTo>
                    <a:pt x="3183" y="11279"/>
                  </a:lnTo>
                  <a:lnTo>
                    <a:pt x="5262" y="9137"/>
                  </a:lnTo>
                  <a:close/>
                  <a:moveTo>
                    <a:pt x="8412" y="9137"/>
                  </a:moveTo>
                  <a:lnTo>
                    <a:pt x="8412" y="11279"/>
                  </a:lnTo>
                  <a:lnTo>
                    <a:pt x="6333" y="11279"/>
                  </a:lnTo>
                  <a:lnTo>
                    <a:pt x="6333" y="9137"/>
                  </a:lnTo>
                  <a:close/>
                  <a:moveTo>
                    <a:pt x="11248" y="9137"/>
                  </a:moveTo>
                  <a:lnTo>
                    <a:pt x="11248" y="11279"/>
                  </a:lnTo>
                  <a:lnTo>
                    <a:pt x="9106" y="11279"/>
                  </a:lnTo>
                  <a:lnTo>
                    <a:pt x="9106" y="9137"/>
                  </a:lnTo>
                  <a:close/>
                  <a:moveTo>
                    <a:pt x="347" y="1"/>
                  </a:moveTo>
                  <a:cubicBezTo>
                    <a:pt x="158" y="1"/>
                    <a:pt x="1" y="158"/>
                    <a:pt x="1" y="379"/>
                  </a:cubicBezTo>
                  <a:lnTo>
                    <a:pt x="1" y="10240"/>
                  </a:lnTo>
                  <a:cubicBezTo>
                    <a:pt x="1" y="11248"/>
                    <a:pt x="788" y="12036"/>
                    <a:pt x="1765" y="12036"/>
                  </a:cubicBezTo>
                  <a:lnTo>
                    <a:pt x="11657" y="12036"/>
                  </a:lnTo>
                  <a:cubicBezTo>
                    <a:pt x="11846" y="12036"/>
                    <a:pt x="12004" y="11878"/>
                    <a:pt x="12004" y="11657"/>
                  </a:cubicBezTo>
                  <a:lnTo>
                    <a:pt x="12004" y="8791"/>
                  </a:lnTo>
                  <a:cubicBezTo>
                    <a:pt x="11973" y="8602"/>
                    <a:pt x="11815" y="8444"/>
                    <a:pt x="11626" y="8444"/>
                  </a:cubicBezTo>
                  <a:lnTo>
                    <a:pt x="5987" y="8444"/>
                  </a:lnTo>
                  <a:lnTo>
                    <a:pt x="10177" y="4254"/>
                  </a:lnTo>
                  <a:cubicBezTo>
                    <a:pt x="10240" y="4191"/>
                    <a:pt x="10271" y="4096"/>
                    <a:pt x="10271" y="4033"/>
                  </a:cubicBezTo>
                  <a:cubicBezTo>
                    <a:pt x="10271" y="3939"/>
                    <a:pt x="10240" y="3844"/>
                    <a:pt x="10177" y="3781"/>
                  </a:cubicBezTo>
                  <a:lnTo>
                    <a:pt x="8192" y="1828"/>
                  </a:lnTo>
                  <a:cubicBezTo>
                    <a:pt x="8129" y="1765"/>
                    <a:pt x="8042" y="1733"/>
                    <a:pt x="7952" y="1733"/>
                  </a:cubicBezTo>
                  <a:cubicBezTo>
                    <a:pt x="7861" y="1733"/>
                    <a:pt x="7767" y="1765"/>
                    <a:pt x="7688" y="1828"/>
                  </a:cubicBezTo>
                  <a:lnTo>
                    <a:pt x="3498" y="5987"/>
                  </a:lnTo>
                  <a:lnTo>
                    <a:pt x="3498" y="379"/>
                  </a:ln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21" name="Google Shape;16421;p85"/>
            <p:cNvSpPr/>
            <p:nvPr/>
          </p:nvSpPr>
          <p:spPr>
            <a:xfrm>
              <a:off x="-50119425" y="21947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22" name="Google Shape;16422;p85"/>
          <p:cNvGrpSpPr/>
          <p:nvPr/>
        </p:nvGrpSpPr>
        <p:grpSpPr>
          <a:xfrm>
            <a:off x="1724047" y="2649981"/>
            <a:ext cx="477599" cy="477639"/>
            <a:chOff x="-50154850" y="2316775"/>
            <a:chExt cx="300100" cy="300125"/>
          </a:xfrm>
        </p:grpSpPr>
        <p:sp>
          <p:nvSpPr>
            <p:cNvPr id="16423" name="Google Shape;16423;p85"/>
            <p:cNvSpPr/>
            <p:nvPr/>
          </p:nvSpPr>
          <p:spPr>
            <a:xfrm>
              <a:off x="-50154850" y="2316775"/>
              <a:ext cx="300100" cy="300125"/>
            </a:xfrm>
            <a:custGeom>
              <a:avLst/>
              <a:gdLst/>
              <a:ahLst/>
              <a:cxnLst/>
              <a:rect l="l" t="t" r="r" b="b"/>
              <a:pathLst>
                <a:path w="12004" h="12005" extrusionOk="0">
                  <a:moveTo>
                    <a:pt x="1418" y="694"/>
                  </a:moveTo>
                  <a:lnTo>
                    <a:pt x="1418" y="1419"/>
                  </a:lnTo>
                  <a:lnTo>
                    <a:pt x="693" y="1419"/>
                  </a:lnTo>
                  <a:lnTo>
                    <a:pt x="693" y="694"/>
                  </a:lnTo>
                  <a:close/>
                  <a:moveTo>
                    <a:pt x="11279" y="694"/>
                  </a:moveTo>
                  <a:lnTo>
                    <a:pt x="11279" y="1419"/>
                  </a:lnTo>
                  <a:lnTo>
                    <a:pt x="10586" y="1419"/>
                  </a:lnTo>
                  <a:lnTo>
                    <a:pt x="10586" y="694"/>
                  </a:lnTo>
                  <a:close/>
                  <a:moveTo>
                    <a:pt x="9893" y="1419"/>
                  </a:moveTo>
                  <a:lnTo>
                    <a:pt x="9893" y="1765"/>
                  </a:lnTo>
                  <a:cubicBezTo>
                    <a:pt x="9893" y="1954"/>
                    <a:pt x="10019" y="2112"/>
                    <a:pt x="10239" y="2112"/>
                  </a:cubicBezTo>
                  <a:lnTo>
                    <a:pt x="10586" y="2112"/>
                  </a:lnTo>
                  <a:lnTo>
                    <a:pt x="10586" y="9893"/>
                  </a:lnTo>
                  <a:lnTo>
                    <a:pt x="10239" y="9893"/>
                  </a:lnTo>
                  <a:cubicBezTo>
                    <a:pt x="10019" y="9893"/>
                    <a:pt x="9893" y="10051"/>
                    <a:pt x="9893" y="10240"/>
                  </a:cubicBezTo>
                  <a:lnTo>
                    <a:pt x="9893" y="10587"/>
                  </a:lnTo>
                  <a:lnTo>
                    <a:pt x="2111" y="10587"/>
                  </a:lnTo>
                  <a:lnTo>
                    <a:pt x="2111" y="10240"/>
                  </a:lnTo>
                  <a:cubicBezTo>
                    <a:pt x="2111" y="10051"/>
                    <a:pt x="1953" y="9893"/>
                    <a:pt x="1764" y="9893"/>
                  </a:cubicBezTo>
                  <a:lnTo>
                    <a:pt x="1418" y="9893"/>
                  </a:lnTo>
                  <a:lnTo>
                    <a:pt x="1418" y="2112"/>
                  </a:lnTo>
                  <a:lnTo>
                    <a:pt x="1764" y="2112"/>
                  </a:lnTo>
                  <a:cubicBezTo>
                    <a:pt x="1953" y="2112"/>
                    <a:pt x="2111" y="1954"/>
                    <a:pt x="2111" y="1765"/>
                  </a:cubicBezTo>
                  <a:lnTo>
                    <a:pt x="2111" y="1419"/>
                  </a:lnTo>
                  <a:close/>
                  <a:moveTo>
                    <a:pt x="1418" y="10555"/>
                  </a:moveTo>
                  <a:lnTo>
                    <a:pt x="1418" y="11248"/>
                  </a:lnTo>
                  <a:lnTo>
                    <a:pt x="693" y="11248"/>
                  </a:lnTo>
                  <a:lnTo>
                    <a:pt x="693" y="10555"/>
                  </a:lnTo>
                  <a:close/>
                  <a:moveTo>
                    <a:pt x="11279" y="10555"/>
                  </a:moveTo>
                  <a:lnTo>
                    <a:pt x="11279" y="11248"/>
                  </a:lnTo>
                  <a:lnTo>
                    <a:pt x="10586" y="11248"/>
                  </a:lnTo>
                  <a:lnTo>
                    <a:pt x="10586" y="10555"/>
                  </a:lnTo>
                  <a:close/>
                  <a:moveTo>
                    <a:pt x="347" y="1"/>
                  </a:moveTo>
                  <a:cubicBezTo>
                    <a:pt x="158" y="1"/>
                    <a:pt x="0" y="158"/>
                    <a:pt x="0" y="348"/>
                  </a:cubicBezTo>
                  <a:lnTo>
                    <a:pt x="0" y="1765"/>
                  </a:lnTo>
                  <a:cubicBezTo>
                    <a:pt x="0" y="1954"/>
                    <a:pt x="158" y="2112"/>
                    <a:pt x="347" y="2112"/>
                  </a:cubicBezTo>
                  <a:lnTo>
                    <a:pt x="693" y="2112"/>
                  </a:lnTo>
                  <a:lnTo>
                    <a:pt x="693" y="9893"/>
                  </a:lnTo>
                  <a:lnTo>
                    <a:pt x="347" y="9893"/>
                  </a:lnTo>
                  <a:cubicBezTo>
                    <a:pt x="158" y="9893"/>
                    <a:pt x="0" y="10051"/>
                    <a:pt x="0" y="10240"/>
                  </a:cubicBezTo>
                  <a:lnTo>
                    <a:pt x="0" y="11658"/>
                  </a:lnTo>
                  <a:cubicBezTo>
                    <a:pt x="0" y="11847"/>
                    <a:pt x="158" y="12004"/>
                    <a:pt x="347" y="12004"/>
                  </a:cubicBezTo>
                  <a:lnTo>
                    <a:pt x="1764" y="12004"/>
                  </a:lnTo>
                  <a:cubicBezTo>
                    <a:pt x="1953" y="12004"/>
                    <a:pt x="2111" y="11847"/>
                    <a:pt x="2111" y="11658"/>
                  </a:cubicBezTo>
                  <a:lnTo>
                    <a:pt x="2111" y="11311"/>
                  </a:lnTo>
                  <a:lnTo>
                    <a:pt x="9893" y="11311"/>
                  </a:lnTo>
                  <a:lnTo>
                    <a:pt x="9893" y="11658"/>
                  </a:lnTo>
                  <a:cubicBezTo>
                    <a:pt x="9893" y="11847"/>
                    <a:pt x="10019" y="12004"/>
                    <a:pt x="10239" y="12004"/>
                  </a:cubicBezTo>
                  <a:lnTo>
                    <a:pt x="11657" y="12004"/>
                  </a:lnTo>
                  <a:cubicBezTo>
                    <a:pt x="11846" y="12004"/>
                    <a:pt x="12004" y="11847"/>
                    <a:pt x="12004" y="11658"/>
                  </a:cubicBezTo>
                  <a:lnTo>
                    <a:pt x="12004" y="10240"/>
                  </a:lnTo>
                  <a:cubicBezTo>
                    <a:pt x="12004" y="10051"/>
                    <a:pt x="11846" y="9893"/>
                    <a:pt x="11657" y="9893"/>
                  </a:cubicBezTo>
                  <a:lnTo>
                    <a:pt x="11310" y="9893"/>
                  </a:lnTo>
                  <a:lnTo>
                    <a:pt x="11310" y="2112"/>
                  </a:lnTo>
                  <a:lnTo>
                    <a:pt x="11657" y="2112"/>
                  </a:lnTo>
                  <a:lnTo>
                    <a:pt x="11657" y="2080"/>
                  </a:lnTo>
                  <a:cubicBezTo>
                    <a:pt x="11846" y="2080"/>
                    <a:pt x="12004" y="1923"/>
                    <a:pt x="12004" y="1734"/>
                  </a:cubicBezTo>
                  <a:lnTo>
                    <a:pt x="12004" y="348"/>
                  </a:lnTo>
                  <a:cubicBezTo>
                    <a:pt x="12004" y="158"/>
                    <a:pt x="11846" y="1"/>
                    <a:pt x="11657" y="1"/>
                  </a:cubicBezTo>
                  <a:lnTo>
                    <a:pt x="10239" y="1"/>
                  </a:lnTo>
                  <a:cubicBezTo>
                    <a:pt x="10019" y="1"/>
                    <a:pt x="9893" y="158"/>
                    <a:pt x="9893" y="348"/>
                  </a:cubicBezTo>
                  <a:lnTo>
                    <a:pt x="9893" y="694"/>
                  </a:lnTo>
                  <a:lnTo>
                    <a:pt x="2111" y="694"/>
                  </a:lnTo>
                  <a:lnTo>
                    <a:pt x="2111" y="348"/>
                  </a:lnTo>
                  <a:cubicBezTo>
                    <a:pt x="2111" y="158"/>
                    <a:pt x="1953" y="1"/>
                    <a:pt x="17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24" name="Google Shape;16424;p85"/>
            <p:cNvSpPr/>
            <p:nvPr/>
          </p:nvSpPr>
          <p:spPr>
            <a:xfrm>
              <a:off x="-50083975" y="2368775"/>
              <a:ext cx="158325" cy="193775"/>
            </a:xfrm>
            <a:custGeom>
              <a:avLst/>
              <a:gdLst/>
              <a:ahLst/>
              <a:cxnLst/>
              <a:rect l="l" t="t" r="r" b="b"/>
              <a:pathLst>
                <a:path w="6333" h="7751" extrusionOk="0">
                  <a:moveTo>
                    <a:pt x="5577" y="693"/>
                  </a:moveTo>
                  <a:lnTo>
                    <a:pt x="5577" y="1567"/>
                  </a:lnTo>
                  <a:lnTo>
                    <a:pt x="5577" y="1567"/>
                  </a:lnTo>
                  <a:cubicBezTo>
                    <a:pt x="5492" y="1468"/>
                    <a:pt x="5402" y="1418"/>
                    <a:pt x="5262" y="1418"/>
                  </a:cubicBezTo>
                  <a:lnTo>
                    <a:pt x="3844" y="1418"/>
                  </a:lnTo>
                  <a:cubicBezTo>
                    <a:pt x="3655" y="1418"/>
                    <a:pt x="3498" y="1576"/>
                    <a:pt x="3498" y="1765"/>
                  </a:cubicBezTo>
                  <a:lnTo>
                    <a:pt x="3498" y="6742"/>
                  </a:lnTo>
                  <a:cubicBezTo>
                    <a:pt x="3498" y="6900"/>
                    <a:pt x="3624" y="6963"/>
                    <a:pt x="3687" y="7089"/>
                  </a:cubicBezTo>
                  <a:lnTo>
                    <a:pt x="2584" y="7089"/>
                  </a:lnTo>
                  <a:cubicBezTo>
                    <a:pt x="2710" y="6963"/>
                    <a:pt x="2773" y="6900"/>
                    <a:pt x="2773" y="6742"/>
                  </a:cubicBezTo>
                  <a:lnTo>
                    <a:pt x="2773" y="1765"/>
                  </a:lnTo>
                  <a:cubicBezTo>
                    <a:pt x="2773" y="1576"/>
                    <a:pt x="2647" y="1418"/>
                    <a:pt x="2426" y="1418"/>
                  </a:cubicBezTo>
                  <a:lnTo>
                    <a:pt x="1009" y="1418"/>
                  </a:lnTo>
                  <a:cubicBezTo>
                    <a:pt x="851" y="1418"/>
                    <a:pt x="788" y="1544"/>
                    <a:pt x="662" y="1607"/>
                  </a:cubicBezTo>
                  <a:lnTo>
                    <a:pt x="662" y="693"/>
                  </a:lnTo>
                  <a:close/>
                  <a:moveTo>
                    <a:pt x="347" y="0"/>
                  </a:moveTo>
                  <a:cubicBezTo>
                    <a:pt x="158" y="0"/>
                    <a:pt x="1" y="158"/>
                    <a:pt x="1" y="347"/>
                  </a:cubicBezTo>
                  <a:lnTo>
                    <a:pt x="1" y="2489"/>
                  </a:lnTo>
                  <a:cubicBezTo>
                    <a:pt x="1" y="2696"/>
                    <a:pt x="163" y="2835"/>
                    <a:pt x="328" y="2835"/>
                  </a:cubicBezTo>
                  <a:cubicBezTo>
                    <a:pt x="415" y="2835"/>
                    <a:pt x="503" y="2796"/>
                    <a:pt x="568" y="2710"/>
                  </a:cubicBezTo>
                  <a:lnTo>
                    <a:pt x="1166" y="2143"/>
                  </a:lnTo>
                  <a:lnTo>
                    <a:pt x="2080" y="2143"/>
                  </a:lnTo>
                  <a:lnTo>
                    <a:pt x="2080" y="6585"/>
                  </a:lnTo>
                  <a:lnTo>
                    <a:pt x="1481" y="7183"/>
                  </a:lnTo>
                  <a:cubicBezTo>
                    <a:pt x="1261" y="7404"/>
                    <a:pt x="1418" y="7750"/>
                    <a:pt x="1733" y="7750"/>
                  </a:cubicBezTo>
                  <a:lnTo>
                    <a:pt x="4537" y="7750"/>
                  </a:lnTo>
                  <a:cubicBezTo>
                    <a:pt x="4852" y="7750"/>
                    <a:pt x="5010" y="7372"/>
                    <a:pt x="4758" y="7183"/>
                  </a:cubicBezTo>
                  <a:lnTo>
                    <a:pt x="4159" y="6585"/>
                  </a:lnTo>
                  <a:lnTo>
                    <a:pt x="4159" y="2143"/>
                  </a:lnTo>
                  <a:lnTo>
                    <a:pt x="5073" y="2143"/>
                  </a:lnTo>
                  <a:lnTo>
                    <a:pt x="5671" y="2710"/>
                  </a:lnTo>
                  <a:cubicBezTo>
                    <a:pt x="5747" y="2796"/>
                    <a:pt x="5842" y="2835"/>
                    <a:pt x="5933" y="2835"/>
                  </a:cubicBezTo>
                  <a:cubicBezTo>
                    <a:pt x="6107" y="2835"/>
                    <a:pt x="6270" y="2696"/>
                    <a:pt x="6270" y="2489"/>
                  </a:cubicBezTo>
                  <a:lnTo>
                    <a:pt x="6270" y="347"/>
                  </a:lnTo>
                  <a:cubicBezTo>
                    <a:pt x="6333" y="158"/>
                    <a:pt x="6176" y="0"/>
                    <a:pt x="59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25" name="Google Shape;16425;p85"/>
          <p:cNvGrpSpPr/>
          <p:nvPr/>
        </p:nvGrpSpPr>
        <p:grpSpPr>
          <a:xfrm>
            <a:off x="1718417" y="3245995"/>
            <a:ext cx="488859" cy="475411"/>
            <a:chOff x="-50158000" y="2685000"/>
            <a:chExt cx="307175" cy="298725"/>
          </a:xfrm>
        </p:grpSpPr>
        <p:sp>
          <p:nvSpPr>
            <p:cNvPr id="16426" name="Google Shape;16426;p85"/>
            <p:cNvSpPr/>
            <p:nvPr/>
          </p:nvSpPr>
          <p:spPr>
            <a:xfrm>
              <a:off x="-50158000" y="2685000"/>
              <a:ext cx="307175" cy="298725"/>
            </a:xfrm>
            <a:custGeom>
              <a:avLst/>
              <a:gdLst/>
              <a:ahLst/>
              <a:cxnLst/>
              <a:rect l="l" t="t" r="r" b="b"/>
              <a:pathLst>
                <a:path w="12287" h="11949" extrusionOk="0">
                  <a:moveTo>
                    <a:pt x="8054" y="717"/>
                  </a:moveTo>
                  <a:cubicBezTo>
                    <a:pt x="8325" y="717"/>
                    <a:pt x="8601" y="820"/>
                    <a:pt x="8821" y="1024"/>
                  </a:cubicBezTo>
                  <a:lnTo>
                    <a:pt x="11090" y="3293"/>
                  </a:lnTo>
                  <a:cubicBezTo>
                    <a:pt x="11531" y="3702"/>
                    <a:pt x="11531" y="4364"/>
                    <a:pt x="11090" y="4805"/>
                  </a:cubicBezTo>
                  <a:lnTo>
                    <a:pt x="10302" y="5593"/>
                  </a:lnTo>
                  <a:lnTo>
                    <a:pt x="6522" y="1812"/>
                  </a:lnTo>
                  <a:lnTo>
                    <a:pt x="7309" y="1024"/>
                  </a:lnTo>
                  <a:cubicBezTo>
                    <a:pt x="7514" y="820"/>
                    <a:pt x="7782" y="717"/>
                    <a:pt x="8054" y="717"/>
                  </a:cubicBezTo>
                  <a:close/>
                  <a:moveTo>
                    <a:pt x="6018" y="2285"/>
                  </a:moveTo>
                  <a:lnTo>
                    <a:pt x="9798" y="6065"/>
                  </a:lnTo>
                  <a:lnTo>
                    <a:pt x="6144" y="9720"/>
                  </a:lnTo>
                  <a:lnTo>
                    <a:pt x="2363" y="5939"/>
                  </a:lnTo>
                  <a:lnTo>
                    <a:pt x="6018" y="2285"/>
                  </a:lnTo>
                  <a:close/>
                  <a:moveTo>
                    <a:pt x="1890" y="6443"/>
                  </a:moveTo>
                  <a:lnTo>
                    <a:pt x="5671" y="10224"/>
                  </a:lnTo>
                  <a:lnTo>
                    <a:pt x="4915" y="10980"/>
                  </a:lnTo>
                  <a:cubicBezTo>
                    <a:pt x="4726" y="11185"/>
                    <a:pt x="4458" y="11287"/>
                    <a:pt x="4186" y="11287"/>
                  </a:cubicBezTo>
                  <a:cubicBezTo>
                    <a:pt x="3915" y="11287"/>
                    <a:pt x="3639" y="11185"/>
                    <a:pt x="3434" y="10980"/>
                  </a:cubicBezTo>
                  <a:lnTo>
                    <a:pt x="1134" y="8712"/>
                  </a:lnTo>
                  <a:cubicBezTo>
                    <a:pt x="756" y="8302"/>
                    <a:pt x="756" y="7640"/>
                    <a:pt x="1134" y="7199"/>
                  </a:cubicBezTo>
                  <a:lnTo>
                    <a:pt x="1890" y="6443"/>
                  </a:lnTo>
                  <a:close/>
                  <a:moveTo>
                    <a:pt x="8093" y="0"/>
                  </a:moveTo>
                  <a:cubicBezTo>
                    <a:pt x="7640" y="0"/>
                    <a:pt x="7183" y="174"/>
                    <a:pt x="6837" y="520"/>
                  </a:cubicBezTo>
                  <a:lnTo>
                    <a:pt x="662" y="6695"/>
                  </a:lnTo>
                  <a:cubicBezTo>
                    <a:pt x="0" y="7357"/>
                    <a:pt x="0" y="8491"/>
                    <a:pt x="662" y="9184"/>
                  </a:cubicBezTo>
                  <a:lnTo>
                    <a:pt x="2962" y="11452"/>
                  </a:lnTo>
                  <a:cubicBezTo>
                    <a:pt x="3292" y="11783"/>
                    <a:pt x="3741" y="11949"/>
                    <a:pt x="4190" y="11949"/>
                  </a:cubicBezTo>
                  <a:cubicBezTo>
                    <a:pt x="4639" y="11949"/>
                    <a:pt x="5088" y="11783"/>
                    <a:pt x="5419" y="11452"/>
                  </a:cubicBezTo>
                  <a:lnTo>
                    <a:pt x="11625" y="5278"/>
                  </a:lnTo>
                  <a:cubicBezTo>
                    <a:pt x="12287" y="4616"/>
                    <a:pt x="12287" y="3513"/>
                    <a:pt x="11625" y="2789"/>
                  </a:cubicBezTo>
                  <a:lnTo>
                    <a:pt x="9326" y="520"/>
                  </a:lnTo>
                  <a:cubicBezTo>
                    <a:pt x="8995" y="174"/>
                    <a:pt x="8546" y="0"/>
                    <a:pt x="809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27" name="Google Shape;16427;p85"/>
            <p:cNvSpPr/>
            <p:nvPr/>
          </p:nvSpPr>
          <p:spPr>
            <a:xfrm>
              <a:off x="-50058775" y="2838200"/>
              <a:ext cx="51225" cy="49625"/>
            </a:xfrm>
            <a:custGeom>
              <a:avLst/>
              <a:gdLst/>
              <a:ahLst/>
              <a:cxnLst/>
              <a:rect l="l" t="t" r="r" b="b"/>
              <a:pathLst>
                <a:path w="2049" h="1985" extrusionOk="0">
                  <a:moveTo>
                    <a:pt x="391" y="0"/>
                  </a:moveTo>
                  <a:cubicBezTo>
                    <a:pt x="300" y="0"/>
                    <a:pt x="206" y="32"/>
                    <a:pt x="127" y="95"/>
                  </a:cubicBezTo>
                  <a:cubicBezTo>
                    <a:pt x="1" y="221"/>
                    <a:pt x="1" y="441"/>
                    <a:pt x="127" y="599"/>
                  </a:cubicBezTo>
                  <a:lnTo>
                    <a:pt x="1418" y="1890"/>
                  </a:lnTo>
                  <a:cubicBezTo>
                    <a:pt x="1481" y="1953"/>
                    <a:pt x="1568" y="1985"/>
                    <a:pt x="1659" y="1985"/>
                  </a:cubicBezTo>
                  <a:cubicBezTo>
                    <a:pt x="1749" y="1985"/>
                    <a:pt x="1844" y="1953"/>
                    <a:pt x="1923" y="1890"/>
                  </a:cubicBezTo>
                  <a:cubicBezTo>
                    <a:pt x="2049" y="1733"/>
                    <a:pt x="2049" y="1512"/>
                    <a:pt x="1923" y="1386"/>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28" name="Google Shape;16428;p85"/>
          <p:cNvGrpSpPr/>
          <p:nvPr/>
        </p:nvGrpSpPr>
        <p:grpSpPr>
          <a:xfrm>
            <a:off x="4695465" y="2083477"/>
            <a:ext cx="481339" cy="477639"/>
            <a:chOff x="-48266125" y="1973375"/>
            <a:chExt cx="302450" cy="300125"/>
          </a:xfrm>
        </p:grpSpPr>
        <p:sp>
          <p:nvSpPr>
            <p:cNvPr id="16429" name="Google Shape;16429;p85"/>
            <p:cNvSpPr/>
            <p:nvPr/>
          </p:nvSpPr>
          <p:spPr>
            <a:xfrm>
              <a:off x="-48212575" y="2045050"/>
              <a:ext cx="122900" cy="123700"/>
            </a:xfrm>
            <a:custGeom>
              <a:avLst/>
              <a:gdLst/>
              <a:ahLst/>
              <a:cxnLst/>
              <a:rect l="l" t="t" r="r" b="b"/>
              <a:pathLst>
                <a:path w="4916" h="4948" extrusionOk="0">
                  <a:moveTo>
                    <a:pt x="1765" y="662"/>
                  </a:moveTo>
                  <a:cubicBezTo>
                    <a:pt x="2237" y="662"/>
                    <a:pt x="2647" y="946"/>
                    <a:pt x="2741" y="1387"/>
                  </a:cubicBezTo>
                  <a:lnTo>
                    <a:pt x="1765" y="1387"/>
                  </a:lnTo>
                  <a:cubicBezTo>
                    <a:pt x="1576" y="1387"/>
                    <a:pt x="1418" y="1545"/>
                    <a:pt x="1418" y="1734"/>
                  </a:cubicBezTo>
                  <a:lnTo>
                    <a:pt x="1418" y="2710"/>
                  </a:lnTo>
                  <a:cubicBezTo>
                    <a:pt x="1009" y="2584"/>
                    <a:pt x="725" y="2206"/>
                    <a:pt x="725" y="1734"/>
                  </a:cubicBezTo>
                  <a:cubicBezTo>
                    <a:pt x="725" y="1135"/>
                    <a:pt x="1166" y="662"/>
                    <a:pt x="1765" y="662"/>
                  </a:cubicBezTo>
                  <a:close/>
                  <a:moveTo>
                    <a:pt x="2741" y="2080"/>
                  </a:moveTo>
                  <a:cubicBezTo>
                    <a:pt x="2647" y="2395"/>
                    <a:pt x="2395" y="2616"/>
                    <a:pt x="2111" y="2710"/>
                  </a:cubicBezTo>
                  <a:lnTo>
                    <a:pt x="2111" y="2080"/>
                  </a:lnTo>
                  <a:close/>
                  <a:moveTo>
                    <a:pt x="4254" y="2080"/>
                  </a:moveTo>
                  <a:lnTo>
                    <a:pt x="4254" y="4191"/>
                  </a:lnTo>
                  <a:lnTo>
                    <a:pt x="2143" y="4191"/>
                  </a:lnTo>
                  <a:lnTo>
                    <a:pt x="2143" y="3466"/>
                  </a:lnTo>
                  <a:cubicBezTo>
                    <a:pt x="2804" y="3309"/>
                    <a:pt x="3340" y="2805"/>
                    <a:pt x="3497" y="2080"/>
                  </a:cubicBezTo>
                  <a:close/>
                  <a:moveTo>
                    <a:pt x="1765" y="1"/>
                  </a:moveTo>
                  <a:cubicBezTo>
                    <a:pt x="788" y="1"/>
                    <a:pt x="0" y="788"/>
                    <a:pt x="0" y="1765"/>
                  </a:cubicBezTo>
                  <a:cubicBezTo>
                    <a:pt x="0" y="2616"/>
                    <a:pt x="599" y="3340"/>
                    <a:pt x="1418" y="3498"/>
                  </a:cubicBezTo>
                  <a:lnTo>
                    <a:pt x="1418" y="4601"/>
                  </a:lnTo>
                  <a:cubicBezTo>
                    <a:pt x="1418" y="4790"/>
                    <a:pt x="1576" y="4947"/>
                    <a:pt x="1765" y="4947"/>
                  </a:cubicBezTo>
                  <a:lnTo>
                    <a:pt x="4569" y="4947"/>
                  </a:lnTo>
                  <a:cubicBezTo>
                    <a:pt x="4758" y="4947"/>
                    <a:pt x="4915" y="4790"/>
                    <a:pt x="4915" y="4601"/>
                  </a:cubicBezTo>
                  <a:lnTo>
                    <a:pt x="4915" y="1797"/>
                  </a:lnTo>
                  <a:cubicBezTo>
                    <a:pt x="4915" y="1576"/>
                    <a:pt x="4758" y="1419"/>
                    <a:pt x="4600" y="1419"/>
                  </a:cubicBezTo>
                  <a:lnTo>
                    <a:pt x="3497" y="1419"/>
                  </a:lnTo>
                  <a:cubicBezTo>
                    <a:pt x="3340" y="631"/>
                    <a:pt x="2647"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0" name="Google Shape;16430;p85"/>
            <p:cNvSpPr/>
            <p:nvPr/>
          </p:nvSpPr>
          <p:spPr>
            <a:xfrm>
              <a:off x="-48266125" y="1973375"/>
              <a:ext cx="230000" cy="300125"/>
            </a:xfrm>
            <a:custGeom>
              <a:avLst/>
              <a:gdLst/>
              <a:ahLst/>
              <a:cxnLst/>
              <a:rect l="l" t="t" r="r" b="b"/>
              <a:pathLst>
                <a:path w="9200" h="12005" extrusionOk="0">
                  <a:moveTo>
                    <a:pt x="7057" y="1198"/>
                  </a:moveTo>
                  <a:lnTo>
                    <a:pt x="7971" y="2112"/>
                  </a:lnTo>
                  <a:lnTo>
                    <a:pt x="7057" y="2112"/>
                  </a:lnTo>
                  <a:lnTo>
                    <a:pt x="7057" y="1198"/>
                  </a:lnTo>
                  <a:close/>
                  <a:moveTo>
                    <a:pt x="6396" y="694"/>
                  </a:moveTo>
                  <a:lnTo>
                    <a:pt x="6396" y="2458"/>
                  </a:lnTo>
                  <a:cubicBezTo>
                    <a:pt x="6396" y="2679"/>
                    <a:pt x="6553" y="2836"/>
                    <a:pt x="6742" y="2836"/>
                  </a:cubicBezTo>
                  <a:lnTo>
                    <a:pt x="8506" y="2836"/>
                  </a:lnTo>
                  <a:lnTo>
                    <a:pt x="8506" y="11280"/>
                  </a:lnTo>
                  <a:lnTo>
                    <a:pt x="756" y="11280"/>
                  </a:lnTo>
                  <a:lnTo>
                    <a:pt x="756" y="694"/>
                  </a:lnTo>
                  <a:close/>
                  <a:moveTo>
                    <a:pt x="378" y="1"/>
                  </a:moveTo>
                  <a:cubicBezTo>
                    <a:pt x="158" y="1"/>
                    <a:pt x="0" y="158"/>
                    <a:pt x="0" y="347"/>
                  </a:cubicBezTo>
                  <a:lnTo>
                    <a:pt x="0" y="11658"/>
                  </a:lnTo>
                  <a:cubicBezTo>
                    <a:pt x="0" y="11847"/>
                    <a:pt x="158" y="12004"/>
                    <a:pt x="378" y="12004"/>
                  </a:cubicBezTo>
                  <a:lnTo>
                    <a:pt x="8790" y="12004"/>
                  </a:lnTo>
                  <a:cubicBezTo>
                    <a:pt x="8979" y="12004"/>
                    <a:pt x="9136" y="11847"/>
                    <a:pt x="9136" y="11658"/>
                  </a:cubicBezTo>
                  <a:lnTo>
                    <a:pt x="9136" y="2458"/>
                  </a:lnTo>
                  <a:cubicBezTo>
                    <a:pt x="9199" y="2395"/>
                    <a:pt x="9168" y="2301"/>
                    <a:pt x="9073" y="2238"/>
                  </a:cubicBezTo>
                  <a:lnTo>
                    <a:pt x="6931" y="95"/>
                  </a:lnTo>
                  <a:cubicBezTo>
                    <a:pt x="6868" y="32"/>
                    <a:pt x="6805" y="1"/>
                    <a:pt x="67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1" name="Google Shape;16431;p85"/>
            <p:cNvSpPr/>
            <p:nvPr/>
          </p:nvSpPr>
          <p:spPr>
            <a:xfrm>
              <a:off x="-48018025" y="1991500"/>
              <a:ext cx="54350" cy="282000"/>
            </a:xfrm>
            <a:custGeom>
              <a:avLst/>
              <a:gdLst/>
              <a:ahLst/>
              <a:cxnLst/>
              <a:rect l="l" t="t" r="r" b="b"/>
              <a:pathLst>
                <a:path w="2174" h="11280" extrusionOk="0">
                  <a:moveTo>
                    <a:pt x="1071" y="1481"/>
                  </a:moveTo>
                  <a:lnTo>
                    <a:pt x="1260" y="2111"/>
                  </a:lnTo>
                  <a:lnTo>
                    <a:pt x="851" y="2111"/>
                  </a:lnTo>
                  <a:lnTo>
                    <a:pt x="1071" y="1481"/>
                  </a:lnTo>
                  <a:close/>
                  <a:moveTo>
                    <a:pt x="1418" y="2836"/>
                  </a:moveTo>
                  <a:lnTo>
                    <a:pt x="1418" y="7247"/>
                  </a:lnTo>
                  <a:lnTo>
                    <a:pt x="725" y="7247"/>
                  </a:lnTo>
                  <a:lnTo>
                    <a:pt x="725" y="2836"/>
                  </a:lnTo>
                  <a:close/>
                  <a:moveTo>
                    <a:pt x="1418" y="7971"/>
                  </a:moveTo>
                  <a:lnTo>
                    <a:pt x="1418" y="8664"/>
                  </a:lnTo>
                  <a:lnTo>
                    <a:pt x="725" y="8664"/>
                  </a:lnTo>
                  <a:lnTo>
                    <a:pt x="725" y="7971"/>
                  </a:lnTo>
                  <a:close/>
                  <a:moveTo>
                    <a:pt x="1449" y="9357"/>
                  </a:moveTo>
                  <a:lnTo>
                    <a:pt x="1449" y="10208"/>
                  </a:lnTo>
                  <a:cubicBezTo>
                    <a:pt x="1418" y="10397"/>
                    <a:pt x="1260" y="10555"/>
                    <a:pt x="1071" y="10555"/>
                  </a:cubicBezTo>
                  <a:cubicBezTo>
                    <a:pt x="882" y="10555"/>
                    <a:pt x="725" y="10397"/>
                    <a:pt x="725" y="10208"/>
                  </a:cubicBezTo>
                  <a:lnTo>
                    <a:pt x="725" y="9357"/>
                  </a:lnTo>
                  <a:close/>
                  <a:moveTo>
                    <a:pt x="1071" y="0"/>
                  </a:moveTo>
                  <a:cubicBezTo>
                    <a:pt x="945" y="0"/>
                    <a:pt x="788" y="95"/>
                    <a:pt x="756" y="253"/>
                  </a:cubicBezTo>
                  <a:cubicBezTo>
                    <a:pt x="0" y="2489"/>
                    <a:pt x="63" y="2363"/>
                    <a:pt x="63" y="2458"/>
                  </a:cubicBezTo>
                  <a:lnTo>
                    <a:pt x="63" y="10208"/>
                  </a:lnTo>
                  <a:cubicBezTo>
                    <a:pt x="63" y="10807"/>
                    <a:pt x="536" y="11279"/>
                    <a:pt x="1103" y="11279"/>
                  </a:cubicBezTo>
                  <a:cubicBezTo>
                    <a:pt x="1701" y="11279"/>
                    <a:pt x="2174" y="10807"/>
                    <a:pt x="2174" y="10208"/>
                  </a:cubicBezTo>
                  <a:lnTo>
                    <a:pt x="2111" y="2458"/>
                  </a:lnTo>
                  <a:lnTo>
                    <a:pt x="2111" y="2458"/>
                  </a:lnTo>
                  <a:cubicBezTo>
                    <a:pt x="2121" y="2468"/>
                    <a:pt x="2128" y="2472"/>
                    <a:pt x="2132" y="2472"/>
                  </a:cubicBezTo>
                  <a:cubicBezTo>
                    <a:pt x="2139" y="2472"/>
                    <a:pt x="2132" y="2458"/>
                    <a:pt x="2111" y="2458"/>
                  </a:cubicBezTo>
                  <a:lnTo>
                    <a:pt x="2111" y="2458"/>
                  </a:lnTo>
                  <a:lnTo>
                    <a:pt x="2111" y="2458"/>
                  </a:lnTo>
                  <a:cubicBezTo>
                    <a:pt x="2111" y="2363"/>
                    <a:pt x="2142" y="2584"/>
                    <a:pt x="1386" y="253"/>
                  </a:cubicBezTo>
                  <a:cubicBezTo>
                    <a:pt x="1355" y="95"/>
                    <a:pt x="1197"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2" name="Google Shape;16432;p85"/>
            <p:cNvSpPr/>
            <p:nvPr/>
          </p:nvSpPr>
          <p:spPr>
            <a:xfrm>
              <a:off x="-48211800" y="2221475"/>
              <a:ext cx="122900" cy="17350"/>
            </a:xfrm>
            <a:custGeom>
              <a:avLst/>
              <a:gdLst/>
              <a:ahLst/>
              <a:cxnLst/>
              <a:rect l="l" t="t" r="r" b="b"/>
              <a:pathLst>
                <a:path w="4916" h="694" extrusionOk="0">
                  <a:moveTo>
                    <a:pt x="347" y="1"/>
                  </a:moveTo>
                  <a:cubicBezTo>
                    <a:pt x="158" y="1"/>
                    <a:pt x="1" y="158"/>
                    <a:pt x="1" y="347"/>
                  </a:cubicBezTo>
                  <a:cubicBezTo>
                    <a:pt x="1" y="536"/>
                    <a:pt x="158" y="694"/>
                    <a:pt x="347" y="694"/>
                  </a:cubicBezTo>
                  <a:lnTo>
                    <a:pt x="4569" y="694"/>
                  </a:lnTo>
                  <a:cubicBezTo>
                    <a:pt x="4758" y="694"/>
                    <a:pt x="4916" y="536"/>
                    <a:pt x="4916" y="347"/>
                  </a:cubicBezTo>
                  <a:cubicBezTo>
                    <a:pt x="4884" y="158"/>
                    <a:pt x="4727" y="1"/>
                    <a:pt x="45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3" name="Google Shape;16433;p85"/>
            <p:cNvSpPr/>
            <p:nvPr/>
          </p:nvSpPr>
          <p:spPr>
            <a:xfrm>
              <a:off x="-48211800" y="2185250"/>
              <a:ext cx="87450" cy="18150"/>
            </a:xfrm>
            <a:custGeom>
              <a:avLst/>
              <a:gdLst/>
              <a:ahLst/>
              <a:cxnLst/>
              <a:rect l="l" t="t" r="r" b="b"/>
              <a:pathLst>
                <a:path w="3498" h="726" extrusionOk="0">
                  <a:moveTo>
                    <a:pt x="347" y="1"/>
                  </a:moveTo>
                  <a:cubicBezTo>
                    <a:pt x="158" y="1"/>
                    <a:pt x="1" y="158"/>
                    <a:pt x="1" y="379"/>
                  </a:cubicBezTo>
                  <a:cubicBezTo>
                    <a:pt x="1" y="568"/>
                    <a:pt x="158" y="725"/>
                    <a:pt x="347" y="725"/>
                  </a:cubicBezTo>
                  <a:lnTo>
                    <a:pt x="3151" y="725"/>
                  </a:lnTo>
                  <a:cubicBezTo>
                    <a:pt x="3372" y="725"/>
                    <a:pt x="3498" y="568"/>
                    <a:pt x="3498" y="379"/>
                  </a:cubicBezTo>
                  <a:cubicBezTo>
                    <a:pt x="3498" y="158"/>
                    <a:pt x="3372"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4" name="Google Shape;16434;p85"/>
            <p:cNvSpPr/>
            <p:nvPr/>
          </p:nvSpPr>
          <p:spPr>
            <a:xfrm>
              <a:off x="-48106250" y="2185250"/>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35" name="Google Shape;16435;p85"/>
          <p:cNvGrpSpPr/>
          <p:nvPr/>
        </p:nvGrpSpPr>
        <p:grpSpPr>
          <a:xfrm>
            <a:off x="4731792" y="2691159"/>
            <a:ext cx="408688" cy="477799"/>
            <a:chOff x="-48237000" y="2342650"/>
            <a:chExt cx="256800" cy="300225"/>
          </a:xfrm>
        </p:grpSpPr>
        <p:sp>
          <p:nvSpPr>
            <p:cNvPr id="16436" name="Google Shape;16436;p85"/>
            <p:cNvSpPr/>
            <p:nvPr/>
          </p:nvSpPr>
          <p:spPr>
            <a:xfrm>
              <a:off x="-48237000" y="2342650"/>
              <a:ext cx="256800" cy="300225"/>
            </a:xfrm>
            <a:custGeom>
              <a:avLst/>
              <a:gdLst/>
              <a:ahLst/>
              <a:cxnLst/>
              <a:rect l="l" t="t" r="r" b="b"/>
              <a:pathLst>
                <a:path w="10272" h="12009" extrusionOk="0">
                  <a:moveTo>
                    <a:pt x="4507" y="679"/>
                  </a:moveTo>
                  <a:cubicBezTo>
                    <a:pt x="4774" y="679"/>
                    <a:pt x="5048" y="706"/>
                    <a:pt x="5325" y="762"/>
                  </a:cubicBezTo>
                  <a:cubicBezTo>
                    <a:pt x="6774" y="1077"/>
                    <a:pt x="7940" y="2274"/>
                    <a:pt x="8255" y="3723"/>
                  </a:cubicBezTo>
                  <a:cubicBezTo>
                    <a:pt x="8381" y="4227"/>
                    <a:pt x="8381" y="4763"/>
                    <a:pt x="8318" y="5267"/>
                  </a:cubicBezTo>
                  <a:cubicBezTo>
                    <a:pt x="8318" y="5330"/>
                    <a:pt x="8318" y="5424"/>
                    <a:pt x="8350" y="5487"/>
                  </a:cubicBezTo>
                  <a:lnTo>
                    <a:pt x="9263" y="7220"/>
                  </a:lnTo>
                  <a:cubicBezTo>
                    <a:pt x="9389" y="7441"/>
                    <a:pt x="9232" y="7756"/>
                    <a:pt x="8980" y="7756"/>
                  </a:cubicBezTo>
                  <a:lnTo>
                    <a:pt x="8034" y="7756"/>
                  </a:lnTo>
                  <a:cubicBezTo>
                    <a:pt x="7845" y="7756"/>
                    <a:pt x="7688" y="7913"/>
                    <a:pt x="7688" y="8102"/>
                  </a:cubicBezTo>
                  <a:lnTo>
                    <a:pt x="7688" y="9867"/>
                  </a:lnTo>
                  <a:lnTo>
                    <a:pt x="5892" y="9867"/>
                  </a:lnTo>
                  <a:cubicBezTo>
                    <a:pt x="5703" y="9867"/>
                    <a:pt x="5546" y="10024"/>
                    <a:pt x="5546" y="10213"/>
                  </a:cubicBezTo>
                  <a:lnTo>
                    <a:pt x="5546" y="11284"/>
                  </a:lnTo>
                  <a:lnTo>
                    <a:pt x="2049" y="11284"/>
                  </a:lnTo>
                  <a:lnTo>
                    <a:pt x="2049" y="7693"/>
                  </a:lnTo>
                  <a:cubicBezTo>
                    <a:pt x="2049" y="7598"/>
                    <a:pt x="2017" y="7504"/>
                    <a:pt x="1923" y="7441"/>
                  </a:cubicBezTo>
                  <a:cubicBezTo>
                    <a:pt x="1103" y="6685"/>
                    <a:pt x="631" y="5645"/>
                    <a:pt x="631" y="4542"/>
                  </a:cubicBezTo>
                  <a:cubicBezTo>
                    <a:pt x="631" y="2387"/>
                    <a:pt x="2372" y="679"/>
                    <a:pt x="4507" y="679"/>
                  </a:cubicBezTo>
                  <a:close/>
                  <a:moveTo>
                    <a:pt x="4570" y="0"/>
                  </a:moveTo>
                  <a:cubicBezTo>
                    <a:pt x="2059" y="0"/>
                    <a:pt x="1" y="1999"/>
                    <a:pt x="1" y="4542"/>
                  </a:cubicBezTo>
                  <a:cubicBezTo>
                    <a:pt x="1" y="5802"/>
                    <a:pt x="505" y="7000"/>
                    <a:pt x="1418" y="7850"/>
                  </a:cubicBezTo>
                  <a:lnTo>
                    <a:pt x="1418" y="11631"/>
                  </a:lnTo>
                  <a:cubicBezTo>
                    <a:pt x="1418" y="11851"/>
                    <a:pt x="1576" y="12009"/>
                    <a:pt x="1765" y="12009"/>
                  </a:cubicBezTo>
                  <a:lnTo>
                    <a:pt x="5987" y="12009"/>
                  </a:lnTo>
                  <a:cubicBezTo>
                    <a:pt x="6176" y="12009"/>
                    <a:pt x="6333" y="11851"/>
                    <a:pt x="6333" y="11631"/>
                  </a:cubicBezTo>
                  <a:lnTo>
                    <a:pt x="6333" y="10591"/>
                  </a:lnTo>
                  <a:lnTo>
                    <a:pt x="8097" y="10591"/>
                  </a:lnTo>
                  <a:cubicBezTo>
                    <a:pt x="8287" y="10591"/>
                    <a:pt x="8444" y="10434"/>
                    <a:pt x="8444" y="10213"/>
                  </a:cubicBezTo>
                  <a:lnTo>
                    <a:pt x="8444" y="8449"/>
                  </a:lnTo>
                  <a:lnTo>
                    <a:pt x="9043" y="8449"/>
                  </a:lnTo>
                  <a:cubicBezTo>
                    <a:pt x="9799" y="8417"/>
                    <a:pt x="10271" y="7598"/>
                    <a:pt x="9925" y="6874"/>
                  </a:cubicBezTo>
                  <a:lnTo>
                    <a:pt x="9043" y="5267"/>
                  </a:lnTo>
                  <a:cubicBezTo>
                    <a:pt x="9137" y="4700"/>
                    <a:pt x="9137" y="4164"/>
                    <a:pt x="9011" y="3597"/>
                  </a:cubicBezTo>
                  <a:cubicBezTo>
                    <a:pt x="8665" y="1864"/>
                    <a:pt x="7247" y="510"/>
                    <a:pt x="5546" y="100"/>
                  </a:cubicBezTo>
                  <a:cubicBezTo>
                    <a:pt x="5215" y="33"/>
                    <a:pt x="4889" y="0"/>
                    <a:pt x="45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7" name="Google Shape;16437;p85"/>
            <p:cNvSpPr/>
            <p:nvPr/>
          </p:nvSpPr>
          <p:spPr>
            <a:xfrm>
              <a:off x="-48195250" y="2377425"/>
              <a:ext cx="144150" cy="140225"/>
            </a:xfrm>
            <a:custGeom>
              <a:avLst/>
              <a:gdLst/>
              <a:ahLst/>
              <a:cxnLst/>
              <a:rect l="l" t="t" r="r" b="b"/>
              <a:pathLst>
                <a:path w="5766" h="5609" extrusionOk="0">
                  <a:moveTo>
                    <a:pt x="3214" y="757"/>
                  </a:moveTo>
                  <a:lnTo>
                    <a:pt x="3214" y="883"/>
                  </a:lnTo>
                  <a:cubicBezTo>
                    <a:pt x="3214" y="1040"/>
                    <a:pt x="3277" y="1135"/>
                    <a:pt x="3435" y="1198"/>
                  </a:cubicBezTo>
                  <a:cubicBezTo>
                    <a:pt x="3624" y="1261"/>
                    <a:pt x="3844" y="1387"/>
                    <a:pt x="4002" y="1513"/>
                  </a:cubicBezTo>
                  <a:cubicBezTo>
                    <a:pt x="4061" y="1553"/>
                    <a:pt x="4146" y="1593"/>
                    <a:pt x="4233" y="1593"/>
                  </a:cubicBezTo>
                  <a:cubicBezTo>
                    <a:pt x="4283" y="1593"/>
                    <a:pt x="4333" y="1579"/>
                    <a:pt x="4380" y="1545"/>
                  </a:cubicBezTo>
                  <a:lnTo>
                    <a:pt x="4506" y="1482"/>
                  </a:lnTo>
                  <a:lnTo>
                    <a:pt x="4852" y="2049"/>
                  </a:lnTo>
                  <a:lnTo>
                    <a:pt x="4726" y="2143"/>
                  </a:lnTo>
                  <a:cubicBezTo>
                    <a:pt x="4632" y="2206"/>
                    <a:pt x="4537" y="2364"/>
                    <a:pt x="4569" y="2490"/>
                  </a:cubicBezTo>
                  <a:cubicBezTo>
                    <a:pt x="4632" y="2710"/>
                    <a:pt x="4632" y="2899"/>
                    <a:pt x="4569" y="3120"/>
                  </a:cubicBezTo>
                  <a:cubicBezTo>
                    <a:pt x="4537" y="3277"/>
                    <a:pt x="4632" y="3403"/>
                    <a:pt x="4726" y="3466"/>
                  </a:cubicBezTo>
                  <a:lnTo>
                    <a:pt x="4852" y="3561"/>
                  </a:lnTo>
                  <a:lnTo>
                    <a:pt x="4506" y="4159"/>
                  </a:lnTo>
                  <a:lnTo>
                    <a:pt x="4380" y="4065"/>
                  </a:lnTo>
                  <a:cubicBezTo>
                    <a:pt x="4323" y="4037"/>
                    <a:pt x="4260" y="4021"/>
                    <a:pt x="4199" y="4021"/>
                  </a:cubicBezTo>
                  <a:cubicBezTo>
                    <a:pt x="4125" y="4021"/>
                    <a:pt x="4054" y="4044"/>
                    <a:pt x="4002" y="4096"/>
                  </a:cubicBezTo>
                  <a:cubicBezTo>
                    <a:pt x="3844" y="4254"/>
                    <a:pt x="3624" y="4348"/>
                    <a:pt x="3435" y="4411"/>
                  </a:cubicBezTo>
                  <a:cubicBezTo>
                    <a:pt x="3277" y="4475"/>
                    <a:pt x="3214" y="4632"/>
                    <a:pt x="3214" y="4727"/>
                  </a:cubicBezTo>
                  <a:lnTo>
                    <a:pt x="3214" y="4853"/>
                  </a:lnTo>
                  <a:lnTo>
                    <a:pt x="2489" y="4853"/>
                  </a:lnTo>
                  <a:lnTo>
                    <a:pt x="2489" y="4727"/>
                  </a:lnTo>
                  <a:cubicBezTo>
                    <a:pt x="2489" y="4569"/>
                    <a:pt x="2426" y="4475"/>
                    <a:pt x="2269" y="4411"/>
                  </a:cubicBezTo>
                  <a:cubicBezTo>
                    <a:pt x="2048" y="4348"/>
                    <a:pt x="1859" y="4222"/>
                    <a:pt x="1702" y="4096"/>
                  </a:cubicBezTo>
                  <a:cubicBezTo>
                    <a:pt x="1622" y="4057"/>
                    <a:pt x="1530" y="4017"/>
                    <a:pt x="1449" y="4017"/>
                  </a:cubicBezTo>
                  <a:cubicBezTo>
                    <a:pt x="1402" y="4017"/>
                    <a:pt x="1358" y="4030"/>
                    <a:pt x="1324" y="4065"/>
                  </a:cubicBezTo>
                  <a:lnTo>
                    <a:pt x="1198" y="4159"/>
                  </a:lnTo>
                  <a:lnTo>
                    <a:pt x="851" y="3561"/>
                  </a:lnTo>
                  <a:lnTo>
                    <a:pt x="946" y="3466"/>
                  </a:lnTo>
                  <a:cubicBezTo>
                    <a:pt x="1072" y="3403"/>
                    <a:pt x="1166" y="3246"/>
                    <a:pt x="1103" y="3120"/>
                  </a:cubicBezTo>
                  <a:cubicBezTo>
                    <a:pt x="1072" y="2899"/>
                    <a:pt x="1072" y="2710"/>
                    <a:pt x="1103" y="2490"/>
                  </a:cubicBezTo>
                  <a:cubicBezTo>
                    <a:pt x="1166" y="2332"/>
                    <a:pt x="1072" y="2206"/>
                    <a:pt x="946" y="2143"/>
                  </a:cubicBezTo>
                  <a:lnTo>
                    <a:pt x="851" y="2049"/>
                  </a:lnTo>
                  <a:lnTo>
                    <a:pt x="1198" y="1482"/>
                  </a:lnTo>
                  <a:lnTo>
                    <a:pt x="1324" y="1545"/>
                  </a:lnTo>
                  <a:cubicBezTo>
                    <a:pt x="1366" y="1573"/>
                    <a:pt x="1421" y="1588"/>
                    <a:pt x="1481" y="1588"/>
                  </a:cubicBezTo>
                  <a:cubicBezTo>
                    <a:pt x="1553" y="1588"/>
                    <a:pt x="1632" y="1565"/>
                    <a:pt x="1702" y="1513"/>
                  </a:cubicBezTo>
                  <a:cubicBezTo>
                    <a:pt x="1859" y="1356"/>
                    <a:pt x="2048" y="1261"/>
                    <a:pt x="2269" y="1198"/>
                  </a:cubicBezTo>
                  <a:cubicBezTo>
                    <a:pt x="2426" y="1135"/>
                    <a:pt x="2489" y="977"/>
                    <a:pt x="2489" y="883"/>
                  </a:cubicBezTo>
                  <a:lnTo>
                    <a:pt x="2489" y="757"/>
                  </a:lnTo>
                  <a:close/>
                  <a:moveTo>
                    <a:pt x="2174" y="1"/>
                  </a:moveTo>
                  <a:cubicBezTo>
                    <a:pt x="1985" y="1"/>
                    <a:pt x="1828" y="158"/>
                    <a:pt x="1828" y="379"/>
                  </a:cubicBezTo>
                  <a:lnTo>
                    <a:pt x="1828" y="599"/>
                  </a:lnTo>
                  <a:cubicBezTo>
                    <a:pt x="1702" y="631"/>
                    <a:pt x="1576" y="725"/>
                    <a:pt x="1513" y="788"/>
                  </a:cubicBezTo>
                  <a:lnTo>
                    <a:pt x="1324" y="694"/>
                  </a:lnTo>
                  <a:cubicBezTo>
                    <a:pt x="1265" y="658"/>
                    <a:pt x="1192" y="641"/>
                    <a:pt x="1122" y="641"/>
                  </a:cubicBezTo>
                  <a:cubicBezTo>
                    <a:pt x="1004" y="641"/>
                    <a:pt x="890" y="690"/>
                    <a:pt x="851" y="788"/>
                  </a:cubicBezTo>
                  <a:lnTo>
                    <a:pt x="126" y="2017"/>
                  </a:lnTo>
                  <a:cubicBezTo>
                    <a:pt x="63" y="2175"/>
                    <a:pt x="95" y="2427"/>
                    <a:pt x="253" y="2490"/>
                  </a:cubicBezTo>
                  <a:lnTo>
                    <a:pt x="442" y="2616"/>
                  </a:lnTo>
                  <a:lnTo>
                    <a:pt x="442" y="2994"/>
                  </a:lnTo>
                  <a:lnTo>
                    <a:pt x="253" y="3120"/>
                  </a:lnTo>
                  <a:cubicBezTo>
                    <a:pt x="95" y="3214"/>
                    <a:pt x="0" y="3435"/>
                    <a:pt x="126" y="3592"/>
                  </a:cubicBezTo>
                  <a:lnTo>
                    <a:pt x="851" y="4821"/>
                  </a:lnTo>
                  <a:cubicBezTo>
                    <a:pt x="894" y="4928"/>
                    <a:pt x="1024" y="4991"/>
                    <a:pt x="1152" y="4991"/>
                  </a:cubicBezTo>
                  <a:cubicBezTo>
                    <a:pt x="1213" y="4991"/>
                    <a:pt x="1273" y="4977"/>
                    <a:pt x="1324" y="4947"/>
                  </a:cubicBezTo>
                  <a:lnTo>
                    <a:pt x="1513" y="4821"/>
                  </a:lnTo>
                  <a:cubicBezTo>
                    <a:pt x="1639" y="4884"/>
                    <a:pt x="1733" y="4979"/>
                    <a:pt x="1828" y="5010"/>
                  </a:cubicBezTo>
                  <a:lnTo>
                    <a:pt x="1828" y="5262"/>
                  </a:lnTo>
                  <a:cubicBezTo>
                    <a:pt x="1828" y="5451"/>
                    <a:pt x="1985" y="5609"/>
                    <a:pt x="2174" y="5609"/>
                  </a:cubicBezTo>
                  <a:lnTo>
                    <a:pt x="3592" y="5609"/>
                  </a:lnTo>
                  <a:cubicBezTo>
                    <a:pt x="3781" y="5609"/>
                    <a:pt x="3939" y="5451"/>
                    <a:pt x="3939" y="5262"/>
                  </a:cubicBezTo>
                  <a:lnTo>
                    <a:pt x="3939" y="5010"/>
                  </a:lnTo>
                  <a:cubicBezTo>
                    <a:pt x="4065" y="4979"/>
                    <a:pt x="4191" y="4884"/>
                    <a:pt x="4254" y="4821"/>
                  </a:cubicBezTo>
                  <a:lnTo>
                    <a:pt x="4474" y="4947"/>
                  </a:lnTo>
                  <a:cubicBezTo>
                    <a:pt x="4524" y="4967"/>
                    <a:pt x="4580" y="4978"/>
                    <a:pt x="4637" y="4978"/>
                  </a:cubicBezTo>
                  <a:cubicBezTo>
                    <a:pt x="4759" y="4978"/>
                    <a:pt x="4882" y="4929"/>
                    <a:pt x="4947" y="4821"/>
                  </a:cubicBezTo>
                  <a:lnTo>
                    <a:pt x="5640" y="3592"/>
                  </a:lnTo>
                  <a:cubicBezTo>
                    <a:pt x="5734" y="3435"/>
                    <a:pt x="5671" y="3214"/>
                    <a:pt x="5514" y="3120"/>
                  </a:cubicBezTo>
                  <a:lnTo>
                    <a:pt x="5325" y="2994"/>
                  </a:lnTo>
                  <a:lnTo>
                    <a:pt x="5325" y="2616"/>
                  </a:lnTo>
                  <a:lnTo>
                    <a:pt x="5514" y="2490"/>
                  </a:lnTo>
                  <a:cubicBezTo>
                    <a:pt x="5671" y="2427"/>
                    <a:pt x="5766" y="2206"/>
                    <a:pt x="5640" y="2017"/>
                  </a:cubicBezTo>
                  <a:lnTo>
                    <a:pt x="4947" y="788"/>
                  </a:lnTo>
                  <a:cubicBezTo>
                    <a:pt x="4887" y="689"/>
                    <a:pt x="4777" y="627"/>
                    <a:pt x="4664" y="627"/>
                  </a:cubicBezTo>
                  <a:cubicBezTo>
                    <a:pt x="4598" y="627"/>
                    <a:pt x="4532" y="648"/>
                    <a:pt x="4474" y="694"/>
                  </a:cubicBezTo>
                  <a:lnTo>
                    <a:pt x="4254" y="788"/>
                  </a:lnTo>
                  <a:cubicBezTo>
                    <a:pt x="4159" y="725"/>
                    <a:pt x="4033" y="631"/>
                    <a:pt x="3939" y="599"/>
                  </a:cubicBezTo>
                  <a:lnTo>
                    <a:pt x="3939" y="379"/>
                  </a:lnTo>
                  <a:cubicBezTo>
                    <a:pt x="3939" y="158"/>
                    <a:pt x="3781" y="1"/>
                    <a:pt x="35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8" name="Google Shape;16438;p85"/>
            <p:cNvSpPr/>
            <p:nvPr/>
          </p:nvSpPr>
          <p:spPr>
            <a:xfrm>
              <a:off x="-48150350" y="2422325"/>
              <a:ext cx="52775" cy="52800"/>
            </a:xfrm>
            <a:custGeom>
              <a:avLst/>
              <a:gdLst/>
              <a:ahLst/>
              <a:cxnLst/>
              <a:rect l="l" t="t" r="r" b="b"/>
              <a:pathLst>
                <a:path w="2111" h="2112" extrusionOk="0">
                  <a:moveTo>
                    <a:pt x="1040" y="662"/>
                  </a:moveTo>
                  <a:cubicBezTo>
                    <a:pt x="1260" y="662"/>
                    <a:pt x="1418" y="820"/>
                    <a:pt x="1418" y="1009"/>
                  </a:cubicBezTo>
                  <a:cubicBezTo>
                    <a:pt x="1418" y="1198"/>
                    <a:pt x="1260" y="1355"/>
                    <a:pt x="1040" y="1355"/>
                  </a:cubicBezTo>
                  <a:cubicBezTo>
                    <a:pt x="851" y="1355"/>
                    <a:pt x="693" y="1198"/>
                    <a:pt x="693" y="1009"/>
                  </a:cubicBezTo>
                  <a:cubicBezTo>
                    <a:pt x="693" y="820"/>
                    <a:pt x="851" y="662"/>
                    <a:pt x="1040" y="662"/>
                  </a:cubicBezTo>
                  <a:close/>
                  <a:moveTo>
                    <a:pt x="1040" y="1"/>
                  </a:moveTo>
                  <a:cubicBezTo>
                    <a:pt x="473" y="1"/>
                    <a:pt x="0" y="473"/>
                    <a:pt x="0" y="1040"/>
                  </a:cubicBezTo>
                  <a:cubicBezTo>
                    <a:pt x="0" y="1639"/>
                    <a:pt x="473" y="2111"/>
                    <a:pt x="1040" y="2111"/>
                  </a:cubicBezTo>
                  <a:cubicBezTo>
                    <a:pt x="1639" y="2111"/>
                    <a:pt x="2111" y="1639"/>
                    <a:pt x="2111" y="1040"/>
                  </a:cubicBezTo>
                  <a:cubicBezTo>
                    <a:pt x="2111"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39" name="Google Shape;16439;p85"/>
          <p:cNvGrpSpPr/>
          <p:nvPr/>
        </p:nvGrpSpPr>
        <p:grpSpPr>
          <a:xfrm>
            <a:off x="2907117" y="3891529"/>
            <a:ext cx="481379" cy="474177"/>
            <a:chOff x="-46404975" y="1966100"/>
            <a:chExt cx="302475" cy="297950"/>
          </a:xfrm>
        </p:grpSpPr>
        <p:sp>
          <p:nvSpPr>
            <p:cNvPr id="16440" name="Google Shape;16440;p85"/>
            <p:cNvSpPr/>
            <p:nvPr/>
          </p:nvSpPr>
          <p:spPr>
            <a:xfrm>
              <a:off x="-46349850" y="1966100"/>
              <a:ext cx="38625" cy="86850"/>
            </a:xfrm>
            <a:custGeom>
              <a:avLst/>
              <a:gdLst/>
              <a:ahLst/>
              <a:cxnLst/>
              <a:rect l="l" t="t" r="r" b="b"/>
              <a:pathLst>
                <a:path w="1545" h="3474" extrusionOk="0">
                  <a:moveTo>
                    <a:pt x="784" y="0"/>
                  </a:moveTo>
                  <a:cubicBezTo>
                    <a:pt x="686" y="0"/>
                    <a:pt x="583" y="24"/>
                    <a:pt x="505" y="71"/>
                  </a:cubicBezTo>
                  <a:cubicBezTo>
                    <a:pt x="1" y="607"/>
                    <a:pt x="1" y="1458"/>
                    <a:pt x="505" y="1962"/>
                  </a:cubicBezTo>
                  <a:cubicBezTo>
                    <a:pt x="757" y="2214"/>
                    <a:pt x="757" y="2655"/>
                    <a:pt x="505" y="2875"/>
                  </a:cubicBezTo>
                  <a:cubicBezTo>
                    <a:pt x="379" y="3001"/>
                    <a:pt x="379" y="3222"/>
                    <a:pt x="505" y="3379"/>
                  </a:cubicBezTo>
                  <a:cubicBezTo>
                    <a:pt x="568" y="3442"/>
                    <a:pt x="654" y="3474"/>
                    <a:pt x="749" y="3474"/>
                  </a:cubicBezTo>
                  <a:cubicBezTo>
                    <a:pt x="843" y="3474"/>
                    <a:pt x="946" y="3442"/>
                    <a:pt x="1040" y="3379"/>
                  </a:cubicBezTo>
                  <a:cubicBezTo>
                    <a:pt x="1544" y="2875"/>
                    <a:pt x="1544" y="2025"/>
                    <a:pt x="1040" y="1489"/>
                  </a:cubicBezTo>
                  <a:cubicBezTo>
                    <a:pt x="788" y="1269"/>
                    <a:pt x="788" y="827"/>
                    <a:pt x="1040" y="607"/>
                  </a:cubicBezTo>
                  <a:cubicBezTo>
                    <a:pt x="1135" y="481"/>
                    <a:pt x="1135" y="229"/>
                    <a:pt x="1040" y="71"/>
                  </a:cubicBezTo>
                  <a:cubicBezTo>
                    <a:pt x="977" y="24"/>
                    <a:pt x="883" y="0"/>
                    <a:pt x="78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1" name="Google Shape;16441;p85"/>
            <p:cNvSpPr/>
            <p:nvPr/>
          </p:nvSpPr>
          <p:spPr>
            <a:xfrm>
              <a:off x="-46297875" y="1966100"/>
              <a:ext cx="38625" cy="86850"/>
            </a:xfrm>
            <a:custGeom>
              <a:avLst/>
              <a:gdLst/>
              <a:ahLst/>
              <a:cxnLst/>
              <a:rect l="l" t="t" r="r" b="b"/>
              <a:pathLst>
                <a:path w="1545" h="3474" extrusionOk="0">
                  <a:moveTo>
                    <a:pt x="800" y="0"/>
                  </a:moveTo>
                  <a:cubicBezTo>
                    <a:pt x="710" y="0"/>
                    <a:pt x="615" y="24"/>
                    <a:pt x="537" y="71"/>
                  </a:cubicBezTo>
                  <a:cubicBezTo>
                    <a:pt x="1" y="607"/>
                    <a:pt x="1" y="1458"/>
                    <a:pt x="537" y="1962"/>
                  </a:cubicBezTo>
                  <a:cubicBezTo>
                    <a:pt x="757" y="2214"/>
                    <a:pt x="757" y="2655"/>
                    <a:pt x="537" y="2875"/>
                  </a:cubicBezTo>
                  <a:cubicBezTo>
                    <a:pt x="410" y="3001"/>
                    <a:pt x="410" y="3222"/>
                    <a:pt x="537" y="3379"/>
                  </a:cubicBezTo>
                  <a:cubicBezTo>
                    <a:pt x="584" y="3442"/>
                    <a:pt x="670" y="3474"/>
                    <a:pt x="765" y="3474"/>
                  </a:cubicBezTo>
                  <a:cubicBezTo>
                    <a:pt x="859" y="3474"/>
                    <a:pt x="962" y="3442"/>
                    <a:pt x="1041" y="3379"/>
                  </a:cubicBezTo>
                  <a:cubicBezTo>
                    <a:pt x="1545" y="2875"/>
                    <a:pt x="1545" y="2025"/>
                    <a:pt x="1041" y="1489"/>
                  </a:cubicBezTo>
                  <a:cubicBezTo>
                    <a:pt x="789" y="1269"/>
                    <a:pt x="789" y="827"/>
                    <a:pt x="1041" y="607"/>
                  </a:cubicBezTo>
                  <a:cubicBezTo>
                    <a:pt x="1167" y="481"/>
                    <a:pt x="1167" y="229"/>
                    <a:pt x="1041" y="71"/>
                  </a:cubicBezTo>
                  <a:cubicBezTo>
                    <a:pt x="978" y="24"/>
                    <a:pt x="891" y="0"/>
                    <a:pt x="80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2" name="Google Shape;16442;p85"/>
            <p:cNvSpPr/>
            <p:nvPr/>
          </p:nvSpPr>
          <p:spPr>
            <a:xfrm>
              <a:off x="-46244300" y="1966100"/>
              <a:ext cx="38600" cy="86850"/>
            </a:xfrm>
            <a:custGeom>
              <a:avLst/>
              <a:gdLst/>
              <a:ahLst/>
              <a:cxnLst/>
              <a:rect l="l" t="t" r="r" b="b"/>
              <a:pathLst>
                <a:path w="1544" h="3474" extrusionOk="0">
                  <a:moveTo>
                    <a:pt x="768" y="0"/>
                  </a:moveTo>
                  <a:cubicBezTo>
                    <a:pt x="678" y="0"/>
                    <a:pt x="583" y="24"/>
                    <a:pt x="504" y="71"/>
                  </a:cubicBezTo>
                  <a:cubicBezTo>
                    <a:pt x="0" y="607"/>
                    <a:pt x="0" y="1458"/>
                    <a:pt x="504" y="1962"/>
                  </a:cubicBezTo>
                  <a:cubicBezTo>
                    <a:pt x="756" y="2214"/>
                    <a:pt x="756" y="2655"/>
                    <a:pt x="504" y="2875"/>
                  </a:cubicBezTo>
                  <a:cubicBezTo>
                    <a:pt x="378" y="3001"/>
                    <a:pt x="378" y="3222"/>
                    <a:pt x="504" y="3379"/>
                  </a:cubicBezTo>
                  <a:cubicBezTo>
                    <a:pt x="567" y="3442"/>
                    <a:pt x="654" y="3474"/>
                    <a:pt x="745" y="3474"/>
                  </a:cubicBezTo>
                  <a:cubicBezTo>
                    <a:pt x="835" y="3474"/>
                    <a:pt x="930" y="3442"/>
                    <a:pt x="1008" y="3379"/>
                  </a:cubicBezTo>
                  <a:cubicBezTo>
                    <a:pt x="1544" y="2875"/>
                    <a:pt x="1544" y="2025"/>
                    <a:pt x="1008" y="1489"/>
                  </a:cubicBezTo>
                  <a:cubicBezTo>
                    <a:pt x="788" y="1269"/>
                    <a:pt x="788" y="827"/>
                    <a:pt x="1008" y="607"/>
                  </a:cubicBezTo>
                  <a:cubicBezTo>
                    <a:pt x="1134" y="481"/>
                    <a:pt x="1134" y="229"/>
                    <a:pt x="1008" y="71"/>
                  </a:cubicBezTo>
                  <a:cubicBezTo>
                    <a:pt x="945" y="24"/>
                    <a:pt x="859" y="0"/>
                    <a:pt x="7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3" name="Google Shape;16443;p85"/>
            <p:cNvSpPr/>
            <p:nvPr/>
          </p:nvSpPr>
          <p:spPr>
            <a:xfrm>
              <a:off x="-46404975" y="2070250"/>
              <a:ext cx="302475" cy="193800"/>
            </a:xfrm>
            <a:custGeom>
              <a:avLst/>
              <a:gdLst/>
              <a:ahLst/>
              <a:cxnLst/>
              <a:rect l="l" t="t" r="r" b="b"/>
              <a:pathLst>
                <a:path w="12099" h="7752" extrusionOk="0">
                  <a:moveTo>
                    <a:pt x="11058" y="1419"/>
                  </a:moveTo>
                  <a:cubicBezTo>
                    <a:pt x="11248" y="1419"/>
                    <a:pt x="11405" y="1576"/>
                    <a:pt x="11405" y="1797"/>
                  </a:cubicBezTo>
                  <a:cubicBezTo>
                    <a:pt x="11405" y="3088"/>
                    <a:pt x="10397" y="4160"/>
                    <a:pt x="9137" y="4223"/>
                  </a:cubicBezTo>
                  <a:cubicBezTo>
                    <a:pt x="9578" y="3372"/>
                    <a:pt x="9830" y="2395"/>
                    <a:pt x="9956" y="1419"/>
                  </a:cubicBezTo>
                  <a:close/>
                  <a:moveTo>
                    <a:pt x="9294" y="726"/>
                  </a:moveTo>
                  <a:cubicBezTo>
                    <a:pt x="9200" y="2521"/>
                    <a:pt x="8507" y="4569"/>
                    <a:pt x="7057" y="5640"/>
                  </a:cubicBezTo>
                  <a:lnTo>
                    <a:pt x="3056" y="5640"/>
                  </a:lnTo>
                  <a:lnTo>
                    <a:pt x="3056" y="5672"/>
                  </a:lnTo>
                  <a:cubicBezTo>
                    <a:pt x="1765" y="4695"/>
                    <a:pt x="914" y="2805"/>
                    <a:pt x="819" y="726"/>
                  </a:cubicBezTo>
                  <a:close/>
                  <a:moveTo>
                    <a:pt x="8948" y="6396"/>
                  </a:moveTo>
                  <a:cubicBezTo>
                    <a:pt x="8570" y="6837"/>
                    <a:pt x="8003" y="7090"/>
                    <a:pt x="7372" y="7090"/>
                  </a:cubicBezTo>
                  <a:lnTo>
                    <a:pt x="2710" y="7090"/>
                  </a:lnTo>
                  <a:cubicBezTo>
                    <a:pt x="2080" y="7090"/>
                    <a:pt x="1481" y="6837"/>
                    <a:pt x="1103" y="6396"/>
                  </a:cubicBezTo>
                  <a:close/>
                  <a:moveTo>
                    <a:pt x="441" y="1"/>
                  </a:moveTo>
                  <a:cubicBezTo>
                    <a:pt x="252" y="1"/>
                    <a:pt x="95" y="158"/>
                    <a:pt x="95" y="348"/>
                  </a:cubicBezTo>
                  <a:cubicBezTo>
                    <a:pt x="95" y="2301"/>
                    <a:pt x="725" y="4317"/>
                    <a:pt x="1985" y="5640"/>
                  </a:cubicBezTo>
                  <a:lnTo>
                    <a:pt x="441" y="5640"/>
                  </a:lnTo>
                  <a:cubicBezTo>
                    <a:pt x="158" y="5640"/>
                    <a:pt x="0" y="5924"/>
                    <a:pt x="126" y="6144"/>
                  </a:cubicBezTo>
                  <a:cubicBezTo>
                    <a:pt x="347" y="6617"/>
                    <a:pt x="725" y="7027"/>
                    <a:pt x="1197" y="7342"/>
                  </a:cubicBezTo>
                  <a:cubicBezTo>
                    <a:pt x="1670" y="7594"/>
                    <a:pt x="2174" y="7751"/>
                    <a:pt x="2710" y="7751"/>
                  </a:cubicBezTo>
                  <a:lnTo>
                    <a:pt x="7372" y="7751"/>
                  </a:lnTo>
                  <a:cubicBezTo>
                    <a:pt x="8475" y="7751"/>
                    <a:pt x="9452" y="7121"/>
                    <a:pt x="9956" y="6144"/>
                  </a:cubicBezTo>
                  <a:cubicBezTo>
                    <a:pt x="10082" y="5924"/>
                    <a:pt x="9924" y="5640"/>
                    <a:pt x="9641" y="5640"/>
                  </a:cubicBezTo>
                  <a:lnTo>
                    <a:pt x="8129" y="5640"/>
                  </a:lnTo>
                  <a:lnTo>
                    <a:pt x="8696" y="4916"/>
                  </a:lnTo>
                  <a:lnTo>
                    <a:pt x="8948" y="4916"/>
                  </a:lnTo>
                  <a:lnTo>
                    <a:pt x="8948" y="4947"/>
                  </a:lnTo>
                  <a:cubicBezTo>
                    <a:pt x="10680" y="4947"/>
                    <a:pt x="12098" y="3529"/>
                    <a:pt x="12098" y="1797"/>
                  </a:cubicBezTo>
                  <a:cubicBezTo>
                    <a:pt x="12098" y="1198"/>
                    <a:pt x="11626" y="726"/>
                    <a:pt x="11027" y="726"/>
                  </a:cubicBezTo>
                  <a:lnTo>
                    <a:pt x="9956" y="726"/>
                  </a:lnTo>
                  <a:lnTo>
                    <a:pt x="9956" y="348"/>
                  </a:lnTo>
                  <a:cubicBezTo>
                    <a:pt x="9956" y="158"/>
                    <a:pt x="9798" y="1"/>
                    <a:pt x="96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44" name="Google Shape;16444;p85"/>
          <p:cNvGrpSpPr/>
          <p:nvPr/>
        </p:nvGrpSpPr>
        <p:grpSpPr>
          <a:xfrm>
            <a:off x="2908987" y="4485951"/>
            <a:ext cx="477639" cy="477599"/>
            <a:chOff x="-46401050" y="2333325"/>
            <a:chExt cx="300125" cy="300100"/>
          </a:xfrm>
        </p:grpSpPr>
        <p:sp>
          <p:nvSpPr>
            <p:cNvPr id="16445" name="Google Shape;16445;p85"/>
            <p:cNvSpPr/>
            <p:nvPr/>
          </p:nvSpPr>
          <p:spPr>
            <a:xfrm>
              <a:off x="-46401050" y="2333325"/>
              <a:ext cx="300125" cy="300100"/>
            </a:xfrm>
            <a:custGeom>
              <a:avLst/>
              <a:gdLst/>
              <a:ahLst/>
              <a:cxnLst/>
              <a:rect l="l" t="t" r="r" b="b"/>
              <a:pathLst>
                <a:path w="12005" h="12004" extrusionOk="0">
                  <a:moveTo>
                    <a:pt x="7719" y="725"/>
                  </a:moveTo>
                  <a:lnTo>
                    <a:pt x="7719" y="2111"/>
                  </a:lnTo>
                  <a:lnTo>
                    <a:pt x="7026" y="2111"/>
                  </a:lnTo>
                  <a:lnTo>
                    <a:pt x="7026" y="725"/>
                  </a:lnTo>
                  <a:close/>
                  <a:moveTo>
                    <a:pt x="9137" y="725"/>
                  </a:moveTo>
                  <a:lnTo>
                    <a:pt x="9137" y="3498"/>
                  </a:lnTo>
                  <a:lnTo>
                    <a:pt x="2805" y="3498"/>
                  </a:lnTo>
                  <a:lnTo>
                    <a:pt x="2805" y="725"/>
                  </a:lnTo>
                  <a:lnTo>
                    <a:pt x="6302" y="725"/>
                  </a:lnTo>
                  <a:lnTo>
                    <a:pt x="6302" y="2489"/>
                  </a:lnTo>
                  <a:cubicBezTo>
                    <a:pt x="6302" y="2678"/>
                    <a:pt x="6459" y="2836"/>
                    <a:pt x="6648" y="2836"/>
                  </a:cubicBezTo>
                  <a:lnTo>
                    <a:pt x="8066" y="2836"/>
                  </a:lnTo>
                  <a:cubicBezTo>
                    <a:pt x="8255" y="2836"/>
                    <a:pt x="8413" y="2678"/>
                    <a:pt x="8413" y="2489"/>
                  </a:cubicBezTo>
                  <a:lnTo>
                    <a:pt x="8413" y="725"/>
                  </a:lnTo>
                  <a:close/>
                  <a:moveTo>
                    <a:pt x="2080" y="725"/>
                  </a:moveTo>
                  <a:lnTo>
                    <a:pt x="2080" y="3876"/>
                  </a:lnTo>
                  <a:cubicBezTo>
                    <a:pt x="2080" y="4065"/>
                    <a:pt x="2238" y="4222"/>
                    <a:pt x="2427" y="4222"/>
                  </a:cubicBezTo>
                  <a:lnTo>
                    <a:pt x="9452" y="4222"/>
                  </a:lnTo>
                  <a:cubicBezTo>
                    <a:pt x="9641" y="4222"/>
                    <a:pt x="9799" y="4065"/>
                    <a:pt x="9799" y="3876"/>
                  </a:cubicBezTo>
                  <a:lnTo>
                    <a:pt x="9799" y="1166"/>
                  </a:lnTo>
                  <a:lnTo>
                    <a:pt x="11217" y="2584"/>
                  </a:lnTo>
                  <a:lnTo>
                    <a:pt x="11217" y="11311"/>
                  </a:lnTo>
                  <a:lnTo>
                    <a:pt x="662" y="11311"/>
                  </a:lnTo>
                  <a:lnTo>
                    <a:pt x="662" y="725"/>
                  </a:lnTo>
                  <a:close/>
                  <a:moveTo>
                    <a:pt x="347" y="1"/>
                  </a:moveTo>
                  <a:cubicBezTo>
                    <a:pt x="158" y="1"/>
                    <a:pt x="1" y="158"/>
                    <a:pt x="1" y="347"/>
                  </a:cubicBezTo>
                  <a:lnTo>
                    <a:pt x="1" y="11657"/>
                  </a:lnTo>
                  <a:cubicBezTo>
                    <a:pt x="1" y="11846"/>
                    <a:pt x="158" y="12004"/>
                    <a:pt x="347" y="12004"/>
                  </a:cubicBezTo>
                  <a:lnTo>
                    <a:pt x="11658" y="12004"/>
                  </a:lnTo>
                  <a:cubicBezTo>
                    <a:pt x="11847" y="12004"/>
                    <a:pt x="12004" y="11846"/>
                    <a:pt x="12004" y="11657"/>
                  </a:cubicBezTo>
                  <a:lnTo>
                    <a:pt x="12004" y="2489"/>
                  </a:lnTo>
                  <a:cubicBezTo>
                    <a:pt x="11941" y="2395"/>
                    <a:pt x="11878" y="2300"/>
                    <a:pt x="11847" y="2237"/>
                  </a:cubicBezTo>
                  <a:lnTo>
                    <a:pt x="9736" y="127"/>
                  </a:lnTo>
                  <a:cubicBezTo>
                    <a:pt x="9641" y="32"/>
                    <a:pt x="9578" y="1"/>
                    <a:pt x="948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6" name="Google Shape;16446;p85"/>
            <p:cNvSpPr/>
            <p:nvPr/>
          </p:nvSpPr>
          <p:spPr>
            <a:xfrm>
              <a:off x="-46366400" y="2580650"/>
              <a:ext cx="35475" cy="17350"/>
            </a:xfrm>
            <a:custGeom>
              <a:avLst/>
              <a:gdLst/>
              <a:ahLst/>
              <a:cxnLst/>
              <a:rect l="l" t="t" r="r" b="b"/>
              <a:pathLst>
                <a:path w="1419" h="694" extrusionOk="0">
                  <a:moveTo>
                    <a:pt x="348" y="0"/>
                  </a:moveTo>
                  <a:cubicBezTo>
                    <a:pt x="159" y="0"/>
                    <a:pt x="1" y="158"/>
                    <a:pt x="1" y="347"/>
                  </a:cubicBezTo>
                  <a:cubicBezTo>
                    <a:pt x="1" y="536"/>
                    <a:pt x="159" y="693"/>
                    <a:pt x="348" y="693"/>
                  </a:cubicBezTo>
                  <a:lnTo>
                    <a:pt x="1041" y="693"/>
                  </a:lnTo>
                  <a:cubicBezTo>
                    <a:pt x="1261" y="693"/>
                    <a:pt x="1419" y="536"/>
                    <a:pt x="1419" y="347"/>
                  </a:cubicBezTo>
                  <a:cubicBezTo>
                    <a:pt x="1419" y="158"/>
                    <a:pt x="1261"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7" name="Google Shape;16447;p85"/>
            <p:cNvSpPr/>
            <p:nvPr/>
          </p:nvSpPr>
          <p:spPr>
            <a:xfrm>
              <a:off x="-46313625" y="2457775"/>
              <a:ext cx="122900" cy="122100"/>
            </a:xfrm>
            <a:custGeom>
              <a:avLst/>
              <a:gdLst/>
              <a:ahLst/>
              <a:cxnLst/>
              <a:rect l="l" t="t" r="r" b="b"/>
              <a:pathLst>
                <a:path w="4916" h="4884" extrusionOk="0">
                  <a:moveTo>
                    <a:pt x="2458" y="662"/>
                  </a:moveTo>
                  <a:cubicBezTo>
                    <a:pt x="3435" y="662"/>
                    <a:pt x="4222" y="1450"/>
                    <a:pt x="4222" y="2426"/>
                  </a:cubicBezTo>
                  <a:cubicBezTo>
                    <a:pt x="4222" y="3403"/>
                    <a:pt x="3435" y="4190"/>
                    <a:pt x="2458" y="4190"/>
                  </a:cubicBezTo>
                  <a:cubicBezTo>
                    <a:pt x="1450" y="4190"/>
                    <a:pt x="662" y="3403"/>
                    <a:pt x="662" y="2426"/>
                  </a:cubicBezTo>
                  <a:cubicBezTo>
                    <a:pt x="662" y="1450"/>
                    <a:pt x="1450" y="662"/>
                    <a:pt x="2458" y="662"/>
                  </a:cubicBezTo>
                  <a:close/>
                  <a:moveTo>
                    <a:pt x="2458" y="0"/>
                  </a:moveTo>
                  <a:cubicBezTo>
                    <a:pt x="1103" y="0"/>
                    <a:pt x="1" y="1103"/>
                    <a:pt x="1" y="2426"/>
                  </a:cubicBezTo>
                  <a:cubicBezTo>
                    <a:pt x="1" y="3781"/>
                    <a:pt x="1103" y="4884"/>
                    <a:pt x="2458" y="4884"/>
                  </a:cubicBezTo>
                  <a:cubicBezTo>
                    <a:pt x="3781" y="4884"/>
                    <a:pt x="4884" y="3749"/>
                    <a:pt x="4884" y="2426"/>
                  </a:cubicBezTo>
                  <a:cubicBezTo>
                    <a:pt x="4916" y="1103"/>
                    <a:pt x="3813"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8" name="Google Shape;16448;p85"/>
            <p:cNvSpPr/>
            <p:nvPr/>
          </p:nvSpPr>
          <p:spPr>
            <a:xfrm>
              <a:off x="-46278950" y="2493225"/>
              <a:ext cx="53575" cy="52775"/>
            </a:xfrm>
            <a:custGeom>
              <a:avLst/>
              <a:gdLst/>
              <a:ahLst/>
              <a:cxnLst/>
              <a:rect l="l" t="t" r="r" b="b"/>
              <a:pathLst>
                <a:path w="2143" h="2111" extrusionOk="0">
                  <a:moveTo>
                    <a:pt x="1071" y="662"/>
                  </a:moveTo>
                  <a:cubicBezTo>
                    <a:pt x="1260" y="662"/>
                    <a:pt x="1418" y="819"/>
                    <a:pt x="1418" y="1008"/>
                  </a:cubicBezTo>
                  <a:cubicBezTo>
                    <a:pt x="1418" y="1197"/>
                    <a:pt x="1260" y="1355"/>
                    <a:pt x="1071" y="1355"/>
                  </a:cubicBezTo>
                  <a:cubicBezTo>
                    <a:pt x="851" y="1355"/>
                    <a:pt x="693" y="1197"/>
                    <a:pt x="693" y="1008"/>
                  </a:cubicBezTo>
                  <a:cubicBezTo>
                    <a:pt x="693" y="819"/>
                    <a:pt x="851" y="662"/>
                    <a:pt x="1071" y="662"/>
                  </a:cubicBezTo>
                  <a:close/>
                  <a:moveTo>
                    <a:pt x="1071" y="0"/>
                  </a:moveTo>
                  <a:cubicBezTo>
                    <a:pt x="473" y="0"/>
                    <a:pt x="0" y="473"/>
                    <a:pt x="0" y="1040"/>
                  </a:cubicBezTo>
                  <a:cubicBezTo>
                    <a:pt x="0" y="1638"/>
                    <a:pt x="473" y="2111"/>
                    <a:pt x="1071" y="2111"/>
                  </a:cubicBezTo>
                  <a:cubicBezTo>
                    <a:pt x="1638" y="2111"/>
                    <a:pt x="2111" y="1638"/>
                    <a:pt x="2111" y="1040"/>
                  </a:cubicBezTo>
                  <a:cubicBezTo>
                    <a:pt x="2142" y="473"/>
                    <a:pt x="1638"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49" name="Google Shape;16449;p85"/>
          <p:cNvSpPr/>
          <p:nvPr/>
        </p:nvSpPr>
        <p:spPr>
          <a:xfrm>
            <a:off x="2911252" y="5093596"/>
            <a:ext cx="480145" cy="478872"/>
          </a:xfrm>
          <a:custGeom>
            <a:avLst/>
            <a:gdLst/>
            <a:ahLst/>
            <a:cxnLst/>
            <a:rect l="l" t="t" r="r" b="b"/>
            <a:pathLst>
              <a:path w="12068" h="12036" extrusionOk="0">
                <a:moveTo>
                  <a:pt x="4222" y="630"/>
                </a:moveTo>
                <a:cubicBezTo>
                  <a:pt x="5010" y="630"/>
                  <a:pt x="5640" y="1292"/>
                  <a:pt x="5640" y="2048"/>
                </a:cubicBezTo>
                <a:lnTo>
                  <a:pt x="5640" y="9767"/>
                </a:lnTo>
                <a:cubicBezTo>
                  <a:pt x="5703" y="10617"/>
                  <a:pt x="5073" y="11311"/>
                  <a:pt x="4285" y="11311"/>
                </a:cubicBezTo>
                <a:cubicBezTo>
                  <a:pt x="3498" y="11311"/>
                  <a:pt x="2868" y="10680"/>
                  <a:pt x="2868" y="9893"/>
                </a:cubicBezTo>
                <a:lnTo>
                  <a:pt x="2868" y="9830"/>
                </a:lnTo>
                <a:cubicBezTo>
                  <a:pt x="3403" y="9767"/>
                  <a:pt x="3907" y="9515"/>
                  <a:pt x="4254" y="9137"/>
                </a:cubicBezTo>
                <a:cubicBezTo>
                  <a:pt x="4380" y="9011"/>
                  <a:pt x="4380" y="8790"/>
                  <a:pt x="4254" y="8633"/>
                </a:cubicBezTo>
                <a:cubicBezTo>
                  <a:pt x="4191" y="8570"/>
                  <a:pt x="4104" y="8538"/>
                  <a:pt x="4014" y="8538"/>
                </a:cubicBezTo>
                <a:cubicBezTo>
                  <a:pt x="3923" y="8538"/>
                  <a:pt x="3829" y="8570"/>
                  <a:pt x="3750" y="8633"/>
                </a:cubicBezTo>
                <a:cubicBezTo>
                  <a:pt x="3435" y="8948"/>
                  <a:pt x="2962" y="9137"/>
                  <a:pt x="2490" y="9137"/>
                </a:cubicBezTo>
                <a:cubicBezTo>
                  <a:pt x="1513" y="9137"/>
                  <a:pt x="725" y="8349"/>
                  <a:pt x="725" y="7372"/>
                </a:cubicBezTo>
                <a:cubicBezTo>
                  <a:pt x="725" y="7057"/>
                  <a:pt x="788" y="6742"/>
                  <a:pt x="946" y="6490"/>
                </a:cubicBezTo>
                <a:cubicBezTo>
                  <a:pt x="1387" y="6805"/>
                  <a:pt x="1891" y="6994"/>
                  <a:pt x="2490" y="6994"/>
                </a:cubicBezTo>
                <a:cubicBezTo>
                  <a:pt x="2679" y="6994"/>
                  <a:pt x="2836" y="6837"/>
                  <a:pt x="2836" y="6648"/>
                </a:cubicBezTo>
                <a:cubicBezTo>
                  <a:pt x="2836" y="6459"/>
                  <a:pt x="2679" y="6301"/>
                  <a:pt x="2490" y="6301"/>
                </a:cubicBezTo>
                <a:cubicBezTo>
                  <a:pt x="1513" y="6301"/>
                  <a:pt x="725" y="5514"/>
                  <a:pt x="725" y="4537"/>
                </a:cubicBezTo>
                <a:cubicBezTo>
                  <a:pt x="725" y="3623"/>
                  <a:pt x="1387" y="2899"/>
                  <a:pt x="2238" y="2804"/>
                </a:cubicBezTo>
                <a:cubicBezTo>
                  <a:pt x="2521" y="3623"/>
                  <a:pt x="3309" y="4159"/>
                  <a:pt x="4222" y="4159"/>
                </a:cubicBezTo>
                <a:cubicBezTo>
                  <a:pt x="4411" y="4159"/>
                  <a:pt x="4569" y="4001"/>
                  <a:pt x="4569" y="3812"/>
                </a:cubicBezTo>
                <a:cubicBezTo>
                  <a:pt x="4569" y="3623"/>
                  <a:pt x="4411" y="3466"/>
                  <a:pt x="4222" y="3466"/>
                </a:cubicBezTo>
                <a:cubicBezTo>
                  <a:pt x="3435" y="3466"/>
                  <a:pt x="2805" y="2836"/>
                  <a:pt x="2805" y="2048"/>
                </a:cubicBezTo>
                <a:cubicBezTo>
                  <a:pt x="2805" y="1261"/>
                  <a:pt x="3435" y="630"/>
                  <a:pt x="4222" y="630"/>
                </a:cubicBezTo>
                <a:close/>
                <a:moveTo>
                  <a:pt x="7814" y="788"/>
                </a:moveTo>
                <a:cubicBezTo>
                  <a:pt x="8602" y="788"/>
                  <a:pt x="9232" y="1418"/>
                  <a:pt x="9232" y="2206"/>
                </a:cubicBezTo>
                <a:cubicBezTo>
                  <a:pt x="9232" y="2993"/>
                  <a:pt x="8602" y="3623"/>
                  <a:pt x="7814" y="3623"/>
                </a:cubicBezTo>
                <a:cubicBezTo>
                  <a:pt x="7593" y="3623"/>
                  <a:pt x="7436" y="3781"/>
                  <a:pt x="7436" y="3970"/>
                </a:cubicBezTo>
                <a:cubicBezTo>
                  <a:pt x="7436" y="4159"/>
                  <a:pt x="7593" y="4316"/>
                  <a:pt x="7814" y="4316"/>
                </a:cubicBezTo>
                <a:cubicBezTo>
                  <a:pt x="8696" y="4316"/>
                  <a:pt x="9484" y="3749"/>
                  <a:pt x="9767" y="2962"/>
                </a:cubicBezTo>
                <a:cubicBezTo>
                  <a:pt x="10649" y="3056"/>
                  <a:pt x="11311" y="3812"/>
                  <a:pt x="11311" y="4695"/>
                </a:cubicBezTo>
                <a:cubicBezTo>
                  <a:pt x="11311" y="5671"/>
                  <a:pt x="10523" y="6459"/>
                  <a:pt x="9547" y="6459"/>
                </a:cubicBezTo>
                <a:cubicBezTo>
                  <a:pt x="9326" y="6459"/>
                  <a:pt x="9169" y="6616"/>
                  <a:pt x="9169" y="6805"/>
                </a:cubicBezTo>
                <a:cubicBezTo>
                  <a:pt x="9169" y="6994"/>
                  <a:pt x="9326" y="7152"/>
                  <a:pt x="9547" y="7152"/>
                </a:cubicBezTo>
                <a:cubicBezTo>
                  <a:pt x="10114" y="7152"/>
                  <a:pt x="10649" y="6963"/>
                  <a:pt x="11059" y="6648"/>
                </a:cubicBezTo>
                <a:cubicBezTo>
                  <a:pt x="11217" y="6931"/>
                  <a:pt x="11311" y="7215"/>
                  <a:pt x="11311" y="7530"/>
                </a:cubicBezTo>
                <a:cubicBezTo>
                  <a:pt x="11374" y="8381"/>
                  <a:pt x="10586" y="9168"/>
                  <a:pt x="9610" y="9168"/>
                </a:cubicBezTo>
                <a:cubicBezTo>
                  <a:pt x="9137" y="9168"/>
                  <a:pt x="8696" y="8979"/>
                  <a:pt x="8350" y="8664"/>
                </a:cubicBezTo>
                <a:cubicBezTo>
                  <a:pt x="8287" y="8601"/>
                  <a:pt x="8200" y="8570"/>
                  <a:pt x="8109" y="8570"/>
                </a:cubicBezTo>
                <a:cubicBezTo>
                  <a:pt x="8019" y="8570"/>
                  <a:pt x="7924" y="8601"/>
                  <a:pt x="7845" y="8664"/>
                </a:cubicBezTo>
                <a:cubicBezTo>
                  <a:pt x="7719" y="8790"/>
                  <a:pt x="7719" y="9011"/>
                  <a:pt x="7845" y="9168"/>
                </a:cubicBezTo>
                <a:cubicBezTo>
                  <a:pt x="8224" y="9578"/>
                  <a:pt x="8696" y="9798"/>
                  <a:pt x="9232" y="9893"/>
                </a:cubicBezTo>
                <a:lnTo>
                  <a:pt x="9232" y="9924"/>
                </a:lnTo>
                <a:cubicBezTo>
                  <a:pt x="9232" y="10712"/>
                  <a:pt x="8602" y="11342"/>
                  <a:pt x="7814" y="11342"/>
                </a:cubicBezTo>
                <a:cubicBezTo>
                  <a:pt x="7026" y="11342"/>
                  <a:pt x="6396" y="10680"/>
                  <a:pt x="6396" y="9924"/>
                </a:cubicBezTo>
                <a:lnTo>
                  <a:pt x="6396" y="2206"/>
                </a:lnTo>
                <a:cubicBezTo>
                  <a:pt x="6396" y="1418"/>
                  <a:pt x="7058" y="788"/>
                  <a:pt x="7814" y="788"/>
                </a:cubicBezTo>
                <a:close/>
                <a:moveTo>
                  <a:pt x="4254" y="0"/>
                </a:moveTo>
                <a:cubicBezTo>
                  <a:pt x="3088" y="0"/>
                  <a:pt x="2143" y="977"/>
                  <a:pt x="2143" y="2111"/>
                </a:cubicBezTo>
                <a:lnTo>
                  <a:pt x="2143" y="2174"/>
                </a:lnTo>
                <a:cubicBezTo>
                  <a:pt x="946" y="2332"/>
                  <a:pt x="1" y="3340"/>
                  <a:pt x="1" y="4600"/>
                </a:cubicBezTo>
                <a:cubicBezTo>
                  <a:pt x="1" y="5104"/>
                  <a:pt x="158" y="5640"/>
                  <a:pt x="442" y="6018"/>
                </a:cubicBezTo>
                <a:cubicBezTo>
                  <a:pt x="158" y="6427"/>
                  <a:pt x="1" y="6931"/>
                  <a:pt x="1" y="7435"/>
                </a:cubicBezTo>
                <a:cubicBezTo>
                  <a:pt x="1" y="8696"/>
                  <a:pt x="946" y="9735"/>
                  <a:pt x="2143" y="9861"/>
                </a:cubicBezTo>
                <a:lnTo>
                  <a:pt x="2143" y="9924"/>
                </a:lnTo>
                <a:cubicBezTo>
                  <a:pt x="2143" y="11090"/>
                  <a:pt x="3088" y="12035"/>
                  <a:pt x="4254" y="12035"/>
                </a:cubicBezTo>
                <a:cubicBezTo>
                  <a:pt x="5010" y="12035"/>
                  <a:pt x="5640" y="11657"/>
                  <a:pt x="6050" y="11058"/>
                </a:cubicBezTo>
                <a:cubicBezTo>
                  <a:pt x="6428" y="11657"/>
                  <a:pt x="7089" y="12035"/>
                  <a:pt x="7814" y="12035"/>
                </a:cubicBezTo>
                <a:cubicBezTo>
                  <a:pt x="8980" y="12035"/>
                  <a:pt x="9925" y="11058"/>
                  <a:pt x="9925" y="9924"/>
                </a:cubicBezTo>
                <a:lnTo>
                  <a:pt x="9925" y="9861"/>
                </a:lnTo>
                <a:cubicBezTo>
                  <a:pt x="11122" y="9704"/>
                  <a:pt x="12067" y="8696"/>
                  <a:pt x="12067" y="7435"/>
                </a:cubicBezTo>
                <a:cubicBezTo>
                  <a:pt x="12067" y="6931"/>
                  <a:pt x="11910" y="6459"/>
                  <a:pt x="11626" y="6018"/>
                </a:cubicBezTo>
                <a:cubicBezTo>
                  <a:pt x="11910" y="5577"/>
                  <a:pt x="12067" y="5104"/>
                  <a:pt x="12067" y="4600"/>
                </a:cubicBezTo>
                <a:cubicBezTo>
                  <a:pt x="12067" y="3371"/>
                  <a:pt x="11154" y="2363"/>
                  <a:pt x="9925" y="2174"/>
                </a:cubicBezTo>
                <a:lnTo>
                  <a:pt x="9925" y="2111"/>
                </a:lnTo>
                <a:cubicBezTo>
                  <a:pt x="9925" y="945"/>
                  <a:pt x="8980" y="0"/>
                  <a:pt x="7814" y="0"/>
                </a:cubicBezTo>
                <a:cubicBezTo>
                  <a:pt x="7089" y="0"/>
                  <a:pt x="6428" y="378"/>
                  <a:pt x="6050" y="977"/>
                </a:cubicBezTo>
                <a:cubicBezTo>
                  <a:pt x="5640" y="378"/>
                  <a:pt x="4979" y="0"/>
                  <a:pt x="42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50" name="Google Shape;16450;p85"/>
          <p:cNvGrpSpPr/>
          <p:nvPr/>
        </p:nvGrpSpPr>
        <p:grpSpPr>
          <a:xfrm>
            <a:off x="5282440" y="4499757"/>
            <a:ext cx="478872" cy="478832"/>
            <a:chOff x="-44914800" y="2342000"/>
            <a:chExt cx="300900" cy="300875"/>
          </a:xfrm>
        </p:grpSpPr>
        <p:sp>
          <p:nvSpPr>
            <p:cNvPr id="16451" name="Google Shape;16451;p85"/>
            <p:cNvSpPr/>
            <p:nvPr/>
          </p:nvSpPr>
          <p:spPr>
            <a:xfrm>
              <a:off x="-44914800" y="2342000"/>
              <a:ext cx="300900" cy="300875"/>
            </a:xfrm>
            <a:custGeom>
              <a:avLst/>
              <a:gdLst/>
              <a:ahLst/>
              <a:cxnLst/>
              <a:rect l="l" t="t" r="r" b="b"/>
              <a:pathLst>
                <a:path w="12036" h="12035" extrusionOk="0">
                  <a:moveTo>
                    <a:pt x="1450" y="725"/>
                  </a:moveTo>
                  <a:lnTo>
                    <a:pt x="1450" y="1418"/>
                  </a:lnTo>
                  <a:lnTo>
                    <a:pt x="725" y="1418"/>
                  </a:lnTo>
                  <a:lnTo>
                    <a:pt x="725" y="725"/>
                  </a:lnTo>
                  <a:close/>
                  <a:moveTo>
                    <a:pt x="11311" y="725"/>
                  </a:moveTo>
                  <a:lnTo>
                    <a:pt x="11311" y="1418"/>
                  </a:lnTo>
                  <a:lnTo>
                    <a:pt x="10618" y="1418"/>
                  </a:lnTo>
                  <a:lnTo>
                    <a:pt x="10618" y="725"/>
                  </a:lnTo>
                  <a:close/>
                  <a:moveTo>
                    <a:pt x="9893" y="1418"/>
                  </a:moveTo>
                  <a:lnTo>
                    <a:pt x="9893" y="1796"/>
                  </a:lnTo>
                  <a:cubicBezTo>
                    <a:pt x="9893" y="1985"/>
                    <a:pt x="10051" y="2142"/>
                    <a:pt x="10240" y="2142"/>
                  </a:cubicBezTo>
                  <a:lnTo>
                    <a:pt x="10618" y="2142"/>
                  </a:lnTo>
                  <a:lnTo>
                    <a:pt x="10618" y="9893"/>
                  </a:lnTo>
                  <a:lnTo>
                    <a:pt x="10240" y="9893"/>
                  </a:lnTo>
                  <a:cubicBezTo>
                    <a:pt x="10051" y="9893"/>
                    <a:pt x="9893" y="10050"/>
                    <a:pt x="9893" y="10239"/>
                  </a:cubicBezTo>
                  <a:lnTo>
                    <a:pt x="9893" y="10617"/>
                  </a:lnTo>
                  <a:lnTo>
                    <a:pt x="2143" y="10617"/>
                  </a:lnTo>
                  <a:lnTo>
                    <a:pt x="2143" y="10239"/>
                  </a:lnTo>
                  <a:cubicBezTo>
                    <a:pt x="2143" y="10050"/>
                    <a:pt x="1985" y="9893"/>
                    <a:pt x="1796" y="9893"/>
                  </a:cubicBezTo>
                  <a:lnTo>
                    <a:pt x="1450" y="9893"/>
                  </a:lnTo>
                  <a:lnTo>
                    <a:pt x="1450" y="2142"/>
                  </a:lnTo>
                  <a:lnTo>
                    <a:pt x="1796" y="2142"/>
                  </a:lnTo>
                  <a:cubicBezTo>
                    <a:pt x="1985" y="2142"/>
                    <a:pt x="2143" y="1985"/>
                    <a:pt x="2143" y="1796"/>
                  </a:cubicBezTo>
                  <a:lnTo>
                    <a:pt x="2143" y="1418"/>
                  </a:lnTo>
                  <a:close/>
                  <a:moveTo>
                    <a:pt x="1418" y="10617"/>
                  </a:moveTo>
                  <a:lnTo>
                    <a:pt x="1418" y="11310"/>
                  </a:lnTo>
                  <a:lnTo>
                    <a:pt x="725" y="11310"/>
                  </a:lnTo>
                  <a:lnTo>
                    <a:pt x="725" y="10617"/>
                  </a:lnTo>
                  <a:close/>
                  <a:moveTo>
                    <a:pt x="11311" y="10617"/>
                  </a:moveTo>
                  <a:lnTo>
                    <a:pt x="11311" y="11310"/>
                  </a:lnTo>
                  <a:lnTo>
                    <a:pt x="10618" y="11310"/>
                  </a:lnTo>
                  <a:lnTo>
                    <a:pt x="10618" y="10617"/>
                  </a:lnTo>
                  <a:close/>
                  <a:moveTo>
                    <a:pt x="379" y="0"/>
                  </a:moveTo>
                  <a:cubicBezTo>
                    <a:pt x="158" y="0"/>
                    <a:pt x="1" y="158"/>
                    <a:pt x="1" y="378"/>
                  </a:cubicBezTo>
                  <a:lnTo>
                    <a:pt x="1" y="1764"/>
                  </a:lnTo>
                  <a:cubicBezTo>
                    <a:pt x="1" y="1985"/>
                    <a:pt x="158" y="2142"/>
                    <a:pt x="379" y="2142"/>
                  </a:cubicBezTo>
                  <a:lnTo>
                    <a:pt x="725" y="2142"/>
                  </a:lnTo>
                  <a:lnTo>
                    <a:pt x="725" y="9893"/>
                  </a:lnTo>
                  <a:lnTo>
                    <a:pt x="379" y="9893"/>
                  </a:lnTo>
                  <a:cubicBezTo>
                    <a:pt x="158" y="9893"/>
                    <a:pt x="1" y="10050"/>
                    <a:pt x="1" y="10239"/>
                  </a:cubicBezTo>
                  <a:lnTo>
                    <a:pt x="1" y="11657"/>
                  </a:lnTo>
                  <a:cubicBezTo>
                    <a:pt x="1" y="11877"/>
                    <a:pt x="158" y="12035"/>
                    <a:pt x="379" y="12035"/>
                  </a:cubicBezTo>
                  <a:lnTo>
                    <a:pt x="1796" y="12035"/>
                  </a:lnTo>
                  <a:cubicBezTo>
                    <a:pt x="1985" y="12035"/>
                    <a:pt x="2143" y="11877"/>
                    <a:pt x="2143" y="11657"/>
                  </a:cubicBezTo>
                  <a:lnTo>
                    <a:pt x="2143" y="11310"/>
                  </a:lnTo>
                  <a:lnTo>
                    <a:pt x="9893" y="11310"/>
                  </a:lnTo>
                  <a:lnTo>
                    <a:pt x="9893" y="11657"/>
                  </a:lnTo>
                  <a:cubicBezTo>
                    <a:pt x="9893" y="11877"/>
                    <a:pt x="10051" y="12035"/>
                    <a:pt x="10240" y="12035"/>
                  </a:cubicBezTo>
                  <a:lnTo>
                    <a:pt x="11657" y="12035"/>
                  </a:lnTo>
                  <a:cubicBezTo>
                    <a:pt x="11878" y="12035"/>
                    <a:pt x="12036" y="11877"/>
                    <a:pt x="12036" y="11657"/>
                  </a:cubicBezTo>
                  <a:lnTo>
                    <a:pt x="12036" y="10239"/>
                  </a:lnTo>
                  <a:cubicBezTo>
                    <a:pt x="12036" y="10050"/>
                    <a:pt x="11878" y="9893"/>
                    <a:pt x="11657" y="9893"/>
                  </a:cubicBezTo>
                  <a:lnTo>
                    <a:pt x="11311" y="9893"/>
                  </a:lnTo>
                  <a:lnTo>
                    <a:pt x="11311" y="2142"/>
                  </a:lnTo>
                  <a:lnTo>
                    <a:pt x="11657" y="2142"/>
                  </a:lnTo>
                  <a:cubicBezTo>
                    <a:pt x="11878" y="2142"/>
                    <a:pt x="12036" y="1985"/>
                    <a:pt x="12036" y="1764"/>
                  </a:cubicBezTo>
                  <a:lnTo>
                    <a:pt x="12036" y="378"/>
                  </a:lnTo>
                  <a:cubicBezTo>
                    <a:pt x="12036" y="158"/>
                    <a:pt x="11878" y="0"/>
                    <a:pt x="11657" y="0"/>
                  </a:cubicBezTo>
                  <a:lnTo>
                    <a:pt x="10240" y="0"/>
                  </a:lnTo>
                  <a:cubicBezTo>
                    <a:pt x="10051" y="0"/>
                    <a:pt x="9893" y="158"/>
                    <a:pt x="9893" y="378"/>
                  </a:cubicBezTo>
                  <a:lnTo>
                    <a:pt x="9893" y="725"/>
                  </a:lnTo>
                  <a:lnTo>
                    <a:pt x="2143" y="725"/>
                  </a:lnTo>
                  <a:lnTo>
                    <a:pt x="2143" y="378"/>
                  </a:lnTo>
                  <a:cubicBezTo>
                    <a:pt x="2143" y="158"/>
                    <a:pt x="1985"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2" name="Google Shape;16452;p85"/>
            <p:cNvSpPr/>
            <p:nvPr/>
          </p:nvSpPr>
          <p:spPr>
            <a:xfrm>
              <a:off x="-44860450" y="2412875"/>
              <a:ext cx="193000" cy="159125"/>
            </a:xfrm>
            <a:custGeom>
              <a:avLst/>
              <a:gdLst/>
              <a:ahLst/>
              <a:cxnLst/>
              <a:rect l="l" t="t" r="r" b="b"/>
              <a:pathLst>
                <a:path w="7720" h="6365" extrusionOk="0">
                  <a:moveTo>
                    <a:pt x="7026" y="694"/>
                  </a:moveTo>
                  <a:lnTo>
                    <a:pt x="7026" y="725"/>
                  </a:lnTo>
                  <a:lnTo>
                    <a:pt x="7026" y="5136"/>
                  </a:lnTo>
                  <a:lnTo>
                    <a:pt x="5514" y="3624"/>
                  </a:lnTo>
                  <a:cubicBezTo>
                    <a:pt x="5451" y="3561"/>
                    <a:pt x="5356" y="3498"/>
                    <a:pt x="5262" y="3498"/>
                  </a:cubicBezTo>
                  <a:cubicBezTo>
                    <a:pt x="5167" y="3498"/>
                    <a:pt x="5041" y="3561"/>
                    <a:pt x="5010" y="3624"/>
                  </a:cubicBezTo>
                  <a:lnTo>
                    <a:pt x="3907" y="4821"/>
                  </a:lnTo>
                  <a:lnTo>
                    <a:pt x="2678" y="3592"/>
                  </a:lnTo>
                  <a:cubicBezTo>
                    <a:pt x="2615" y="3529"/>
                    <a:pt x="2529" y="3498"/>
                    <a:pt x="2438" y="3498"/>
                  </a:cubicBezTo>
                  <a:cubicBezTo>
                    <a:pt x="2348" y="3498"/>
                    <a:pt x="2253" y="3529"/>
                    <a:pt x="2174" y="3592"/>
                  </a:cubicBezTo>
                  <a:lnTo>
                    <a:pt x="662" y="5104"/>
                  </a:lnTo>
                  <a:lnTo>
                    <a:pt x="662" y="694"/>
                  </a:lnTo>
                  <a:close/>
                  <a:moveTo>
                    <a:pt x="2458" y="4380"/>
                  </a:moveTo>
                  <a:lnTo>
                    <a:pt x="3718" y="5640"/>
                  </a:lnTo>
                  <a:lnTo>
                    <a:pt x="1198" y="5640"/>
                  </a:lnTo>
                  <a:lnTo>
                    <a:pt x="2458" y="4380"/>
                  </a:lnTo>
                  <a:close/>
                  <a:moveTo>
                    <a:pt x="5293" y="4411"/>
                  </a:moveTo>
                  <a:lnTo>
                    <a:pt x="6554" y="5671"/>
                  </a:lnTo>
                  <a:lnTo>
                    <a:pt x="4695" y="5671"/>
                  </a:lnTo>
                  <a:lnTo>
                    <a:pt x="4695" y="5640"/>
                  </a:lnTo>
                  <a:lnTo>
                    <a:pt x="4411" y="5356"/>
                  </a:lnTo>
                  <a:lnTo>
                    <a:pt x="5293" y="4411"/>
                  </a:lnTo>
                  <a:close/>
                  <a:moveTo>
                    <a:pt x="347" y="1"/>
                  </a:moveTo>
                  <a:cubicBezTo>
                    <a:pt x="158" y="1"/>
                    <a:pt x="0" y="158"/>
                    <a:pt x="0" y="379"/>
                  </a:cubicBezTo>
                  <a:lnTo>
                    <a:pt x="0" y="5986"/>
                  </a:lnTo>
                  <a:cubicBezTo>
                    <a:pt x="0" y="6207"/>
                    <a:pt x="158" y="6365"/>
                    <a:pt x="347" y="6365"/>
                  </a:cubicBezTo>
                  <a:lnTo>
                    <a:pt x="7373" y="6365"/>
                  </a:lnTo>
                  <a:cubicBezTo>
                    <a:pt x="7562" y="6365"/>
                    <a:pt x="7719" y="6207"/>
                    <a:pt x="7719" y="5986"/>
                  </a:cubicBezTo>
                  <a:lnTo>
                    <a:pt x="7719" y="379"/>
                  </a:lnTo>
                  <a:cubicBezTo>
                    <a:pt x="7719" y="158"/>
                    <a:pt x="7562" y="1"/>
                    <a:pt x="73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3" name="Google Shape;16453;p85"/>
            <p:cNvSpPr/>
            <p:nvPr/>
          </p:nvSpPr>
          <p:spPr>
            <a:xfrm>
              <a:off x="-44791150" y="2439650"/>
              <a:ext cx="52800" cy="53600"/>
            </a:xfrm>
            <a:custGeom>
              <a:avLst/>
              <a:gdLst/>
              <a:ahLst/>
              <a:cxnLst/>
              <a:rect l="l" t="t" r="r" b="b"/>
              <a:pathLst>
                <a:path w="2112" h="2144" extrusionOk="0">
                  <a:moveTo>
                    <a:pt x="1041" y="725"/>
                  </a:moveTo>
                  <a:cubicBezTo>
                    <a:pt x="1261" y="725"/>
                    <a:pt x="1419" y="883"/>
                    <a:pt x="1419" y="1072"/>
                  </a:cubicBezTo>
                  <a:cubicBezTo>
                    <a:pt x="1419" y="1261"/>
                    <a:pt x="1261" y="1418"/>
                    <a:pt x="1041" y="1418"/>
                  </a:cubicBezTo>
                  <a:cubicBezTo>
                    <a:pt x="852" y="1418"/>
                    <a:pt x="694" y="1261"/>
                    <a:pt x="694" y="1072"/>
                  </a:cubicBezTo>
                  <a:cubicBezTo>
                    <a:pt x="694" y="883"/>
                    <a:pt x="852" y="725"/>
                    <a:pt x="1041" y="725"/>
                  </a:cubicBezTo>
                  <a:close/>
                  <a:moveTo>
                    <a:pt x="1041" y="1"/>
                  </a:moveTo>
                  <a:cubicBezTo>
                    <a:pt x="473" y="1"/>
                    <a:pt x="1" y="473"/>
                    <a:pt x="1" y="1072"/>
                  </a:cubicBezTo>
                  <a:cubicBezTo>
                    <a:pt x="32" y="1670"/>
                    <a:pt x="505" y="2143"/>
                    <a:pt x="1041" y="2143"/>
                  </a:cubicBezTo>
                  <a:cubicBezTo>
                    <a:pt x="1639" y="2143"/>
                    <a:pt x="2112" y="1670"/>
                    <a:pt x="2112" y="1072"/>
                  </a:cubicBezTo>
                  <a:cubicBezTo>
                    <a:pt x="2112" y="473"/>
                    <a:pt x="1639"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54" name="Google Shape;16454;p85"/>
          <p:cNvSpPr/>
          <p:nvPr/>
        </p:nvSpPr>
        <p:spPr>
          <a:xfrm>
            <a:off x="2319448" y="2042286"/>
            <a:ext cx="476365" cy="475729"/>
          </a:xfrm>
          <a:custGeom>
            <a:avLst/>
            <a:gdLst/>
            <a:ahLst/>
            <a:cxnLst/>
            <a:rect l="l" t="t" r="r" b="b"/>
            <a:pathLst>
              <a:path w="11973" h="11957" extrusionOk="0">
                <a:moveTo>
                  <a:pt x="5986" y="748"/>
                </a:moveTo>
                <a:lnTo>
                  <a:pt x="8003" y="1756"/>
                </a:lnTo>
                <a:lnTo>
                  <a:pt x="5986" y="2796"/>
                </a:lnTo>
                <a:lnTo>
                  <a:pt x="4002" y="1756"/>
                </a:lnTo>
                <a:lnTo>
                  <a:pt x="5986" y="748"/>
                </a:lnTo>
                <a:close/>
                <a:moveTo>
                  <a:pt x="3561" y="2324"/>
                </a:moveTo>
                <a:lnTo>
                  <a:pt x="5671" y="3395"/>
                </a:lnTo>
                <a:lnTo>
                  <a:pt x="5671" y="6136"/>
                </a:lnTo>
                <a:lnTo>
                  <a:pt x="3561" y="5064"/>
                </a:lnTo>
                <a:lnTo>
                  <a:pt x="3561" y="2324"/>
                </a:lnTo>
                <a:close/>
                <a:moveTo>
                  <a:pt x="8475" y="2324"/>
                </a:moveTo>
                <a:lnTo>
                  <a:pt x="8475" y="5064"/>
                </a:lnTo>
                <a:lnTo>
                  <a:pt x="6364" y="6136"/>
                </a:lnTo>
                <a:lnTo>
                  <a:pt x="6364" y="3395"/>
                </a:lnTo>
                <a:lnTo>
                  <a:pt x="8475" y="2324"/>
                </a:lnTo>
                <a:close/>
                <a:moveTo>
                  <a:pt x="3214" y="5663"/>
                </a:moveTo>
                <a:lnTo>
                  <a:pt x="5230" y="6703"/>
                </a:lnTo>
                <a:lnTo>
                  <a:pt x="3214" y="7711"/>
                </a:lnTo>
                <a:lnTo>
                  <a:pt x="1166" y="6703"/>
                </a:lnTo>
                <a:lnTo>
                  <a:pt x="3214" y="5663"/>
                </a:lnTo>
                <a:close/>
                <a:moveTo>
                  <a:pt x="8822" y="5663"/>
                </a:moveTo>
                <a:lnTo>
                  <a:pt x="10870" y="6703"/>
                </a:lnTo>
                <a:lnTo>
                  <a:pt x="8822" y="7711"/>
                </a:lnTo>
                <a:lnTo>
                  <a:pt x="6837" y="6703"/>
                </a:lnTo>
                <a:lnTo>
                  <a:pt x="8822" y="5663"/>
                </a:lnTo>
                <a:close/>
                <a:moveTo>
                  <a:pt x="5671" y="7238"/>
                </a:moveTo>
                <a:lnTo>
                  <a:pt x="5671" y="9948"/>
                </a:lnTo>
                <a:lnTo>
                  <a:pt x="3561" y="11019"/>
                </a:lnTo>
                <a:lnTo>
                  <a:pt x="3561" y="8309"/>
                </a:lnTo>
                <a:lnTo>
                  <a:pt x="5671" y="7238"/>
                </a:lnTo>
                <a:close/>
                <a:moveTo>
                  <a:pt x="11311" y="7238"/>
                </a:moveTo>
                <a:lnTo>
                  <a:pt x="11311" y="10011"/>
                </a:lnTo>
                <a:lnTo>
                  <a:pt x="9200" y="11050"/>
                </a:lnTo>
                <a:lnTo>
                  <a:pt x="9200" y="8309"/>
                </a:lnTo>
                <a:lnTo>
                  <a:pt x="11311" y="7238"/>
                </a:lnTo>
                <a:close/>
                <a:moveTo>
                  <a:pt x="725" y="7270"/>
                </a:moveTo>
                <a:lnTo>
                  <a:pt x="2836" y="8341"/>
                </a:lnTo>
                <a:lnTo>
                  <a:pt x="2836" y="11082"/>
                </a:lnTo>
                <a:lnTo>
                  <a:pt x="725" y="10042"/>
                </a:lnTo>
                <a:lnTo>
                  <a:pt x="725" y="7270"/>
                </a:lnTo>
                <a:close/>
                <a:moveTo>
                  <a:pt x="6364" y="7270"/>
                </a:moveTo>
                <a:lnTo>
                  <a:pt x="8475" y="8341"/>
                </a:lnTo>
                <a:lnTo>
                  <a:pt x="8475" y="11082"/>
                </a:lnTo>
                <a:lnTo>
                  <a:pt x="6364" y="10042"/>
                </a:lnTo>
                <a:lnTo>
                  <a:pt x="6364" y="7270"/>
                </a:lnTo>
                <a:close/>
                <a:moveTo>
                  <a:pt x="5998" y="0"/>
                </a:moveTo>
                <a:cubicBezTo>
                  <a:pt x="5947" y="0"/>
                  <a:pt x="5892" y="8"/>
                  <a:pt x="5829" y="24"/>
                </a:cubicBezTo>
                <a:lnTo>
                  <a:pt x="3056" y="1441"/>
                </a:lnTo>
                <a:cubicBezTo>
                  <a:pt x="2930" y="1536"/>
                  <a:pt x="2836" y="1662"/>
                  <a:pt x="2836" y="1756"/>
                </a:cubicBezTo>
                <a:lnTo>
                  <a:pt x="2836" y="5064"/>
                </a:lnTo>
                <a:lnTo>
                  <a:pt x="221" y="6388"/>
                </a:lnTo>
                <a:cubicBezTo>
                  <a:pt x="95" y="6451"/>
                  <a:pt x="0" y="6577"/>
                  <a:pt x="0" y="6703"/>
                </a:cubicBezTo>
                <a:lnTo>
                  <a:pt x="0" y="10200"/>
                </a:lnTo>
                <a:cubicBezTo>
                  <a:pt x="0" y="10326"/>
                  <a:pt x="95" y="10420"/>
                  <a:pt x="221" y="10515"/>
                </a:cubicBezTo>
                <a:lnTo>
                  <a:pt x="3056" y="11933"/>
                </a:lnTo>
                <a:cubicBezTo>
                  <a:pt x="3088" y="11948"/>
                  <a:pt x="3135" y="11956"/>
                  <a:pt x="3190" y="11956"/>
                </a:cubicBezTo>
                <a:cubicBezTo>
                  <a:pt x="3245" y="11956"/>
                  <a:pt x="3308" y="11948"/>
                  <a:pt x="3371" y="11933"/>
                </a:cubicBezTo>
                <a:lnTo>
                  <a:pt x="5986" y="10578"/>
                </a:lnTo>
                <a:lnTo>
                  <a:pt x="8633" y="11933"/>
                </a:lnTo>
                <a:cubicBezTo>
                  <a:pt x="8680" y="11948"/>
                  <a:pt x="8727" y="11956"/>
                  <a:pt x="8779" y="11956"/>
                </a:cubicBezTo>
                <a:cubicBezTo>
                  <a:pt x="8830" y="11956"/>
                  <a:pt x="8885" y="11948"/>
                  <a:pt x="8948" y="11933"/>
                </a:cubicBezTo>
                <a:lnTo>
                  <a:pt x="11783" y="10515"/>
                </a:lnTo>
                <a:cubicBezTo>
                  <a:pt x="11909" y="10420"/>
                  <a:pt x="11972" y="10326"/>
                  <a:pt x="11972" y="10200"/>
                </a:cubicBezTo>
                <a:lnTo>
                  <a:pt x="11972" y="6703"/>
                </a:lnTo>
                <a:cubicBezTo>
                  <a:pt x="11972" y="6577"/>
                  <a:pt x="11941" y="6451"/>
                  <a:pt x="11783" y="6388"/>
                </a:cubicBezTo>
                <a:lnTo>
                  <a:pt x="9137" y="5064"/>
                </a:lnTo>
                <a:lnTo>
                  <a:pt x="9137" y="1756"/>
                </a:lnTo>
                <a:cubicBezTo>
                  <a:pt x="9137" y="1662"/>
                  <a:pt x="9074" y="1536"/>
                  <a:pt x="8948" y="1441"/>
                </a:cubicBezTo>
                <a:lnTo>
                  <a:pt x="6144" y="24"/>
                </a:lnTo>
                <a:cubicBezTo>
                  <a:pt x="6097" y="8"/>
                  <a:pt x="6049" y="0"/>
                  <a:pt x="59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55" name="Google Shape;16455;p85"/>
          <p:cNvGrpSpPr/>
          <p:nvPr/>
        </p:nvGrpSpPr>
        <p:grpSpPr>
          <a:xfrm>
            <a:off x="2314421" y="2649782"/>
            <a:ext cx="478872" cy="476565"/>
            <a:chOff x="-49786250" y="2316650"/>
            <a:chExt cx="300900" cy="299450"/>
          </a:xfrm>
        </p:grpSpPr>
        <p:sp>
          <p:nvSpPr>
            <p:cNvPr id="16456" name="Google Shape;16456;p85"/>
            <p:cNvSpPr/>
            <p:nvPr/>
          </p:nvSpPr>
          <p:spPr>
            <a:xfrm>
              <a:off x="-49746875" y="2316650"/>
              <a:ext cx="217400" cy="299450"/>
            </a:xfrm>
            <a:custGeom>
              <a:avLst/>
              <a:gdLst/>
              <a:ahLst/>
              <a:cxnLst/>
              <a:rect l="l" t="t" r="r" b="b"/>
              <a:pathLst>
                <a:path w="8696" h="11978" extrusionOk="0">
                  <a:moveTo>
                    <a:pt x="4411" y="3944"/>
                  </a:moveTo>
                  <a:lnTo>
                    <a:pt x="5010" y="5110"/>
                  </a:lnTo>
                  <a:cubicBezTo>
                    <a:pt x="4837" y="5188"/>
                    <a:pt x="4640" y="5228"/>
                    <a:pt x="4439" y="5228"/>
                  </a:cubicBezTo>
                  <a:cubicBezTo>
                    <a:pt x="4238" y="5228"/>
                    <a:pt x="4033" y="5188"/>
                    <a:pt x="3844" y="5110"/>
                  </a:cubicBezTo>
                  <a:lnTo>
                    <a:pt x="4411" y="3944"/>
                  </a:lnTo>
                  <a:close/>
                  <a:moveTo>
                    <a:pt x="5136" y="5834"/>
                  </a:moveTo>
                  <a:lnTo>
                    <a:pt x="5136" y="8418"/>
                  </a:lnTo>
                  <a:lnTo>
                    <a:pt x="3718" y="8418"/>
                  </a:lnTo>
                  <a:lnTo>
                    <a:pt x="3718" y="5834"/>
                  </a:lnTo>
                  <a:cubicBezTo>
                    <a:pt x="3939" y="5897"/>
                    <a:pt x="4191" y="5960"/>
                    <a:pt x="4411" y="5960"/>
                  </a:cubicBezTo>
                  <a:cubicBezTo>
                    <a:pt x="4663" y="5960"/>
                    <a:pt x="4884" y="5897"/>
                    <a:pt x="5136" y="5834"/>
                  </a:cubicBezTo>
                  <a:close/>
                  <a:moveTo>
                    <a:pt x="4390" y="657"/>
                  </a:moveTo>
                  <a:cubicBezTo>
                    <a:pt x="5196" y="657"/>
                    <a:pt x="5982" y="942"/>
                    <a:pt x="6617" y="1455"/>
                  </a:cubicBezTo>
                  <a:cubicBezTo>
                    <a:pt x="7467" y="2117"/>
                    <a:pt x="7940" y="3156"/>
                    <a:pt x="7940" y="4196"/>
                  </a:cubicBezTo>
                  <a:cubicBezTo>
                    <a:pt x="7940" y="5078"/>
                    <a:pt x="7625" y="5897"/>
                    <a:pt x="7058" y="6527"/>
                  </a:cubicBezTo>
                  <a:cubicBezTo>
                    <a:pt x="6585" y="7095"/>
                    <a:pt x="6270" y="7756"/>
                    <a:pt x="6207" y="8418"/>
                  </a:cubicBezTo>
                  <a:lnTo>
                    <a:pt x="5829" y="8418"/>
                  </a:lnTo>
                  <a:lnTo>
                    <a:pt x="5829" y="5267"/>
                  </a:lnTo>
                  <a:cubicBezTo>
                    <a:pt x="5829" y="5236"/>
                    <a:pt x="5829" y="5141"/>
                    <a:pt x="5798" y="5110"/>
                  </a:cubicBezTo>
                  <a:lnTo>
                    <a:pt x="4726" y="2999"/>
                  </a:lnTo>
                  <a:cubicBezTo>
                    <a:pt x="4663" y="2873"/>
                    <a:pt x="4537" y="2778"/>
                    <a:pt x="4411" y="2778"/>
                  </a:cubicBezTo>
                  <a:cubicBezTo>
                    <a:pt x="4317" y="2778"/>
                    <a:pt x="4191" y="2873"/>
                    <a:pt x="4096" y="2999"/>
                  </a:cubicBezTo>
                  <a:lnTo>
                    <a:pt x="3057" y="5110"/>
                  </a:lnTo>
                  <a:cubicBezTo>
                    <a:pt x="2994" y="5141"/>
                    <a:pt x="2994" y="5236"/>
                    <a:pt x="2994" y="5267"/>
                  </a:cubicBezTo>
                  <a:lnTo>
                    <a:pt x="2994" y="8418"/>
                  </a:lnTo>
                  <a:lnTo>
                    <a:pt x="2647" y="8418"/>
                  </a:lnTo>
                  <a:cubicBezTo>
                    <a:pt x="2584" y="7756"/>
                    <a:pt x="2301" y="7095"/>
                    <a:pt x="1796" y="6527"/>
                  </a:cubicBezTo>
                  <a:cubicBezTo>
                    <a:pt x="1040" y="5708"/>
                    <a:pt x="757" y="4574"/>
                    <a:pt x="1009" y="3408"/>
                  </a:cubicBezTo>
                  <a:cubicBezTo>
                    <a:pt x="1261" y="2085"/>
                    <a:pt x="2332" y="1014"/>
                    <a:pt x="3687" y="731"/>
                  </a:cubicBezTo>
                  <a:cubicBezTo>
                    <a:pt x="3921" y="681"/>
                    <a:pt x="4156" y="657"/>
                    <a:pt x="4390" y="657"/>
                  </a:cubicBezTo>
                  <a:close/>
                  <a:moveTo>
                    <a:pt x="6207" y="9142"/>
                  </a:moveTo>
                  <a:lnTo>
                    <a:pt x="6207" y="9489"/>
                  </a:lnTo>
                  <a:cubicBezTo>
                    <a:pt x="6207" y="9678"/>
                    <a:pt x="6050" y="9835"/>
                    <a:pt x="5829" y="9835"/>
                  </a:cubicBezTo>
                  <a:lnTo>
                    <a:pt x="3057" y="9835"/>
                  </a:lnTo>
                  <a:cubicBezTo>
                    <a:pt x="2836" y="9835"/>
                    <a:pt x="2679" y="9678"/>
                    <a:pt x="2679" y="9489"/>
                  </a:cubicBezTo>
                  <a:lnTo>
                    <a:pt x="2679" y="9142"/>
                  </a:lnTo>
                  <a:close/>
                  <a:moveTo>
                    <a:pt x="5483" y="10529"/>
                  </a:moveTo>
                  <a:lnTo>
                    <a:pt x="5483" y="10907"/>
                  </a:lnTo>
                  <a:cubicBezTo>
                    <a:pt x="5483" y="11096"/>
                    <a:pt x="5325" y="11253"/>
                    <a:pt x="5136" y="11253"/>
                  </a:cubicBezTo>
                  <a:lnTo>
                    <a:pt x="3718" y="11253"/>
                  </a:lnTo>
                  <a:cubicBezTo>
                    <a:pt x="3529" y="11253"/>
                    <a:pt x="3372" y="11096"/>
                    <a:pt x="3372" y="10907"/>
                  </a:cubicBezTo>
                  <a:lnTo>
                    <a:pt x="3372" y="10529"/>
                  </a:lnTo>
                  <a:close/>
                  <a:moveTo>
                    <a:pt x="4318" y="0"/>
                  </a:moveTo>
                  <a:cubicBezTo>
                    <a:pt x="4056" y="0"/>
                    <a:pt x="3792" y="23"/>
                    <a:pt x="3529" y="69"/>
                  </a:cubicBezTo>
                  <a:cubicBezTo>
                    <a:pt x="1954" y="384"/>
                    <a:pt x="631" y="1707"/>
                    <a:pt x="284" y="3314"/>
                  </a:cubicBezTo>
                  <a:cubicBezTo>
                    <a:pt x="1" y="4637"/>
                    <a:pt x="379" y="6023"/>
                    <a:pt x="1261" y="7000"/>
                  </a:cubicBezTo>
                  <a:cubicBezTo>
                    <a:pt x="1702" y="7536"/>
                    <a:pt x="1986" y="8166"/>
                    <a:pt x="1986" y="8796"/>
                  </a:cubicBezTo>
                  <a:lnTo>
                    <a:pt x="1986" y="9489"/>
                  </a:lnTo>
                  <a:cubicBezTo>
                    <a:pt x="1986" y="9961"/>
                    <a:pt x="2269" y="10371"/>
                    <a:pt x="2679" y="10466"/>
                  </a:cubicBezTo>
                  <a:lnTo>
                    <a:pt x="2679" y="10907"/>
                  </a:lnTo>
                  <a:cubicBezTo>
                    <a:pt x="2679" y="11505"/>
                    <a:pt x="3151" y="11978"/>
                    <a:pt x="3750" y="11978"/>
                  </a:cubicBezTo>
                  <a:lnTo>
                    <a:pt x="5168" y="11978"/>
                  </a:lnTo>
                  <a:cubicBezTo>
                    <a:pt x="5766" y="11978"/>
                    <a:pt x="6239" y="11505"/>
                    <a:pt x="6239" y="10907"/>
                  </a:cubicBezTo>
                  <a:lnTo>
                    <a:pt x="6239" y="10466"/>
                  </a:lnTo>
                  <a:cubicBezTo>
                    <a:pt x="6617" y="10308"/>
                    <a:pt x="6963" y="9930"/>
                    <a:pt x="6963" y="9489"/>
                  </a:cubicBezTo>
                  <a:lnTo>
                    <a:pt x="6963" y="8796"/>
                  </a:lnTo>
                  <a:cubicBezTo>
                    <a:pt x="6963" y="8166"/>
                    <a:pt x="7184" y="7536"/>
                    <a:pt x="7656" y="6969"/>
                  </a:cubicBezTo>
                  <a:cubicBezTo>
                    <a:pt x="8318" y="6212"/>
                    <a:pt x="8696" y="5236"/>
                    <a:pt x="8696" y="4228"/>
                  </a:cubicBezTo>
                  <a:cubicBezTo>
                    <a:pt x="8633" y="2967"/>
                    <a:pt x="8097" y="1739"/>
                    <a:pt x="7058" y="951"/>
                  </a:cubicBezTo>
                  <a:cubicBezTo>
                    <a:pt x="6285" y="328"/>
                    <a:pt x="5314" y="0"/>
                    <a:pt x="43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7" name="Google Shape;16457;p85"/>
            <p:cNvSpPr/>
            <p:nvPr/>
          </p:nvSpPr>
          <p:spPr>
            <a:xfrm>
              <a:off x="-49786250" y="2422325"/>
              <a:ext cx="36250" cy="17350"/>
            </a:xfrm>
            <a:custGeom>
              <a:avLst/>
              <a:gdLst/>
              <a:ahLst/>
              <a:cxnLst/>
              <a:rect l="l" t="t" r="r" b="b"/>
              <a:pathLst>
                <a:path w="1450" h="694" extrusionOk="0">
                  <a:moveTo>
                    <a:pt x="379" y="1"/>
                  </a:moveTo>
                  <a:cubicBezTo>
                    <a:pt x="158" y="1"/>
                    <a:pt x="0" y="158"/>
                    <a:pt x="0" y="347"/>
                  </a:cubicBezTo>
                  <a:cubicBezTo>
                    <a:pt x="0" y="536"/>
                    <a:pt x="158" y="694"/>
                    <a:pt x="379" y="694"/>
                  </a:cubicBezTo>
                  <a:lnTo>
                    <a:pt x="1072" y="694"/>
                  </a:lnTo>
                  <a:cubicBezTo>
                    <a:pt x="1261" y="694"/>
                    <a:pt x="1418" y="536"/>
                    <a:pt x="1418" y="347"/>
                  </a:cubicBezTo>
                  <a:cubicBezTo>
                    <a:pt x="1450" y="127"/>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8" name="Google Shape;16458;p85"/>
            <p:cNvSpPr/>
            <p:nvPr/>
          </p:nvSpPr>
          <p:spPr>
            <a:xfrm>
              <a:off x="-49783900" y="2362475"/>
              <a:ext cx="31550" cy="30150"/>
            </a:xfrm>
            <a:custGeom>
              <a:avLst/>
              <a:gdLst/>
              <a:ahLst/>
              <a:cxnLst/>
              <a:rect l="l" t="t" r="r" b="b"/>
              <a:pathLst>
                <a:path w="1262" h="1206" extrusionOk="0">
                  <a:moveTo>
                    <a:pt x="391" y="0"/>
                  </a:moveTo>
                  <a:cubicBezTo>
                    <a:pt x="300" y="0"/>
                    <a:pt x="206" y="32"/>
                    <a:pt x="127" y="95"/>
                  </a:cubicBezTo>
                  <a:cubicBezTo>
                    <a:pt x="1" y="221"/>
                    <a:pt x="1" y="441"/>
                    <a:pt x="127" y="599"/>
                  </a:cubicBezTo>
                  <a:lnTo>
                    <a:pt x="631" y="1134"/>
                  </a:lnTo>
                  <a:cubicBezTo>
                    <a:pt x="694" y="1182"/>
                    <a:pt x="781" y="1205"/>
                    <a:pt x="871" y="1205"/>
                  </a:cubicBezTo>
                  <a:cubicBezTo>
                    <a:pt x="962" y="1205"/>
                    <a:pt x="1056" y="1182"/>
                    <a:pt x="1135" y="1134"/>
                  </a:cubicBezTo>
                  <a:cubicBezTo>
                    <a:pt x="1261" y="1008"/>
                    <a:pt x="1261" y="756"/>
                    <a:pt x="1135" y="599"/>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9" name="Google Shape;16459;p85"/>
            <p:cNvSpPr/>
            <p:nvPr/>
          </p:nvSpPr>
          <p:spPr>
            <a:xfrm>
              <a:off x="-49783900" y="2468800"/>
              <a:ext cx="31550" cy="30150"/>
            </a:xfrm>
            <a:custGeom>
              <a:avLst/>
              <a:gdLst/>
              <a:ahLst/>
              <a:cxnLst/>
              <a:rect l="l" t="t" r="r" b="b"/>
              <a:pathLst>
                <a:path w="1262" h="1206" extrusionOk="0">
                  <a:moveTo>
                    <a:pt x="871" y="0"/>
                  </a:moveTo>
                  <a:cubicBezTo>
                    <a:pt x="781" y="0"/>
                    <a:pt x="694" y="32"/>
                    <a:pt x="631" y="95"/>
                  </a:cubicBezTo>
                  <a:lnTo>
                    <a:pt x="127" y="599"/>
                  </a:lnTo>
                  <a:cubicBezTo>
                    <a:pt x="1" y="725"/>
                    <a:pt x="1" y="977"/>
                    <a:pt x="127" y="1135"/>
                  </a:cubicBezTo>
                  <a:cubicBezTo>
                    <a:pt x="174" y="1182"/>
                    <a:pt x="261" y="1205"/>
                    <a:pt x="355" y="1205"/>
                  </a:cubicBezTo>
                  <a:cubicBezTo>
                    <a:pt x="450" y="1205"/>
                    <a:pt x="552" y="1182"/>
                    <a:pt x="631" y="1135"/>
                  </a:cubicBezTo>
                  <a:lnTo>
                    <a:pt x="1135" y="599"/>
                  </a:lnTo>
                  <a:cubicBezTo>
                    <a:pt x="1261" y="504"/>
                    <a:pt x="1261" y="252"/>
                    <a:pt x="1135" y="95"/>
                  </a:cubicBezTo>
                  <a:cubicBezTo>
                    <a:pt x="1056" y="32"/>
                    <a:pt x="962" y="0"/>
                    <a:pt x="8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0" name="Google Shape;16460;p85"/>
            <p:cNvSpPr/>
            <p:nvPr/>
          </p:nvSpPr>
          <p:spPr>
            <a:xfrm>
              <a:off x="-495208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1" name="Google Shape;16461;p85"/>
            <p:cNvSpPr/>
            <p:nvPr/>
          </p:nvSpPr>
          <p:spPr>
            <a:xfrm>
              <a:off x="-49519250" y="2362475"/>
              <a:ext cx="31525" cy="31325"/>
            </a:xfrm>
            <a:custGeom>
              <a:avLst/>
              <a:gdLst/>
              <a:ahLst/>
              <a:cxnLst/>
              <a:rect l="l" t="t" r="r" b="b"/>
              <a:pathLst>
                <a:path w="1261" h="1253" extrusionOk="0">
                  <a:moveTo>
                    <a:pt x="906" y="0"/>
                  </a:moveTo>
                  <a:cubicBezTo>
                    <a:pt x="812" y="0"/>
                    <a:pt x="709" y="32"/>
                    <a:pt x="631" y="95"/>
                  </a:cubicBezTo>
                  <a:lnTo>
                    <a:pt x="127" y="599"/>
                  </a:lnTo>
                  <a:cubicBezTo>
                    <a:pt x="1" y="725"/>
                    <a:pt x="1" y="945"/>
                    <a:pt x="127" y="1134"/>
                  </a:cubicBezTo>
                  <a:cubicBezTo>
                    <a:pt x="190" y="1213"/>
                    <a:pt x="276" y="1253"/>
                    <a:pt x="367" y="1253"/>
                  </a:cubicBezTo>
                  <a:cubicBezTo>
                    <a:pt x="457" y="1253"/>
                    <a:pt x="552" y="1213"/>
                    <a:pt x="631" y="1134"/>
                  </a:cubicBezTo>
                  <a:lnTo>
                    <a:pt x="1135" y="599"/>
                  </a:lnTo>
                  <a:cubicBezTo>
                    <a:pt x="1261" y="473"/>
                    <a:pt x="1261" y="252"/>
                    <a:pt x="1135" y="95"/>
                  </a:cubicBezTo>
                  <a:cubicBezTo>
                    <a:pt x="1088" y="32"/>
                    <a:pt x="1001" y="0"/>
                    <a:pt x="9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2" name="Google Shape;16462;p85"/>
            <p:cNvSpPr/>
            <p:nvPr/>
          </p:nvSpPr>
          <p:spPr>
            <a:xfrm>
              <a:off x="-49519250" y="2468800"/>
              <a:ext cx="31525" cy="30150"/>
            </a:xfrm>
            <a:custGeom>
              <a:avLst/>
              <a:gdLst/>
              <a:ahLst/>
              <a:cxnLst/>
              <a:rect l="l" t="t" r="r" b="b"/>
              <a:pathLst>
                <a:path w="1261" h="1206" extrusionOk="0">
                  <a:moveTo>
                    <a:pt x="391" y="0"/>
                  </a:moveTo>
                  <a:cubicBezTo>
                    <a:pt x="300" y="0"/>
                    <a:pt x="205" y="32"/>
                    <a:pt x="127" y="95"/>
                  </a:cubicBezTo>
                  <a:cubicBezTo>
                    <a:pt x="1" y="221"/>
                    <a:pt x="1" y="441"/>
                    <a:pt x="127" y="599"/>
                  </a:cubicBezTo>
                  <a:lnTo>
                    <a:pt x="631" y="1135"/>
                  </a:lnTo>
                  <a:cubicBezTo>
                    <a:pt x="694" y="1182"/>
                    <a:pt x="780" y="1205"/>
                    <a:pt x="871" y="1205"/>
                  </a:cubicBezTo>
                  <a:cubicBezTo>
                    <a:pt x="962" y="1205"/>
                    <a:pt x="1056" y="1182"/>
                    <a:pt x="1135" y="1135"/>
                  </a:cubicBezTo>
                  <a:cubicBezTo>
                    <a:pt x="1261" y="1009"/>
                    <a:pt x="1261" y="756"/>
                    <a:pt x="1135" y="599"/>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63" name="Google Shape;16463;p85"/>
          <p:cNvSpPr/>
          <p:nvPr/>
        </p:nvSpPr>
        <p:spPr>
          <a:xfrm>
            <a:off x="2308806" y="3245123"/>
            <a:ext cx="497652" cy="478872"/>
          </a:xfrm>
          <a:custGeom>
            <a:avLst/>
            <a:gdLst/>
            <a:ahLst/>
            <a:cxnLst/>
            <a:rect l="l" t="t" r="r" b="b"/>
            <a:pathLst>
              <a:path w="12508" h="12036" extrusionOk="0">
                <a:moveTo>
                  <a:pt x="4600" y="725"/>
                </a:moveTo>
                <a:cubicBezTo>
                  <a:pt x="7026" y="725"/>
                  <a:pt x="8475" y="1387"/>
                  <a:pt x="8475" y="1796"/>
                </a:cubicBezTo>
                <a:cubicBezTo>
                  <a:pt x="8475" y="2143"/>
                  <a:pt x="7058" y="2836"/>
                  <a:pt x="4600" y="2836"/>
                </a:cubicBezTo>
                <a:cubicBezTo>
                  <a:pt x="2111" y="2836"/>
                  <a:pt x="725" y="2143"/>
                  <a:pt x="725" y="1796"/>
                </a:cubicBezTo>
                <a:cubicBezTo>
                  <a:pt x="725" y="1387"/>
                  <a:pt x="2143" y="725"/>
                  <a:pt x="4600" y="725"/>
                </a:cubicBezTo>
                <a:close/>
                <a:moveTo>
                  <a:pt x="694" y="2805"/>
                </a:moveTo>
                <a:cubicBezTo>
                  <a:pt x="1670" y="3403"/>
                  <a:pt x="3371" y="3592"/>
                  <a:pt x="4537" y="3592"/>
                </a:cubicBezTo>
                <a:cubicBezTo>
                  <a:pt x="4915" y="3592"/>
                  <a:pt x="5262" y="3592"/>
                  <a:pt x="5608" y="3561"/>
                </a:cubicBezTo>
                <a:lnTo>
                  <a:pt x="5608" y="4002"/>
                </a:lnTo>
                <a:cubicBezTo>
                  <a:pt x="5608" y="4191"/>
                  <a:pt x="5451" y="4348"/>
                  <a:pt x="5262" y="4348"/>
                </a:cubicBezTo>
                <a:cubicBezTo>
                  <a:pt x="4663" y="4348"/>
                  <a:pt x="4191" y="4821"/>
                  <a:pt x="4191" y="5420"/>
                </a:cubicBezTo>
                <a:lnTo>
                  <a:pt x="4191" y="6113"/>
                </a:lnTo>
                <a:cubicBezTo>
                  <a:pt x="4191" y="6302"/>
                  <a:pt x="4033" y="6459"/>
                  <a:pt x="3844" y="6459"/>
                </a:cubicBezTo>
                <a:cubicBezTo>
                  <a:pt x="3655" y="6459"/>
                  <a:pt x="3497" y="6302"/>
                  <a:pt x="3497" y="6113"/>
                </a:cubicBezTo>
                <a:lnTo>
                  <a:pt x="3497" y="5325"/>
                </a:lnTo>
                <a:cubicBezTo>
                  <a:pt x="3529" y="4726"/>
                  <a:pt x="3056" y="4254"/>
                  <a:pt x="2458" y="4254"/>
                </a:cubicBezTo>
                <a:cubicBezTo>
                  <a:pt x="1859" y="4254"/>
                  <a:pt x="1387" y="4726"/>
                  <a:pt x="1387" y="5325"/>
                </a:cubicBezTo>
                <a:lnTo>
                  <a:pt x="1387" y="6743"/>
                </a:lnTo>
                <a:cubicBezTo>
                  <a:pt x="1387" y="6932"/>
                  <a:pt x="1229" y="7089"/>
                  <a:pt x="1040" y="7089"/>
                </a:cubicBezTo>
                <a:cubicBezTo>
                  <a:pt x="851" y="7089"/>
                  <a:pt x="694" y="6932"/>
                  <a:pt x="694" y="6743"/>
                </a:cubicBezTo>
                <a:lnTo>
                  <a:pt x="694" y="2805"/>
                </a:lnTo>
                <a:close/>
                <a:moveTo>
                  <a:pt x="8475" y="2742"/>
                </a:moveTo>
                <a:lnTo>
                  <a:pt x="8475" y="8192"/>
                </a:lnTo>
                <a:cubicBezTo>
                  <a:pt x="7719" y="8034"/>
                  <a:pt x="7026" y="7625"/>
                  <a:pt x="6553" y="6995"/>
                </a:cubicBezTo>
                <a:lnTo>
                  <a:pt x="5104" y="5010"/>
                </a:lnTo>
                <a:cubicBezTo>
                  <a:pt x="5104" y="5010"/>
                  <a:pt x="5167" y="4978"/>
                  <a:pt x="5293" y="4978"/>
                </a:cubicBezTo>
                <a:cubicBezTo>
                  <a:pt x="5892" y="4978"/>
                  <a:pt x="6364" y="4506"/>
                  <a:pt x="6364" y="3907"/>
                </a:cubicBezTo>
                <a:lnTo>
                  <a:pt x="6364" y="3403"/>
                </a:lnTo>
                <a:cubicBezTo>
                  <a:pt x="7215" y="3277"/>
                  <a:pt x="7971" y="3057"/>
                  <a:pt x="8475" y="2742"/>
                </a:cubicBezTo>
                <a:close/>
                <a:moveTo>
                  <a:pt x="9200" y="3844"/>
                </a:moveTo>
                <a:cubicBezTo>
                  <a:pt x="9925" y="4159"/>
                  <a:pt x="10555" y="4695"/>
                  <a:pt x="10996" y="5325"/>
                </a:cubicBezTo>
                <a:cubicBezTo>
                  <a:pt x="11689" y="6302"/>
                  <a:pt x="11153" y="7782"/>
                  <a:pt x="10019" y="8160"/>
                </a:cubicBezTo>
                <a:cubicBezTo>
                  <a:pt x="9735" y="8223"/>
                  <a:pt x="9452" y="8318"/>
                  <a:pt x="9200" y="8318"/>
                </a:cubicBezTo>
                <a:lnTo>
                  <a:pt x="9200" y="3844"/>
                </a:lnTo>
                <a:close/>
                <a:moveTo>
                  <a:pt x="2489" y="4978"/>
                </a:moveTo>
                <a:cubicBezTo>
                  <a:pt x="2678" y="4978"/>
                  <a:pt x="2836" y="5136"/>
                  <a:pt x="2836" y="5325"/>
                </a:cubicBezTo>
                <a:lnTo>
                  <a:pt x="2836" y="6050"/>
                </a:lnTo>
                <a:cubicBezTo>
                  <a:pt x="2836" y="6617"/>
                  <a:pt x="3308" y="7089"/>
                  <a:pt x="3907" y="7089"/>
                </a:cubicBezTo>
                <a:cubicBezTo>
                  <a:pt x="4474" y="7089"/>
                  <a:pt x="4947" y="6680"/>
                  <a:pt x="4978" y="6081"/>
                </a:cubicBezTo>
                <a:lnTo>
                  <a:pt x="5986" y="7467"/>
                </a:lnTo>
                <a:cubicBezTo>
                  <a:pt x="6459" y="8097"/>
                  <a:pt x="7152" y="8570"/>
                  <a:pt x="7877" y="8822"/>
                </a:cubicBezTo>
                <a:cubicBezTo>
                  <a:pt x="8097" y="8917"/>
                  <a:pt x="8286" y="8948"/>
                  <a:pt x="8507" y="8980"/>
                </a:cubicBezTo>
                <a:lnTo>
                  <a:pt x="8507" y="10303"/>
                </a:lnTo>
                <a:cubicBezTo>
                  <a:pt x="8475" y="10618"/>
                  <a:pt x="7058" y="11311"/>
                  <a:pt x="4600" y="11311"/>
                </a:cubicBezTo>
                <a:cubicBezTo>
                  <a:pt x="2111" y="11311"/>
                  <a:pt x="725" y="10586"/>
                  <a:pt x="725" y="10240"/>
                </a:cubicBezTo>
                <a:lnTo>
                  <a:pt x="725" y="7688"/>
                </a:lnTo>
                <a:cubicBezTo>
                  <a:pt x="851" y="7719"/>
                  <a:pt x="977" y="7782"/>
                  <a:pt x="1072" y="7782"/>
                </a:cubicBezTo>
                <a:cubicBezTo>
                  <a:pt x="1670" y="7782"/>
                  <a:pt x="2143" y="7310"/>
                  <a:pt x="2143" y="6711"/>
                </a:cubicBezTo>
                <a:lnTo>
                  <a:pt x="2143" y="5325"/>
                </a:lnTo>
                <a:cubicBezTo>
                  <a:pt x="2143" y="5136"/>
                  <a:pt x="2300" y="4978"/>
                  <a:pt x="2489" y="4978"/>
                </a:cubicBezTo>
                <a:close/>
                <a:moveTo>
                  <a:pt x="4537" y="1"/>
                </a:moveTo>
                <a:cubicBezTo>
                  <a:pt x="3371" y="1"/>
                  <a:pt x="2300" y="158"/>
                  <a:pt x="1481" y="442"/>
                </a:cubicBezTo>
                <a:cubicBezTo>
                  <a:pt x="252" y="851"/>
                  <a:pt x="0" y="1387"/>
                  <a:pt x="0" y="1796"/>
                </a:cubicBezTo>
                <a:lnTo>
                  <a:pt x="0" y="10240"/>
                </a:lnTo>
                <a:cubicBezTo>
                  <a:pt x="0" y="10649"/>
                  <a:pt x="252" y="11153"/>
                  <a:pt x="1481" y="11594"/>
                </a:cubicBezTo>
                <a:cubicBezTo>
                  <a:pt x="2300" y="11878"/>
                  <a:pt x="3403" y="12036"/>
                  <a:pt x="4537" y="12036"/>
                </a:cubicBezTo>
                <a:cubicBezTo>
                  <a:pt x="6837" y="12036"/>
                  <a:pt x="9137" y="11437"/>
                  <a:pt x="9137" y="10240"/>
                </a:cubicBezTo>
                <a:lnTo>
                  <a:pt x="9137" y="8980"/>
                </a:lnTo>
                <a:cubicBezTo>
                  <a:pt x="9515" y="8980"/>
                  <a:pt x="9862" y="8917"/>
                  <a:pt x="10208" y="8791"/>
                </a:cubicBezTo>
                <a:cubicBezTo>
                  <a:pt x="11815" y="8286"/>
                  <a:pt x="12508" y="6302"/>
                  <a:pt x="11563" y="4884"/>
                </a:cubicBezTo>
                <a:cubicBezTo>
                  <a:pt x="10996" y="4096"/>
                  <a:pt x="10208" y="3435"/>
                  <a:pt x="9137" y="2994"/>
                </a:cubicBezTo>
                <a:lnTo>
                  <a:pt x="9137" y="1796"/>
                </a:lnTo>
                <a:cubicBezTo>
                  <a:pt x="9137" y="631"/>
                  <a:pt x="6837" y="1"/>
                  <a:pt x="45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4" name="Google Shape;16464;p85"/>
          <p:cNvSpPr/>
          <p:nvPr/>
        </p:nvSpPr>
        <p:spPr>
          <a:xfrm>
            <a:off x="5295296" y="2084577"/>
            <a:ext cx="478872" cy="477599"/>
          </a:xfrm>
          <a:custGeom>
            <a:avLst/>
            <a:gdLst/>
            <a:ahLst/>
            <a:cxnLst/>
            <a:rect l="l" t="t" r="r" b="b"/>
            <a:pathLst>
              <a:path w="12036" h="12004" extrusionOk="0">
                <a:moveTo>
                  <a:pt x="1450" y="693"/>
                </a:moveTo>
                <a:lnTo>
                  <a:pt x="1450" y="1418"/>
                </a:lnTo>
                <a:lnTo>
                  <a:pt x="756" y="1418"/>
                </a:lnTo>
                <a:lnTo>
                  <a:pt x="756" y="693"/>
                </a:lnTo>
                <a:close/>
                <a:moveTo>
                  <a:pt x="11342" y="693"/>
                </a:moveTo>
                <a:lnTo>
                  <a:pt x="11342" y="1418"/>
                </a:lnTo>
                <a:lnTo>
                  <a:pt x="10618" y="1418"/>
                </a:lnTo>
                <a:lnTo>
                  <a:pt x="10618" y="693"/>
                </a:lnTo>
                <a:close/>
                <a:moveTo>
                  <a:pt x="6049" y="4191"/>
                </a:moveTo>
                <a:cubicBezTo>
                  <a:pt x="6270" y="4191"/>
                  <a:pt x="6427" y="4380"/>
                  <a:pt x="6427" y="4569"/>
                </a:cubicBezTo>
                <a:cubicBezTo>
                  <a:pt x="6427" y="4758"/>
                  <a:pt x="6270" y="4915"/>
                  <a:pt x="6049" y="4915"/>
                </a:cubicBezTo>
                <a:cubicBezTo>
                  <a:pt x="5860" y="4915"/>
                  <a:pt x="5703" y="4758"/>
                  <a:pt x="5703" y="4569"/>
                </a:cubicBezTo>
                <a:cubicBezTo>
                  <a:pt x="5703" y="4380"/>
                  <a:pt x="5860" y="4191"/>
                  <a:pt x="6049" y="4191"/>
                </a:cubicBezTo>
                <a:close/>
                <a:moveTo>
                  <a:pt x="6081" y="1040"/>
                </a:moveTo>
                <a:cubicBezTo>
                  <a:pt x="6144" y="1166"/>
                  <a:pt x="8381" y="5167"/>
                  <a:pt x="8475" y="5262"/>
                </a:cubicBezTo>
                <a:lnTo>
                  <a:pt x="7278" y="7026"/>
                </a:lnTo>
                <a:lnTo>
                  <a:pt x="6427" y="7026"/>
                </a:lnTo>
                <a:lnTo>
                  <a:pt x="6427" y="5577"/>
                </a:lnTo>
                <a:cubicBezTo>
                  <a:pt x="6805" y="5419"/>
                  <a:pt x="7120" y="5041"/>
                  <a:pt x="7120" y="4600"/>
                </a:cubicBezTo>
                <a:cubicBezTo>
                  <a:pt x="7120" y="4001"/>
                  <a:pt x="6648" y="3529"/>
                  <a:pt x="6081" y="3529"/>
                </a:cubicBezTo>
                <a:cubicBezTo>
                  <a:pt x="5482" y="3529"/>
                  <a:pt x="5010" y="4001"/>
                  <a:pt x="5010" y="4600"/>
                </a:cubicBezTo>
                <a:cubicBezTo>
                  <a:pt x="5010" y="5073"/>
                  <a:pt x="5293" y="5451"/>
                  <a:pt x="5703" y="5577"/>
                </a:cubicBezTo>
                <a:lnTo>
                  <a:pt x="5703" y="7026"/>
                </a:lnTo>
                <a:lnTo>
                  <a:pt x="4852" y="7026"/>
                </a:lnTo>
                <a:lnTo>
                  <a:pt x="3655" y="5262"/>
                </a:lnTo>
                <a:cubicBezTo>
                  <a:pt x="3749" y="5167"/>
                  <a:pt x="5986" y="1166"/>
                  <a:pt x="6081" y="1040"/>
                </a:cubicBezTo>
                <a:close/>
                <a:moveTo>
                  <a:pt x="3812" y="3529"/>
                </a:moveTo>
                <a:lnTo>
                  <a:pt x="2899" y="5104"/>
                </a:lnTo>
                <a:cubicBezTo>
                  <a:pt x="2836" y="5230"/>
                  <a:pt x="2836" y="5388"/>
                  <a:pt x="2899" y="5451"/>
                </a:cubicBezTo>
                <a:lnTo>
                  <a:pt x="4064" y="7215"/>
                </a:lnTo>
                <a:cubicBezTo>
                  <a:pt x="3749" y="7404"/>
                  <a:pt x="3529" y="7719"/>
                  <a:pt x="3529" y="8097"/>
                </a:cubicBezTo>
                <a:lnTo>
                  <a:pt x="3529" y="8475"/>
                </a:lnTo>
                <a:lnTo>
                  <a:pt x="693" y="8475"/>
                </a:lnTo>
                <a:lnTo>
                  <a:pt x="693" y="3907"/>
                </a:lnTo>
                <a:cubicBezTo>
                  <a:pt x="788" y="3686"/>
                  <a:pt x="945" y="3529"/>
                  <a:pt x="1103" y="3529"/>
                </a:cubicBezTo>
                <a:close/>
                <a:moveTo>
                  <a:pt x="7436" y="7751"/>
                </a:moveTo>
                <a:cubicBezTo>
                  <a:pt x="7625" y="7751"/>
                  <a:pt x="7782" y="7908"/>
                  <a:pt x="7782" y="8097"/>
                </a:cubicBezTo>
                <a:lnTo>
                  <a:pt x="7782" y="8475"/>
                </a:lnTo>
                <a:lnTo>
                  <a:pt x="4285" y="8475"/>
                </a:lnTo>
                <a:lnTo>
                  <a:pt x="4285" y="8097"/>
                </a:lnTo>
                <a:cubicBezTo>
                  <a:pt x="4285" y="7908"/>
                  <a:pt x="4443" y="7751"/>
                  <a:pt x="4632" y="7751"/>
                </a:cubicBezTo>
                <a:close/>
                <a:moveTo>
                  <a:pt x="10996" y="3529"/>
                </a:moveTo>
                <a:cubicBezTo>
                  <a:pt x="11185" y="3529"/>
                  <a:pt x="11342" y="3686"/>
                  <a:pt x="11342" y="3907"/>
                </a:cubicBezTo>
                <a:lnTo>
                  <a:pt x="11342" y="8475"/>
                </a:lnTo>
                <a:lnTo>
                  <a:pt x="8507" y="8475"/>
                </a:lnTo>
                <a:lnTo>
                  <a:pt x="8507" y="8097"/>
                </a:lnTo>
                <a:cubicBezTo>
                  <a:pt x="8507" y="7719"/>
                  <a:pt x="8318" y="7404"/>
                  <a:pt x="8003" y="7215"/>
                </a:cubicBezTo>
                <a:lnTo>
                  <a:pt x="9137" y="5451"/>
                </a:lnTo>
                <a:cubicBezTo>
                  <a:pt x="9200" y="5356"/>
                  <a:pt x="9200" y="5230"/>
                  <a:pt x="9137" y="5104"/>
                </a:cubicBezTo>
                <a:lnTo>
                  <a:pt x="8223" y="3529"/>
                </a:lnTo>
                <a:close/>
                <a:moveTo>
                  <a:pt x="11342" y="9137"/>
                </a:moveTo>
                <a:lnTo>
                  <a:pt x="11342" y="9483"/>
                </a:lnTo>
                <a:cubicBezTo>
                  <a:pt x="11342" y="9672"/>
                  <a:pt x="11185" y="9830"/>
                  <a:pt x="10996" y="9830"/>
                </a:cubicBezTo>
                <a:lnTo>
                  <a:pt x="1103" y="9830"/>
                </a:lnTo>
                <a:cubicBezTo>
                  <a:pt x="914" y="9830"/>
                  <a:pt x="756" y="9672"/>
                  <a:pt x="756" y="9483"/>
                </a:cubicBezTo>
                <a:lnTo>
                  <a:pt x="756" y="9137"/>
                </a:lnTo>
                <a:close/>
                <a:moveTo>
                  <a:pt x="6427" y="10554"/>
                </a:moveTo>
                <a:lnTo>
                  <a:pt x="6427" y="11248"/>
                </a:lnTo>
                <a:lnTo>
                  <a:pt x="5703" y="11248"/>
                </a:lnTo>
                <a:lnTo>
                  <a:pt x="5703" y="10554"/>
                </a:lnTo>
                <a:close/>
                <a:moveTo>
                  <a:pt x="347" y="0"/>
                </a:moveTo>
                <a:cubicBezTo>
                  <a:pt x="158" y="0"/>
                  <a:pt x="0" y="158"/>
                  <a:pt x="0" y="347"/>
                </a:cubicBezTo>
                <a:lnTo>
                  <a:pt x="0" y="1765"/>
                </a:lnTo>
                <a:cubicBezTo>
                  <a:pt x="0" y="1954"/>
                  <a:pt x="158" y="2111"/>
                  <a:pt x="347" y="2111"/>
                </a:cubicBezTo>
                <a:lnTo>
                  <a:pt x="1765" y="2111"/>
                </a:lnTo>
                <a:cubicBezTo>
                  <a:pt x="1954" y="2111"/>
                  <a:pt x="2111" y="1954"/>
                  <a:pt x="2111" y="1765"/>
                </a:cubicBezTo>
                <a:lnTo>
                  <a:pt x="2111" y="1418"/>
                </a:lnTo>
                <a:lnTo>
                  <a:pt x="5010" y="1418"/>
                </a:lnTo>
                <a:lnTo>
                  <a:pt x="4159" y="2836"/>
                </a:lnTo>
                <a:lnTo>
                  <a:pt x="1072" y="2836"/>
                </a:lnTo>
                <a:cubicBezTo>
                  <a:pt x="473" y="2836"/>
                  <a:pt x="0" y="3308"/>
                  <a:pt x="0" y="3907"/>
                </a:cubicBezTo>
                <a:lnTo>
                  <a:pt x="0" y="9515"/>
                </a:lnTo>
                <a:cubicBezTo>
                  <a:pt x="0" y="10113"/>
                  <a:pt x="473" y="10586"/>
                  <a:pt x="1072" y="10586"/>
                </a:cubicBezTo>
                <a:lnTo>
                  <a:pt x="4947" y="10586"/>
                </a:lnTo>
                <a:lnTo>
                  <a:pt x="4947" y="11311"/>
                </a:lnTo>
                <a:lnTo>
                  <a:pt x="3907" y="11311"/>
                </a:lnTo>
                <a:cubicBezTo>
                  <a:pt x="3686" y="11311"/>
                  <a:pt x="3529" y="11468"/>
                  <a:pt x="3529" y="11657"/>
                </a:cubicBezTo>
                <a:cubicBezTo>
                  <a:pt x="3529" y="11846"/>
                  <a:pt x="3686" y="12004"/>
                  <a:pt x="3907" y="12004"/>
                </a:cubicBezTo>
                <a:lnTo>
                  <a:pt x="8097" y="12004"/>
                </a:lnTo>
                <a:cubicBezTo>
                  <a:pt x="8318" y="12004"/>
                  <a:pt x="8475" y="11846"/>
                  <a:pt x="8475" y="11657"/>
                </a:cubicBezTo>
                <a:cubicBezTo>
                  <a:pt x="8475" y="11468"/>
                  <a:pt x="8318" y="11311"/>
                  <a:pt x="8097" y="11311"/>
                </a:cubicBezTo>
                <a:lnTo>
                  <a:pt x="7057" y="11311"/>
                </a:lnTo>
                <a:lnTo>
                  <a:pt x="7057" y="10586"/>
                </a:lnTo>
                <a:lnTo>
                  <a:pt x="10933" y="10586"/>
                </a:lnTo>
                <a:cubicBezTo>
                  <a:pt x="11531" y="10586"/>
                  <a:pt x="12004" y="10113"/>
                  <a:pt x="12004" y="9515"/>
                </a:cubicBezTo>
                <a:lnTo>
                  <a:pt x="12004" y="3907"/>
                </a:lnTo>
                <a:cubicBezTo>
                  <a:pt x="12035" y="3308"/>
                  <a:pt x="11563" y="2836"/>
                  <a:pt x="10996" y="2836"/>
                </a:cubicBezTo>
                <a:lnTo>
                  <a:pt x="7877" y="2836"/>
                </a:lnTo>
                <a:lnTo>
                  <a:pt x="7057" y="1418"/>
                </a:lnTo>
                <a:lnTo>
                  <a:pt x="9924" y="1418"/>
                </a:lnTo>
                <a:lnTo>
                  <a:pt x="9924" y="1765"/>
                </a:lnTo>
                <a:cubicBezTo>
                  <a:pt x="9924" y="1954"/>
                  <a:pt x="10082" y="2111"/>
                  <a:pt x="10271" y="2111"/>
                </a:cubicBezTo>
                <a:lnTo>
                  <a:pt x="11689" y="2111"/>
                </a:lnTo>
                <a:cubicBezTo>
                  <a:pt x="11878" y="2111"/>
                  <a:pt x="12035" y="1954"/>
                  <a:pt x="12035" y="1765"/>
                </a:cubicBezTo>
                <a:lnTo>
                  <a:pt x="12035" y="347"/>
                </a:lnTo>
                <a:cubicBezTo>
                  <a:pt x="12035" y="158"/>
                  <a:pt x="11878" y="0"/>
                  <a:pt x="11689" y="0"/>
                </a:cubicBezTo>
                <a:lnTo>
                  <a:pt x="10271" y="0"/>
                </a:lnTo>
                <a:cubicBezTo>
                  <a:pt x="10082" y="0"/>
                  <a:pt x="9924" y="158"/>
                  <a:pt x="9924" y="347"/>
                </a:cubicBezTo>
                <a:lnTo>
                  <a:pt x="9924" y="693"/>
                </a:lnTo>
                <a:lnTo>
                  <a:pt x="6648" y="693"/>
                </a:lnTo>
                <a:lnTo>
                  <a:pt x="6333" y="189"/>
                </a:lnTo>
                <a:cubicBezTo>
                  <a:pt x="6270" y="63"/>
                  <a:pt x="6144" y="0"/>
                  <a:pt x="6018" y="0"/>
                </a:cubicBezTo>
                <a:cubicBezTo>
                  <a:pt x="5892" y="0"/>
                  <a:pt x="5797" y="63"/>
                  <a:pt x="5703" y="189"/>
                </a:cubicBezTo>
                <a:lnTo>
                  <a:pt x="5388" y="693"/>
                </a:lnTo>
                <a:lnTo>
                  <a:pt x="2111" y="693"/>
                </a:lnTo>
                <a:lnTo>
                  <a:pt x="2111" y="347"/>
                </a:ln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65" name="Google Shape;16465;p85"/>
          <p:cNvGrpSpPr/>
          <p:nvPr/>
        </p:nvGrpSpPr>
        <p:grpSpPr>
          <a:xfrm>
            <a:off x="5377526" y="2690124"/>
            <a:ext cx="307153" cy="478832"/>
            <a:chOff x="-47842400" y="2342000"/>
            <a:chExt cx="193000" cy="300875"/>
          </a:xfrm>
        </p:grpSpPr>
        <p:sp>
          <p:nvSpPr>
            <p:cNvPr id="16466" name="Google Shape;16466;p85"/>
            <p:cNvSpPr/>
            <p:nvPr/>
          </p:nvSpPr>
          <p:spPr>
            <a:xfrm>
              <a:off x="-47809325" y="2412875"/>
              <a:ext cx="124475" cy="124475"/>
            </a:xfrm>
            <a:custGeom>
              <a:avLst/>
              <a:gdLst/>
              <a:ahLst/>
              <a:cxnLst/>
              <a:rect l="l" t="t" r="r" b="b"/>
              <a:pathLst>
                <a:path w="4979" h="4979" extrusionOk="0">
                  <a:moveTo>
                    <a:pt x="1828" y="725"/>
                  </a:moveTo>
                  <a:cubicBezTo>
                    <a:pt x="2301" y="725"/>
                    <a:pt x="2679" y="1009"/>
                    <a:pt x="2805" y="1418"/>
                  </a:cubicBezTo>
                  <a:lnTo>
                    <a:pt x="1828" y="1418"/>
                  </a:lnTo>
                  <a:cubicBezTo>
                    <a:pt x="1639" y="1418"/>
                    <a:pt x="1482" y="1576"/>
                    <a:pt x="1482" y="1796"/>
                  </a:cubicBezTo>
                  <a:lnTo>
                    <a:pt x="1482" y="2773"/>
                  </a:lnTo>
                  <a:cubicBezTo>
                    <a:pt x="1072" y="2647"/>
                    <a:pt x="757" y="2269"/>
                    <a:pt x="757" y="1796"/>
                  </a:cubicBezTo>
                  <a:cubicBezTo>
                    <a:pt x="757" y="1198"/>
                    <a:pt x="1230" y="725"/>
                    <a:pt x="1828" y="725"/>
                  </a:cubicBezTo>
                  <a:close/>
                  <a:moveTo>
                    <a:pt x="2805" y="2143"/>
                  </a:moveTo>
                  <a:cubicBezTo>
                    <a:pt x="2679" y="2458"/>
                    <a:pt x="2458" y="2678"/>
                    <a:pt x="2175" y="2773"/>
                  </a:cubicBezTo>
                  <a:lnTo>
                    <a:pt x="2175" y="2143"/>
                  </a:lnTo>
                  <a:close/>
                  <a:moveTo>
                    <a:pt x="4286" y="2111"/>
                  </a:moveTo>
                  <a:lnTo>
                    <a:pt x="4286" y="4222"/>
                  </a:lnTo>
                  <a:lnTo>
                    <a:pt x="2143" y="4222"/>
                  </a:lnTo>
                  <a:lnTo>
                    <a:pt x="2143" y="3466"/>
                  </a:lnTo>
                  <a:cubicBezTo>
                    <a:pt x="2805" y="3309"/>
                    <a:pt x="3372" y="2804"/>
                    <a:pt x="3529" y="2111"/>
                  </a:cubicBezTo>
                  <a:close/>
                  <a:moveTo>
                    <a:pt x="1797" y="1"/>
                  </a:moveTo>
                  <a:cubicBezTo>
                    <a:pt x="789" y="1"/>
                    <a:pt x="1" y="788"/>
                    <a:pt x="1" y="1796"/>
                  </a:cubicBezTo>
                  <a:cubicBezTo>
                    <a:pt x="1" y="2647"/>
                    <a:pt x="599" y="3372"/>
                    <a:pt x="1450" y="3529"/>
                  </a:cubicBezTo>
                  <a:lnTo>
                    <a:pt x="1450" y="4632"/>
                  </a:lnTo>
                  <a:cubicBezTo>
                    <a:pt x="1450" y="4821"/>
                    <a:pt x="1576" y="4978"/>
                    <a:pt x="1797" y="4978"/>
                  </a:cubicBezTo>
                  <a:lnTo>
                    <a:pt x="4601" y="4978"/>
                  </a:lnTo>
                  <a:cubicBezTo>
                    <a:pt x="4790" y="4978"/>
                    <a:pt x="4947" y="4821"/>
                    <a:pt x="4947" y="4632"/>
                  </a:cubicBezTo>
                  <a:lnTo>
                    <a:pt x="4947" y="1828"/>
                  </a:lnTo>
                  <a:cubicBezTo>
                    <a:pt x="4979" y="1576"/>
                    <a:pt x="4821" y="1418"/>
                    <a:pt x="4632" y="1418"/>
                  </a:cubicBezTo>
                  <a:lnTo>
                    <a:pt x="3529" y="1418"/>
                  </a:lnTo>
                  <a:cubicBezTo>
                    <a:pt x="3372" y="631"/>
                    <a:pt x="2647" y="1"/>
                    <a:pt x="17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7" name="Google Shape;16467;p85"/>
            <p:cNvSpPr/>
            <p:nvPr/>
          </p:nvSpPr>
          <p:spPr>
            <a:xfrm>
              <a:off x="-47842400" y="2342000"/>
              <a:ext cx="193000" cy="300875"/>
            </a:xfrm>
            <a:custGeom>
              <a:avLst/>
              <a:gdLst/>
              <a:ahLst/>
              <a:cxnLst/>
              <a:rect l="l" t="t" r="r" b="b"/>
              <a:pathLst>
                <a:path w="7720" h="12035" extrusionOk="0">
                  <a:moveTo>
                    <a:pt x="6995" y="725"/>
                  </a:moveTo>
                  <a:lnTo>
                    <a:pt x="6995" y="1418"/>
                  </a:lnTo>
                  <a:lnTo>
                    <a:pt x="662" y="1418"/>
                  </a:lnTo>
                  <a:lnTo>
                    <a:pt x="662" y="725"/>
                  </a:lnTo>
                  <a:close/>
                  <a:moveTo>
                    <a:pt x="7058" y="2142"/>
                  </a:moveTo>
                  <a:lnTo>
                    <a:pt x="7058" y="8506"/>
                  </a:lnTo>
                  <a:lnTo>
                    <a:pt x="694" y="8506"/>
                  </a:lnTo>
                  <a:lnTo>
                    <a:pt x="694" y="2142"/>
                  </a:lnTo>
                  <a:close/>
                  <a:moveTo>
                    <a:pt x="7058" y="9200"/>
                  </a:moveTo>
                  <a:lnTo>
                    <a:pt x="7058" y="11310"/>
                  </a:lnTo>
                  <a:lnTo>
                    <a:pt x="694" y="11310"/>
                  </a:lnTo>
                  <a:lnTo>
                    <a:pt x="694" y="9200"/>
                  </a:lnTo>
                  <a:close/>
                  <a:moveTo>
                    <a:pt x="347" y="0"/>
                  </a:moveTo>
                  <a:cubicBezTo>
                    <a:pt x="158" y="0"/>
                    <a:pt x="1" y="158"/>
                    <a:pt x="1" y="378"/>
                  </a:cubicBezTo>
                  <a:lnTo>
                    <a:pt x="1" y="11657"/>
                  </a:lnTo>
                  <a:cubicBezTo>
                    <a:pt x="1" y="11877"/>
                    <a:pt x="158" y="12035"/>
                    <a:pt x="347" y="12035"/>
                  </a:cubicBezTo>
                  <a:lnTo>
                    <a:pt x="7373" y="12035"/>
                  </a:lnTo>
                  <a:cubicBezTo>
                    <a:pt x="7562" y="12035"/>
                    <a:pt x="7719" y="11877"/>
                    <a:pt x="7719" y="11657"/>
                  </a:cubicBezTo>
                  <a:lnTo>
                    <a:pt x="7719" y="378"/>
                  </a:lnTo>
                  <a:cubicBezTo>
                    <a:pt x="7719" y="158"/>
                    <a:pt x="7562" y="0"/>
                    <a:pt x="737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8" name="Google Shape;16468;p85"/>
            <p:cNvSpPr/>
            <p:nvPr/>
          </p:nvSpPr>
          <p:spPr>
            <a:xfrm>
              <a:off x="-47772300" y="2589300"/>
              <a:ext cx="52800" cy="18150"/>
            </a:xfrm>
            <a:custGeom>
              <a:avLst/>
              <a:gdLst/>
              <a:ahLst/>
              <a:cxnLst/>
              <a:rect l="l" t="t" r="r" b="b"/>
              <a:pathLst>
                <a:path w="2112" h="726" extrusionOk="0">
                  <a:moveTo>
                    <a:pt x="347" y="1"/>
                  </a:moveTo>
                  <a:cubicBezTo>
                    <a:pt x="158" y="1"/>
                    <a:pt x="1" y="158"/>
                    <a:pt x="1" y="347"/>
                  </a:cubicBezTo>
                  <a:cubicBezTo>
                    <a:pt x="1" y="568"/>
                    <a:pt x="158" y="725"/>
                    <a:pt x="347" y="725"/>
                  </a:cubicBezTo>
                  <a:lnTo>
                    <a:pt x="1765" y="725"/>
                  </a:lnTo>
                  <a:cubicBezTo>
                    <a:pt x="1954" y="725"/>
                    <a:pt x="2111" y="568"/>
                    <a:pt x="2111" y="347"/>
                  </a:cubicBezTo>
                  <a:cubicBezTo>
                    <a:pt x="2111" y="158"/>
                    <a:pt x="1954"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69" name="Google Shape;16469;p85"/>
          <p:cNvGrpSpPr/>
          <p:nvPr/>
        </p:nvGrpSpPr>
        <p:grpSpPr>
          <a:xfrm>
            <a:off x="5292283" y="3286736"/>
            <a:ext cx="477639" cy="478872"/>
            <a:chOff x="-47896750" y="2710600"/>
            <a:chExt cx="300125" cy="300900"/>
          </a:xfrm>
        </p:grpSpPr>
        <p:sp>
          <p:nvSpPr>
            <p:cNvPr id="16470" name="Google Shape;16470;p85"/>
            <p:cNvSpPr/>
            <p:nvPr/>
          </p:nvSpPr>
          <p:spPr>
            <a:xfrm>
              <a:off x="-47896750" y="2710600"/>
              <a:ext cx="300125" cy="300900"/>
            </a:xfrm>
            <a:custGeom>
              <a:avLst/>
              <a:gdLst/>
              <a:ahLst/>
              <a:cxnLst/>
              <a:rect l="l" t="t" r="r" b="b"/>
              <a:pathLst>
                <a:path w="12005" h="12036" extrusionOk="0">
                  <a:moveTo>
                    <a:pt x="2836" y="756"/>
                  </a:moveTo>
                  <a:cubicBezTo>
                    <a:pt x="3246" y="756"/>
                    <a:pt x="3561" y="1072"/>
                    <a:pt x="3561" y="1450"/>
                  </a:cubicBezTo>
                  <a:lnTo>
                    <a:pt x="3561" y="2237"/>
                  </a:lnTo>
                  <a:cubicBezTo>
                    <a:pt x="3309" y="2206"/>
                    <a:pt x="3088" y="2174"/>
                    <a:pt x="2836" y="2174"/>
                  </a:cubicBezTo>
                  <a:cubicBezTo>
                    <a:pt x="2616" y="2174"/>
                    <a:pt x="2364" y="2206"/>
                    <a:pt x="2143" y="2237"/>
                  </a:cubicBezTo>
                  <a:lnTo>
                    <a:pt x="2143" y="1450"/>
                  </a:lnTo>
                  <a:cubicBezTo>
                    <a:pt x="2143" y="1072"/>
                    <a:pt x="2458" y="756"/>
                    <a:pt x="2836" y="756"/>
                  </a:cubicBezTo>
                  <a:close/>
                  <a:moveTo>
                    <a:pt x="5231" y="1450"/>
                  </a:moveTo>
                  <a:cubicBezTo>
                    <a:pt x="7026" y="1450"/>
                    <a:pt x="8539" y="2584"/>
                    <a:pt x="9106" y="4254"/>
                  </a:cubicBezTo>
                  <a:cubicBezTo>
                    <a:pt x="8854" y="4254"/>
                    <a:pt x="8633" y="4317"/>
                    <a:pt x="8444" y="4474"/>
                  </a:cubicBezTo>
                  <a:cubicBezTo>
                    <a:pt x="8003" y="3119"/>
                    <a:pt x="6743" y="2174"/>
                    <a:pt x="5231" y="2174"/>
                  </a:cubicBezTo>
                  <a:lnTo>
                    <a:pt x="4254" y="2174"/>
                  </a:lnTo>
                  <a:lnTo>
                    <a:pt x="4254" y="1450"/>
                  </a:lnTo>
                  <a:close/>
                  <a:moveTo>
                    <a:pt x="2868" y="2836"/>
                  </a:moveTo>
                  <a:cubicBezTo>
                    <a:pt x="4033" y="2836"/>
                    <a:pt x="4979" y="3781"/>
                    <a:pt x="4979" y="4947"/>
                  </a:cubicBezTo>
                  <a:lnTo>
                    <a:pt x="4979" y="5671"/>
                  </a:lnTo>
                  <a:lnTo>
                    <a:pt x="757" y="5671"/>
                  </a:lnTo>
                  <a:lnTo>
                    <a:pt x="757" y="4947"/>
                  </a:lnTo>
                  <a:cubicBezTo>
                    <a:pt x="757" y="3781"/>
                    <a:pt x="1702" y="2836"/>
                    <a:pt x="2868" y="2836"/>
                  </a:cubicBezTo>
                  <a:close/>
                  <a:moveTo>
                    <a:pt x="9169" y="4947"/>
                  </a:moveTo>
                  <a:cubicBezTo>
                    <a:pt x="9578" y="4947"/>
                    <a:pt x="9893" y="5262"/>
                    <a:pt x="9893" y="5671"/>
                  </a:cubicBezTo>
                  <a:cubicBezTo>
                    <a:pt x="9893" y="6049"/>
                    <a:pt x="9578" y="6364"/>
                    <a:pt x="9169" y="6364"/>
                  </a:cubicBezTo>
                  <a:cubicBezTo>
                    <a:pt x="8791" y="6364"/>
                    <a:pt x="8476" y="6049"/>
                    <a:pt x="8476" y="5671"/>
                  </a:cubicBezTo>
                  <a:cubicBezTo>
                    <a:pt x="8476" y="5262"/>
                    <a:pt x="8791" y="4947"/>
                    <a:pt x="9169" y="4947"/>
                  </a:cubicBezTo>
                  <a:close/>
                  <a:moveTo>
                    <a:pt x="9547" y="6994"/>
                  </a:moveTo>
                  <a:lnTo>
                    <a:pt x="9547" y="9924"/>
                  </a:lnTo>
                  <a:lnTo>
                    <a:pt x="8822" y="9924"/>
                  </a:lnTo>
                  <a:lnTo>
                    <a:pt x="8822" y="6994"/>
                  </a:lnTo>
                  <a:cubicBezTo>
                    <a:pt x="8948" y="7057"/>
                    <a:pt x="9074" y="7057"/>
                    <a:pt x="9169" y="7057"/>
                  </a:cubicBezTo>
                  <a:cubicBezTo>
                    <a:pt x="9295" y="7057"/>
                    <a:pt x="9421" y="7057"/>
                    <a:pt x="9547" y="6994"/>
                  </a:cubicBezTo>
                  <a:close/>
                  <a:moveTo>
                    <a:pt x="10208" y="10617"/>
                  </a:moveTo>
                  <a:cubicBezTo>
                    <a:pt x="10681" y="10617"/>
                    <a:pt x="11059" y="10933"/>
                    <a:pt x="11217" y="11342"/>
                  </a:cubicBezTo>
                  <a:lnTo>
                    <a:pt x="5703" y="11342"/>
                  </a:lnTo>
                  <a:cubicBezTo>
                    <a:pt x="5861" y="10933"/>
                    <a:pt x="6270" y="10617"/>
                    <a:pt x="6711" y="10617"/>
                  </a:cubicBezTo>
                  <a:close/>
                  <a:moveTo>
                    <a:pt x="2836" y="0"/>
                  </a:moveTo>
                  <a:cubicBezTo>
                    <a:pt x="2049" y="0"/>
                    <a:pt x="1419" y="630"/>
                    <a:pt x="1419" y="1418"/>
                  </a:cubicBezTo>
                  <a:lnTo>
                    <a:pt x="1419" y="2458"/>
                  </a:lnTo>
                  <a:cubicBezTo>
                    <a:pt x="599" y="2930"/>
                    <a:pt x="1" y="3844"/>
                    <a:pt x="1" y="4915"/>
                  </a:cubicBezTo>
                  <a:lnTo>
                    <a:pt x="1" y="5986"/>
                  </a:lnTo>
                  <a:cubicBezTo>
                    <a:pt x="1" y="6175"/>
                    <a:pt x="158" y="6333"/>
                    <a:pt x="347" y="6333"/>
                  </a:cubicBezTo>
                  <a:lnTo>
                    <a:pt x="5294" y="6333"/>
                  </a:lnTo>
                  <a:cubicBezTo>
                    <a:pt x="5483" y="6333"/>
                    <a:pt x="5640" y="6175"/>
                    <a:pt x="5640" y="5986"/>
                  </a:cubicBezTo>
                  <a:lnTo>
                    <a:pt x="5640" y="4915"/>
                  </a:lnTo>
                  <a:cubicBezTo>
                    <a:pt x="5640" y="4096"/>
                    <a:pt x="5294" y="3340"/>
                    <a:pt x="4695" y="2773"/>
                  </a:cubicBezTo>
                  <a:lnTo>
                    <a:pt x="5231" y="2773"/>
                  </a:lnTo>
                  <a:cubicBezTo>
                    <a:pt x="6585" y="2773"/>
                    <a:pt x="7688" y="3781"/>
                    <a:pt x="7877" y="5104"/>
                  </a:cubicBezTo>
                  <a:cubicBezTo>
                    <a:pt x="7846" y="5262"/>
                    <a:pt x="7814" y="5419"/>
                    <a:pt x="7814" y="5608"/>
                  </a:cubicBezTo>
                  <a:cubicBezTo>
                    <a:pt x="7814" y="5986"/>
                    <a:pt x="7909" y="6301"/>
                    <a:pt x="8161" y="6553"/>
                  </a:cubicBezTo>
                  <a:lnTo>
                    <a:pt x="8161" y="9924"/>
                  </a:lnTo>
                  <a:lnTo>
                    <a:pt x="7436" y="9924"/>
                  </a:lnTo>
                  <a:lnTo>
                    <a:pt x="7436" y="9546"/>
                  </a:lnTo>
                  <a:cubicBezTo>
                    <a:pt x="7436" y="9357"/>
                    <a:pt x="7278" y="9200"/>
                    <a:pt x="7089" y="9200"/>
                  </a:cubicBezTo>
                  <a:cubicBezTo>
                    <a:pt x="6900" y="9200"/>
                    <a:pt x="6743" y="9357"/>
                    <a:pt x="6743" y="9546"/>
                  </a:cubicBezTo>
                  <a:lnTo>
                    <a:pt x="6743" y="9924"/>
                  </a:lnTo>
                  <a:cubicBezTo>
                    <a:pt x="5766" y="9924"/>
                    <a:pt x="4979" y="10712"/>
                    <a:pt x="4979" y="11689"/>
                  </a:cubicBezTo>
                  <a:cubicBezTo>
                    <a:pt x="4979" y="11878"/>
                    <a:pt x="5136" y="12035"/>
                    <a:pt x="5325" y="12035"/>
                  </a:cubicBezTo>
                  <a:lnTo>
                    <a:pt x="11658" y="12035"/>
                  </a:lnTo>
                  <a:cubicBezTo>
                    <a:pt x="11847" y="12035"/>
                    <a:pt x="12004" y="11878"/>
                    <a:pt x="12004" y="11689"/>
                  </a:cubicBezTo>
                  <a:cubicBezTo>
                    <a:pt x="12004" y="11216"/>
                    <a:pt x="11815" y="10743"/>
                    <a:pt x="11500" y="10428"/>
                  </a:cubicBezTo>
                  <a:cubicBezTo>
                    <a:pt x="11154" y="10113"/>
                    <a:pt x="10713" y="9924"/>
                    <a:pt x="10240" y="9924"/>
                  </a:cubicBezTo>
                  <a:lnTo>
                    <a:pt x="10240" y="6585"/>
                  </a:lnTo>
                  <a:cubicBezTo>
                    <a:pt x="10492" y="6333"/>
                    <a:pt x="10587" y="5986"/>
                    <a:pt x="10587" y="5608"/>
                  </a:cubicBezTo>
                  <a:cubicBezTo>
                    <a:pt x="10587" y="5104"/>
                    <a:pt x="10334" y="4632"/>
                    <a:pt x="9893" y="4411"/>
                  </a:cubicBezTo>
                  <a:cubicBezTo>
                    <a:pt x="9641" y="3371"/>
                    <a:pt x="9106" y="2458"/>
                    <a:pt x="8287" y="1796"/>
                  </a:cubicBezTo>
                  <a:cubicBezTo>
                    <a:pt x="7405" y="1103"/>
                    <a:pt x="6333" y="693"/>
                    <a:pt x="5231" y="693"/>
                  </a:cubicBezTo>
                  <a:lnTo>
                    <a:pt x="4065" y="693"/>
                  </a:lnTo>
                  <a:cubicBezTo>
                    <a:pt x="3813" y="284"/>
                    <a:pt x="3340" y="0"/>
                    <a:pt x="28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1" name="Google Shape;16471;p85"/>
            <p:cNvSpPr/>
            <p:nvPr/>
          </p:nvSpPr>
          <p:spPr>
            <a:xfrm>
              <a:off x="-47834525" y="2904350"/>
              <a:ext cx="17350" cy="44125"/>
            </a:xfrm>
            <a:custGeom>
              <a:avLst/>
              <a:gdLst/>
              <a:ahLst/>
              <a:cxnLst/>
              <a:rect l="l" t="t" r="r" b="b"/>
              <a:pathLst>
                <a:path w="694" h="1765" extrusionOk="0">
                  <a:moveTo>
                    <a:pt x="347" y="1"/>
                  </a:moveTo>
                  <a:cubicBezTo>
                    <a:pt x="158" y="1"/>
                    <a:pt x="1" y="158"/>
                    <a:pt x="1" y="347"/>
                  </a:cubicBezTo>
                  <a:lnTo>
                    <a:pt x="1" y="1418"/>
                  </a:lnTo>
                  <a:cubicBezTo>
                    <a:pt x="1" y="1607"/>
                    <a:pt x="158" y="1765"/>
                    <a:pt x="347" y="1765"/>
                  </a:cubicBezTo>
                  <a:cubicBezTo>
                    <a:pt x="568" y="1765"/>
                    <a:pt x="694" y="1607"/>
                    <a:pt x="694" y="1418"/>
                  </a:cubicBezTo>
                  <a:lnTo>
                    <a:pt x="694" y="347"/>
                  </a:lnTo>
                  <a:cubicBezTo>
                    <a:pt x="694"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2" name="Google Shape;16472;p85"/>
            <p:cNvSpPr/>
            <p:nvPr/>
          </p:nvSpPr>
          <p:spPr>
            <a:xfrm>
              <a:off x="-47790400" y="2884475"/>
              <a:ext cx="38600" cy="36450"/>
            </a:xfrm>
            <a:custGeom>
              <a:avLst/>
              <a:gdLst/>
              <a:ahLst/>
              <a:cxnLst/>
              <a:rect l="l" t="t" r="r" b="b"/>
              <a:pathLst>
                <a:path w="1544" h="1458" extrusionOk="0">
                  <a:moveTo>
                    <a:pt x="437" y="0"/>
                  </a:moveTo>
                  <a:cubicBezTo>
                    <a:pt x="339" y="0"/>
                    <a:pt x="236" y="24"/>
                    <a:pt x="158" y="71"/>
                  </a:cubicBezTo>
                  <a:cubicBezTo>
                    <a:pt x="0" y="197"/>
                    <a:pt x="32" y="449"/>
                    <a:pt x="158" y="607"/>
                  </a:cubicBezTo>
                  <a:lnTo>
                    <a:pt x="914" y="1363"/>
                  </a:lnTo>
                  <a:cubicBezTo>
                    <a:pt x="1040" y="1457"/>
                    <a:pt x="1103" y="1457"/>
                    <a:pt x="1197" y="1457"/>
                  </a:cubicBezTo>
                  <a:cubicBezTo>
                    <a:pt x="1260" y="1457"/>
                    <a:pt x="1386" y="1426"/>
                    <a:pt x="1418" y="1363"/>
                  </a:cubicBezTo>
                  <a:cubicBezTo>
                    <a:pt x="1544" y="1237"/>
                    <a:pt x="1544" y="985"/>
                    <a:pt x="1418" y="827"/>
                  </a:cubicBezTo>
                  <a:lnTo>
                    <a:pt x="693" y="71"/>
                  </a:lnTo>
                  <a:cubicBezTo>
                    <a:pt x="630" y="24"/>
                    <a:pt x="536" y="0"/>
                    <a:pt x="43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3" name="Google Shape;16473;p85"/>
            <p:cNvSpPr/>
            <p:nvPr/>
          </p:nvSpPr>
          <p:spPr>
            <a:xfrm>
              <a:off x="-47896750" y="2885150"/>
              <a:ext cx="37050" cy="37350"/>
            </a:xfrm>
            <a:custGeom>
              <a:avLst/>
              <a:gdLst/>
              <a:ahLst/>
              <a:cxnLst/>
              <a:rect l="l" t="t" r="r" b="b"/>
              <a:pathLst>
                <a:path w="1482" h="1494" extrusionOk="0">
                  <a:moveTo>
                    <a:pt x="1122" y="0"/>
                  </a:moveTo>
                  <a:cubicBezTo>
                    <a:pt x="1027" y="0"/>
                    <a:pt x="933" y="40"/>
                    <a:pt x="883" y="107"/>
                  </a:cubicBezTo>
                  <a:lnTo>
                    <a:pt x="127" y="863"/>
                  </a:lnTo>
                  <a:cubicBezTo>
                    <a:pt x="1" y="958"/>
                    <a:pt x="1" y="1210"/>
                    <a:pt x="127" y="1367"/>
                  </a:cubicBezTo>
                  <a:cubicBezTo>
                    <a:pt x="221" y="1430"/>
                    <a:pt x="284" y="1493"/>
                    <a:pt x="379" y="1493"/>
                  </a:cubicBezTo>
                  <a:cubicBezTo>
                    <a:pt x="442" y="1493"/>
                    <a:pt x="568" y="1430"/>
                    <a:pt x="599" y="1367"/>
                  </a:cubicBezTo>
                  <a:lnTo>
                    <a:pt x="1356" y="611"/>
                  </a:lnTo>
                  <a:cubicBezTo>
                    <a:pt x="1482" y="485"/>
                    <a:pt x="1482" y="264"/>
                    <a:pt x="1356" y="107"/>
                  </a:cubicBezTo>
                  <a:cubicBezTo>
                    <a:pt x="1296" y="33"/>
                    <a:pt x="1208" y="0"/>
                    <a:pt x="112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74" name="Google Shape;16474;p85"/>
          <p:cNvGrpSpPr/>
          <p:nvPr/>
        </p:nvGrpSpPr>
        <p:grpSpPr>
          <a:xfrm>
            <a:off x="3499803" y="3918146"/>
            <a:ext cx="478872" cy="419988"/>
            <a:chOff x="-46033225" y="1982825"/>
            <a:chExt cx="300900" cy="263900"/>
          </a:xfrm>
        </p:grpSpPr>
        <p:sp>
          <p:nvSpPr>
            <p:cNvPr id="16475" name="Google Shape;16475;p85"/>
            <p:cNvSpPr/>
            <p:nvPr/>
          </p:nvSpPr>
          <p:spPr>
            <a:xfrm>
              <a:off x="-45962325" y="2053725"/>
              <a:ext cx="157525" cy="157550"/>
            </a:xfrm>
            <a:custGeom>
              <a:avLst/>
              <a:gdLst/>
              <a:ahLst/>
              <a:cxnLst/>
              <a:rect l="l" t="t" r="r" b="b"/>
              <a:pathLst>
                <a:path w="6301" h="6302" extrusionOk="0">
                  <a:moveTo>
                    <a:pt x="3151" y="725"/>
                  </a:moveTo>
                  <a:cubicBezTo>
                    <a:pt x="4505" y="725"/>
                    <a:pt x="5608" y="1828"/>
                    <a:pt x="5608" y="3151"/>
                  </a:cubicBezTo>
                  <a:cubicBezTo>
                    <a:pt x="5608" y="4506"/>
                    <a:pt x="4505" y="5608"/>
                    <a:pt x="3151" y="5608"/>
                  </a:cubicBezTo>
                  <a:cubicBezTo>
                    <a:pt x="1827" y="5608"/>
                    <a:pt x="725" y="4474"/>
                    <a:pt x="725" y="3151"/>
                  </a:cubicBezTo>
                  <a:cubicBezTo>
                    <a:pt x="725" y="1828"/>
                    <a:pt x="1827" y="725"/>
                    <a:pt x="3151" y="725"/>
                  </a:cubicBezTo>
                  <a:close/>
                  <a:moveTo>
                    <a:pt x="3151" y="0"/>
                  </a:moveTo>
                  <a:cubicBezTo>
                    <a:pt x="1418" y="0"/>
                    <a:pt x="0" y="1418"/>
                    <a:pt x="0" y="3151"/>
                  </a:cubicBezTo>
                  <a:cubicBezTo>
                    <a:pt x="0" y="4884"/>
                    <a:pt x="1418" y="6301"/>
                    <a:pt x="3151" y="6301"/>
                  </a:cubicBezTo>
                  <a:cubicBezTo>
                    <a:pt x="4883" y="6301"/>
                    <a:pt x="6301" y="4884"/>
                    <a:pt x="6301" y="3151"/>
                  </a:cubicBezTo>
                  <a:cubicBezTo>
                    <a:pt x="6301" y="1418"/>
                    <a:pt x="4883"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6" name="Google Shape;16476;p85"/>
            <p:cNvSpPr/>
            <p:nvPr/>
          </p:nvSpPr>
          <p:spPr>
            <a:xfrm>
              <a:off x="-45927675" y="2088375"/>
              <a:ext cx="89025" cy="88250"/>
            </a:xfrm>
            <a:custGeom>
              <a:avLst/>
              <a:gdLst/>
              <a:ahLst/>
              <a:cxnLst/>
              <a:rect l="l" t="t" r="r" b="b"/>
              <a:pathLst>
                <a:path w="3561" h="3530" extrusionOk="0">
                  <a:moveTo>
                    <a:pt x="1765" y="694"/>
                  </a:moveTo>
                  <a:cubicBezTo>
                    <a:pt x="2363" y="694"/>
                    <a:pt x="2836" y="1166"/>
                    <a:pt x="2836" y="1765"/>
                  </a:cubicBezTo>
                  <a:cubicBezTo>
                    <a:pt x="2804" y="2363"/>
                    <a:pt x="2332" y="2836"/>
                    <a:pt x="1765" y="2836"/>
                  </a:cubicBezTo>
                  <a:cubicBezTo>
                    <a:pt x="1197" y="2836"/>
                    <a:pt x="725" y="2363"/>
                    <a:pt x="725" y="1765"/>
                  </a:cubicBezTo>
                  <a:cubicBezTo>
                    <a:pt x="725" y="1166"/>
                    <a:pt x="1197" y="694"/>
                    <a:pt x="1765" y="694"/>
                  </a:cubicBezTo>
                  <a:close/>
                  <a:moveTo>
                    <a:pt x="1765" y="1"/>
                  </a:moveTo>
                  <a:cubicBezTo>
                    <a:pt x="788" y="1"/>
                    <a:pt x="0" y="788"/>
                    <a:pt x="0" y="1765"/>
                  </a:cubicBezTo>
                  <a:cubicBezTo>
                    <a:pt x="0" y="2741"/>
                    <a:pt x="788" y="3529"/>
                    <a:pt x="1765" y="3529"/>
                  </a:cubicBezTo>
                  <a:cubicBezTo>
                    <a:pt x="2773" y="3529"/>
                    <a:pt x="3560" y="2741"/>
                    <a:pt x="3560" y="1765"/>
                  </a:cubicBezTo>
                  <a:cubicBezTo>
                    <a:pt x="3497" y="788"/>
                    <a:pt x="2710"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7" name="Google Shape;16477;p85"/>
            <p:cNvSpPr/>
            <p:nvPr/>
          </p:nvSpPr>
          <p:spPr>
            <a:xfrm>
              <a:off x="-46033225" y="1982825"/>
              <a:ext cx="300900" cy="263900"/>
            </a:xfrm>
            <a:custGeom>
              <a:avLst/>
              <a:gdLst/>
              <a:ahLst/>
              <a:cxnLst/>
              <a:rect l="l" t="t" r="r" b="b"/>
              <a:pathLst>
                <a:path w="12036" h="10556" extrusionOk="0">
                  <a:moveTo>
                    <a:pt x="7184" y="726"/>
                  </a:moveTo>
                  <a:lnTo>
                    <a:pt x="7530" y="1419"/>
                  </a:lnTo>
                  <a:lnTo>
                    <a:pt x="4474" y="1419"/>
                  </a:lnTo>
                  <a:lnTo>
                    <a:pt x="4821" y="726"/>
                  </a:lnTo>
                  <a:close/>
                  <a:moveTo>
                    <a:pt x="694" y="3750"/>
                  </a:moveTo>
                  <a:lnTo>
                    <a:pt x="1387" y="4097"/>
                  </a:lnTo>
                  <a:lnTo>
                    <a:pt x="1387" y="7877"/>
                  </a:lnTo>
                  <a:lnTo>
                    <a:pt x="694" y="8224"/>
                  </a:lnTo>
                  <a:lnTo>
                    <a:pt x="694" y="3750"/>
                  </a:lnTo>
                  <a:close/>
                  <a:moveTo>
                    <a:pt x="11279" y="3750"/>
                  </a:moveTo>
                  <a:lnTo>
                    <a:pt x="11279" y="8224"/>
                  </a:lnTo>
                  <a:lnTo>
                    <a:pt x="10555" y="7877"/>
                  </a:lnTo>
                  <a:lnTo>
                    <a:pt x="10555" y="4097"/>
                  </a:lnTo>
                  <a:lnTo>
                    <a:pt x="11279" y="3750"/>
                  </a:lnTo>
                  <a:close/>
                  <a:moveTo>
                    <a:pt x="10933" y="2175"/>
                  </a:moveTo>
                  <a:cubicBezTo>
                    <a:pt x="11122" y="2175"/>
                    <a:pt x="11279" y="2332"/>
                    <a:pt x="11279" y="2521"/>
                  </a:cubicBezTo>
                  <a:lnTo>
                    <a:pt x="11279" y="2994"/>
                  </a:lnTo>
                  <a:lnTo>
                    <a:pt x="10051" y="3592"/>
                  </a:lnTo>
                  <a:cubicBezTo>
                    <a:pt x="9925" y="3655"/>
                    <a:pt x="9862" y="3781"/>
                    <a:pt x="9862" y="3908"/>
                  </a:cubicBezTo>
                  <a:lnTo>
                    <a:pt x="9862" y="8098"/>
                  </a:lnTo>
                  <a:cubicBezTo>
                    <a:pt x="9862" y="8224"/>
                    <a:pt x="9925" y="8350"/>
                    <a:pt x="10051" y="8444"/>
                  </a:cubicBezTo>
                  <a:lnTo>
                    <a:pt x="11279" y="9011"/>
                  </a:lnTo>
                  <a:lnTo>
                    <a:pt x="11279" y="9484"/>
                  </a:lnTo>
                  <a:cubicBezTo>
                    <a:pt x="11279" y="9704"/>
                    <a:pt x="11122" y="9830"/>
                    <a:pt x="10933" y="9830"/>
                  </a:cubicBezTo>
                  <a:lnTo>
                    <a:pt x="1040" y="9830"/>
                  </a:lnTo>
                  <a:cubicBezTo>
                    <a:pt x="851" y="9830"/>
                    <a:pt x="694" y="9673"/>
                    <a:pt x="694" y="9484"/>
                  </a:cubicBezTo>
                  <a:lnTo>
                    <a:pt x="694" y="9011"/>
                  </a:lnTo>
                  <a:lnTo>
                    <a:pt x="1891" y="8444"/>
                  </a:lnTo>
                  <a:cubicBezTo>
                    <a:pt x="2017" y="8350"/>
                    <a:pt x="2111" y="8224"/>
                    <a:pt x="2111" y="8098"/>
                  </a:cubicBezTo>
                  <a:lnTo>
                    <a:pt x="2111" y="3908"/>
                  </a:lnTo>
                  <a:cubicBezTo>
                    <a:pt x="2111" y="3781"/>
                    <a:pt x="2017" y="3655"/>
                    <a:pt x="1891" y="3592"/>
                  </a:cubicBezTo>
                  <a:lnTo>
                    <a:pt x="694" y="2994"/>
                  </a:lnTo>
                  <a:lnTo>
                    <a:pt x="694" y="2521"/>
                  </a:lnTo>
                  <a:cubicBezTo>
                    <a:pt x="694" y="2332"/>
                    <a:pt x="851" y="2175"/>
                    <a:pt x="1040" y="2175"/>
                  </a:cubicBezTo>
                  <a:close/>
                  <a:moveTo>
                    <a:pt x="4632" y="1"/>
                  </a:moveTo>
                  <a:cubicBezTo>
                    <a:pt x="4506" y="1"/>
                    <a:pt x="4380" y="95"/>
                    <a:pt x="4317" y="190"/>
                  </a:cubicBezTo>
                  <a:lnTo>
                    <a:pt x="3718" y="1419"/>
                  </a:lnTo>
                  <a:lnTo>
                    <a:pt x="2143" y="1419"/>
                  </a:lnTo>
                  <a:lnTo>
                    <a:pt x="2143" y="1072"/>
                  </a:lnTo>
                  <a:cubicBezTo>
                    <a:pt x="2143" y="883"/>
                    <a:pt x="1985" y="694"/>
                    <a:pt x="1796" y="694"/>
                  </a:cubicBezTo>
                  <a:cubicBezTo>
                    <a:pt x="1576" y="694"/>
                    <a:pt x="1418" y="883"/>
                    <a:pt x="1418" y="1072"/>
                  </a:cubicBezTo>
                  <a:lnTo>
                    <a:pt x="1418" y="1419"/>
                  </a:lnTo>
                  <a:lnTo>
                    <a:pt x="1072" y="1419"/>
                  </a:lnTo>
                  <a:cubicBezTo>
                    <a:pt x="473" y="1419"/>
                    <a:pt x="1" y="1891"/>
                    <a:pt x="1" y="2490"/>
                  </a:cubicBezTo>
                  <a:lnTo>
                    <a:pt x="1" y="9484"/>
                  </a:lnTo>
                  <a:cubicBezTo>
                    <a:pt x="1" y="10082"/>
                    <a:pt x="473" y="10555"/>
                    <a:pt x="1072" y="10555"/>
                  </a:cubicBezTo>
                  <a:lnTo>
                    <a:pt x="10964" y="10555"/>
                  </a:lnTo>
                  <a:cubicBezTo>
                    <a:pt x="11563" y="10555"/>
                    <a:pt x="12035" y="10082"/>
                    <a:pt x="12035" y="9484"/>
                  </a:cubicBezTo>
                  <a:lnTo>
                    <a:pt x="12035" y="2490"/>
                  </a:lnTo>
                  <a:cubicBezTo>
                    <a:pt x="12004" y="1891"/>
                    <a:pt x="11500" y="1419"/>
                    <a:pt x="10933" y="1419"/>
                  </a:cubicBezTo>
                  <a:lnTo>
                    <a:pt x="8318" y="1419"/>
                  </a:lnTo>
                  <a:lnTo>
                    <a:pt x="7719" y="190"/>
                  </a:lnTo>
                  <a:cubicBezTo>
                    <a:pt x="7656" y="95"/>
                    <a:pt x="7530" y="1"/>
                    <a:pt x="740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78" name="Google Shape;16478;p85"/>
          <p:cNvGrpSpPr/>
          <p:nvPr/>
        </p:nvGrpSpPr>
        <p:grpSpPr>
          <a:xfrm>
            <a:off x="3495426" y="4487822"/>
            <a:ext cx="487625" cy="434868"/>
            <a:chOff x="-46034000" y="2334500"/>
            <a:chExt cx="306400" cy="273250"/>
          </a:xfrm>
        </p:grpSpPr>
        <p:sp>
          <p:nvSpPr>
            <p:cNvPr id="16479" name="Google Shape;16479;p85"/>
            <p:cNvSpPr/>
            <p:nvPr/>
          </p:nvSpPr>
          <p:spPr>
            <a:xfrm>
              <a:off x="-46034000" y="2334500"/>
              <a:ext cx="306400" cy="273250"/>
            </a:xfrm>
            <a:custGeom>
              <a:avLst/>
              <a:gdLst/>
              <a:ahLst/>
              <a:cxnLst/>
              <a:rect l="l" t="t" r="r" b="b"/>
              <a:pathLst>
                <a:path w="12256" h="10930" extrusionOk="0">
                  <a:moveTo>
                    <a:pt x="9519" y="718"/>
                  </a:moveTo>
                  <a:cubicBezTo>
                    <a:pt x="9971" y="718"/>
                    <a:pt x="10428" y="883"/>
                    <a:pt x="10775" y="1214"/>
                  </a:cubicBezTo>
                  <a:cubicBezTo>
                    <a:pt x="11499" y="1875"/>
                    <a:pt x="11499" y="2978"/>
                    <a:pt x="10806" y="3640"/>
                  </a:cubicBezTo>
                  <a:lnTo>
                    <a:pt x="5734" y="8743"/>
                  </a:lnTo>
                  <a:lnTo>
                    <a:pt x="3403" y="8113"/>
                  </a:lnTo>
                  <a:lnTo>
                    <a:pt x="3214" y="6286"/>
                  </a:lnTo>
                  <a:lnTo>
                    <a:pt x="8286" y="1214"/>
                  </a:lnTo>
                  <a:cubicBezTo>
                    <a:pt x="8617" y="883"/>
                    <a:pt x="9066" y="718"/>
                    <a:pt x="9519" y="718"/>
                  </a:cubicBezTo>
                  <a:close/>
                  <a:moveTo>
                    <a:pt x="2678" y="7830"/>
                  </a:moveTo>
                  <a:lnTo>
                    <a:pt x="2773" y="8460"/>
                  </a:lnTo>
                  <a:cubicBezTo>
                    <a:pt x="2773" y="8617"/>
                    <a:pt x="2867" y="8743"/>
                    <a:pt x="3025" y="8775"/>
                  </a:cubicBezTo>
                  <a:lnTo>
                    <a:pt x="4411" y="9121"/>
                  </a:lnTo>
                  <a:lnTo>
                    <a:pt x="3277" y="10224"/>
                  </a:lnTo>
                  <a:lnTo>
                    <a:pt x="1040" y="9500"/>
                  </a:lnTo>
                  <a:lnTo>
                    <a:pt x="2678" y="7830"/>
                  </a:lnTo>
                  <a:close/>
                  <a:moveTo>
                    <a:pt x="9578" y="1"/>
                  </a:moveTo>
                  <a:cubicBezTo>
                    <a:pt x="8947" y="1"/>
                    <a:pt x="8317" y="237"/>
                    <a:pt x="7845" y="710"/>
                  </a:cubicBezTo>
                  <a:lnTo>
                    <a:pt x="2647" y="5908"/>
                  </a:lnTo>
                  <a:cubicBezTo>
                    <a:pt x="2583" y="5971"/>
                    <a:pt x="2520" y="6097"/>
                    <a:pt x="2520" y="6160"/>
                  </a:cubicBezTo>
                  <a:lnTo>
                    <a:pt x="2615" y="6885"/>
                  </a:lnTo>
                  <a:lnTo>
                    <a:pt x="126" y="9373"/>
                  </a:lnTo>
                  <a:cubicBezTo>
                    <a:pt x="32" y="9437"/>
                    <a:pt x="0" y="9563"/>
                    <a:pt x="32" y="9689"/>
                  </a:cubicBezTo>
                  <a:cubicBezTo>
                    <a:pt x="95" y="9815"/>
                    <a:pt x="158" y="9878"/>
                    <a:pt x="284" y="9909"/>
                  </a:cubicBezTo>
                  <a:lnTo>
                    <a:pt x="3277" y="10917"/>
                  </a:lnTo>
                  <a:cubicBezTo>
                    <a:pt x="3308" y="10925"/>
                    <a:pt x="3342" y="10929"/>
                    <a:pt x="3375" y="10929"/>
                  </a:cubicBezTo>
                  <a:cubicBezTo>
                    <a:pt x="3475" y="10929"/>
                    <a:pt x="3576" y="10894"/>
                    <a:pt x="3623" y="10823"/>
                  </a:cubicBezTo>
                  <a:lnTo>
                    <a:pt x="5198" y="9247"/>
                  </a:lnTo>
                  <a:lnTo>
                    <a:pt x="5797" y="9405"/>
                  </a:lnTo>
                  <a:cubicBezTo>
                    <a:pt x="5831" y="9413"/>
                    <a:pt x="5865" y="9417"/>
                    <a:pt x="5898" y="9417"/>
                  </a:cubicBezTo>
                  <a:cubicBezTo>
                    <a:pt x="5988" y="9417"/>
                    <a:pt x="6074" y="9388"/>
                    <a:pt x="6144" y="9342"/>
                  </a:cubicBezTo>
                  <a:lnTo>
                    <a:pt x="11342" y="4144"/>
                  </a:lnTo>
                  <a:cubicBezTo>
                    <a:pt x="12256" y="3230"/>
                    <a:pt x="12256" y="1655"/>
                    <a:pt x="11310" y="710"/>
                  </a:cubicBezTo>
                  <a:cubicBezTo>
                    <a:pt x="10838" y="237"/>
                    <a:pt x="10208" y="1"/>
                    <a:pt x="95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0" name="Google Shape;16480;p85"/>
            <p:cNvSpPr/>
            <p:nvPr/>
          </p:nvSpPr>
          <p:spPr>
            <a:xfrm>
              <a:off x="-45879625" y="2374275"/>
              <a:ext cx="105550" cy="104000"/>
            </a:xfrm>
            <a:custGeom>
              <a:avLst/>
              <a:gdLst/>
              <a:ahLst/>
              <a:cxnLst/>
              <a:rect l="l" t="t" r="r" b="b"/>
              <a:pathLst>
                <a:path w="4222" h="4160" extrusionOk="0">
                  <a:moveTo>
                    <a:pt x="2899" y="788"/>
                  </a:moveTo>
                  <a:lnTo>
                    <a:pt x="3403" y="1324"/>
                  </a:lnTo>
                  <a:lnTo>
                    <a:pt x="2899" y="1828"/>
                  </a:lnTo>
                  <a:lnTo>
                    <a:pt x="2363" y="1324"/>
                  </a:lnTo>
                  <a:lnTo>
                    <a:pt x="2899" y="788"/>
                  </a:lnTo>
                  <a:close/>
                  <a:moveTo>
                    <a:pt x="1859" y="1828"/>
                  </a:moveTo>
                  <a:lnTo>
                    <a:pt x="2363" y="2332"/>
                  </a:lnTo>
                  <a:lnTo>
                    <a:pt x="1386" y="3340"/>
                  </a:lnTo>
                  <a:lnTo>
                    <a:pt x="882" y="2805"/>
                  </a:lnTo>
                  <a:lnTo>
                    <a:pt x="1859" y="1828"/>
                  </a:lnTo>
                  <a:close/>
                  <a:moveTo>
                    <a:pt x="2879" y="1"/>
                  </a:moveTo>
                  <a:cubicBezTo>
                    <a:pt x="2788" y="1"/>
                    <a:pt x="2694" y="32"/>
                    <a:pt x="2615" y="95"/>
                  </a:cubicBezTo>
                  <a:lnTo>
                    <a:pt x="126" y="2584"/>
                  </a:lnTo>
                  <a:cubicBezTo>
                    <a:pt x="0" y="2710"/>
                    <a:pt x="0" y="2931"/>
                    <a:pt x="126" y="3088"/>
                  </a:cubicBezTo>
                  <a:lnTo>
                    <a:pt x="1103" y="4065"/>
                  </a:lnTo>
                  <a:cubicBezTo>
                    <a:pt x="1166" y="4128"/>
                    <a:pt x="1260" y="4159"/>
                    <a:pt x="1359" y="4159"/>
                  </a:cubicBezTo>
                  <a:cubicBezTo>
                    <a:pt x="1457" y="4159"/>
                    <a:pt x="1560" y="4128"/>
                    <a:pt x="1638" y="4065"/>
                  </a:cubicBezTo>
                  <a:lnTo>
                    <a:pt x="4096" y="1608"/>
                  </a:lnTo>
                  <a:cubicBezTo>
                    <a:pt x="4222" y="1482"/>
                    <a:pt x="4222" y="1229"/>
                    <a:pt x="4096" y="1072"/>
                  </a:cubicBezTo>
                  <a:lnTo>
                    <a:pt x="3119" y="95"/>
                  </a:lnTo>
                  <a:cubicBezTo>
                    <a:pt x="3056" y="32"/>
                    <a:pt x="2969" y="1"/>
                    <a:pt x="28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1" name="Google Shape;16481;p85"/>
            <p:cNvSpPr/>
            <p:nvPr/>
          </p:nvSpPr>
          <p:spPr>
            <a:xfrm>
              <a:off x="-45922950" y="2474125"/>
              <a:ext cx="49625" cy="47475"/>
            </a:xfrm>
            <a:custGeom>
              <a:avLst/>
              <a:gdLst/>
              <a:ahLst/>
              <a:cxnLst/>
              <a:rect l="l" t="t" r="r" b="b"/>
              <a:pathLst>
                <a:path w="1985" h="1899" extrusionOk="0">
                  <a:moveTo>
                    <a:pt x="1607" y="0"/>
                  </a:moveTo>
                  <a:cubicBezTo>
                    <a:pt x="1520" y="0"/>
                    <a:pt x="1434" y="24"/>
                    <a:pt x="1355" y="71"/>
                  </a:cubicBezTo>
                  <a:lnTo>
                    <a:pt x="126" y="1300"/>
                  </a:lnTo>
                  <a:cubicBezTo>
                    <a:pt x="0" y="1426"/>
                    <a:pt x="0" y="1646"/>
                    <a:pt x="126" y="1804"/>
                  </a:cubicBezTo>
                  <a:cubicBezTo>
                    <a:pt x="189" y="1867"/>
                    <a:pt x="276" y="1898"/>
                    <a:pt x="367" y="1898"/>
                  </a:cubicBezTo>
                  <a:cubicBezTo>
                    <a:pt x="457" y="1898"/>
                    <a:pt x="552" y="1867"/>
                    <a:pt x="630" y="1804"/>
                  </a:cubicBezTo>
                  <a:lnTo>
                    <a:pt x="1859" y="607"/>
                  </a:lnTo>
                  <a:cubicBezTo>
                    <a:pt x="1985" y="480"/>
                    <a:pt x="1985" y="228"/>
                    <a:pt x="1859" y="71"/>
                  </a:cubicBezTo>
                  <a:cubicBezTo>
                    <a:pt x="1780" y="24"/>
                    <a:pt x="1694" y="0"/>
                    <a:pt x="16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82" name="Google Shape;16482;p85"/>
          <p:cNvGrpSpPr/>
          <p:nvPr/>
        </p:nvGrpSpPr>
        <p:grpSpPr>
          <a:xfrm>
            <a:off x="3556837" y="5093674"/>
            <a:ext cx="364804" cy="475252"/>
            <a:chOff x="-45998575" y="2702625"/>
            <a:chExt cx="229225" cy="298625"/>
          </a:xfrm>
        </p:grpSpPr>
        <p:sp>
          <p:nvSpPr>
            <p:cNvPr id="16483" name="Google Shape;16483;p85"/>
            <p:cNvSpPr/>
            <p:nvPr/>
          </p:nvSpPr>
          <p:spPr>
            <a:xfrm>
              <a:off x="-45944225" y="2702625"/>
              <a:ext cx="125250" cy="298625"/>
            </a:xfrm>
            <a:custGeom>
              <a:avLst/>
              <a:gdLst/>
              <a:ahLst/>
              <a:cxnLst/>
              <a:rect l="l" t="t" r="r" b="b"/>
              <a:pathLst>
                <a:path w="5010" h="11945" extrusionOk="0">
                  <a:moveTo>
                    <a:pt x="2427" y="682"/>
                  </a:moveTo>
                  <a:cubicBezTo>
                    <a:pt x="2860" y="682"/>
                    <a:pt x="3308" y="817"/>
                    <a:pt x="3624" y="1107"/>
                  </a:cubicBezTo>
                  <a:cubicBezTo>
                    <a:pt x="4033" y="1454"/>
                    <a:pt x="4254" y="1926"/>
                    <a:pt x="4254" y="2430"/>
                  </a:cubicBezTo>
                  <a:cubicBezTo>
                    <a:pt x="4159" y="2745"/>
                    <a:pt x="4096" y="3060"/>
                    <a:pt x="3939" y="3344"/>
                  </a:cubicBezTo>
                  <a:cubicBezTo>
                    <a:pt x="3844" y="3470"/>
                    <a:pt x="3813" y="3533"/>
                    <a:pt x="3750" y="3659"/>
                  </a:cubicBezTo>
                  <a:cubicBezTo>
                    <a:pt x="3498" y="4005"/>
                    <a:pt x="3214" y="4446"/>
                    <a:pt x="3151" y="4919"/>
                  </a:cubicBezTo>
                  <a:lnTo>
                    <a:pt x="2805" y="4919"/>
                  </a:lnTo>
                  <a:lnTo>
                    <a:pt x="2805" y="2808"/>
                  </a:lnTo>
                  <a:lnTo>
                    <a:pt x="3151" y="2808"/>
                  </a:lnTo>
                  <a:cubicBezTo>
                    <a:pt x="3340" y="2808"/>
                    <a:pt x="3498" y="2651"/>
                    <a:pt x="3498" y="2430"/>
                  </a:cubicBezTo>
                  <a:cubicBezTo>
                    <a:pt x="3498" y="2241"/>
                    <a:pt x="3340" y="2084"/>
                    <a:pt x="3151" y="2084"/>
                  </a:cubicBezTo>
                  <a:lnTo>
                    <a:pt x="1733" y="2084"/>
                  </a:lnTo>
                  <a:cubicBezTo>
                    <a:pt x="1544" y="2084"/>
                    <a:pt x="1387" y="2241"/>
                    <a:pt x="1387" y="2430"/>
                  </a:cubicBezTo>
                  <a:cubicBezTo>
                    <a:pt x="1387" y="2651"/>
                    <a:pt x="1544" y="2808"/>
                    <a:pt x="1733" y="2808"/>
                  </a:cubicBezTo>
                  <a:lnTo>
                    <a:pt x="2080" y="2808"/>
                  </a:lnTo>
                  <a:lnTo>
                    <a:pt x="2080" y="4919"/>
                  </a:lnTo>
                  <a:lnTo>
                    <a:pt x="1733" y="4919"/>
                  </a:lnTo>
                  <a:cubicBezTo>
                    <a:pt x="1639" y="4478"/>
                    <a:pt x="1418" y="4100"/>
                    <a:pt x="1166" y="3690"/>
                  </a:cubicBezTo>
                  <a:cubicBezTo>
                    <a:pt x="1072" y="3533"/>
                    <a:pt x="977" y="3375"/>
                    <a:pt x="914" y="3218"/>
                  </a:cubicBezTo>
                  <a:cubicBezTo>
                    <a:pt x="757" y="2871"/>
                    <a:pt x="662" y="2525"/>
                    <a:pt x="757" y="2115"/>
                  </a:cubicBezTo>
                  <a:cubicBezTo>
                    <a:pt x="883" y="1422"/>
                    <a:pt x="1450" y="823"/>
                    <a:pt x="2174" y="697"/>
                  </a:cubicBezTo>
                  <a:cubicBezTo>
                    <a:pt x="2257" y="687"/>
                    <a:pt x="2342" y="682"/>
                    <a:pt x="2427" y="682"/>
                  </a:cubicBezTo>
                  <a:close/>
                  <a:moveTo>
                    <a:pt x="3151" y="5644"/>
                  </a:moveTo>
                  <a:lnTo>
                    <a:pt x="3151" y="6337"/>
                  </a:lnTo>
                  <a:lnTo>
                    <a:pt x="1733" y="6337"/>
                  </a:lnTo>
                  <a:lnTo>
                    <a:pt x="1733" y="5644"/>
                  </a:lnTo>
                  <a:close/>
                  <a:moveTo>
                    <a:pt x="3151" y="7061"/>
                  </a:moveTo>
                  <a:lnTo>
                    <a:pt x="3151" y="8983"/>
                  </a:lnTo>
                  <a:cubicBezTo>
                    <a:pt x="2915" y="8904"/>
                    <a:pt x="2671" y="8865"/>
                    <a:pt x="2430" y="8865"/>
                  </a:cubicBezTo>
                  <a:cubicBezTo>
                    <a:pt x="2190" y="8865"/>
                    <a:pt x="1954" y="8904"/>
                    <a:pt x="1733" y="8983"/>
                  </a:cubicBezTo>
                  <a:lnTo>
                    <a:pt x="1733" y="7061"/>
                  </a:lnTo>
                  <a:close/>
                  <a:moveTo>
                    <a:pt x="2442" y="9558"/>
                  </a:moveTo>
                  <a:cubicBezTo>
                    <a:pt x="2639" y="9558"/>
                    <a:pt x="2836" y="9598"/>
                    <a:pt x="3025" y="9676"/>
                  </a:cubicBezTo>
                  <a:lnTo>
                    <a:pt x="2427" y="10873"/>
                  </a:lnTo>
                  <a:lnTo>
                    <a:pt x="1859" y="9676"/>
                  </a:lnTo>
                  <a:cubicBezTo>
                    <a:pt x="2048" y="9598"/>
                    <a:pt x="2245" y="9558"/>
                    <a:pt x="2442" y="9558"/>
                  </a:cubicBezTo>
                  <a:close/>
                  <a:moveTo>
                    <a:pt x="2441" y="1"/>
                  </a:moveTo>
                  <a:cubicBezTo>
                    <a:pt x="2309" y="1"/>
                    <a:pt x="2178" y="12"/>
                    <a:pt x="2048" y="36"/>
                  </a:cubicBezTo>
                  <a:cubicBezTo>
                    <a:pt x="1072" y="193"/>
                    <a:pt x="221" y="1012"/>
                    <a:pt x="64" y="1989"/>
                  </a:cubicBezTo>
                  <a:cubicBezTo>
                    <a:pt x="1" y="2556"/>
                    <a:pt x="64" y="3060"/>
                    <a:pt x="316" y="3533"/>
                  </a:cubicBezTo>
                  <a:cubicBezTo>
                    <a:pt x="379" y="3753"/>
                    <a:pt x="505" y="3911"/>
                    <a:pt x="631" y="4068"/>
                  </a:cubicBezTo>
                  <a:cubicBezTo>
                    <a:pt x="820" y="4320"/>
                    <a:pt x="977" y="4604"/>
                    <a:pt x="1072" y="4888"/>
                  </a:cubicBezTo>
                  <a:lnTo>
                    <a:pt x="410" y="4888"/>
                  </a:lnTo>
                  <a:cubicBezTo>
                    <a:pt x="190" y="4888"/>
                    <a:pt x="32" y="5045"/>
                    <a:pt x="32" y="5234"/>
                  </a:cubicBezTo>
                  <a:cubicBezTo>
                    <a:pt x="32" y="5423"/>
                    <a:pt x="190" y="5581"/>
                    <a:pt x="410" y="5581"/>
                  </a:cubicBezTo>
                  <a:lnTo>
                    <a:pt x="1103" y="5581"/>
                  </a:lnTo>
                  <a:lnTo>
                    <a:pt x="1103" y="9487"/>
                  </a:lnTo>
                  <a:cubicBezTo>
                    <a:pt x="1103" y="9645"/>
                    <a:pt x="1103" y="9582"/>
                    <a:pt x="2206" y="11724"/>
                  </a:cubicBezTo>
                  <a:cubicBezTo>
                    <a:pt x="2301" y="11850"/>
                    <a:pt x="2395" y="11945"/>
                    <a:pt x="2521" y="11945"/>
                  </a:cubicBezTo>
                  <a:cubicBezTo>
                    <a:pt x="2647" y="11945"/>
                    <a:pt x="2773" y="11850"/>
                    <a:pt x="2836" y="11724"/>
                  </a:cubicBezTo>
                  <a:cubicBezTo>
                    <a:pt x="3939" y="9519"/>
                    <a:pt x="3939" y="9613"/>
                    <a:pt x="3939" y="9487"/>
                  </a:cubicBezTo>
                  <a:lnTo>
                    <a:pt x="3939" y="5581"/>
                  </a:lnTo>
                  <a:lnTo>
                    <a:pt x="4663" y="5581"/>
                  </a:lnTo>
                  <a:cubicBezTo>
                    <a:pt x="4852" y="5581"/>
                    <a:pt x="5010" y="5423"/>
                    <a:pt x="5010" y="5234"/>
                  </a:cubicBezTo>
                  <a:cubicBezTo>
                    <a:pt x="5010" y="5045"/>
                    <a:pt x="4852" y="4888"/>
                    <a:pt x="4663" y="4888"/>
                  </a:cubicBezTo>
                  <a:lnTo>
                    <a:pt x="3970" y="4888"/>
                  </a:lnTo>
                  <a:cubicBezTo>
                    <a:pt x="4065" y="4604"/>
                    <a:pt x="4254" y="4289"/>
                    <a:pt x="4443" y="4005"/>
                  </a:cubicBezTo>
                  <a:cubicBezTo>
                    <a:pt x="4411" y="3942"/>
                    <a:pt x="4506" y="3816"/>
                    <a:pt x="4569" y="3690"/>
                  </a:cubicBezTo>
                  <a:cubicBezTo>
                    <a:pt x="4821" y="3344"/>
                    <a:pt x="4915" y="2903"/>
                    <a:pt x="4915" y="2493"/>
                  </a:cubicBezTo>
                  <a:cubicBezTo>
                    <a:pt x="4915" y="1769"/>
                    <a:pt x="4600" y="1075"/>
                    <a:pt x="4065" y="603"/>
                  </a:cubicBezTo>
                  <a:cubicBezTo>
                    <a:pt x="3603" y="218"/>
                    <a:pt x="3017" y="1"/>
                    <a:pt x="24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4" name="Google Shape;16484;p85"/>
            <p:cNvSpPr/>
            <p:nvPr/>
          </p:nvSpPr>
          <p:spPr>
            <a:xfrm>
              <a:off x="-45804025" y="2755500"/>
              <a:ext cx="34675" cy="18125"/>
            </a:xfrm>
            <a:custGeom>
              <a:avLst/>
              <a:gdLst/>
              <a:ahLst/>
              <a:cxnLst/>
              <a:rect l="l" t="t" r="r" b="b"/>
              <a:pathLst>
                <a:path w="1387" h="725" extrusionOk="0">
                  <a:moveTo>
                    <a:pt x="347" y="0"/>
                  </a:moveTo>
                  <a:cubicBezTo>
                    <a:pt x="127" y="0"/>
                    <a:pt x="1" y="158"/>
                    <a:pt x="1" y="378"/>
                  </a:cubicBezTo>
                  <a:cubicBezTo>
                    <a:pt x="1" y="567"/>
                    <a:pt x="127" y="725"/>
                    <a:pt x="347" y="725"/>
                  </a:cubicBezTo>
                  <a:lnTo>
                    <a:pt x="1040" y="725"/>
                  </a:lnTo>
                  <a:cubicBezTo>
                    <a:pt x="1261" y="725"/>
                    <a:pt x="1387" y="567"/>
                    <a:pt x="1387" y="378"/>
                  </a:cubicBezTo>
                  <a:cubicBezTo>
                    <a:pt x="1387" y="158"/>
                    <a:pt x="1261"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5" name="Google Shape;16485;p85"/>
            <p:cNvSpPr/>
            <p:nvPr/>
          </p:nvSpPr>
          <p:spPr>
            <a:xfrm>
              <a:off x="-45998575" y="2755500"/>
              <a:ext cx="35475" cy="18125"/>
            </a:xfrm>
            <a:custGeom>
              <a:avLst/>
              <a:gdLst/>
              <a:ahLst/>
              <a:cxnLst/>
              <a:rect l="l" t="t" r="r" b="b"/>
              <a:pathLst>
                <a:path w="1419" h="725" extrusionOk="0">
                  <a:moveTo>
                    <a:pt x="379" y="0"/>
                  </a:moveTo>
                  <a:cubicBezTo>
                    <a:pt x="158" y="0"/>
                    <a:pt x="1" y="158"/>
                    <a:pt x="1" y="378"/>
                  </a:cubicBezTo>
                  <a:cubicBezTo>
                    <a:pt x="1" y="567"/>
                    <a:pt x="158" y="725"/>
                    <a:pt x="379" y="725"/>
                  </a:cubicBezTo>
                  <a:lnTo>
                    <a:pt x="1072" y="725"/>
                  </a:lnTo>
                  <a:cubicBezTo>
                    <a:pt x="1261" y="693"/>
                    <a:pt x="1419" y="536"/>
                    <a:pt x="1419" y="378"/>
                  </a:cubicBezTo>
                  <a:cubicBezTo>
                    <a:pt x="1419"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6" name="Google Shape;16486;p85"/>
            <p:cNvSpPr/>
            <p:nvPr/>
          </p:nvSpPr>
          <p:spPr>
            <a:xfrm>
              <a:off x="-45818200" y="2703175"/>
              <a:ext cx="35475" cy="26100"/>
            </a:xfrm>
            <a:custGeom>
              <a:avLst/>
              <a:gdLst/>
              <a:ahLst/>
              <a:cxnLst/>
              <a:rect l="l" t="t" r="r" b="b"/>
              <a:pathLst>
                <a:path w="1419" h="1044" extrusionOk="0">
                  <a:moveTo>
                    <a:pt x="991" y="1"/>
                  </a:moveTo>
                  <a:cubicBezTo>
                    <a:pt x="930" y="1"/>
                    <a:pt x="870" y="15"/>
                    <a:pt x="820" y="45"/>
                  </a:cubicBezTo>
                  <a:lnTo>
                    <a:pt x="252" y="423"/>
                  </a:lnTo>
                  <a:cubicBezTo>
                    <a:pt x="95" y="486"/>
                    <a:pt x="0" y="738"/>
                    <a:pt x="126" y="896"/>
                  </a:cubicBezTo>
                  <a:cubicBezTo>
                    <a:pt x="205" y="994"/>
                    <a:pt x="309" y="1044"/>
                    <a:pt x="414" y="1044"/>
                  </a:cubicBezTo>
                  <a:cubicBezTo>
                    <a:pt x="476" y="1044"/>
                    <a:pt x="540" y="1026"/>
                    <a:pt x="599" y="990"/>
                  </a:cubicBezTo>
                  <a:lnTo>
                    <a:pt x="1166" y="644"/>
                  </a:lnTo>
                  <a:cubicBezTo>
                    <a:pt x="1324" y="581"/>
                    <a:pt x="1418" y="329"/>
                    <a:pt x="1292" y="171"/>
                  </a:cubicBezTo>
                  <a:cubicBezTo>
                    <a:pt x="1249" y="64"/>
                    <a:pt x="1119" y="1"/>
                    <a:pt x="9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7" name="Google Shape;16487;p85"/>
            <p:cNvSpPr/>
            <p:nvPr/>
          </p:nvSpPr>
          <p:spPr>
            <a:xfrm>
              <a:off x="-45984400" y="2799050"/>
              <a:ext cx="35475" cy="26100"/>
            </a:xfrm>
            <a:custGeom>
              <a:avLst/>
              <a:gdLst/>
              <a:ahLst/>
              <a:cxnLst/>
              <a:rect l="l" t="t" r="r" b="b"/>
              <a:pathLst>
                <a:path w="1419" h="1044" extrusionOk="0">
                  <a:moveTo>
                    <a:pt x="1014" y="1"/>
                  </a:moveTo>
                  <a:cubicBezTo>
                    <a:pt x="947" y="1"/>
                    <a:pt x="879" y="18"/>
                    <a:pt x="820" y="54"/>
                  </a:cubicBezTo>
                  <a:lnTo>
                    <a:pt x="221" y="400"/>
                  </a:lnTo>
                  <a:cubicBezTo>
                    <a:pt x="64" y="463"/>
                    <a:pt x="1" y="716"/>
                    <a:pt x="95" y="873"/>
                  </a:cubicBezTo>
                  <a:cubicBezTo>
                    <a:pt x="160" y="980"/>
                    <a:pt x="282" y="1043"/>
                    <a:pt x="403" y="1043"/>
                  </a:cubicBezTo>
                  <a:cubicBezTo>
                    <a:pt x="461" y="1043"/>
                    <a:pt x="517" y="1029"/>
                    <a:pt x="568" y="999"/>
                  </a:cubicBezTo>
                  <a:lnTo>
                    <a:pt x="1167" y="621"/>
                  </a:lnTo>
                  <a:cubicBezTo>
                    <a:pt x="1324" y="558"/>
                    <a:pt x="1419" y="306"/>
                    <a:pt x="1293" y="148"/>
                  </a:cubicBezTo>
                  <a:cubicBezTo>
                    <a:pt x="1234" y="50"/>
                    <a:pt x="1125" y="1"/>
                    <a:pt x="10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8" name="Google Shape;16488;p85"/>
            <p:cNvSpPr/>
            <p:nvPr/>
          </p:nvSpPr>
          <p:spPr>
            <a:xfrm>
              <a:off x="-45815850" y="2799050"/>
              <a:ext cx="33900" cy="25750"/>
            </a:xfrm>
            <a:custGeom>
              <a:avLst/>
              <a:gdLst/>
              <a:ahLst/>
              <a:cxnLst/>
              <a:rect l="l" t="t" r="r" b="b"/>
              <a:pathLst>
                <a:path w="1356" h="1030" extrusionOk="0">
                  <a:moveTo>
                    <a:pt x="343" y="1"/>
                  </a:moveTo>
                  <a:cubicBezTo>
                    <a:pt x="231" y="1"/>
                    <a:pt x="123" y="50"/>
                    <a:pt x="64" y="148"/>
                  </a:cubicBezTo>
                  <a:cubicBezTo>
                    <a:pt x="1" y="306"/>
                    <a:pt x="32" y="558"/>
                    <a:pt x="190" y="621"/>
                  </a:cubicBezTo>
                  <a:lnTo>
                    <a:pt x="789" y="999"/>
                  </a:lnTo>
                  <a:cubicBezTo>
                    <a:pt x="838" y="1019"/>
                    <a:pt x="895" y="1029"/>
                    <a:pt x="951" y="1029"/>
                  </a:cubicBezTo>
                  <a:cubicBezTo>
                    <a:pt x="1073" y="1029"/>
                    <a:pt x="1197" y="981"/>
                    <a:pt x="1261" y="873"/>
                  </a:cubicBezTo>
                  <a:cubicBezTo>
                    <a:pt x="1356" y="716"/>
                    <a:pt x="1293" y="526"/>
                    <a:pt x="1135" y="400"/>
                  </a:cubicBezTo>
                  <a:lnTo>
                    <a:pt x="537" y="54"/>
                  </a:lnTo>
                  <a:cubicBezTo>
                    <a:pt x="477" y="18"/>
                    <a:pt x="410"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9" name="Google Shape;16489;p85"/>
            <p:cNvSpPr/>
            <p:nvPr/>
          </p:nvSpPr>
          <p:spPr>
            <a:xfrm>
              <a:off x="-45983600" y="2702750"/>
              <a:ext cx="34675" cy="25525"/>
            </a:xfrm>
            <a:custGeom>
              <a:avLst/>
              <a:gdLst/>
              <a:ahLst/>
              <a:cxnLst/>
              <a:rect l="l" t="t" r="r" b="b"/>
              <a:pathLst>
                <a:path w="1387" h="1021" extrusionOk="0">
                  <a:moveTo>
                    <a:pt x="398" y="0"/>
                  </a:moveTo>
                  <a:cubicBezTo>
                    <a:pt x="269" y="0"/>
                    <a:pt x="138" y="49"/>
                    <a:pt x="95" y="157"/>
                  </a:cubicBezTo>
                  <a:cubicBezTo>
                    <a:pt x="0" y="314"/>
                    <a:pt x="32" y="535"/>
                    <a:pt x="189" y="629"/>
                  </a:cubicBezTo>
                  <a:lnTo>
                    <a:pt x="788" y="976"/>
                  </a:lnTo>
                  <a:cubicBezTo>
                    <a:pt x="839" y="1006"/>
                    <a:pt x="899" y="1020"/>
                    <a:pt x="959" y="1020"/>
                  </a:cubicBezTo>
                  <a:cubicBezTo>
                    <a:pt x="1088" y="1020"/>
                    <a:pt x="1218" y="957"/>
                    <a:pt x="1261" y="850"/>
                  </a:cubicBezTo>
                  <a:cubicBezTo>
                    <a:pt x="1387" y="692"/>
                    <a:pt x="1292" y="503"/>
                    <a:pt x="1135" y="377"/>
                  </a:cubicBezTo>
                  <a:lnTo>
                    <a:pt x="567" y="31"/>
                  </a:lnTo>
                  <a:cubicBezTo>
                    <a:pt x="518" y="11"/>
                    <a:pt x="45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90" name="Google Shape;16490;p85"/>
          <p:cNvSpPr/>
          <p:nvPr/>
        </p:nvSpPr>
        <p:spPr>
          <a:xfrm>
            <a:off x="5315306" y="5121803"/>
            <a:ext cx="419948" cy="477599"/>
          </a:xfrm>
          <a:custGeom>
            <a:avLst/>
            <a:gdLst/>
            <a:ahLst/>
            <a:cxnLst/>
            <a:rect l="l" t="t" r="r" b="b"/>
            <a:pathLst>
              <a:path w="10555" h="12004" extrusionOk="0">
                <a:moveTo>
                  <a:pt x="5262" y="709"/>
                </a:moveTo>
                <a:lnTo>
                  <a:pt x="9420" y="2788"/>
                </a:lnTo>
                <a:lnTo>
                  <a:pt x="8066" y="3450"/>
                </a:lnTo>
                <a:lnTo>
                  <a:pt x="5451" y="2127"/>
                </a:lnTo>
                <a:cubicBezTo>
                  <a:pt x="5403" y="2111"/>
                  <a:pt x="5348" y="2103"/>
                  <a:pt x="5293" y="2103"/>
                </a:cubicBezTo>
                <a:cubicBezTo>
                  <a:pt x="5238" y="2103"/>
                  <a:pt x="5183" y="2111"/>
                  <a:pt x="5136" y="2127"/>
                </a:cubicBezTo>
                <a:lnTo>
                  <a:pt x="2489" y="3450"/>
                </a:lnTo>
                <a:lnTo>
                  <a:pt x="1197" y="2788"/>
                </a:lnTo>
                <a:lnTo>
                  <a:pt x="5262" y="709"/>
                </a:lnTo>
                <a:close/>
                <a:moveTo>
                  <a:pt x="4915" y="3040"/>
                </a:moveTo>
                <a:lnTo>
                  <a:pt x="4915" y="6222"/>
                </a:lnTo>
                <a:lnTo>
                  <a:pt x="2804" y="7294"/>
                </a:lnTo>
                <a:lnTo>
                  <a:pt x="2804" y="4080"/>
                </a:lnTo>
                <a:lnTo>
                  <a:pt x="4915" y="3040"/>
                </a:lnTo>
                <a:close/>
                <a:moveTo>
                  <a:pt x="5640" y="3040"/>
                </a:moveTo>
                <a:lnTo>
                  <a:pt x="7750" y="4080"/>
                </a:lnTo>
                <a:lnTo>
                  <a:pt x="7750" y="7294"/>
                </a:lnTo>
                <a:lnTo>
                  <a:pt x="5640" y="6222"/>
                </a:lnTo>
                <a:lnTo>
                  <a:pt x="5640" y="3040"/>
                </a:lnTo>
                <a:close/>
                <a:moveTo>
                  <a:pt x="5262" y="6758"/>
                </a:moveTo>
                <a:lnTo>
                  <a:pt x="7278" y="7798"/>
                </a:lnTo>
                <a:lnTo>
                  <a:pt x="5262" y="8806"/>
                </a:lnTo>
                <a:lnTo>
                  <a:pt x="3277" y="7798"/>
                </a:lnTo>
                <a:lnTo>
                  <a:pt x="5262" y="6758"/>
                </a:lnTo>
                <a:close/>
                <a:moveTo>
                  <a:pt x="725" y="3372"/>
                </a:moveTo>
                <a:lnTo>
                  <a:pt x="2111" y="4080"/>
                </a:lnTo>
                <a:lnTo>
                  <a:pt x="2111" y="7829"/>
                </a:lnTo>
                <a:cubicBezTo>
                  <a:pt x="2111" y="7955"/>
                  <a:pt x="2206" y="8081"/>
                  <a:pt x="2332" y="8113"/>
                </a:cubicBezTo>
                <a:lnTo>
                  <a:pt x="4915" y="9404"/>
                </a:lnTo>
                <a:lnTo>
                  <a:pt x="4915" y="10980"/>
                </a:lnTo>
                <a:lnTo>
                  <a:pt x="725" y="8869"/>
                </a:lnTo>
                <a:lnTo>
                  <a:pt x="725" y="3372"/>
                </a:lnTo>
                <a:close/>
                <a:moveTo>
                  <a:pt x="9861" y="3387"/>
                </a:moveTo>
                <a:lnTo>
                  <a:pt x="9861" y="8932"/>
                </a:lnTo>
                <a:lnTo>
                  <a:pt x="5640" y="11011"/>
                </a:lnTo>
                <a:lnTo>
                  <a:pt x="5640" y="9436"/>
                </a:lnTo>
                <a:lnTo>
                  <a:pt x="8223" y="8144"/>
                </a:lnTo>
                <a:cubicBezTo>
                  <a:pt x="8349" y="8113"/>
                  <a:pt x="8412" y="7987"/>
                  <a:pt x="8412" y="7829"/>
                </a:cubicBezTo>
                <a:lnTo>
                  <a:pt x="8412" y="4080"/>
                </a:lnTo>
                <a:lnTo>
                  <a:pt x="9861" y="3387"/>
                </a:lnTo>
                <a:close/>
                <a:moveTo>
                  <a:pt x="5262" y="0"/>
                </a:moveTo>
                <a:cubicBezTo>
                  <a:pt x="5206" y="0"/>
                  <a:pt x="5151" y="16"/>
                  <a:pt x="5104" y="47"/>
                </a:cubicBezTo>
                <a:lnTo>
                  <a:pt x="284" y="2473"/>
                </a:lnTo>
                <a:cubicBezTo>
                  <a:pt x="63" y="2536"/>
                  <a:pt x="0" y="2662"/>
                  <a:pt x="0" y="2820"/>
                </a:cubicBezTo>
                <a:lnTo>
                  <a:pt x="0" y="9152"/>
                </a:lnTo>
                <a:cubicBezTo>
                  <a:pt x="0" y="9278"/>
                  <a:pt x="63" y="9404"/>
                  <a:pt x="189" y="9499"/>
                </a:cubicBezTo>
                <a:lnTo>
                  <a:pt x="5104" y="11956"/>
                </a:lnTo>
                <a:cubicBezTo>
                  <a:pt x="5151" y="11988"/>
                  <a:pt x="5206" y="12003"/>
                  <a:pt x="5262" y="12003"/>
                </a:cubicBezTo>
                <a:cubicBezTo>
                  <a:pt x="5317" y="12003"/>
                  <a:pt x="5372" y="11988"/>
                  <a:pt x="5419" y="11956"/>
                </a:cubicBezTo>
                <a:lnTo>
                  <a:pt x="10365" y="9499"/>
                </a:lnTo>
                <a:cubicBezTo>
                  <a:pt x="10460" y="9404"/>
                  <a:pt x="10554" y="9278"/>
                  <a:pt x="10554" y="9152"/>
                </a:cubicBezTo>
                <a:lnTo>
                  <a:pt x="10554" y="2788"/>
                </a:lnTo>
                <a:cubicBezTo>
                  <a:pt x="10554" y="2662"/>
                  <a:pt x="10460" y="2568"/>
                  <a:pt x="10365" y="2505"/>
                </a:cubicBezTo>
                <a:lnTo>
                  <a:pt x="5419" y="47"/>
                </a:lnTo>
                <a:cubicBezTo>
                  <a:pt x="5372" y="16"/>
                  <a:pt x="5317" y="0"/>
                  <a:pt x="52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1" name="Google Shape;16491;p85"/>
          <p:cNvSpPr/>
          <p:nvPr/>
        </p:nvSpPr>
        <p:spPr>
          <a:xfrm>
            <a:off x="2911264" y="2055733"/>
            <a:ext cx="480105" cy="448793"/>
          </a:xfrm>
          <a:custGeom>
            <a:avLst/>
            <a:gdLst/>
            <a:ahLst/>
            <a:cxnLst/>
            <a:rect l="l" t="t" r="r" b="b"/>
            <a:pathLst>
              <a:path w="12067" h="11280" extrusionOk="0">
                <a:moveTo>
                  <a:pt x="5986" y="757"/>
                </a:moveTo>
                <a:cubicBezTo>
                  <a:pt x="7656" y="757"/>
                  <a:pt x="9011" y="2049"/>
                  <a:pt x="9137" y="3718"/>
                </a:cubicBezTo>
                <a:cubicBezTo>
                  <a:pt x="8822" y="3624"/>
                  <a:pt x="8475" y="3561"/>
                  <a:pt x="8066" y="3561"/>
                </a:cubicBezTo>
                <a:cubicBezTo>
                  <a:pt x="7278" y="3561"/>
                  <a:pt x="6585" y="3781"/>
                  <a:pt x="5955" y="4191"/>
                </a:cubicBezTo>
                <a:cubicBezTo>
                  <a:pt x="5356" y="3781"/>
                  <a:pt x="4632" y="3561"/>
                  <a:pt x="3844" y="3561"/>
                </a:cubicBezTo>
                <a:cubicBezTo>
                  <a:pt x="3466" y="3561"/>
                  <a:pt x="3119" y="3592"/>
                  <a:pt x="2773" y="3718"/>
                </a:cubicBezTo>
                <a:cubicBezTo>
                  <a:pt x="2930" y="2049"/>
                  <a:pt x="4285" y="757"/>
                  <a:pt x="5986" y="757"/>
                </a:cubicBezTo>
                <a:close/>
                <a:moveTo>
                  <a:pt x="3875" y="4254"/>
                </a:moveTo>
                <a:cubicBezTo>
                  <a:pt x="4411" y="4254"/>
                  <a:pt x="4915" y="4411"/>
                  <a:pt x="5388" y="4663"/>
                </a:cubicBezTo>
                <a:cubicBezTo>
                  <a:pt x="4852" y="5168"/>
                  <a:pt x="4505" y="5829"/>
                  <a:pt x="4285" y="6585"/>
                </a:cubicBezTo>
                <a:cubicBezTo>
                  <a:pt x="3560" y="6113"/>
                  <a:pt x="2993" y="5325"/>
                  <a:pt x="2836" y="4411"/>
                </a:cubicBezTo>
                <a:cubicBezTo>
                  <a:pt x="3151" y="4317"/>
                  <a:pt x="3497" y="4254"/>
                  <a:pt x="3875" y="4254"/>
                </a:cubicBezTo>
                <a:close/>
                <a:moveTo>
                  <a:pt x="8129" y="4254"/>
                </a:moveTo>
                <a:cubicBezTo>
                  <a:pt x="8475" y="4254"/>
                  <a:pt x="8822" y="4317"/>
                  <a:pt x="9137" y="4411"/>
                </a:cubicBezTo>
                <a:cubicBezTo>
                  <a:pt x="8979" y="5325"/>
                  <a:pt x="8444" y="6113"/>
                  <a:pt x="7687" y="6585"/>
                </a:cubicBezTo>
                <a:cubicBezTo>
                  <a:pt x="7498" y="5829"/>
                  <a:pt x="7089" y="5168"/>
                  <a:pt x="6585" y="4663"/>
                </a:cubicBezTo>
                <a:cubicBezTo>
                  <a:pt x="7026" y="4411"/>
                  <a:pt x="7561" y="4254"/>
                  <a:pt x="8129" y="4254"/>
                </a:cubicBezTo>
                <a:close/>
                <a:moveTo>
                  <a:pt x="5986" y="5042"/>
                </a:moveTo>
                <a:cubicBezTo>
                  <a:pt x="6490" y="5514"/>
                  <a:pt x="6900" y="6144"/>
                  <a:pt x="7026" y="6900"/>
                </a:cubicBezTo>
                <a:cubicBezTo>
                  <a:pt x="6648" y="7026"/>
                  <a:pt x="6364" y="7058"/>
                  <a:pt x="5986" y="7058"/>
                </a:cubicBezTo>
                <a:cubicBezTo>
                  <a:pt x="5640" y="7058"/>
                  <a:pt x="5293" y="7026"/>
                  <a:pt x="4978" y="6900"/>
                </a:cubicBezTo>
                <a:cubicBezTo>
                  <a:pt x="5073" y="6176"/>
                  <a:pt x="5451" y="5514"/>
                  <a:pt x="5986" y="5042"/>
                </a:cubicBezTo>
                <a:close/>
                <a:moveTo>
                  <a:pt x="4915" y="7625"/>
                </a:moveTo>
                <a:lnTo>
                  <a:pt x="4915" y="7625"/>
                </a:lnTo>
                <a:cubicBezTo>
                  <a:pt x="5230" y="7688"/>
                  <a:pt x="5608" y="7782"/>
                  <a:pt x="5986" y="7782"/>
                </a:cubicBezTo>
                <a:cubicBezTo>
                  <a:pt x="6333" y="7782"/>
                  <a:pt x="6711" y="7719"/>
                  <a:pt x="7057" y="7625"/>
                </a:cubicBezTo>
                <a:lnTo>
                  <a:pt x="7057" y="7625"/>
                </a:lnTo>
                <a:cubicBezTo>
                  <a:pt x="6963" y="8476"/>
                  <a:pt x="6585" y="9232"/>
                  <a:pt x="5986" y="9767"/>
                </a:cubicBezTo>
                <a:cubicBezTo>
                  <a:pt x="5388" y="9232"/>
                  <a:pt x="5010" y="8476"/>
                  <a:pt x="4915" y="7625"/>
                </a:cubicBezTo>
                <a:close/>
                <a:moveTo>
                  <a:pt x="2206" y="4726"/>
                </a:moveTo>
                <a:cubicBezTo>
                  <a:pt x="2458" y="5892"/>
                  <a:pt x="3245" y="6837"/>
                  <a:pt x="4222" y="7373"/>
                </a:cubicBezTo>
                <a:lnTo>
                  <a:pt x="4222" y="7467"/>
                </a:lnTo>
                <a:cubicBezTo>
                  <a:pt x="4222" y="8570"/>
                  <a:pt x="4663" y="9515"/>
                  <a:pt x="5388" y="10208"/>
                </a:cubicBezTo>
                <a:cubicBezTo>
                  <a:pt x="4915" y="10460"/>
                  <a:pt x="4411" y="10555"/>
                  <a:pt x="3875" y="10555"/>
                </a:cubicBezTo>
                <a:cubicBezTo>
                  <a:pt x="2080" y="10555"/>
                  <a:pt x="662" y="9137"/>
                  <a:pt x="662" y="7404"/>
                </a:cubicBezTo>
                <a:cubicBezTo>
                  <a:pt x="662" y="6270"/>
                  <a:pt x="1260" y="5294"/>
                  <a:pt x="2206" y="4726"/>
                </a:cubicBezTo>
                <a:close/>
                <a:moveTo>
                  <a:pt x="9735" y="4695"/>
                </a:moveTo>
                <a:cubicBezTo>
                  <a:pt x="10649" y="5262"/>
                  <a:pt x="11279" y="6239"/>
                  <a:pt x="11279" y="7373"/>
                </a:cubicBezTo>
                <a:cubicBezTo>
                  <a:pt x="11279" y="9137"/>
                  <a:pt x="9861" y="10555"/>
                  <a:pt x="8066" y="10555"/>
                </a:cubicBezTo>
                <a:cubicBezTo>
                  <a:pt x="7530" y="10555"/>
                  <a:pt x="7026" y="10397"/>
                  <a:pt x="6553" y="10177"/>
                </a:cubicBezTo>
                <a:cubicBezTo>
                  <a:pt x="7246" y="9452"/>
                  <a:pt x="7719" y="8476"/>
                  <a:pt x="7719" y="7404"/>
                </a:cubicBezTo>
                <a:lnTo>
                  <a:pt x="7719" y="7341"/>
                </a:lnTo>
                <a:cubicBezTo>
                  <a:pt x="8759" y="6837"/>
                  <a:pt x="9515" y="5892"/>
                  <a:pt x="9735" y="4695"/>
                </a:cubicBezTo>
                <a:close/>
                <a:moveTo>
                  <a:pt x="5986" y="1"/>
                </a:moveTo>
                <a:cubicBezTo>
                  <a:pt x="3875" y="1"/>
                  <a:pt x="2143" y="1734"/>
                  <a:pt x="2143" y="3876"/>
                </a:cubicBezTo>
                <a:lnTo>
                  <a:pt x="2143" y="3939"/>
                </a:lnTo>
                <a:cubicBezTo>
                  <a:pt x="882" y="4569"/>
                  <a:pt x="0" y="5892"/>
                  <a:pt x="0" y="7404"/>
                </a:cubicBezTo>
                <a:cubicBezTo>
                  <a:pt x="0" y="9547"/>
                  <a:pt x="1733" y="11279"/>
                  <a:pt x="3907" y="11279"/>
                </a:cubicBezTo>
                <a:cubicBezTo>
                  <a:pt x="4695" y="11279"/>
                  <a:pt x="5388" y="11027"/>
                  <a:pt x="6018" y="10649"/>
                </a:cubicBezTo>
                <a:cubicBezTo>
                  <a:pt x="6616" y="11027"/>
                  <a:pt x="7372" y="11279"/>
                  <a:pt x="8160" y="11279"/>
                </a:cubicBezTo>
                <a:cubicBezTo>
                  <a:pt x="10271" y="11279"/>
                  <a:pt x="12067" y="9547"/>
                  <a:pt x="12067" y="7404"/>
                </a:cubicBezTo>
                <a:cubicBezTo>
                  <a:pt x="11972" y="5924"/>
                  <a:pt x="11122" y="4632"/>
                  <a:pt x="9861" y="3939"/>
                </a:cubicBezTo>
                <a:lnTo>
                  <a:pt x="9861" y="3876"/>
                </a:lnTo>
                <a:cubicBezTo>
                  <a:pt x="9861" y="1734"/>
                  <a:pt x="8129" y="1"/>
                  <a:pt x="59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92" name="Google Shape;16492;p85"/>
          <p:cNvGrpSpPr/>
          <p:nvPr/>
        </p:nvGrpSpPr>
        <p:grpSpPr>
          <a:xfrm>
            <a:off x="2937597" y="3245359"/>
            <a:ext cx="419948" cy="481379"/>
            <a:chOff x="-49398750" y="2684600"/>
            <a:chExt cx="263875" cy="302475"/>
          </a:xfrm>
        </p:grpSpPr>
        <p:sp>
          <p:nvSpPr>
            <p:cNvPr id="16493" name="Google Shape;16493;p85"/>
            <p:cNvSpPr/>
            <p:nvPr/>
          </p:nvSpPr>
          <p:spPr>
            <a:xfrm>
              <a:off x="-49294775" y="2684600"/>
              <a:ext cx="73275" cy="299325"/>
            </a:xfrm>
            <a:custGeom>
              <a:avLst/>
              <a:gdLst/>
              <a:ahLst/>
              <a:cxnLst/>
              <a:rect l="l" t="t" r="r" b="b"/>
              <a:pathLst>
                <a:path w="2931" h="11973" extrusionOk="0">
                  <a:moveTo>
                    <a:pt x="1481" y="1387"/>
                  </a:moveTo>
                  <a:lnTo>
                    <a:pt x="2017" y="2836"/>
                  </a:lnTo>
                  <a:lnTo>
                    <a:pt x="914" y="2836"/>
                  </a:lnTo>
                  <a:lnTo>
                    <a:pt x="1481" y="1387"/>
                  </a:lnTo>
                  <a:close/>
                  <a:moveTo>
                    <a:pt x="2174" y="3529"/>
                  </a:moveTo>
                  <a:lnTo>
                    <a:pt x="2174" y="9893"/>
                  </a:lnTo>
                  <a:lnTo>
                    <a:pt x="757" y="9893"/>
                  </a:lnTo>
                  <a:lnTo>
                    <a:pt x="757" y="3529"/>
                  </a:lnTo>
                  <a:close/>
                  <a:moveTo>
                    <a:pt x="2174" y="10586"/>
                  </a:moveTo>
                  <a:lnTo>
                    <a:pt x="2174" y="10964"/>
                  </a:lnTo>
                  <a:cubicBezTo>
                    <a:pt x="2143" y="11153"/>
                    <a:pt x="1985" y="11311"/>
                    <a:pt x="1828" y="11311"/>
                  </a:cubicBezTo>
                  <a:lnTo>
                    <a:pt x="1103" y="11311"/>
                  </a:lnTo>
                  <a:cubicBezTo>
                    <a:pt x="914" y="11311"/>
                    <a:pt x="757" y="11153"/>
                    <a:pt x="757" y="10964"/>
                  </a:cubicBezTo>
                  <a:lnTo>
                    <a:pt x="757" y="10586"/>
                  </a:lnTo>
                  <a:close/>
                  <a:moveTo>
                    <a:pt x="1450" y="1"/>
                  </a:moveTo>
                  <a:cubicBezTo>
                    <a:pt x="1355" y="1"/>
                    <a:pt x="1198" y="95"/>
                    <a:pt x="1135" y="253"/>
                  </a:cubicBezTo>
                  <a:cubicBezTo>
                    <a:pt x="1" y="3246"/>
                    <a:pt x="95" y="3088"/>
                    <a:pt x="95" y="3151"/>
                  </a:cubicBezTo>
                  <a:lnTo>
                    <a:pt x="95" y="10933"/>
                  </a:lnTo>
                  <a:cubicBezTo>
                    <a:pt x="95" y="11500"/>
                    <a:pt x="568" y="11973"/>
                    <a:pt x="1135" y="11973"/>
                  </a:cubicBezTo>
                  <a:lnTo>
                    <a:pt x="1859" y="11973"/>
                  </a:lnTo>
                  <a:cubicBezTo>
                    <a:pt x="2458" y="11973"/>
                    <a:pt x="2931" y="11500"/>
                    <a:pt x="2931" y="10933"/>
                  </a:cubicBezTo>
                  <a:lnTo>
                    <a:pt x="2931" y="3120"/>
                  </a:lnTo>
                  <a:cubicBezTo>
                    <a:pt x="2836" y="3088"/>
                    <a:pt x="2931" y="3277"/>
                    <a:pt x="1765" y="253"/>
                  </a:cubicBezTo>
                  <a:cubicBezTo>
                    <a:pt x="1733" y="127"/>
                    <a:pt x="1576" y="1"/>
                    <a:pt x="145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4" name="Google Shape;16494;p85"/>
            <p:cNvSpPr/>
            <p:nvPr/>
          </p:nvSpPr>
          <p:spPr>
            <a:xfrm>
              <a:off x="-49398750" y="2684600"/>
              <a:ext cx="87450" cy="300900"/>
            </a:xfrm>
            <a:custGeom>
              <a:avLst/>
              <a:gdLst/>
              <a:ahLst/>
              <a:cxnLst/>
              <a:rect l="l" t="t" r="r" b="b"/>
              <a:pathLst>
                <a:path w="3498" h="12036" extrusionOk="0">
                  <a:moveTo>
                    <a:pt x="2773" y="662"/>
                  </a:moveTo>
                  <a:lnTo>
                    <a:pt x="2773" y="11311"/>
                  </a:lnTo>
                  <a:lnTo>
                    <a:pt x="662" y="11311"/>
                  </a:lnTo>
                  <a:lnTo>
                    <a:pt x="662" y="10586"/>
                  </a:lnTo>
                  <a:lnTo>
                    <a:pt x="1734" y="10586"/>
                  </a:lnTo>
                  <a:cubicBezTo>
                    <a:pt x="1923" y="10586"/>
                    <a:pt x="2080" y="10429"/>
                    <a:pt x="2080" y="10240"/>
                  </a:cubicBezTo>
                  <a:cubicBezTo>
                    <a:pt x="2080" y="10051"/>
                    <a:pt x="1923" y="9893"/>
                    <a:pt x="1734" y="9893"/>
                  </a:cubicBezTo>
                  <a:lnTo>
                    <a:pt x="662" y="9893"/>
                  </a:lnTo>
                  <a:lnTo>
                    <a:pt x="662" y="9169"/>
                  </a:lnTo>
                  <a:lnTo>
                    <a:pt x="1009" y="9169"/>
                  </a:lnTo>
                  <a:cubicBezTo>
                    <a:pt x="1198" y="9169"/>
                    <a:pt x="1356" y="9011"/>
                    <a:pt x="1356" y="8822"/>
                  </a:cubicBezTo>
                  <a:cubicBezTo>
                    <a:pt x="1356" y="8633"/>
                    <a:pt x="1198" y="8475"/>
                    <a:pt x="1009" y="8475"/>
                  </a:cubicBezTo>
                  <a:lnTo>
                    <a:pt x="662" y="8475"/>
                  </a:lnTo>
                  <a:lnTo>
                    <a:pt x="662" y="7751"/>
                  </a:lnTo>
                  <a:lnTo>
                    <a:pt x="1734" y="7751"/>
                  </a:lnTo>
                  <a:cubicBezTo>
                    <a:pt x="1923" y="7751"/>
                    <a:pt x="2080" y="7593"/>
                    <a:pt x="2080" y="7404"/>
                  </a:cubicBezTo>
                  <a:cubicBezTo>
                    <a:pt x="2080" y="7215"/>
                    <a:pt x="1923" y="7058"/>
                    <a:pt x="1734" y="7058"/>
                  </a:cubicBezTo>
                  <a:lnTo>
                    <a:pt x="662" y="7058"/>
                  </a:lnTo>
                  <a:lnTo>
                    <a:pt x="662" y="6333"/>
                  </a:lnTo>
                  <a:lnTo>
                    <a:pt x="1009" y="6333"/>
                  </a:lnTo>
                  <a:cubicBezTo>
                    <a:pt x="1198" y="6333"/>
                    <a:pt x="1356" y="6176"/>
                    <a:pt x="1356" y="5987"/>
                  </a:cubicBezTo>
                  <a:cubicBezTo>
                    <a:pt x="1356" y="5798"/>
                    <a:pt x="1198" y="5640"/>
                    <a:pt x="1009" y="5640"/>
                  </a:cubicBezTo>
                  <a:lnTo>
                    <a:pt x="662" y="5640"/>
                  </a:lnTo>
                  <a:lnTo>
                    <a:pt x="662" y="4947"/>
                  </a:lnTo>
                  <a:lnTo>
                    <a:pt x="1734" y="4947"/>
                  </a:lnTo>
                  <a:cubicBezTo>
                    <a:pt x="1923" y="4947"/>
                    <a:pt x="2080" y="4789"/>
                    <a:pt x="2080" y="4569"/>
                  </a:cubicBezTo>
                  <a:cubicBezTo>
                    <a:pt x="2080" y="4380"/>
                    <a:pt x="1923" y="4222"/>
                    <a:pt x="1734" y="4222"/>
                  </a:cubicBezTo>
                  <a:lnTo>
                    <a:pt x="662" y="4222"/>
                  </a:lnTo>
                  <a:lnTo>
                    <a:pt x="662" y="3498"/>
                  </a:lnTo>
                  <a:lnTo>
                    <a:pt x="1009" y="3498"/>
                  </a:lnTo>
                  <a:cubicBezTo>
                    <a:pt x="1198" y="3498"/>
                    <a:pt x="1356" y="3340"/>
                    <a:pt x="1356" y="3151"/>
                  </a:cubicBezTo>
                  <a:cubicBezTo>
                    <a:pt x="1356" y="2962"/>
                    <a:pt x="1198" y="2805"/>
                    <a:pt x="1009" y="2805"/>
                  </a:cubicBezTo>
                  <a:lnTo>
                    <a:pt x="662" y="2805"/>
                  </a:lnTo>
                  <a:lnTo>
                    <a:pt x="662" y="2080"/>
                  </a:lnTo>
                  <a:lnTo>
                    <a:pt x="1734" y="2080"/>
                  </a:lnTo>
                  <a:cubicBezTo>
                    <a:pt x="1923" y="2080"/>
                    <a:pt x="2080" y="1922"/>
                    <a:pt x="2080" y="1733"/>
                  </a:cubicBezTo>
                  <a:cubicBezTo>
                    <a:pt x="2080" y="1544"/>
                    <a:pt x="1923" y="1387"/>
                    <a:pt x="1734" y="1387"/>
                  </a:cubicBezTo>
                  <a:lnTo>
                    <a:pt x="662" y="1387"/>
                  </a:lnTo>
                  <a:lnTo>
                    <a:pt x="662" y="662"/>
                  </a:lnTo>
                  <a:close/>
                  <a:moveTo>
                    <a:pt x="347" y="1"/>
                  </a:moveTo>
                  <a:cubicBezTo>
                    <a:pt x="158" y="1"/>
                    <a:pt x="1" y="158"/>
                    <a:pt x="1" y="379"/>
                  </a:cubicBezTo>
                  <a:lnTo>
                    <a:pt x="1" y="11657"/>
                  </a:lnTo>
                  <a:cubicBezTo>
                    <a:pt x="1" y="11878"/>
                    <a:pt x="158" y="12036"/>
                    <a:pt x="347" y="12036"/>
                  </a:cubicBezTo>
                  <a:lnTo>
                    <a:pt x="3151" y="12036"/>
                  </a:lnTo>
                  <a:cubicBezTo>
                    <a:pt x="3340" y="12036"/>
                    <a:pt x="3498" y="11878"/>
                    <a:pt x="3498" y="11657"/>
                  </a:cubicBezTo>
                  <a:lnTo>
                    <a:pt x="3498" y="379"/>
                  </a:ln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5" name="Google Shape;16495;p85"/>
            <p:cNvSpPr/>
            <p:nvPr/>
          </p:nvSpPr>
          <p:spPr>
            <a:xfrm>
              <a:off x="-49207350" y="2686175"/>
              <a:ext cx="72475" cy="300900"/>
            </a:xfrm>
            <a:custGeom>
              <a:avLst/>
              <a:gdLst/>
              <a:ahLst/>
              <a:cxnLst/>
              <a:rect l="l" t="t" r="r" b="b"/>
              <a:pathLst>
                <a:path w="2899" h="12036" extrusionOk="0">
                  <a:moveTo>
                    <a:pt x="1859" y="694"/>
                  </a:moveTo>
                  <a:lnTo>
                    <a:pt x="1859" y="694"/>
                  </a:lnTo>
                  <a:cubicBezTo>
                    <a:pt x="1828" y="820"/>
                    <a:pt x="1796" y="946"/>
                    <a:pt x="1796" y="1040"/>
                  </a:cubicBezTo>
                  <a:cubicBezTo>
                    <a:pt x="1733" y="1418"/>
                    <a:pt x="1828" y="1765"/>
                    <a:pt x="2111" y="2112"/>
                  </a:cubicBezTo>
                  <a:cubicBezTo>
                    <a:pt x="2143" y="2143"/>
                    <a:pt x="2174" y="2238"/>
                    <a:pt x="2143" y="2301"/>
                  </a:cubicBezTo>
                  <a:cubicBezTo>
                    <a:pt x="2017" y="2584"/>
                    <a:pt x="1796" y="2773"/>
                    <a:pt x="1481" y="2773"/>
                  </a:cubicBezTo>
                  <a:cubicBezTo>
                    <a:pt x="1072" y="2773"/>
                    <a:pt x="757" y="2458"/>
                    <a:pt x="757" y="2080"/>
                  </a:cubicBezTo>
                  <a:cubicBezTo>
                    <a:pt x="757" y="1670"/>
                    <a:pt x="914" y="1324"/>
                    <a:pt x="1166" y="1103"/>
                  </a:cubicBezTo>
                  <a:cubicBezTo>
                    <a:pt x="1387" y="851"/>
                    <a:pt x="1576" y="788"/>
                    <a:pt x="1859" y="694"/>
                  </a:cubicBezTo>
                  <a:close/>
                  <a:moveTo>
                    <a:pt x="1450" y="3466"/>
                  </a:moveTo>
                  <a:cubicBezTo>
                    <a:pt x="1513" y="3529"/>
                    <a:pt x="1702" y="3781"/>
                    <a:pt x="1859" y="4600"/>
                  </a:cubicBezTo>
                  <a:cubicBezTo>
                    <a:pt x="1954" y="4726"/>
                    <a:pt x="1954" y="4789"/>
                    <a:pt x="1954" y="4884"/>
                  </a:cubicBezTo>
                  <a:lnTo>
                    <a:pt x="946" y="4884"/>
                  </a:lnTo>
                  <a:cubicBezTo>
                    <a:pt x="946" y="4789"/>
                    <a:pt x="1009" y="4726"/>
                    <a:pt x="1009" y="4600"/>
                  </a:cubicBezTo>
                  <a:cubicBezTo>
                    <a:pt x="1198" y="3781"/>
                    <a:pt x="1355" y="3529"/>
                    <a:pt x="1450" y="3466"/>
                  </a:cubicBezTo>
                  <a:close/>
                  <a:moveTo>
                    <a:pt x="2111" y="5546"/>
                  </a:moveTo>
                  <a:cubicBezTo>
                    <a:pt x="2174" y="6081"/>
                    <a:pt x="2237" y="6680"/>
                    <a:pt x="2237" y="7310"/>
                  </a:cubicBezTo>
                  <a:cubicBezTo>
                    <a:pt x="2174" y="9389"/>
                    <a:pt x="1796" y="10901"/>
                    <a:pt x="1481" y="11216"/>
                  </a:cubicBezTo>
                  <a:cubicBezTo>
                    <a:pt x="1387" y="11122"/>
                    <a:pt x="1198" y="10901"/>
                    <a:pt x="1040" y="10082"/>
                  </a:cubicBezTo>
                  <a:cubicBezTo>
                    <a:pt x="883" y="9326"/>
                    <a:pt x="757" y="8349"/>
                    <a:pt x="757" y="7310"/>
                  </a:cubicBezTo>
                  <a:cubicBezTo>
                    <a:pt x="757" y="6680"/>
                    <a:pt x="788" y="6081"/>
                    <a:pt x="883" y="5546"/>
                  </a:cubicBezTo>
                  <a:close/>
                  <a:moveTo>
                    <a:pt x="2489" y="1"/>
                  </a:moveTo>
                  <a:cubicBezTo>
                    <a:pt x="1796" y="1"/>
                    <a:pt x="1229" y="32"/>
                    <a:pt x="662" y="631"/>
                  </a:cubicBezTo>
                  <a:cubicBezTo>
                    <a:pt x="253" y="1009"/>
                    <a:pt x="1" y="1576"/>
                    <a:pt x="1" y="2112"/>
                  </a:cubicBezTo>
                  <a:cubicBezTo>
                    <a:pt x="1" y="2616"/>
                    <a:pt x="284" y="3088"/>
                    <a:pt x="725" y="3340"/>
                  </a:cubicBezTo>
                  <a:cubicBezTo>
                    <a:pt x="190" y="4285"/>
                    <a:pt x="1" y="6302"/>
                    <a:pt x="1" y="7436"/>
                  </a:cubicBezTo>
                  <a:cubicBezTo>
                    <a:pt x="1" y="8539"/>
                    <a:pt x="127" y="10555"/>
                    <a:pt x="725" y="11531"/>
                  </a:cubicBezTo>
                  <a:cubicBezTo>
                    <a:pt x="914" y="11878"/>
                    <a:pt x="1166" y="12036"/>
                    <a:pt x="1450" y="12036"/>
                  </a:cubicBezTo>
                  <a:cubicBezTo>
                    <a:pt x="1702" y="12036"/>
                    <a:pt x="1954" y="11878"/>
                    <a:pt x="2143" y="11531"/>
                  </a:cubicBezTo>
                  <a:cubicBezTo>
                    <a:pt x="2710" y="10586"/>
                    <a:pt x="2868" y="8570"/>
                    <a:pt x="2868" y="7436"/>
                  </a:cubicBezTo>
                  <a:cubicBezTo>
                    <a:pt x="2836" y="6239"/>
                    <a:pt x="2742" y="4254"/>
                    <a:pt x="2174" y="3309"/>
                  </a:cubicBezTo>
                  <a:cubicBezTo>
                    <a:pt x="2458" y="3151"/>
                    <a:pt x="2710" y="2868"/>
                    <a:pt x="2773" y="2553"/>
                  </a:cubicBezTo>
                  <a:cubicBezTo>
                    <a:pt x="2899" y="2238"/>
                    <a:pt x="2805" y="1923"/>
                    <a:pt x="2616" y="1670"/>
                  </a:cubicBezTo>
                  <a:cubicBezTo>
                    <a:pt x="2426" y="1450"/>
                    <a:pt x="2300" y="1135"/>
                    <a:pt x="2773" y="536"/>
                  </a:cubicBezTo>
                  <a:cubicBezTo>
                    <a:pt x="2836" y="410"/>
                    <a:pt x="2899" y="316"/>
                    <a:pt x="2805" y="190"/>
                  </a:cubicBezTo>
                  <a:cubicBezTo>
                    <a:pt x="2773" y="64"/>
                    <a:pt x="2616" y="1"/>
                    <a:pt x="24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96" name="Google Shape;16496;p85"/>
          <p:cNvGrpSpPr/>
          <p:nvPr/>
        </p:nvGrpSpPr>
        <p:grpSpPr>
          <a:xfrm>
            <a:off x="1164161" y="3904379"/>
            <a:ext cx="418675" cy="478872"/>
            <a:chOff x="-47509225" y="1974175"/>
            <a:chExt cx="263075" cy="300900"/>
          </a:xfrm>
        </p:grpSpPr>
        <p:sp>
          <p:nvSpPr>
            <p:cNvPr id="16497" name="Google Shape;16497;p85"/>
            <p:cNvSpPr/>
            <p:nvPr/>
          </p:nvSpPr>
          <p:spPr>
            <a:xfrm>
              <a:off x="-47439925" y="2026950"/>
              <a:ext cx="124475" cy="124450"/>
            </a:xfrm>
            <a:custGeom>
              <a:avLst/>
              <a:gdLst/>
              <a:ahLst/>
              <a:cxnLst/>
              <a:rect l="l" t="t" r="r" b="b"/>
              <a:pathLst>
                <a:path w="4979" h="4978" extrusionOk="0">
                  <a:moveTo>
                    <a:pt x="1828" y="725"/>
                  </a:moveTo>
                  <a:cubicBezTo>
                    <a:pt x="2301" y="725"/>
                    <a:pt x="2679" y="1008"/>
                    <a:pt x="2805" y="1418"/>
                  </a:cubicBezTo>
                  <a:lnTo>
                    <a:pt x="1828" y="1418"/>
                  </a:lnTo>
                  <a:cubicBezTo>
                    <a:pt x="1607" y="1418"/>
                    <a:pt x="1450" y="1575"/>
                    <a:pt x="1450" y="1796"/>
                  </a:cubicBezTo>
                  <a:lnTo>
                    <a:pt x="1450" y="2773"/>
                  </a:lnTo>
                  <a:cubicBezTo>
                    <a:pt x="1040" y="2615"/>
                    <a:pt x="757" y="2206"/>
                    <a:pt x="757" y="1796"/>
                  </a:cubicBezTo>
                  <a:cubicBezTo>
                    <a:pt x="757" y="1197"/>
                    <a:pt x="1229" y="725"/>
                    <a:pt x="1828" y="725"/>
                  </a:cubicBezTo>
                  <a:close/>
                  <a:moveTo>
                    <a:pt x="2805" y="2143"/>
                  </a:moveTo>
                  <a:cubicBezTo>
                    <a:pt x="2679" y="2458"/>
                    <a:pt x="2458" y="2678"/>
                    <a:pt x="2175" y="2773"/>
                  </a:cubicBezTo>
                  <a:lnTo>
                    <a:pt x="2175" y="2143"/>
                  </a:lnTo>
                  <a:close/>
                  <a:moveTo>
                    <a:pt x="4254" y="2111"/>
                  </a:moveTo>
                  <a:lnTo>
                    <a:pt x="4254" y="4222"/>
                  </a:lnTo>
                  <a:lnTo>
                    <a:pt x="2143" y="4222"/>
                  </a:lnTo>
                  <a:lnTo>
                    <a:pt x="2143" y="3466"/>
                  </a:lnTo>
                  <a:cubicBezTo>
                    <a:pt x="2805" y="3308"/>
                    <a:pt x="3372" y="2804"/>
                    <a:pt x="3529" y="2111"/>
                  </a:cubicBezTo>
                  <a:close/>
                  <a:moveTo>
                    <a:pt x="1765" y="0"/>
                  </a:moveTo>
                  <a:cubicBezTo>
                    <a:pt x="788" y="0"/>
                    <a:pt x="1" y="788"/>
                    <a:pt x="1" y="1796"/>
                  </a:cubicBezTo>
                  <a:cubicBezTo>
                    <a:pt x="1" y="2647"/>
                    <a:pt x="599" y="3340"/>
                    <a:pt x="1418" y="3529"/>
                  </a:cubicBezTo>
                  <a:lnTo>
                    <a:pt x="1418" y="4631"/>
                  </a:lnTo>
                  <a:cubicBezTo>
                    <a:pt x="1418" y="4820"/>
                    <a:pt x="1576" y="4978"/>
                    <a:pt x="1765" y="4978"/>
                  </a:cubicBezTo>
                  <a:lnTo>
                    <a:pt x="4569" y="4978"/>
                  </a:lnTo>
                  <a:cubicBezTo>
                    <a:pt x="4789" y="4978"/>
                    <a:pt x="4916" y="4820"/>
                    <a:pt x="4916" y="4631"/>
                  </a:cubicBezTo>
                  <a:lnTo>
                    <a:pt x="4916" y="1827"/>
                  </a:lnTo>
                  <a:cubicBezTo>
                    <a:pt x="4979" y="1575"/>
                    <a:pt x="4821" y="1418"/>
                    <a:pt x="4600" y="1418"/>
                  </a:cubicBezTo>
                  <a:lnTo>
                    <a:pt x="3498" y="1418"/>
                  </a:lnTo>
                  <a:cubicBezTo>
                    <a:pt x="3340" y="630"/>
                    <a:pt x="2647"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8" name="Google Shape;16498;p85"/>
            <p:cNvSpPr/>
            <p:nvPr/>
          </p:nvSpPr>
          <p:spPr>
            <a:xfrm>
              <a:off x="-47439125" y="2184475"/>
              <a:ext cx="88225" cy="18125"/>
            </a:xfrm>
            <a:custGeom>
              <a:avLst/>
              <a:gdLst/>
              <a:ahLst/>
              <a:cxnLst/>
              <a:rect l="l" t="t" r="r" b="b"/>
              <a:pathLst>
                <a:path w="3529" h="725" extrusionOk="0">
                  <a:moveTo>
                    <a:pt x="378" y="0"/>
                  </a:moveTo>
                  <a:cubicBezTo>
                    <a:pt x="158" y="0"/>
                    <a:pt x="32" y="158"/>
                    <a:pt x="32" y="378"/>
                  </a:cubicBezTo>
                  <a:cubicBezTo>
                    <a:pt x="0" y="567"/>
                    <a:pt x="158" y="725"/>
                    <a:pt x="378" y="725"/>
                  </a:cubicBezTo>
                  <a:lnTo>
                    <a:pt x="3182" y="725"/>
                  </a:lnTo>
                  <a:cubicBezTo>
                    <a:pt x="3371" y="725"/>
                    <a:pt x="3529" y="567"/>
                    <a:pt x="3529" y="378"/>
                  </a:cubicBezTo>
                  <a:cubicBezTo>
                    <a:pt x="3529" y="158"/>
                    <a:pt x="3371"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9" name="Google Shape;16499;p85"/>
            <p:cNvSpPr/>
            <p:nvPr/>
          </p:nvSpPr>
          <p:spPr>
            <a:xfrm>
              <a:off x="-47438350" y="2219900"/>
              <a:ext cx="122900" cy="18150"/>
            </a:xfrm>
            <a:custGeom>
              <a:avLst/>
              <a:gdLst/>
              <a:ahLst/>
              <a:cxnLst/>
              <a:rect l="l" t="t" r="r" b="b"/>
              <a:pathLst>
                <a:path w="4916" h="726" extrusionOk="0">
                  <a:moveTo>
                    <a:pt x="347" y="1"/>
                  </a:moveTo>
                  <a:cubicBezTo>
                    <a:pt x="127" y="1"/>
                    <a:pt x="1" y="158"/>
                    <a:pt x="1" y="379"/>
                  </a:cubicBezTo>
                  <a:cubicBezTo>
                    <a:pt x="1" y="568"/>
                    <a:pt x="127" y="725"/>
                    <a:pt x="347" y="725"/>
                  </a:cubicBezTo>
                  <a:lnTo>
                    <a:pt x="4537" y="725"/>
                  </a:lnTo>
                  <a:cubicBezTo>
                    <a:pt x="4758" y="725"/>
                    <a:pt x="4916" y="568"/>
                    <a:pt x="4916" y="379"/>
                  </a:cubicBezTo>
                  <a:cubicBezTo>
                    <a:pt x="4916" y="158"/>
                    <a:pt x="4758" y="1"/>
                    <a:pt x="45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0" name="Google Shape;16500;p85"/>
            <p:cNvSpPr/>
            <p:nvPr/>
          </p:nvSpPr>
          <p:spPr>
            <a:xfrm>
              <a:off x="-47333600" y="218605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6" y="536"/>
                    <a:pt x="726" y="347"/>
                  </a:cubicBezTo>
                  <a:cubicBezTo>
                    <a:pt x="726" y="126"/>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1" name="Google Shape;16501;p85"/>
            <p:cNvSpPr/>
            <p:nvPr/>
          </p:nvSpPr>
          <p:spPr>
            <a:xfrm>
              <a:off x="-47509225" y="1974175"/>
              <a:ext cx="263075" cy="300900"/>
            </a:xfrm>
            <a:custGeom>
              <a:avLst/>
              <a:gdLst/>
              <a:ahLst/>
              <a:cxnLst/>
              <a:rect l="l" t="t" r="r" b="b"/>
              <a:pathLst>
                <a:path w="10523" h="12036" extrusionOk="0">
                  <a:moveTo>
                    <a:pt x="9483" y="2111"/>
                  </a:moveTo>
                  <a:cubicBezTo>
                    <a:pt x="9672" y="2111"/>
                    <a:pt x="9830" y="2269"/>
                    <a:pt x="9830" y="2489"/>
                  </a:cubicBezTo>
                  <a:lnTo>
                    <a:pt x="9830" y="3529"/>
                  </a:lnTo>
                  <a:lnTo>
                    <a:pt x="9105" y="3529"/>
                  </a:lnTo>
                  <a:lnTo>
                    <a:pt x="9105" y="2111"/>
                  </a:lnTo>
                  <a:close/>
                  <a:moveTo>
                    <a:pt x="9830" y="4222"/>
                  </a:moveTo>
                  <a:lnTo>
                    <a:pt x="9830" y="5640"/>
                  </a:lnTo>
                  <a:lnTo>
                    <a:pt x="9105" y="5640"/>
                  </a:lnTo>
                  <a:lnTo>
                    <a:pt x="9105" y="4222"/>
                  </a:lnTo>
                  <a:close/>
                  <a:moveTo>
                    <a:pt x="9861" y="6333"/>
                  </a:moveTo>
                  <a:lnTo>
                    <a:pt x="9861" y="7751"/>
                  </a:lnTo>
                  <a:lnTo>
                    <a:pt x="9168" y="7751"/>
                  </a:lnTo>
                  <a:lnTo>
                    <a:pt x="9168" y="6333"/>
                  </a:lnTo>
                  <a:close/>
                  <a:moveTo>
                    <a:pt x="9830" y="8412"/>
                  </a:moveTo>
                  <a:lnTo>
                    <a:pt x="9830" y="9483"/>
                  </a:lnTo>
                  <a:cubicBezTo>
                    <a:pt x="9830" y="9672"/>
                    <a:pt x="9672" y="9830"/>
                    <a:pt x="9483" y="9830"/>
                  </a:cubicBezTo>
                  <a:lnTo>
                    <a:pt x="9137" y="9830"/>
                  </a:lnTo>
                  <a:lnTo>
                    <a:pt x="9137" y="8412"/>
                  </a:lnTo>
                  <a:close/>
                  <a:moveTo>
                    <a:pt x="8444" y="630"/>
                  </a:moveTo>
                  <a:lnTo>
                    <a:pt x="8444" y="11248"/>
                  </a:lnTo>
                  <a:lnTo>
                    <a:pt x="1450" y="11248"/>
                  </a:lnTo>
                  <a:lnTo>
                    <a:pt x="1450" y="10554"/>
                  </a:lnTo>
                  <a:lnTo>
                    <a:pt x="1796" y="10554"/>
                  </a:lnTo>
                  <a:cubicBezTo>
                    <a:pt x="1985" y="10554"/>
                    <a:pt x="2143" y="10397"/>
                    <a:pt x="2143" y="10176"/>
                  </a:cubicBezTo>
                  <a:cubicBezTo>
                    <a:pt x="2143" y="9987"/>
                    <a:pt x="1985" y="9830"/>
                    <a:pt x="1796" y="9830"/>
                  </a:cubicBezTo>
                  <a:lnTo>
                    <a:pt x="1450" y="9830"/>
                  </a:lnTo>
                  <a:lnTo>
                    <a:pt x="1450" y="8412"/>
                  </a:lnTo>
                  <a:lnTo>
                    <a:pt x="1796" y="8412"/>
                  </a:lnTo>
                  <a:cubicBezTo>
                    <a:pt x="1985" y="8412"/>
                    <a:pt x="2143" y="8255"/>
                    <a:pt x="2143" y="8066"/>
                  </a:cubicBezTo>
                  <a:cubicBezTo>
                    <a:pt x="2143" y="7877"/>
                    <a:pt x="1985" y="7719"/>
                    <a:pt x="1796" y="7719"/>
                  </a:cubicBezTo>
                  <a:lnTo>
                    <a:pt x="1450" y="7719"/>
                  </a:lnTo>
                  <a:lnTo>
                    <a:pt x="1450" y="6301"/>
                  </a:lnTo>
                  <a:lnTo>
                    <a:pt x="1796" y="6301"/>
                  </a:lnTo>
                  <a:cubicBezTo>
                    <a:pt x="1985" y="6301"/>
                    <a:pt x="2143" y="6144"/>
                    <a:pt x="2143" y="5923"/>
                  </a:cubicBezTo>
                  <a:cubicBezTo>
                    <a:pt x="2143" y="5734"/>
                    <a:pt x="1985" y="5577"/>
                    <a:pt x="1796" y="5577"/>
                  </a:cubicBezTo>
                  <a:lnTo>
                    <a:pt x="1450" y="5577"/>
                  </a:lnTo>
                  <a:lnTo>
                    <a:pt x="1450" y="4159"/>
                  </a:lnTo>
                  <a:lnTo>
                    <a:pt x="1796" y="4159"/>
                  </a:lnTo>
                  <a:cubicBezTo>
                    <a:pt x="1985" y="4159"/>
                    <a:pt x="2143" y="4001"/>
                    <a:pt x="2143" y="3812"/>
                  </a:cubicBezTo>
                  <a:cubicBezTo>
                    <a:pt x="2143" y="3623"/>
                    <a:pt x="1985" y="3466"/>
                    <a:pt x="1796" y="3466"/>
                  </a:cubicBezTo>
                  <a:lnTo>
                    <a:pt x="1450" y="3466"/>
                  </a:lnTo>
                  <a:lnTo>
                    <a:pt x="1450" y="2048"/>
                  </a:lnTo>
                  <a:lnTo>
                    <a:pt x="1796" y="2048"/>
                  </a:lnTo>
                  <a:cubicBezTo>
                    <a:pt x="1985" y="2048"/>
                    <a:pt x="2143" y="1891"/>
                    <a:pt x="2143" y="1670"/>
                  </a:cubicBezTo>
                  <a:cubicBezTo>
                    <a:pt x="2143" y="1481"/>
                    <a:pt x="1985" y="1324"/>
                    <a:pt x="1796" y="1324"/>
                  </a:cubicBezTo>
                  <a:lnTo>
                    <a:pt x="1450" y="1324"/>
                  </a:lnTo>
                  <a:lnTo>
                    <a:pt x="1450" y="630"/>
                  </a:lnTo>
                  <a:close/>
                  <a:moveTo>
                    <a:pt x="1040" y="0"/>
                  </a:moveTo>
                  <a:cubicBezTo>
                    <a:pt x="851" y="0"/>
                    <a:pt x="693" y="158"/>
                    <a:pt x="693" y="347"/>
                  </a:cubicBezTo>
                  <a:lnTo>
                    <a:pt x="693" y="1418"/>
                  </a:lnTo>
                  <a:lnTo>
                    <a:pt x="347" y="1418"/>
                  </a:lnTo>
                  <a:cubicBezTo>
                    <a:pt x="158" y="1418"/>
                    <a:pt x="0" y="1576"/>
                    <a:pt x="0" y="1765"/>
                  </a:cubicBezTo>
                  <a:cubicBezTo>
                    <a:pt x="0" y="1954"/>
                    <a:pt x="158" y="2111"/>
                    <a:pt x="347" y="2111"/>
                  </a:cubicBezTo>
                  <a:lnTo>
                    <a:pt x="693" y="2111"/>
                  </a:lnTo>
                  <a:lnTo>
                    <a:pt x="693" y="3529"/>
                  </a:lnTo>
                  <a:lnTo>
                    <a:pt x="347" y="3529"/>
                  </a:lnTo>
                  <a:cubicBezTo>
                    <a:pt x="158" y="3529"/>
                    <a:pt x="0" y="3686"/>
                    <a:pt x="0" y="3907"/>
                  </a:cubicBezTo>
                  <a:cubicBezTo>
                    <a:pt x="0" y="4096"/>
                    <a:pt x="158" y="4254"/>
                    <a:pt x="347" y="4254"/>
                  </a:cubicBezTo>
                  <a:lnTo>
                    <a:pt x="693" y="4254"/>
                  </a:lnTo>
                  <a:lnTo>
                    <a:pt x="693" y="5671"/>
                  </a:lnTo>
                  <a:lnTo>
                    <a:pt x="347" y="5671"/>
                  </a:lnTo>
                  <a:cubicBezTo>
                    <a:pt x="158" y="5671"/>
                    <a:pt x="0" y="5829"/>
                    <a:pt x="0" y="6018"/>
                  </a:cubicBezTo>
                  <a:cubicBezTo>
                    <a:pt x="0" y="6207"/>
                    <a:pt x="158" y="6364"/>
                    <a:pt x="347" y="6364"/>
                  </a:cubicBezTo>
                  <a:lnTo>
                    <a:pt x="693" y="6364"/>
                  </a:lnTo>
                  <a:lnTo>
                    <a:pt x="693" y="7782"/>
                  </a:lnTo>
                  <a:lnTo>
                    <a:pt x="347" y="7782"/>
                  </a:lnTo>
                  <a:cubicBezTo>
                    <a:pt x="158" y="7782"/>
                    <a:pt x="0" y="7940"/>
                    <a:pt x="0" y="8160"/>
                  </a:cubicBezTo>
                  <a:cubicBezTo>
                    <a:pt x="0" y="8349"/>
                    <a:pt x="158" y="8507"/>
                    <a:pt x="347" y="8507"/>
                  </a:cubicBezTo>
                  <a:lnTo>
                    <a:pt x="693" y="8507"/>
                  </a:lnTo>
                  <a:lnTo>
                    <a:pt x="693" y="9924"/>
                  </a:lnTo>
                  <a:lnTo>
                    <a:pt x="347" y="9924"/>
                  </a:lnTo>
                  <a:cubicBezTo>
                    <a:pt x="158" y="9924"/>
                    <a:pt x="0" y="10082"/>
                    <a:pt x="0" y="10271"/>
                  </a:cubicBezTo>
                  <a:cubicBezTo>
                    <a:pt x="0" y="10460"/>
                    <a:pt x="158" y="10617"/>
                    <a:pt x="347" y="10617"/>
                  </a:cubicBezTo>
                  <a:lnTo>
                    <a:pt x="693" y="10617"/>
                  </a:lnTo>
                  <a:lnTo>
                    <a:pt x="693" y="11689"/>
                  </a:lnTo>
                  <a:cubicBezTo>
                    <a:pt x="693" y="11878"/>
                    <a:pt x="851" y="12035"/>
                    <a:pt x="1040" y="12035"/>
                  </a:cubicBezTo>
                  <a:lnTo>
                    <a:pt x="8759" y="12035"/>
                  </a:lnTo>
                  <a:cubicBezTo>
                    <a:pt x="8979" y="12035"/>
                    <a:pt x="9137" y="11878"/>
                    <a:pt x="9137" y="11689"/>
                  </a:cubicBezTo>
                  <a:lnTo>
                    <a:pt x="9137" y="10617"/>
                  </a:lnTo>
                  <a:lnTo>
                    <a:pt x="9483" y="10617"/>
                  </a:lnTo>
                  <a:cubicBezTo>
                    <a:pt x="10050" y="10617"/>
                    <a:pt x="10523" y="10145"/>
                    <a:pt x="10523" y="9578"/>
                  </a:cubicBezTo>
                  <a:lnTo>
                    <a:pt x="10523" y="2552"/>
                  </a:lnTo>
                  <a:cubicBezTo>
                    <a:pt x="10523" y="1891"/>
                    <a:pt x="10050" y="1418"/>
                    <a:pt x="9483" y="1418"/>
                  </a:cubicBezTo>
                  <a:lnTo>
                    <a:pt x="9137" y="1418"/>
                  </a:lnTo>
                  <a:lnTo>
                    <a:pt x="9137" y="347"/>
                  </a:lnTo>
                  <a:cubicBezTo>
                    <a:pt x="9137" y="158"/>
                    <a:pt x="8979" y="0"/>
                    <a:pt x="875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02" name="Google Shape;16502;p85"/>
          <p:cNvGrpSpPr/>
          <p:nvPr/>
        </p:nvGrpSpPr>
        <p:grpSpPr>
          <a:xfrm>
            <a:off x="1132829" y="4499758"/>
            <a:ext cx="481339" cy="477281"/>
            <a:chOff x="-47529700" y="2342000"/>
            <a:chExt cx="302450" cy="299900"/>
          </a:xfrm>
        </p:grpSpPr>
        <p:sp>
          <p:nvSpPr>
            <p:cNvPr id="16503" name="Google Shape;16503;p85"/>
            <p:cNvSpPr/>
            <p:nvPr/>
          </p:nvSpPr>
          <p:spPr>
            <a:xfrm>
              <a:off x="-47529700" y="2342000"/>
              <a:ext cx="302450" cy="299900"/>
            </a:xfrm>
            <a:custGeom>
              <a:avLst/>
              <a:gdLst/>
              <a:ahLst/>
              <a:cxnLst/>
              <a:rect l="l" t="t" r="r" b="b"/>
              <a:pathLst>
                <a:path w="12098" h="11996" extrusionOk="0">
                  <a:moveTo>
                    <a:pt x="7530" y="725"/>
                  </a:moveTo>
                  <a:cubicBezTo>
                    <a:pt x="9672" y="725"/>
                    <a:pt x="11405" y="2457"/>
                    <a:pt x="11405" y="4568"/>
                  </a:cubicBezTo>
                  <a:cubicBezTo>
                    <a:pt x="11405" y="6711"/>
                    <a:pt x="9672" y="8443"/>
                    <a:pt x="7530" y="8443"/>
                  </a:cubicBezTo>
                  <a:cubicBezTo>
                    <a:pt x="5419" y="8443"/>
                    <a:pt x="3686" y="6711"/>
                    <a:pt x="3686" y="4568"/>
                  </a:cubicBezTo>
                  <a:cubicBezTo>
                    <a:pt x="3686" y="2457"/>
                    <a:pt x="5419" y="725"/>
                    <a:pt x="7530" y="725"/>
                  </a:cubicBezTo>
                  <a:close/>
                  <a:moveTo>
                    <a:pt x="4064" y="7530"/>
                  </a:moveTo>
                  <a:cubicBezTo>
                    <a:pt x="4222" y="7719"/>
                    <a:pt x="4379" y="7876"/>
                    <a:pt x="4568" y="8034"/>
                  </a:cubicBezTo>
                  <a:lnTo>
                    <a:pt x="3686" y="8947"/>
                  </a:lnTo>
                  <a:lnTo>
                    <a:pt x="3151" y="8443"/>
                  </a:lnTo>
                  <a:lnTo>
                    <a:pt x="4064" y="7530"/>
                  </a:lnTo>
                  <a:close/>
                  <a:moveTo>
                    <a:pt x="2647" y="8916"/>
                  </a:moveTo>
                  <a:lnTo>
                    <a:pt x="3151" y="9420"/>
                  </a:lnTo>
                  <a:lnTo>
                    <a:pt x="1386" y="11184"/>
                  </a:lnTo>
                  <a:cubicBezTo>
                    <a:pt x="1323" y="11247"/>
                    <a:pt x="1237" y="11279"/>
                    <a:pt x="1146" y="11279"/>
                  </a:cubicBezTo>
                  <a:cubicBezTo>
                    <a:pt x="1056" y="11279"/>
                    <a:pt x="961" y="11247"/>
                    <a:pt x="882" y="11184"/>
                  </a:cubicBezTo>
                  <a:cubicBezTo>
                    <a:pt x="756" y="11090"/>
                    <a:pt x="756" y="10838"/>
                    <a:pt x="882" y="10680"/>
                  </a:cubicBezTo>
                  <a:lnTo>
                    <a:pt x="2647" y="8916"/>
                  </a:lnTo>
                  <a:close/>
                  <a:moveTo>
                    <a:pt x="7530" y="0"/>
                  </a:moveTo>
                  <a:cubicBezTo>
                    <a:pt x="5009" y="0"/>
                    <a:pt x="2962" y="2048"/>
                    <a:pt x="2962" y="4568"/>
                  </a:cubicBezTo>
                  <a:cubicBezTo>
                    <a:pt x="2962" y="5450"/>
                    <a:pt x="3214" y="6270"/>
                    <a:pt x="3623" y="6963"/>
                  </a:cubicBezTo>
                  <a:lnTo>
                    <a:pt x="410" y="10208"/>
                  </a:lnTo>
                  <a:cubicBezTo>
                    <a:pt x="0" y="10586"/>
                    <a:pt x="0" y="11279"/>
                    <a:pt x="410" y="11688"/>
                  </a:cubicBezTo>
                  <a:cubicBezTo>
                    <a:pt x="599" y="11893"/>
                    <a:pt x="867" y="11996"/>
                    <a:pt x="1138" y="11996"/>
                  </a:cubicBezTo>
                  <a:cubicBezTo>
                    <a:pt x="1410" y="11996"/>
                    <a:pt x="1686" y="11893"/>
                    <a:pt x="1890" y="11688"/>
                  </a:cubicBezTo>
                  <a:lnTo>
                    <a:pt x="5135" y="8475"/>
                  </a:lnTo>
                  <a:cubicBezTo>
                    <a:pt x="5829" y="8916"/>
                    <a:pt x="6679" y="9137"/>
                    <a:pt x="7530" y="9137"/>
                  </a:cubicBezTo>
                  <a:cubicBezTo>
                    <a:pt x="10050" y="9137"/>
                    <a:pt x="12098" y="7089"/>
                    <a:pt x="12098" y="4568"/>
                  </a:cubicBezTo>
                  <a:cubicBezTo>
                    <a:pt x="12098" y="2048"/>
                    <a:pt x="10050" y="0"/>
                    <a:pt x="75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4" name="Google Shape;16504;p85"/>
            <p:cNvSpPr/>
            <p:nvPr/>
          </p:nvSpPr>
          <p:spPr>
            <a:xfrm>
              <a:off x="-47404475" y="2395550"/>
              <a:ext cx="124475" cy="123675"/>
            </a:xfrm>
            <a:custGeom>
              <a:avLst/>
              <a:gdLst/>
              <a:ahLst/>
              <a:cxnLst/>
              <a:rect l="l" t="t" r="r" b="b"/>
              <a:pathLst>
                <a:path w="4979" h="4947" extrusionOk="0">
                  <a:moveTo>
                    <a:pt x="2804" y="2080"/>
                  </a:moveTo>
                  <a:cubicBezTo>
                    <a:pt x="2678" y="2395"/>
                    <a:pt x="2458" y="2647"/>
                    <a:pt x="2174" y="2710"/>
                  </a:cubicBezTo>
                  <a:lnTo>
                    <a:pt x="2174" y="2080"/>
                  </a:lnTo>
                  <a:close/>
                  <a:moveTo>
                    <a:pt x="1828" y="694"/>
                  </a:moveTo>
                  <a:cubicBezTo>
                    <a:pt x="2300" y="694"/>
                    <a:pt x="2678" y="977"/>
                    <a:pt x="2804" y="1418"/>
                  </a:cubicBezTo>
                  <a:lnTo>
                    <a:pt x="1828" y="1418"/>
                  </a:lnTo>
                  <a:cubicBezTo>
                    <a:pt x="1607" y="1418"/>
                    <a:pt x="1481" y="1576"/>
                    <a:pt x="1481" y="1765"/>
                  </a:cubicBezTo>
                  <a:lnTo>
                    <a:pt x="1481" y="2741"/>
                  </a:lnTo>
                  <a:cubicBezTo>
                    <a:pt x="1072" y="2584"/>
                    <a:pt x="757" y="2206"/>
                    <a:pt x="757" y="1765"/>
                  </a:cubicBezTo>
                  <a:cubicBezTo>
                    <a:pt x="757" y="1166"/>
                    <a:pt x="1229" y="694"/>
                    <a:pt x="1828" y="694"/>
                  </a:cubicBezTo>
                  <a:close/>
                  <a:moveTo>
                    <a:pt x="4254" y="2080"/>
                  </a:moveTo>
                  <a:lnTo>
                    <a:pt x="4254" y="4222"/>
                  </a:lnTo>
                  <a:lnTo>
                    <a:pt x="2143" y="4222"/>
                  </a:lnTo>
                  <a:lnTo>
                    <a:pt x="2143" y="3466"/>
                  </a:lnTo>
                  <a:cubicBezTo>
                    <a:pt x="2804" y="3308"/>
                    <a:pt x="3371" y="2804"/>
                    <a:pt x="3498" y="2080"/>
                  </a:cubicBezTo>
                  <a:close/>
                  <a:moveTo>
                    <a:pt x="1796" y="0"/>
                  </a:moveTo>
                  <a:cubicBezTo>
                    <a:pt x="788" y="0"/>
                    <a:pt x="0" y="788"/>
                    <a:pt x="0" y="1765"/>
                  </a:cubicBezTo>
                  <a:cubicBezTo>
                    <a:pt x="0" y="2615"/>
                    <a:pt x="599" y="3340"/>
                    <a:pt x="1418" y="3497"/>
                  </a:cubicBezTo>
                  <a:lnTo>
                    <a:pt x="1418" y="4600"/>
                  </a:lnTo>
                  <a:cubicBezTo>
                    <a:pt x="1418" y="4789"/>
                    <a:pt x="1576" y="4947"/>
                    <a:pt x="1796" y="4947"/>
                  </a:cubicBezTo>
                  <a:lnTo>
                    <a:pt x="4569" y="4947"/>
                  </a:lnTo>
                  <a:cubicBezTo>
                    <a:pt x="4789" y="4947"/>
                    <a:pt x="4947" y="4789"/>
                    <a:pt x="4947" y="4600"/>
                  </a:cubicBezTo>
                  <a:lnTo>
                    <a:pt x="4947" y="1796"/>
                  </a:lnTo>
                  <a:cubicBezTo>
                    <a:pt x="4978" y="1576"/>
                    <a:pt x="4821" y="1418"/>
                    <a:pt x="4632" y="1418"/>
                  </a:cubicBezTo>
                  <a:lnTo>
                    <a:pt x="3498" y="1418"/>
                  </a:lnTo>
                  <a:cubicBezTo>
                    <a:pt x="3371" y="631"/>
                    <a:pt x="2647"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05" name="Google Shape;16505;p85"/>
          <p:cNvGrpSpPr/>
          <p:nvPr/>
        </p:nvGrpSpPr>
        <p:grpSpPr>
          <a:xfrm>
            <a:off x="1134701" y="5165289"/>
            <a:ext cx="477599" cy="363531"/>
            <a:chOff x="-47527350" y="2747625"/>
            <a:chExt cx="300100" cy="228425"/>
          </a:xfrm>
        </p:grpSpPr>
        <p:sp>
          <p:nvSpPr>
            <p:cNvPr id="16506" name="Google Shape;16506;p85"/>
            <p:cNvSpPr/>
            <p:nvPr/>
          </p:nvSpPr>
          <p:spPr>
            <a:xfrm>
              <a:off x="-47475350" y="2782275"/>
              <a:ext cx="124450" cy="124475"/>
            </a:xfrm>
            <a:custGeom>
              <a:avLst/>
              <a:gdLst/>
              <a:ahLst/>
              <a:cxnLst/>
              <a:rect l="l" t="t" r="r" b="b"/>
              <a:pathLst>
                <a:path w="4978" h="4979" extrusionOk="0">
                  <a:moveTo>
                    <a:pt x="2804" y="2080"/>
                  </a:moveTo>
                  <a:cubicBezTo>
                    <a:pt x="2678" y="2395"/>
                    <a:pt x="2457" y="2647"/>
                    <a:pt x="2174" y="2710"/>
                  </a:cubicBezTo>
                  <a:lnTo>
                    <a:pt x="2174" y="2080"/>
                  </a:lnTo>
                  <a:close/>
                  <a:moveTo>
                    <a:pt x="1827" y="725"/>
                  </a:moveTo>
                  <a:cubicBezTo>
                    <a:pt x="2300" y="725"/>
                    <a:pt x="2678" y="977"/>
                    <a:pt x="2804" y="1418"/>
                  </a:cubicBezTo>
                  <a:lnTo>
                    <a:pt x="1827" y="1418"/>
                  </a:lnTo>
                  <a:cubicBezTo>
                    <a:pt x="1607" y="1418"/>
                    <a:pt x="1481" y="1576"/>
                    <a:pt x="1481" y="1765"/>
                  </a:cubicBezTo>
                  <a:lnTo>
                    <a:pt x="1481" y="2773"/>
                  </a:lnTo>
                  <a:cubicBezTo>
                    <a:pt x="1071" y="2615"/>
                    <a:pt x="756" y="2206"/>
                    <a:pt x="756" y="1765"/>
                  </a:cubicBezTo>
                  <a:cubicBezTo>
                    <a:pt x="756" y="1197"/>
                    <a:pt x="1229" y="725"/>
                    <a:pt x="1827" y="725"/>
                  </a:cubicBezTo>
                  <a:close/>
                  <a:moveTo>
                    <a:pt x="4253" y="2080"/>
                  </a:moveTo>
                  <a:lnTo>
                    <a:pt x="4253" y="4222"/>
                  </a:lnTo>
                  <a:lnTo>
                    <a:pt x="2142" y="4222"/>
                  </a:lnTo>
                  <a:lnTo>
                    <a:pt x="2142" y="3466"/>
                  </a:lnTo>
                  <a:cubicBezTo>
                    <a:pt x="2804" y="3308"/>
                    <a:pt x="3371" y="2804"/>
                    <a:pt x="3529" y="2080"/>
                  </a:cubicBezTo>
                  <a:close/>
                  <a:moveTo>
                    <a:pt x="1764" y="0"/>
                  </a:moveTo>
                  <a:cubicBezTo>
                    <a:pt x="788" y="0"/>
                    <a:pt x="0" y="788"/>
                    <a:pt x="0" y="1765"/>
                  </a:cubicBezTo>
                  <a:cubicBezTo>
                    <a:pt x="0" y="2647"/>
                    <a:pt x="599" y="3340"/>
                    <a:pt x="1418" y="3497"/>
                  </a:cubicBezTo>
                  <a:lnTo>
                    <a:pt x="1418" y="4600"/>
                  </a:lnTo>
                  <a:cubicBezTo>
                    <a:pt x="1418" y="4821"/>
                    <a:pt x="1575" y="4978"/>
                    <a:pt x="1764" y="4978"/>
                  </a:cubicBezTo>
                  <a:lnTo>
                    <a:pt x="4568" y="4978"/>
                  </a:lnTo>
                  <a:cubicBezTo>
                    <a:pt x="4757" y="4978"/>
                    <a:pt x="4915" y="4821"/>
                    <a:pt x="4915" y="4600"/>
                  </a:cubicBezTo>
                  <a:lnTo>
                    <a:pt x="4915" y="1828"/>
                  </a:lnTo>
                  <a:cubicBezTo>
                    <a:pt x="4978" y="1576"/>
                    <a:pt x="4820" y="1418"/>
                    <a:pt x="4600" y="1418"/>
                  </a:cubicBezTo>
                  <a:lnTo>
                    <a:pt x="3497" y="1418"/>
                  </a:lnTo>
                  <a:cubicBezTo>
                    <a:pt x="3340" y="630"/>
                    <a:pt x="2646"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7" name="Google Shape;16507;p85"/>
            <p:cNvSpPr/>
            <p:nvPr/>
          </p:nvSpPr>
          <p:spPr>
            <a:xfrm>
              <a:off x="-47333600" y="278227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8" name="Google Shape;16508;p85"/>
            <p:cNvSpPr/>
            <p:nvPr/>
          </p:nvSpPr>
          <p:spPr>
            <a:xfrm>
              <a:off x="-47333600" y="281772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9" name="Google Shape;16509;p85"/>
            <p:cNvSpPr/>
            <p:nvPr/>
          </p:nvSpPr>
          <p:spPr>
            <a:xfrm>
              <a:off x="-47333600" y="2852375"/>
              <a:ext cx="53600" cy="17350"/>
            </a:xfrm>
            <a:custGeom>
              <a:avLst/>
              <a:gdLst/>
              <a:ahLst/>
              <a:cxnLst/>
              <a:rect l="l" t="t" r="r" b="b"/>
              <a:pathLst>
                <a:path w="2144" h="694" extrusionOk="0">
                  <a:moveTo>
                    <a:pt x="347" y="0"/>
                  </a:moveTo>
                  <a:cubicBezTo>
                    <a:pt x="158" y="0"/>
                    <a:pt x="1" y="158"/>
                    <a:pt x="1" y="347"/>
                  </a:cubicBezTo>
                  <a:cubicBezTo>
                    <a:pt x="1" y="536"/>
                    <a:pt x="158" y="693"/>
                    <a:pt x="347" y="693"/>
                  </a:cubicBezTo>
                  <a:lnTo>
                    <a:pt x="1797" y="693"/>
                  </a:lnTo>
                  <a:cubicBezTo>
                    <a:pt x="1986" y="693"/>
                    <a:pt x="2143" y="536"/>
                    <a:pt x="2143" y="347"/>
                  </a:cubicBezTo>
                  <a:cubicBezTo>
                    <a:pt x="2143" y="158"/>
                    <a:pt x="1986" y="0"/>
                    <a:pt x="17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0" name="Google Shape;16510;p85"/>
            <p:cNvSpPr/>
            <p:nvPr/>
          </p:nvSpPr>
          <p:spPr>
            <a:xfrm>
              <a:off x="-47333600" y="2887800"/>
              <a:ext cx="53600" cy="17375"/>
            </a:xfrm>
            <a:custGeom>
              <a:avLst/>
              <a:gdLst/>
              <a:ahLst/>
              <a:cxnLst/>
              <a:rect l="l" t="t" r="r" b="b"/>
              <a:pathLst>
                <a:path w="2144" h="695" extrusionOk="0">
                  <a:moveTo>
                    <a:pt x="347" y="1"/>
                  </a:moveTo>
                  <a:cubicBezTo>
                    <a:pt x="158" y="1"/>
                    <a:pt x="1" y="158"/>
                    <a:pt x="1" y="347"/>
                  </a:cubicBezTo>
                  <a:cubicBezTo>
                    <a:pt x="1" y="537"/>
                    <a:pt x="158" y="694"/>
                    <a:pt x="347" y="694"/>
                  </a:cubicBezTo>
                  <a:lnTo>
                    <a:pt x="1797" y="694"/>
                  </a:lnTo>
                  <a:cubicBezTo>
                    <a:pt x="1986" y="694"/>
                    <a:pt x="2143" y="537"/>
                    <a:pt x="2143" y="347"/>
                  </a:cubicBezTo>
                  <a:cubicBezTo>
                    <a:pt x="2143" y="158"/>
                    <a:pt x="1986" y="1"/>
                    <a:pt x="17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1" name="Google Shape;16511;p85"/>
            <p:cNvSpPr/>
            <p:nvPr/>
          </p:nvSpPr>
          <p:spPr>
            <a:xfrm>
              <a:off x="-47527350" y="2747625"/>
              <a:ext cx="300100" cy="228425"/>
            </a:xfrm>
            <a:custGeom>
              <a:avLst/>
              <a:gdLst/>
              <a:ahLst/>
              <a:cxnLst/>
              <a:rect l="l" t="t" r="r" b="b"/>
              <a:pathLst>
                <a:path w="12004" h="9137" extrusionOk="0">
                  <a:moveTo>
                    <a:pt x="10586" y="693"/>
                  </a:moveTo>
                  <a:lnTo>
                    <a:pt x="10586" y="7026"/>
                  </a:lnTo>
                  <a:lnTo>
                    <a:pt x="1418" y="7026"/>
                  </a:lnTo>
                  <a:lnTo>
                    <a:pt x="1418" y="693"/>
                  </a:lnTo>
                  <a:close/>
                  <a:moveTo>
                    <a:pt x="11311" y="7687"/>
                  </a:moveTo>
                  <a:lnTo>
                    <a:pt x="11311" y="8412"/>
                  </a:lnTo>
                  <a:lnTo>
                    <a:pt x="725" y="8412"/>
                  </a:lnTo>
                  <a:lnTo>
                    <a:pt x="725" y="7687"/>
                  </a:lnTo>
                  <a:close/>
                  <a:moveTo>
                    <a:pt x="1072" y="0"/>
                  </a:moveTo>
                  <a:cubicBezTo>
                    <a:pt x="883" y="0"/>
                    <a:pt x="725" y="158"/>
                    <a:pt x="725" y="378"/>
                  </a:cubicBezTo>
                  <a:lnTo>
                    <a:pt x="725" y="7026"/>
                  </a:lnTo>
                  <a:lnTo>
                    <a:pt x="347" y="7026"/>
                  </a:lnTo>
                  <a:cubicBezTo>
                    <a:pt x="158" y="7026"/>
                    <a:pt x="1" y="7183"/>
                    <a:pt x="1" y="7372"/>
                  </a:cubicBezTo>
                  <a:lnTo>
                    <a:pt x="1" y="8790"/>
                  </a:lnTo>
                  <a:cubicBezTo>
                    <a:pt x="1" y="8979"/>
                    <a:pt x="158" y="9136"/>
                    <a:pt x="347" y="9136"/>
                  </a:cubicBezTo>
                  <a:lnTo>
                    <a:pt x="11658" y="9136"/>
                  </a:lnTo>
                  <a:cubicBezTo>
                    <a:pt x="11847" y="9136"/>
                    <a:pt x="12004" y="8979"/>
                    <a:pt x="12004" y="8790"/>
                  </a:cubicBezTo>
                  <a:lnTo>
                    <a:pt x="12004" y="7372"/>
                  </a:lnTo>
                  <a:cubicBezTo>
                    <a:pt x="12004" y="7183"/>
                    <a:pt x="11847" y="7026"/>
                    <a:pt x="11658" y="7026"/>
                  </a:cubicBezTo>
                  <a:lnTo>
                    <a:pt x="11311" y="7026"/>
                  </a:lnTo>
                  <a:lnTo>
                    <a:pt x="11311" y="378"/>
                  </a:lnTo>
                  <a:cubicBezTo>
                    <a:pt x="11311" y="158"/>
                    <a:pt x="11153" y="0"/>
                    <a:pt x="109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12" name="Google Shape;16512;p85"/>
          <p:cNvSpPr/>
          <p:nvPr/>
        </p:nvSpPr>
        <p:spPr>
          <a:xfrm>
            <a:off x="4103299" y="3887577"/>
            <a:ext cx="475092" cy="481060"/>
          </a:xfrm>
          <a:custGeom>
            <a:avLst/>
            <a:gdLst/>
            <a:ahLst/>
            <a:cxnLst/>
            <a:rect l="l" t="t" r="r" b="b"/>
            <a:pathLst>
              <a:path w="11941" h="12091" extrusionOk="0">
                <a:moveTo>
                  <a:pt x="5955" y="796"/>
                </a:moveTo>
                <a:lnTo>
                  <a:pt x="10933" y="3915"/>
                </a:lnTo>
                <a:lnTo>
                  <a:pt x="5955" y="7034"/>
                </a:lnTo>
                <a:lnTo>
                  <a:pt x="977" y="3915"/>
                </a:lnTo>
                <a:lnTo>
                  <a:pt x="5955" y="796"/>
                </a:lnTo>
                <a:close/>
                <a:moveTo>
                  <a:pt x="9924" y="5428"/>
                </a:moveTo>
                <a:lnTo>
                  <a:pt x="10964" y="6058"/>
                </a:lnTo>
                <a:lnTo>
                  <a:pt x="5955" y="9145"/>
                </a:lnTo>
                <a:lnTo>
                  <a:pt x="977" y="6058"/>
                </a:lnTo>
                <a:lnTo>
                  <a:pt x="2017" y="5428"/>
                </a:lnTo>
                <a:lnTo>
                  <a:pt x="5797" y="7790"/>
                </a:lnTo>
                <a:cubicBezTo>
                  <a:pt x="5860" y="7822"/>
                  <a:pt x="5931" y="7838"/>
                  <a:pt x="5994" y="7838"/>
                </a:cubicBezTo>
                <a:cubicBezTo>
                  <a:pt x="6057" y="7838"/>
                  <a:pt x="6112" y="7822"/>
                  <a:pt x="6144" y="7790"/>
                </a:cubicBezTo>
                <a:lnTo>
                  <a:pt x="9924" y="5428"/>
                </a:lnTo>
                <a:close/>
                <a:moveTo>
                  <a:pt x="9956" y="7538"/>
                </a:moveTo>
                <a:lnTo>
                  <a:pt x="10964" y="8169"/>
                </a:lnTo>
                <a:lnTo>
                  <a:pt x="5986" y="11288"/>
                </a:lnTo>
                <a:lnTo>
                  <a:pt x="1040" y="8169"/>
                </a:lnTo>
                <a:lnTo>
                  <a:pt x="2048" y="7538"/>
                </a:lnTo>
                <a:lnTo>
                  <a:pt x="5829" y="9901"/>
                </a:lnTo>
                <a:cubicBezTo>
                  <a:pt x="5892" y="9949"/>
                  <a:pt x="5963" y="9972"/>
                  <a:pt x="6026" y="9972"/>
                </a:cubicBezTo>
                <a:cubicBezTo>
                  <a:pt x="6089" y="9972"/>
                  <a:pt x="6144" y="9949"/>
                  <a:pt x="6175" y="9901"/>
                </a:cubicBezTo>
                <a:lnTo>
                  <a:pt x="9956" y="7538"/>
                </a:lnTo>
                <a:close/>
                <a:moveTo>
                  <a:pt x="5959" y="1"/>
                </a:moveTo>
                <a:cubicBezTo>
                  <a:pt x="5900" y="1"/>
                  <a:pt x="5845" y="25"/>
                  <a:pt x="5797" y="72"/>
                </a:cubicBezTo>
                <a:lnTo>
                  <a:pt x="158" y="3600"/>
                </a:lnTo>
                <a:cubicBezTo>
                  <a:pt x="32" y="3695"/>
                  <a:pt x="0" y="3758"/>
                  <a:pt x="0" y="3915"/>
                </a:cubicBezTo>
                <a:cubicBezTo>
                  <a:pt x="0" y="4073"/>
                  <a:pt x="95" y="4136"/>
                  <a:pt x="158" y="4230"/>
                </a:cubicBezTo>
                <a:lnTo>
                  <a:pt x="1387" y="4987"/>
                </a:lnTo>
                <a:lnTo>
                  <a:pt x="158" y="5743"/>
                </a:lnTo>
                <a:cubicBezTo>
                  <a:pt x="32" y="5806"/>
                  <a:pt x="0" y="5869"/>
                  <a:pt x="0" y="6058"/>
                </a:cubicBezTo>
                <a:cubicBezTo>
                  <a:pt x="0" y="6152"/>
                  <a:pt x="95" y="6278"/>
                  <a:pt x="158" y="6373"/>
                </a:cubicBezTo>
                <a:lnTo>
                  <a:pt x="1387" y="7097"/>
                </a:lnTo>
                <a:lnTo>
                  <a:pt x="158" y="7854"/>
                </a:lnTo>
                <a:cubicBezTo>
                  <a:pt x="32" y="7948"/>
                  <a:pt x="0" y="8011"/>
                  <a:pt x="0" y="8169"/>
                </a:cubicBezTo>
                <a:cubicBezTo>
                  <a:pt x="0" y="8295"/>
                  <a:pt x="95" y="8421"/>
                  <a:pt x="158" y="8484"/>
                </a:cubicBezTo>
                <a:lnTo>
                  <a:pt x="5797" y="12044"/>
                </a:lnTo>
                <a:cubicBezTo>
                  <a:pt x="5860" y="12075"/>
                  <a:pt x="5931" y="12091"/>
                  <a:pt x="5994" y="12091"/>
                </a:cubicBezTo>
                <a:cubicBezTo>
                  <a:pt x="6057" y="12091"/>
                  <a:pt x="6112" y="12075"/>
                  <a:pt x="6144" y="12044"/>
                </a:cubicBezTo>
                <a:lnTo>
                  <a:pt x="11783" y="8484"/>
                </a:lnTo>
                <a:cubicBezTo>
                  <a:pt x="11909" y="8421"/>
                  <a:pt x="11941" y="8326"/>
                  <a:pt x="11941" y="8169"/>
                </a:cubicBezTo>
                <a:cubicBezTo>
                  <a:pt x="11941" y="8043"/>
                  <a:pt x="11846" y="7948"/>
                  <a:pt x="11783" y="7854"/>
                </a:cubicBezTo>
                <a:lnTo>
                  <a:pt x="10555" y="7097"/>
                </a:lnTo>
                <a:lnTo>
                  <a:pt x="11783" y="6373"/>
                </a:lnTo>
                <a:cubicBezTo>
                  <a:pt x="11909" y="6278"/>
                  <a:pt x="11941" y="6152"/>
                  <a:pt x="11941" y="6058"/>
                </a:cubicBezTo>
                <a:cubicBezTo>
                  <a:pt x="11941" y="5932"/>
                  <a:pt x="11846" y="5806"/>
                  <a:pt x="11783" y="5743"/>
                </a:cubicBezTo>
                <a:lnTo>
                  <a:pt x="10555" y="4987"/>
                </a:lnTo>
                <a:lnTo>
                  <a:pt x="11783" y="4230"/>
                </a:lnTo>
                <a:cubicBezTo>
                  <a:pt x="11909" y="4136"/>
                  <a:pt x="11941" y="4073"/>
                  <a:pt x="11941" y="3915"/>
                </a:cubicBezTo>
                <a:cubicBezTo>
                  <a:pt x="11941" y="3758"/>
                  <a:pt x="11846" y="3695"/>
                  <a:pt x="11783" y="3600"/>
                </a:cubicBezTo>
                <a:lnTo>
                  <a:pt x="6144" y="72"/>
                </a:lnTo>
                <a:cubicBezTo>
                  <a:pt x="6081" y="25"/>
                  <a:pt x="6018" y="1"/>
                  <a:pt x="59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13" name="Google Shape;16513;p85"/>
          <p:cNvGrpSpPr/>
          <p:nvPr/>
        </p:nvGrpSpPr>
        <p:grpSpPr>
          <a:xfrm>
            <a:off x="4098566" y="4516030"/>
            <a:ext cx="477639" cy="419948"/>
            <a:chOff x="-45664625" y="2352225"/>
            <a:chExt cx="300125" cy="263875"/>
          </a:xfrm>
        </p:grpSpPr>
        <p:sp>
          <p:nvSpPr>
            <p:cNvPr id="16514" name="Google Shape;16514;p85"/>
            <p:cNvSpPr/>
            <p:nvPr/>
          </p:nvSpPr>
          <p:spPr>
            <a:xfrm>
              <a:off x="-45664625" y="2352225"/>
              <a:ext cx="300125" cy="263875"/>
            </a:xfrm>
            <a:custGeom>
              <a:avLst/>
              <a:gdLst/>
              <a:ahLst/>
              <a:cxnLst/>
              <a:rect l="l" t="t" r="r" b="b"/>
              <a:pathLst>
                <a:path w="12005" h="10555" extrusionOk="0">
                  <a:moveTo>
                    <a:pt x="10965" y="694"/>
                  </a:moveTo>
                  <a:cubicBezTo>
                    <a:pt x="11154" y="694"/>
                    <a:pt x="11311" y="851"/>
                    <a:pt x="11311" y="1072"/>
                  </a:cubicBezTo>
                  <a:lnTo>
                    <a:pt x="11311" y="2836"/>
                  </a:lnTo>
                  <a:lnTo>
                    <a:pt x="726" y="2836"/>
                  </a:lnTo>
                  <a:lnTo>
                    <a:pt x="726" y="1072"/>
                  </a:lnTo>
                  <a:cubicBezTo>
                    <a:pt x="694" y="851"/>
                    <a:pt x="852" y="694"/>
                    <a:pt x="1072" y="694"/>
                  </a:cubicBezTo>
                  <a:close/>
                  <a:moveTo>
                    <a:pt x="11311" y="3498"/>
                  </a:moveTo>
                  <a:lnTo>
                    <a:pt x="11311" y="9484"/>
                  </a:lnTo>
                  <a:cubicBezTo>
                    <a:pt x="11311" y="9673"/>
                    <a:pt x="11154" y="9830"/>
                    <a:pt x="10933" y="9830"/>
                  </a:cubicBezTo>
                  <a:lnTo>
                    <a:pt x="1072" y="9830"/>
                  </a:lnTo>
                  <a:cubicBezTo>
                    <a:pt x="852" y="9830"/>
                    <a:pt x="694" y="9673"/>
                    <a:pt x="694" y="9484"/>
                  </a:cubicBezTo>
                  <a:lnTo>
                    <a:pt x="694" y="3498"/>
                  </a:lnTo>
                  <a:close/>
                  <a:moveTo>
                    <a:pt x="1072" y="1"/>
                  </a:moveTo>
                  <a:cubicBezTo>
                    <a:pt x="473" y="1"/>
                    <a:pt x="1" y="473"/>
                    <a:pt x="1" y="1040"/>
                  </a:cubicBezTo>
                  <a:lnTo>
                    <a:pt x="1" y="9484"/>
                  </a:lnTo>
                  <a:cubicBezTo>
                    <a:pt x="1" y="10082"/>
                    <a:pt x="473" y="10555"/>
                    <a:pt x="1072" y="10555"/>
                  </a:cubicBezTo>
                  <a:lnTo>
                    <a:pt x="10933" y="10555"/>
                  </a:lnTo>
                  <a:cubicBezTo>
                    <a:pt x="11532" y="10555"/>
                    <a:pt x="12004" y="10082"/>
                    <a:pt x="12004" y="9484"/>
                  </a:cubicBezTo>
                  <a:lnTo>
                    <a:pt x="12004" y="1040"/>
                  </a:lnTo>
                  <a:cubicBezTo>
                    <a:pt x="11973" y="473"/>
                    <a:pt x="11500" y="1"/>
                    <a:pt x="109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5" name="Google Shape;16515;p85"/>
            <p:cNvSpPr/>
            <p:nvPr/>
          </p:nvSpPr>
          <p:spPr>
            <a:xfrm>
              <a:off x="-45612625" y="2475100"/>
              <a:ext cx="55150" cy="88225"/>
            </a:xfrm>
            <a:custGeom>
              <a:avLst/>
              <a:gdLst/>
              <a:ahLst/>
              <a:cxnLst/>
              <a:rect l="l" t="t" r="r" b="b"/>
              <a:pathLst>
                <a:path w="2206" h="3529" extrusionOk="0">
                  <a:moveTo>
                    <a:pt x="1808" y="0"/>
                  </a:moveTo>
                  <a:cubicBezTo>
                    <a:pt x="1717" y="0"/>
                    <a:pt x="1623" y="32"/>
                    <a:pt x="1544" y="95"/>
                  </a:cubicBezTo>
                  <a:lnTo>
                    <a:pt x="126" y="1513"/>
                  </a:lnTo>
                  <a:cubicBezTo>
                    <a:pt x="0" y="1607"/>
                    <a:pt x="0" y="1859"/>
                    <a:pt x="126" y="2017"/>
                  </a:cubicBezTo>
                  <a:lnTo>
                    <a:pt x="1544" y="3434"/>
                  </a:lnTo>
                  <a:cubicBezTo>
                    <a:pt x="1607" y="3497"/>
                    <a:pt x="1694" y="3529"/>
                    <a:pt x="1784" y="3529"/>
                  </a:cubicBezTo>
                  <a:cubicBezTo>
                    <a:pt x="1875" y="3529"/>
                    <a:pt x="1969" y="3497"/>
                    <a:pt x="2048" y="3434"/>
                  </a:cubicBezTo>
                  <a:cubicBezTo>
                    <a:pt x="2174" y="3308"/>
                    <a:pt x="2174" y="3088"/>
                    <a:pt x="2048" y="2930"/>
                  </a:cubicBezTo>
                  <a:lnTo>
                    <a:pt x="914" y="1765"/>
                  </a:lnTo>
                  <a:lnTo>
                    <a:pt x="2048" y="631"/>
                  </a:lnTo>
                  <a:cubicBezTo>
                    <a:pt x="2206" y="473"/>
                    <a:pt x="2206" y="252"/>
                    <a:pt x="2048" y="95"/>
                  </a:cubicBezTo>
                  <a:cubicBezTo>
                    <a:pt x="1985" y="32"/>
                    <a:pt x="1898" y="0"/>
                    <a:pt x="18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6" name="Google Shape;16516;p85"/>
            <p:cNvSpPr/>
            <p:nvPr/>
          </p:nvSpPr>
          <p:spPr>
            <a:xfrm>
              <a:off x="-45471650" y="2475100"/>
              <a:ext cx="54375" cy="86850"/>
            </a:xfrm>
            <a:custGeom>
              <a:avLst/>
              <a:gdLst/>
              <a:ahLst/>
              <a:cxnLst/>
              <a:rect l="l" t="t" r="r" b="b"/>
              <a:pathLst>
                <a:path w="2175" h="3474" extrusionOk="0">
                  <a:moveTo>
                    <a:pt x="391" y="0"/>
                  </a:moveTo>
                  <a:cubicBezTo>
                    <a:pt x="300" y="0"/>
                    <a:pt x="205" y="32"/>
                    <a:pt x="127" y="95"/>
                  </a:cubicBezTo>
                  <a:cubicBezTo>
                    <a:pt x="1" y="189"/>
                    <a:pt x="1" y="441"/>
                    <a:pt x="127" y="599"/>
                  </a:cubicBezTo>
                  <a:lnTo>
                    <a:pt x="1261" y="1733"/>
                  </a:lnTo>
                  <a:lnTo>
                    <a:pt x="127" y="2867"/>
                  </a:lnTo>
                  <a:cubicBezTo>
                    <a:pt x="1" y="2993"/>
                    <a:pt x="1" y="3245"/>
                    <a:pt x="127" y="3403"/>
                  </a:cubicBezTo>
                  <a:cubicBezTo>
                    <a:pt x="174" y="3450"/>
                    <a:pt x="261" y="3474"/>
                    <a:pt x="355" y="3474"/>
                  </a:cubicBezTo>
                  <a:cubicBezTo>
                    <a:pt x="450" y="3474"/>
                    <a:pt x="552" y="3450"/>
                    <a:pt x="631" y="3403"/>
                  </a:cubicBezTo>
                  <a:lnTo>
                    <a:pt x="2048" y="1985"/>
                  </a:lnTo>
                  <a:cubicBezTo>
                    <a:pt x="2174" y="1859"/>
                    <a:pt x="2174" y="1607"/>
                    <a:pt x="2048" y="1450"/>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7" name="Google Shape;16517;p85"/>
            <p:cNvSpPr/>
            <p:nvPr/>
          </p:nvSpPr>
          <p:spPr>
            <a:xfrm>
              <a:off x="-45542525" y="2456975"/>
              <a:ext cx="55150" cy="123300"/>
            </a:xfrm>
            <a:custGeom>
              <a:avLst/>
              <a:gdLst/>
              <a:ahLst/>
              <a:cxnLst/>
              <a:rect l="l" t="t" r="r" b="b"/>
              <a:pathLst>
                <a:path w="2206" h="4932" extrusionOk="0">
                  <a:moveTo>
                    <a:pt x="1791" y="0"/>
                  </a:moveTo>
                  <a:cubicBezTo>
                    <a:pt x="1651" y="0"/>
                    <a:pt x="1529" y="108"/>
                    <a:pt x="1481" y="253"/>
                  </a:cubicBezTo>
                  <a:lnTo>
                    <a:pt x="63" y="4474"/>
                  </a:lnTo>
                  <a:cubicBezTo>
                    <a:pt x="0" y="4664"/>
                    <a:pt x="126" y="4853"/>
                    <a:pt x="315" y="4916"/>
                  </a:cubicBezTo>
                  <a:cubicBezTo>
                    <a:pt x="349" y="4927"/>
                    <a:pt x="382" y="4932"/>
                    <a:pt x="415" y="4932"/>
                  </a:cubicBezTo>
                  <a:cubicBezTo>
                    <a:pt x="567" y="4932"/>
                    <a:pt x="704" y="4819"/>
                    <a:pt x="756" y="4664"/>
                  </a:cubicBezTo>
                  <a:lnTo>
                    <a:pt x="2174" y="442"/>
                  </a:lnTo>
                  <a:cubicBezTo>
                    <a:pt x="2206" y="284"/>
                    <a:pt x="2111" y="95"/>
                    <a:pt x="1922" y="32"/>
                  </a:cubicBezTo>
                  <a:cubicBezTo>
                    <a:pt x="1878" y="10"/>
                    <a:pt x="1834" y="0"/>
                    <a:pt x="17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8" name="Google Shape;16518;p85"/>
            <p:cNvSpPr/>
            <p:nvPr/>
          </p:nvSpPr>
          <p:spPr>
            <a:xfrm>
              <a:off x="-45541750" y="2386100"/>
              <a:ext cx="35475" cy="18125"/>
            </a:xfrm>
            <a:custGeom>
              <a:avLst/>
              <a:gdLst/>
              <a:ahLst/>
              <a:cxnLst/>
              <a:rect l="l" t="t" r="r" b="b"/>
              <a:pathLst>
                <a:path w="1419" h="725" extrusionOk="0">
                  <a:moveTo>
                    <a:pt x="347" y="0"/>
                  </a:moveTo>
                  <a:cubicBezTo>
                    <a:pt x="158" y="0"/>
                    <a:pt x="1" y="189"/>
                    <a:pt x="1" y="378"/>
                  </a:cubicBezTo>
                  <a:cubicBezTo>
                    <a:pt x="32" y="567"/>
                    <a:pt x="221"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9" name="Google Shape;16519;p85"/>
            <p:cNvSpPr/>
            <p:nvPr/>
          </p:nvSpPr>
          <p:spPr>
            <a:xfrm>
              <a:off x="-45488175" y="2386100"/>
              <a:ext cx="35450" cy="18125"/>
            </a:xfrm>
            <a:custGeom>
              <a:avLst/>
              <a:gdLst/>
              <a:ahLst/>
              <a:cxnLst/>
              <a:rect l="l" t="t" r="r" b="b"/>
              <a:pathLst>
                <a:path w="1418" h="725" extrusionOk="0">
                  <a:moveTo>
                    <a:pt x="347" y="0"/>
                  </a:moveTo>
                  <a:cubicBezTo>
                    <a:pt x="158" y="0"/>
                    <a:pt x="0" y="189"/>
                    <a:pt x="0" y="378"/>
                  </a:cubicBezTo>
                  <a:cubicBezTo>
                    <a:pt x="0" y="567"/>
                    <a:pt x="158" y="725"/>
                    <a:pt x="347" y="725"/>
                  </a:cubicBezTo>
                  <a:lnTo>
                    <a:pt x="1040" y="725"/>
                  </a:lnTo>
                  <a:cubicBezTo>
                    <a:pt x="1260" y="725"/>
                    <a:pt x="1418" y="567"/>
                    <a:pt x="1418" y="378"/>
                  </a:cubicBezTo>
                  <a:cubicBezTo>
                    <a:pt x="1418" y="189"/>
                    <a:pt x="1260"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0" name="Google Shape;16520;p85"/>
            <p:cNvSpPr/>
            <p:nvPr/>
          </p:nvSpPr>
          <p:spPr>
            <a:xfrm>
              <a:off x="-45436200" y="2386100"/>
              <a:ext cx="35450" cy="18125"/>
            </a:xfrm>
            <a:custGeom>
              <a:avLst/>
              <a:gdLst/>
              <a:ahLst/>
              <a:cxnLst/>
              <a:rect l="l" t="t" r="r" b="b"/>
              <a:pathLst>
                <a:path w="1418" h="725" extrusionOk="0">
                  <a:moveTo>
                    <a:pt x="347" y="0"/>
                  </a:moveTo>
                  <a:cubicBezTo>
                    <a:pt x="158" y="0"/>
                    <a:pt x="0" y="189"/>
                    <a:pt x="0" y="378"/>
                  </a:cubicBezTo>
                  <a:cubicBezTo>
                    <a:pt x="32" y="567"/>
                    <a:pt x="189"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21" name="Google Shape;16521;p85"/>
          <p:cNvGrpSpPr/>
          <p:nvPr/>
        </p:nvGrpSpPr>
        <p:grpSpPr>
          <a:xfrm>
            <a:off x="4097471" y="5094669"/>
            <a:ext cx="479827" cy="476764"/>
            <a:chOff x="-45665400" y="2703250"/>
            <a:chExt cx="301500" cy="299575"/>
          </a:xfrm>
        </p:grpSpPr>
        <p:sp>
          <p:nvSpPr>
            <p:cNvPr id="16522" name="Google Shape;16522;p85"/>
            <p:cNvSpPr/>
            <p:nvPr/>
          </p:nvSpPr>
          <p:spPr>
            <a:xfrm>
              <a:off x="-45664625" y="2703250"/>
              <a:ext cx="300725" cy="299575"/>
            </a:xfrm>
            <a:custGeom>
              <a:avLst/>
              <a:gdLst/>
              <a:ahLst/>
              <a:cxnLst/>
              <a:rect l="l" t="t" r="r" b="b"/>
              <a:pathLst>
                <a:path w="12029" h="11983" extrusionOk="0">
                  <a:moveTo>
                    <a:pt x="9799" y="1271"/>
                  </a:moveTo>
                  <a:lnTo>
                    <a:pt x="4947" y="4926"/>
                  </a:lnTo>
                  <a:lnTo>
                    <a:pt x="1482" y="3823"/>
                  </a:lnTo>
                  <a:lnTo>
                    <a:pt x="9799" y="1271"/>
                  </a:lnTo>
                  <a:close/>
                  <a:moveTo>
                    <a:pt x="9830" y="2153"/>
                  </a:moveTo>
                  <a:lnTo>
                    <a:pt x="6459" y="6627"/>
                  </a:lnTo>
                  <a:lnTo>
                    <a:pt x="4727" y="7257"/>
                  </a:lnTo>
                  <a:lnTo>
                    <a:pt x="5357" y="5524"/>
                  </a:lnTo>
                  <a:lnTo>
                    <a:pt x="9830" y="2153"/>
                  </a:lnTo>
                  <a:close/>
                  <a:moveTo>
                    <a:pt x="10681" y="2153"/>
                  </a:moveTo>
                  <a:lnTo>
                    <a:pt x="8098" y="10439"/>
                  </a:lnTo>
                  <a:lnTo>
                    <a:pt x="6995" y="6973"/>
                  </a:lnTo>
                  <a:lnTo>
                    <a:pt x="10681" y="2153"/>
                  </a:lnTo>
                  <a:close/>
                  <a:moveTo>
                    <a:pt x="11627" y="0"/>
                  </a:moveTo>
                  <a:cubicBezTo>
                    <a:pt x="11596" y="0"/>
                    <a:pt x="11564" y="4"/>
                    <a:pt x="11532" y="11"/>
                  </a:cubicBezTo>
                  <a:lnTo>
                    <a:pt x="221" y="3508"/>
                  </a:lnTo>
                  <a:cubicBezTo>
                    <a:pt x="64" y="3571"/>
                    <a:pt x="1" y="3728"/>
                    <a:pt x="1" y="3886"/>
                  </a:cubicBezTo>
                  <a:cubicBezTo>
                    <a:pt x="1" y="4043"/>
                    <a:pt x="127" y="4138"/>
                    <a:pt x="221" y="4232"/>
                  </a:cubicBezTo>
                  <a:lnTo>
                    <a:pt x="4569" y="5619"/>
                  </a:lnTo>
                  <a:lnTo>
                    <a:pt x="3750" y="7824"/>
                  </a:lnTo>
                  <a:cubicBezTo>
                    <a:pt x="3687" y="7919"/>
                    <a:pt x="3750" y="8076"/>
                    <a:pt x="3813" y="8171"/>
                  </a:cubicBezTo>
                  <a:cubicBezTo>
                    <a:pt x="3880" y="8215"/>
                    <a:pt x="3978" y="8260"/>
                    <a:pt x="4063" y="8260"/>
                  </a:cubicBezTo>
                  <a:cubicBezTo>
                    <a:pt x="4099" y="8260"/>
                    <a:pt x="4132" y="8252"/>
                    <a:pt x="4160" y="8234"/>
                  </a:cubicBezTo>
                  <a:lnTo>
                    <a:pt x="6365" y="7414"/>
                  </a:lnTo>
                  <a:lnTo>
                    <a:pt x="7751" y="11762"/>
                  </a:lnTo>
                  <a:cubicBezTo>
                    <a:pt x="7783" y="11920"/>
                    <a:pt x="7940" y="11983"/>
                    <a:pt x="8098" y="11983"/>
                  </a:cubicBezTo>
                  <a:cubicBezTo>
                    <a:pt x="8255" y="11983"/>
                    <a:pt x="8381" y="11857"/>
                    <a:pt x="8476" y="11762"/>
                  </a:cubicBezTo>
                  <a:lnTo>
                    <a:pt x="11973" y="483"/>
                  </a:lnTo>
                  <a:cubicBezTo>
                    <a:pt x="12029" y="205"/>
                    <a:pt x="11862" y="0"/>
                    <a:pt x="116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3" name="Google Shape;16523;p85"/>
            <p:cNvSpPr/>
            <p:nvPr/>
          </p:nvSpPr>
          <p:spPr>
            <a:xfrm>
              <a:off x="-45663825" y="2879150"/>
              <a:ext cx="71700" cy="71500"/>
            </a:xfrm>
            <a:custGeom>
              <a:avLst/>
              <a:gdLst/>
              <a:ahLst/>
              <a:cxnLst/>
              <a:rect l="l" t="t" r="r" b="b"/>
              <a:pathLst>
                <a:path w="2868" h="2860" extrusionOk="0">
                  <a:moveTo>
                    <a:pt x="2517" y="0"/>
                  </a:moveTo>
                  <a:cubicBezTo>
                    <a:pt x="2418" y="0"/>
                    <a:pt x="2316" y="32"/>
                    <a:pt x="2237" y="95"/>
                  </a:cubicBezTo>
                  <a:lnTo>
                    <a:pt x="126" y="2237"/>
                  </a:lnTo>
                  <a:cubicBezTo>
                    <a:pt x="0" y="2363"/>
                    <a:pt x="0" y="2584"/>
                    <a:pt x="126" y="2741"/>
                  </a:cubicBezTo>
                  <a:cubicBezTo>
                    <a:pt x="205" y="2820"/>
                    <a:pt x="300" y="2859"/>
                    <a:pt x="390" y="2859"/>
                  </a:cubicBezTo>
                  <a:cubicBezTo>
                    <a:pt x="481" y="2859"/>
                    <a:pt x="568" y="2820"/>
                    <a:pt x="631" y="2741"/>
                  </a:cubicBezTo>
                  <a:lnTo>
                    <a:pt x="2773" y="630"/>
                  </a:lnTo>
                  <a:cubicBezTo>
                    <a:pt x="2867" y="504"/>
                    <a:pt x="2867" y="252"/>
                    <a:pt x="2773" y="95"/>
                  </a:cubicBezTo>
                  <a:cubicBezTo>
                    <a:pt x="2710" y="32"/>
                    <a:pt x="2615" y="0"/>
                    <a:pt x="25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4" name="Google Shape;16524;p85"/>
            <p:cNvSpPr/>
            <p:nvPr/>
          </p:nvSpPr>
          <p:spPr>
            <a:xfrm>
              <a:off x="-45613425" y="2929750"/>
              <a:ext cx="71700" cy="71500"/>
            </a:xfrm>
            <a:custGeom>
              <a:avLst/>
              <a:gdLst/>
              <a:ahLst/>
              <a:cxnLst/>
              <a:rect l="l" t="t" r="r" b="b"/>
              <a:pathLst>
                <a:path w="2868" h="2860" extrusionOk="0">
                  <a:moveTo>
                    <a:pt x="2478" y="1"/>
                  </a:moveTo>
                  <a:cubicBezTo>
                    <a:pt x="2387" y="1"/>
                    <a:pt x="2301" y="40"/>
                    <a:pt x="2238" y="119"/>
                  </a:cubicBezTo>
                  <a:lnTo>
                    <a:pt x="127" y="2261"/>
                  </a:lnTo>
                  <a:cubicBezTo>
                    <a:pt x="1" y="2387"/>
                    <a:pt x="1" y="2608"/>
                    <a:pt x="127" y="2765"/>
                  </a:cubicBezTo>
                  <a:cubicBezTo>
                    <a:pt x="190" y="2828"/>
                    <a:pt x="276" y="2860"/>
                    <a:pt x="367" y="2860"/>
                  </a:cubicBezTo>
                  <a:cubicBezTo>
                    <a:pt x="458" y="2860"/>
                    <a:pt x="552" y="2828"/>
                    <a:pt x="631" y="2765"/>
                  </a:cubicBezTo>
                  <a:lnTo>
                    <a:pt x="2742" y="654"/>
                  </a:lnTo>
                  <a:cubicBezTo>
                    <a:pt x="2868" y="528"/>
                    <a:pt x="2868" y="276"/>
                    <a:pt x="2742" y="119"/>
                  </a:cubicBezTo>
                  <a:cubicBezTo>
                    <a:pt x="2663" y="40"/>
                    <a:pt x="2568" y="1"/>
                    <a:pt x="24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5" name="Google Shape;16525;p85"/>
            <p:cNvSpPr/>
            <p:nvPr/>
          </p:nvSpPr>
          <p:spPr>
            <a:xfrm>
              <a:off x="-45665400" y="2923050"/>
              <a:ext cx="81150" cy="79000"/>
            </a:xfrm>
            <a:custGeom>
              <a:avLst/>
              <a:gdLst/>
              <a:ahLst/>
              <a:cxnLst/>
              <a:rect l="l" t="t" r="r" b="b"/>
              <a:pathLst>
                <a:path w="3246" h="3160" extrusionOk="0">
                  <a:moveTo>
                    <a:pt x="2859" y="1"/>
                  </a:moveTo>
                  <a:cubicBezTo>
                    <a:pt x="2765" y="1"/>
                    <a:pt x="2663" y="24"/>
                    <a:pt x="2584" y="72"/>
                  </a:cubicBezTo>
                  <a:lnTo>
                    <a:pt x="95" y="2561"/>
                  </a:lnTo>
                  <a:cubicBezTo>
                    <a:pt x="0" y="2687"/>
                    <a:pt x="0" y="2907"/>
                    <a:pt x="95" y="3065"/>
                  </a:cubicBezTo>
                  <a:cubicBezTo>
                    <a:pt x="158" y="3128"/>
                    <a:pt x="252" y="3159"/>
                    <a:pt x="351" y="3159"/>
                  </a:cubicBezTo>
                  <a:cubicBezTo>
                    <a:pt x="449" y="3159"/>
                    <a:pt x="552" y="3128"/>
                    <a:pt x="631" y="3065"/>
                  </a:cubicBezTo>
                  <a:lnTo>
                    <a:pt x="3088" y="607"/>
                  </a:lnTo>
                  <a:cubicBezTo>
                    <a:pt x="3245" y="450"/>
                    <a:pt x="3245" y="229"/>
                    <a:pt x="3088" y="72"/>
                  </a:cubicBezTo>
                  <a:cubicBezTo>
                    <a:pt x="3041" y="24"/>
                    <a:pt x="2954" y="1"/>
                    <a:pt x="28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26" name="Google Shape;16526;p85"/>
          <p:cNvGrpSpPr/>
          <p:nvPr/>
        </p:nvGrpSpPr>
        <p:grpSpPr>
          <a:xfrm>
            <a:off x="2899680" y="5682584"/>
            <a:ext cx="478872" cy="480145"/>
            <a:chOff x="-44528075" y="1982825"/>
            <a:chExt cx="300900" cy="301700"/>
          </a:xfrm>
        </p:grpSpPr>
        <p:sp>
          <p:nvSpPr>
            <p:cNvPr id="16527" name="Google Shape;16527;p85"/>
            <p:cNvSpPr/>
            <p:nvPr/>
          </p:nvSpPr>
          <p:spPr>
            <a:xfrm>
              <a:off x="-44528075" y="1982825"/>
              <a:ext cx="300900" cy="301700"/>
            </a:xfrm>
            <a:custGeom>
              <a:avLst/>
              <a:gdLst/>
              <a:ahLst/>
              <a:cxnLst/>
              <a:rect l="l" t="t" r="r" b="b"/>
              <a:pathLst>
                <a:path w="12036" h="12068" extrusionOk="0">
                  <a:moveTo>
                    <a:pt x="9547" y="2175"/>
                  </a:moveTo>
                  <a:cubicBezTo>
                    <a:pt x="9736" y="2175"/>
                    <a:pt x="9893" y="2332"/>
                    <a:pt x="9893" y="2521"/>
                  </a:cubicBezTo>
                  <a:lnTo>
                    <a:pt x="9893" y="9547"/>
                  </a:lnTo>
                  <a:cubicBezTo>
                    <a:pt x="9893" y="9736"/>
                    <a:pt x="9736" y="9893"/>
                    <a:pt x="9547" y="9893"/>
                  </a:cubicBezTo>
                  <a:lnTo>
                    <a:pt x="2552" y="9893"/>
                  </a:lnTo>
                  <a:cubicBezTo>
                    <a:pt x="2332" y="9893"/>
                    <a:pt x="2206" y="9736"/>
                    <a:pt x="2206" y="9547"/>
                  </a:cubicBezTo>
                  <a:lnTo>
                    <a:pt x="2206" y="2521"/>
                  </a:lnTo>
                  <a:cubicBezTo>
                    <a:pt x="2206" y="2332"/>
                    <a:pt x="2332" y="2175"/>
                    <a:pt x="2552" y="2175"/>
                  </a:cubicBezTo>
                  <a:close/>
                  <a:moveTo>
                    <a:pt x="3183" y="1"/>
                  </a:moveTo>
                  <a:cubicBezTo>
                    <a:pt x="2994" y="1"/>
                    <a:pt x="2836" y="158"/>
                    <a:pt x="2836" y="347"/>
                  </a:cubicBezTo>
                  <a:lnTo>
                    <a:pt x="2836" y="1419"/>
                  </a:lnTo>
                  <a:lnTo>
                    <a:pt x="2458" y="1419"/>
                  </a:lnTo>
                  <a:cubicBezTo>
                    <a:pt x="1891" y="1419"/>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2"/>
                    <a:pt x="1" y="4601"/>
                  </a:cubicBezTo>
                  <a:cubicBezTo>
                    <a:pt x="1" y="4821"/>
                    <a:pt x="158" y="4979"/>
                    <a:pt x="347" y="4979"/>
                  </a:cubicBezTo>
                  <a:lnTo>
                    <a:pt x="1418" y="4979"/>
                  </a:lnTo>
                  <a:lnTo>
                    <a:pt x="1418" y="5672"/>
                  </a:lnTo>
                  <a:lnTo>
                    <a:pt x="347" y="5672"/>
                  </a:lnTo>
                  <a:cubicBezTo>
                    <a:pt x="158" y="5672"/>
                    <a:pt x="1" y="5829"/>
                    <a:pt x="1" y="6018"/>
                  </a:cubicBezTo>
                  <a:cubicBezTo>
                    <a:pt x="1" y="6239"/>
                    <a:pt x="158" y="6396"/>
                    <a:pt x="347" y="6396"/>
                  </a:cubicBezTo>
                  <a:lnTo>
                    <a:pt x="1418" y="6396"/>
                  </a:lnTo>
                  <a:lnTo>
                    <a:pt x="1418" y="7090"/>
                  </a:lnTo>
                  <a:lnTo>
                    <a:pt x="347" y="7090"/>
                  </a:lnTo>
                  <a:cubicBezTo>
                    <a:pt x="158" y="7090"/>
                    <a:pt x="1" y="7247"/>
                    <a:pt x="1" y="7436"/>
                  </a:cubicBezTo>
                  <a:cubicBezTo>
                    <a:pt x="1" y="7657"/>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50"/>
                    <a:pt x="2458" y="10650"/>
                  </a:cubicBezTo>
                  <a:lnTo>
                    <a:pt x="2836" y="10650"/>
                  </a:lnTo>
                  <a:lnTo>
                    <a:pt x="2836" y="11689"/>
                  </a:lnTo>
                  <a:cubicBezTo>
                    <a:pt x="2836" y="11910"/>
                    <a:pt x="2994" y="12067"/>
                    <a:pt x="3183" y="12067"/>
                  </a:cubicBezTo>
                  <a:cubicBezTo>
                    <a:pt x="3372" y="12067"/>
                    <a:pt x="3529" y="11910"/>
                    <a:pt x="3529" y="11689"/>
                  </a:cubicBezTo>
                  <a:lnTo>
                    <a:pt x="3529" y="10555"/>
                  </a:lnTo>
                  <a:lnTo>
                    <a:pt x="4254" y="10555"/>
                  </a:lnTo>
                  <a:lnTo>
                    <a:pt x="4254" y="11626"/>
                  </a:lnTo>
                  <a:cubicBezTo>
                    <a:pt x="4254" y="11815"/>
                    <a:pt x="4411" y="11973"/>
                    <a:pt x="4600" y="11973"/>
                  </a:cubicBezTo>
                  <a:cubicBezTo>
                    <a:pt x="4789" y="11973"/>
                    <a:pt x="4947" y="11815"/>
                    <a:pt x="4947" y="11626"/>
                  </a:cubicBezTo>
                  <a:lnTo>
                    <a:pt x="4947" y="10555"/>
                  </a:lnTo>
                  <a:lnTo>
                    <a:pt x="5671" y="10555"/>
                  </a:lnTo>
                  <a:lnTo>
                    <a:pt x="5671" y="11626"/>
                  </a:lnTo>
                  <a:cubicBezTo>
                    <a:pt x="5671" y="11815"/>
                    <a:pt x="5829" y="11973"/>
                    <a:pt x="6018" y="11973"/>
                  </a:cubicBezTo>
                  <a:cubicBezTo>
                    <a:pt x="6207" y="11973"/>
                    <a:pt x="6365" y="11815"/>
                    <a:pt x="6365" y="11626"/>
                  </a:cubicBezTo>
                  <a:lnTo>
                    <a:pt x="6365" y="10555"/>
                  </a:lnTo>
                  <a:lnTo>
                    <a:pt x="7089" y="10555"/>
                  </a:lnTo>
                  <a:lnTo>
                    <a:pt x="7089" y="11626"/>
                  </a:lnTo>
                  <a:cubicBezTo>
                    <a:pt x="7089" y="11815"/>
                    <a:pt x="7247" y="11973"/>
                    <a:pt x="7436" y="11973"/>
                  </a:cubicBezTo>
                  <a:cubicBezTo>
                    <a:pt x="7625" y="11973"/>
                    <a:pt x="7782" y="11815"/>
                    <a:pt x="7782" y="11626"/>
                  </a:cubicBezTo>
                  <a:lnTo>
                    <a:pt x="7782" y="10555"/>
                  </a:lnTo>
                  <a:lnTo>
                    <a:pt x="8507" y="10555"/>
                  </a:lnTo>
                  <a:lnTo>
                    <a:pt x="8507" y="11626"/>
                  </a:lnTo>
                  <a:cubicBezTo>
                    <a:pt x="8507" y="11815"/>
                    <a:pt x="8664" y="11973"/>
                    <a:pt x="8853" y="11973"/>
                  </a:cubicBezTo>
                  <a:cubicBezTo>
                    <a:pt x="9042" y="11973"/>
                    <a:pt x="9200" y="11815"/>
                    <a:pt x="9200" y="11626"/>
                  </a:cubicBezTo>
                  <a:lnTo>
                    <a:pt x="9200" y="10555"/>
                  </a:lnTo>
                  <a:lnTo>
                    <a:pt x="9547" y="10555"/>
                  </a:lnTo>
                  <a:cubicBezTo>
                    <a:pt x="10145" y="10555"/>
                    <a:pt x="10618" y="10082"/>
                    <a:pt x="10618" y="9484"/>
                  </a:cubicBezTo>
                  <a:lnTo>
                    <a:pt x="10618" y="9137"/>
                  </a:lnTo>
                  <a:lnTo>
                    <a:pt x="11689" y="9137"/>
                  </a:lnTo>
                  <a:cubicBezTo>
                    <a:pt x="11878" y="9137"/>
                    <a:pt x="12035" y="8980"/>
                    <a:pt x="12035" y="8791"/>
                  </a:cubicBezTo>
                  <a:cubicBezTo>
                    <a:pt x="12035" y="8602"/>
                    <a:pt x="11878" y="8444"/>
                    <a:pt x="11689" y="8444"/>
                  </a:cubicBezTo>
                  <a:lnTo>
                    <a:pt x="10618" y="8444"/>
                  </a:lnTo>
                  <a:lnTo>
                    <a:pt x="10618" y="7720"/>
                  </a:lnTo>
                  <a:lnTo>
                    <a:pt x="11689" y="7720"/>
                  </a:lnTo>
                  <a:cubicBezTo>
                    <a:pt x="11878" y="7720"/>
                    <a:pt x="12035" y="7562"/>
                    <a:pt x="12035" y="7373"/>
                  </a:cubicBezTo>
                  <a:cubicBezTo>
                    <a:pt x="12035" y="7153"/>
                    <a:pt x="11878" y="6995"/>
                    <a:pt x="11689" y="6995"/>
                  </a:cubicBezTo>
                  <a:lnTo>
                    <a:pt x="10618" y="6995"/>
                  </a:lnTo>
                  <a:lnTo>
                    <a:pt x="10618" y="6302"/>
                  </a:lnTo>
                  <a:lnTo>
                    <a:pt x="11689" y="6302"/>
                  </a:lnTo>
                  <a:cubicBezTo>
                    <a:pt x="11878" y="6302"/>
                    <a:pt x="12035" y="6144"/>
                    <a:pt x="12035" y="5955"/>
                  </a:cubicBezTo>
                  <a:cubicBezTo>
                    <a:pt x="12035" y="5735"/>
                    <a:pt x="11878" y="5577"/>
                    <a:pt x="11689" y="5577"/>
                  </a:cubicBezTo>
                  <a:lnTo>
                    <a:pt x="10618" y="5577"/>
                  </a:lnTo>
                  <a:lnTo>
                    <a:pt x="10618" y="4884"/>
                  </a:lnTo>
                  <a:lnTo>
                    <a:pt x="11689" y="4884"/>
                  </a:lnTo>
                  <a:lnTo>
                    <a:pt x="11689" y="4979"/>
                  </a:lnTo>
                  <a:cubicBezTo>
                    <a:pt x="11878" y="4979"/>
                    <a:pt x="12035" y="4821"/>
                    <a:pt x="12035" y="4601"/>
                  </a:cubicBezTo>
                  <a:cubicBezTo>
                    <a:pt x="12035" y="4412"/>
                    <a:pt x="11878" y="4254"/>
                    <a:pt x="11689" y="4254"/>
                  </a:cubicBezTo>
                  <a:lnTo>
                    <a:pt x="10618" y="4254"/>
                  </a:lnTo>
                  <a:lnTo>
                    <a:pt x="10618" y="3529"/>
                  </a:lnTo>
                  <a:lnTo>
                    <a:pt x="11689" y="3529"/>
                  </a:lnTo>
                  <a:cubicBezTo>
                    <a:pt x="11878" y="3529"/>
                    <a:pt x="12035" y="3372"/>
                    <a:pt x="12035" y="3183"/>
                  </a:cubicBezTo>
                  <a:cubicBezTo>
                    <a:pt x="12035" y="2994"/>
                    <a:pt x="11878" y="2836"/>
                    <a:pt x="11689" y="2836"/>
                  </a:cubicBezTo>
                  <a:lnTo>
                    <a:pt x="10618" y="2836"/>
                  </a:lnTo>
                  <a:lnTo>
                    <a:pt x="10618" y="2490"/>
                  </a:lnTo>
                  <a:cubicBezTo>
                    <a:pt x="10618" y="1891"/>
                    <a:pt x="10145" y="1419"/>
                    <a:pt x="9547" y="1419"/>
                  </a:cubicBezTo>
                  <a:lnTo>
                    <a:pt x="9200" y="1419"/>
                  </a:lnTo>
                  <a:lnTo>
                    <a:pt x="9200" y="347"/>
                  </a:lnTo>
                  <a:cubicBezTo>
                    <a:pt x="9200" y="158"/>
                    <a:pt x="9042" y="1"/>
                    <a:pt x="8853" y="1"/>
                  </a:cubicBezTo>
                  <a:cubicBezTo>
                    <a:pt x="8664" y="1"/>
                    <a:pt x="8507" y="158"/>
                    <a:pt x="8507" y="347"/>
                  </a:cubicBezTo>
                  <a:lnTo>
                    <a:pt x="8507" y="1419"/>
                  </a:lnTo>
                  <a:lnTo>
                    <a:pt x="7782" y="1419"/>
                  </a:lnTo>
                  <a:lnTo>
                    <a:pt x="7782" y="347"/>
                  </a:lnTo>
                  <a:cubicBezTo>
                    <a:pt x="7782" y="158"/>
                    <a:pt x="7625" y="1"/>
                    <a:pt x="7436" y="1"/>
                  </a:cubicBezTo>
                  <a:cubicBezTo>
                    <a:pt x="7247" y="1"/>
                    <a:pt x="7089" y="158"/>
                    <a:pt x="7089" y="347"/>
                  </a:cubicBezTo>
                  <a:lnTo>
                    <a:pt x="7089" y="1419"/>
                  </a:lnTo>
                  <a:lnTo>
                    <a:pt x="6365" y="1419"/>
                  </a:lnTo>
                  <a:lnTo>
                    <a:pt x="6365" y="347"/>
                  </a:lnTo>
                  <a:cubicBezTo>
                    <a:pt x="6365" y="158"/>
                    <a:pt x="6207" y="1"/>
                    <a:pt x="6018" y="1"/>
                  </a:cubicBezTo>
                  <a:cubicBezTo>
                    <a:pt x="5829" y="1"/>
                    <a:pt x="5671" y="158"/>
                    <a:pt x="5671" y="347"/>
                  </a:cubicBezTo>
                  <a:lnTo>
                    <a:pt x="5671" y="1419"/>
                  </a:lnTo>
                  <a:lnTo>
                    <a:pt x="4947" y="1419"/>
                  </a:lnTo>
                  <a:lnTo>
                    <a:pt x="4947" y="347"/>
                  </a:lnTo>
                  <a:cubicBezTo>
                    <a:pt x="4947" y="158"/>
                    <a:pt x="4789" y="1"/>
                    <a:pt x="4600" y="1"/>
                  </a:cubicBezTo>
                  <a:cubicBezTo>
                    <a:pt x="4411" y="1"/>
                    <a:pt x="4254" y="158"/>
                    <a:pt x="4254" y="347"/>
                  </a:cubicBezTo>
                  <a:lnTo>
                    <a:pt x="4254" y="1419"/>
                  </a:lnTo>
                  <a:lnTo>
                    <a:pt x="3529" y="1419"/>
                  </a:lnTo>
                  <a:lnTo>
                    <a:pt x="3529" y="347"/>
                  </a:lnTo>
                  <a:cubicBezTo>
                    <a:pt x="3529" y="158"/>
                    <a:pt x="3372" y="1"/>
                    <a:pt x="318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8" name="Google Shape;16528;p85"/>
            <p:cNvSpPr/>
            <p:nvPr/>
          </p:nvSpPr>
          <p:spPr>
            <a:xfrm>
              <a:off x="-44455600" y="205372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9" name="Google Shape;16529;p85"/>
            <p:cNvSpPr/>
            <p:nvPr/>
          </p:nvSpPr>
          <p:spPr>
            <a:xfrm>
              <a:off x="-44455600"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0" name="Google Shape;16530;p85"/>
            <p:cNvSpPr/>
            <p:nvPr/>
          </p:nvSpPr>
          <p:spPr>
            <a:xfrm>
              <a:off x="-44314625"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1" name="Google Shape;16531;p85"/>
            <p:cNvSpPr/>
            <p:nvPr/>
          </p:nvSpPr>
          <p:spPr>
            <a:xfrm>
              <a:off x="-44314625" y="2053725"/>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2" name="Google Shape;16532;p85"/>
            <p:cNvSpPr/>
            <p:nvPr/>
          </p:nvSpPr>
          <p:spPr>
            <a:xfrm>
              <a:off x="-44447725" y="2062375"/>
              <a:ext cx="143350" cy="140225"/>
            </a:xfrm>
            <a:custGeom>
              <a:avLst/>
              <a:gdLst/>
              <a:ahLst/>
              <a:cxnLst/>
              <a:rect l="l" t="t" r="r" b="b"/>
              <a:pathLst>
                <a:path w="5734" h="5609" extrusionOk="0">
                  <a:moveTo>
                    <a:pt x="3182" y="757"/>
                  </a:moveTo>
                  <a:lnTo>
                    <a:pt x="3182" y="883"/>
                  </a:lnTo>
                  <a:cubicBezTo>
                    <a:pt x="3182" y="1041"/>
                    <a:pt x="3277" y="1167"/>
                    <a:pt x="3434" y="1198"/>
                  </a:cubicBezTo>
                  <a:cubicBezTo>
                    <a:pt x="3623" y="1261"/>
                    <a:pt x="3812" y="1387"/>
                    <a:pt x="3970" y="1513"/>
                  </a:cubicBezTo>
                  <a:cubicBezTo>
                    <a:pt x="4049" y="1553"/>
                    <a:pt x="4142" y="1593"/>
                    <a:pt x="4231" y="1593"/>
                  </a:cubicBezTo>
                  <a:cubicBezTo>
                    <a:pt x="4282" y="1593"/>
                    <a:pt x="4333" y="1579"/>
                    <a:pt x="4379" y="1545"/>
                  </a:cubicBezTo>
                  <a:lnTo>
                    <a:pt x="4505" y="1482"/>
                  </a:lnTo>
                  <a:lnTo>
                    <a:pt x="4852" y="2049"/>
                  </a:lnTo>
                  <a:lnTo>
                    <a:pt x="4726" y="2143"/>
                  </a:lnTo>
                  <a:cubicBezTo>
                    <a:pt x="4600" y="2206"/>
                    <a:pt x="4537" y="2364"/>
                    <a:pt x="4568" y="2490"/>
                  </a:cubicBezTo>
                  <a:cubicBezTo>
                    <a:pt x="4600" y="2710"/>
                    <a:pt x="4600" y="2899"/>
                    <a:pt x="4568" y="3120"/>
                  </a:cubicBezTo>
                  <a:cubicBezTo>
                    <a:pt x="4537" y="3277"/>
                    <a:pt x="4600" y="3403"/>
                    <a:pt x="4726" y="3466"/>
                  </a:cubicBezTo>
                  <a:lnTo>
                    <a:pt x="4852" y="3561"/>
                  </a:lnTo>
                  <a:lnTo>
                    <a:pt x="4505" y="4128"/>
                  </a:lnTo>
                  <a:lnTo>
                    <a:pt x="4379" y="4065"/>
                  </a:lnTo>
                  <a:cubicBezTo>
                    <a:pt x="4323" y="4037"/>
                    <a:pt x="4260" y="4021"/>
                    <a:pt x="4196" y="4021"/>
                  </a:cubicBezTo>
                  <a:cubicBezTo>
                    <a:pt x="4118" y="4021"/>
                    <a:pt x="4039" y="4044"/>
                    <a:pt x="3970" y="4097"/>
                  </a:cubicBezTo>
                  <a:cubicBezTo>
                    <a:pt x="3812" y="4254"/>
                    <a:pt x="3623" y="4349"/>
                    <a:pt x="3434" y="4412"/>
                  </a:cubicBezTo>
                  <a:cubicBezTo>
                    <a:pt x="3277" y="4475"/>
                    <a:pt x="3182" y="4632"/>
                    <a:pt x="3182" y="4727"/>
                  </a:cubicBezTo>
                  <a:lnTo>
                    <a:pt x="3182" y="4853"/>
                  </a:lnTo>
                  <a:lnTo>
                    <a:pt x="2489" y="4853"/>
                  </a:lnTo>
                  <a:lnTo>
                    <a:pt x="2489" y="4727"/>
                  </a:lnTo>
                  <a:cubicBezTo>
                    <a:pt x="2489" y="4569"/>
                    <a:pt x="2394" y="4475"/>
                    <a:pt x="2237" y="4412"/>
                  </a:cubicBezTo>
                  <a:cubicBezTo>
                    <a:pt x="2048" y="4349"/>
                    <a:pt x="1859" y="4223"/>
                    <a:pt x="1701" y="4097"/>
                  </a:cubicBezTo>
                  <a:cubicBezTo>
                    <a:pt x="1622" y="4057"/>
                    <a:pt x="1529" y="4017"/>
                    <a:pt x="1440" y="4017"/>
                  </a:cubicBezTo>
                  <a:cubicBezTo>
                    <a:pt x="1389" y="4017"/>
                    <a:pt x="1338" y="4030"/>
                    <a:pt x="1292" y="4065"/>
                  </a:cubicBezTo>
                  <a:lnTo>
                    <a:pt x="1166" y="4128"/>
                  </a:lnTo>
                  <a:lnTo>
                    <a:pt x="819" y="3561"/>
                  </a:lnTo>
                  <a:lnTo>
                    <a:pt x="945" y="3466"/>
                  </a:lnTo>
                  <a:cubicBezTo>
                    <a:pt x="1071" y="3403"/>
                    <a:pt x="1134" y="3246"/>
                    <a:pt x="1103" y="3120"/>
                  </a:cubicBezTo>
                  <a:cubicBezTo>
                    <a:pt x="1071" y="2899"/>
                    <a:pt x="1071" y="2710"/>
                    <a:pt x="1103" y="2490"/>
                  </a:cubicBezTo>
                  <a:cubicBezTo>
                    <a:pt x="1134" y="2332"/>
                    <a:pt x="1071" y="2206"/>
                    <a:pt x="945" y="2143"/>
                  </a:cubicBezTo>
                  <a:lnTo>
                    <a:pt x="819" y="2049"/>
                  </a:lnTo>
                  <a:lnTo>
                    <a:pt x="1166" y="1482"/>
                  </a:lnTo>
                  <a:lnTo>
                    <a:pt x="1292" y="1545"/>
                  </a:lnTo>
                  <a:cubicBezTo>
                    <a:pt x="1350" y="1589"/>
                    <a:pt x="1416" y="1612"/>
                    <a:pt x="1481" y="1612"/>
                  </a:cubicBezTo>
                  <a:cubicBezTo>
                    <a:pt x="1557" y="1612"/>
                    <a:pt x="1634" y="1581"/>
                    <a:pt x="1701" y="1513"/>
                  </a:cubicBezTo>
                  <a:cubicBezTo>
                    <a:pt x="1859" y="1356"/>
                    <a:pt x="2048" y="1261"/>
                    <a:pt x="2237" y="1198"/>
                  </a:cubicBezTo>
                  <a:cubicBezTo>
                    <a:pt x="2394" y="1167"/>
                    <a:pt x="2489" y="1009"/>
                    <a:pt x="2489" y="883"/>
                  </a:cubicBezTo>
                  <a:lnTo>
                    <a:pt x="2489" y="757"/>
                  </a:lnTo>
                  <a:close/>
                  <a:moveTo>
                    <a:pt x="2174" y="1"/>
                  </a:moveTo>
                  <a:cubicBezTo>
                    <a:pt x="1953" y="1"/>
                    <a:pt x="1796" y="158"/>
                    <a:pt x="1796" y="347"/>
                  </a:cubicBezTo>
                  <a:lnTo>
                    <a:pt x="1796" y="599"/>
                  </a:lnTo>
                  <a:cubicBezTo>
                    <a:pt x="1701" y="631"/>
                    <a:pt x="1575" y="726"/>
                    <a:pt x="1481" y="789"/>
                  </a:cubicBezTo>
                  <a:lnTo>
                    <a:pt x="1292" y="663"/>
                  </a:lnTo>
                  <a:cubicBezTo>
                    <a:pt x="1242" y="643"/>
                    <a:pt x="1186" y="632"/>
                    <a:pt x="1129" y="632"/>
                  </a:cubicBezTo>
                  <a:cubicBezTo>
                    <a:pt x="1007" y="632"/>
                    <a:pt x="884" y="681"/>
                    <a:pt x="819" y="789"/>
                  </a:cubicBezTo>
                  <a:lnTo>
                    <a:pt x="126" y="2017"/>
                  </a:lnTo>
                  <a:cubicBezTo>
                    <a:pt x="32" y="2175"/>
                    <a:pt x="63" y="2395"/>
                    <a:pt x="221" y="2490"/>
                  </a:cubicBezTo>
                  <a:lnTo>
                    <a:pt x="441" y="2616"/>
                  </a:lnTo>
                  <a:lnTo>
                    <a:pt x="441" y="2994"/>
                  </a:lnTo>
                  <a:lnTo>
                    <a:pt x="221" y="3120"/>
                  </a:lnTo>
                  <a:cubicBezTo>
                    <a:pt x="95" y="3183"/>
                    <a:pt x="0" y="3435"/>
                    <a:pt x="126" y="3592"/>
                  </a:cubicBezTo>
                  <a:lnTo>
                    <a:pt x="819" y="4821"/>
                  </a:lnTo>
                  <a:cubicBezTo>
                    <a:pt x="879" y="4921"/>
                    <a:pt x="989" y="4983"/>
                    <a:pt x="1102" y="4983"/>
                  </a:cubicBezTo>
                  <a:cubicBezTo>
                    <a:pt x="1168" y="4983"/>
                    <a:pt x="1234" y="4962"/>
                    <a:pt x="1292" y="4916"/>
                  </a:cubicBezTo>
                  <a:lnTo>
                    <a:pt x="1481" y="4821"/>
                  </a:lnTo>
                  <a:cubicBezTo>
                    <a:pt x="1607" y="4884"/>
                    <a:pt x="1733" y="4979"/>
                    <a:pt x="1796" y="5010"/>
                  </a:cubicBezTo>
                  <a:lnTo>
                    <a:pt x="1796" y="5231"/>
                  </a:lnTo>
                  <a:cubicBezTo>
                    <a:pt x="1796" y="5451"/>
                    <a:pt x="1953" y="5609"/>
                    <a:pt x="2174" y="5609"/>
                  </a:cubicBezTo>
                  <a:lnTo>
                    <a:pt x="3592" y="5609"/>
                  </a:lnTo>
                  <a:cubicBezTo>
                    <a:pt x="3781" y="5609"/>
                    <a:pt x="3938" y="5451"/>
                    <a:pt x="3938" y="5231"/>
                  </a:cubicBezTo>
                  <a:lnTo>
                    <a:pt x="3938" y="5010"/>
                  </a:lnTo>
                  <a:cubicBezTo>
                    <a:pt x="4064" y="4979"/>
                    <a:pt x="4159" y="4884"/>
                    <a:pt x="4253" y="4821"/>
                  </a:cubicBezTo>
                  <a:lnTo>
                    <a:pt x="4442" y="4916"/>
                  </a:lnTo>
                  <a:cubicBezTo>
                    <a:pt x="4501" y="4951"/>
                    <a:pt x="4574" y="4969"/>
                    <a:pt x="4644" y="4969"/>
                  </a:cubicBezTo>
                  <a:cubicBezTo>
                    <a:pt x="4762" y="4969"/>
                    <a:pt x="4875" y="4920"/>
                    <a:pt x="4915" y="4821"/>
                  </a:cubicBezTo>
                  <a:lnTo>
                    <a:pt x="5639" y="3592"/>
                  </a:lnTo>
                  <a:cubicBezTo>
                    <a:pt x="5702" y="3435"/>
                    <a:pt x="5671" y="3246"/>
                    <a:pt x="5513" y="3120"/>
                  </a:cubicBezTo>
                  <a:lnTo>
                    <a:pt x="5324" y="2994"/>
                  </a:lnTo>
                  <a:lnTo>
                    <a:pt x="5324" y="2616"/>
                  </a:lnTo>
                  <a:lnTo>
                    <a:pt x="5513" y="2490"/>
                  </a:lnTo>
                  <a:cubicBezTo>
                    <a:pt x="5671" y="2395"/>
                    <a:pt x="5734" y="2175"/>
                    <a:pt x="5639" y="2017"/>
                  </a:cubicBezTo>
                  <a:lnTo>
                    <a:pt x="4915" y="789"/>
                  </a:lnTo>
                  <a:cubicBezTo>
                    <a:pt x="4872" y="681"/>
                    <a:pt x="4742" y="618"/>
                    <a:pt x="4614" y="618"/>
                  </a:cubicBezTo>
                  <a:cubicBezTo>
                    <a:pt x="4553" y="618"/>
                    <a:pt x="4493" y="632"/>
                    <a:pt x="4442" y="663"/>
                  </a:cubicBezTo>
                  <a:lnTo>
                    <a:pt x="4253" y="789"/>
                  </a:lnTo>
                  <a:cubicBezTo>
                    <a:pt x="4127" y="726"/>
                    <a:pt x="4001" y="631"/>
                    <a:pt x="3938" y="599"/>
                  </a:cubicBezTo>
                  <a:lnTo>
                    <a:pt x="3938" y="347"/>
                  </a:lnTo>
                  <a:cubicBezTo>
                    <a:pt x="3938" y="158"/>
                    <a:pt x="3781" y="1"/>
                    <a:pt x="35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3" name="Google Shape;16533;p85"/>
            <p:cNvSpPr/>
            <p:nvPr/>
          </p:nvSpPr>
          <p:spPr>
            <a:xfrm>
              <a:off x="-44403625" y="2107275"/>
              <a:ext cx="53575" cy="52800"/>
            </a:xfrm>
            <a:custGeom>
              <a:avLst/>
              <a:gdLst/>
              <a:ahLst/>
              <a:cxnLst/>
              <a:rect l="l" t="t" r="r" b="b"/>
              <a:pathLst>
                <a:path w="2143" h="2112" extrusionOk="0">
                  <a:moveTo>
                    <a:pt x="1072" y="662"/>
                  </a:moveTo>
                  <a:cubicBezTo>
                    <a:pt x="1261" y="662"/>
                    <a:pt x="1418" y="820"/>
                    <a:pt x="1418" y="1009"/>
                  </a:cubicBezTo>
                  <a:cubicBezTo>
                    <a:pt x="1418" y="1198"/>
                    <a:pt x="1261" y="1355"/>
                    <a:pt x="1072" y="1355"/>
                  </a:cubicBezTo>
                  <a:cubicBezTo>
                    <a:pt x="882" y="1355"/>
                    <a:pt x="725" y="1198"/>
                    <a:pt x="725" y="1009"/>
                  </a:cubicBezTo>
                  <a:cubicBezTo>
                    <a:pt x="725" y="820"/>
                    <a:pt x="882" y="662"/>
                    <a:pt x="1072" y="662"/>
                  </a:cubicBezTo>
                  <a:close/>
                  <a:moveTo>
                    <a:pt x="1072" y="1"/>
                  </a:moveTo>
                  <a:cubicBezTo>
                    <a:pt x="473" y="1"/>
                    <a:pt x="0" y="473"/>
                    <a:pt x="0" y="1040"/>
                  </a:cubicBezTo>
                  <a:cubicBezTo>
                    <a:pt x="0" y="1639"/>
                    <a:pt x="473" y="2112"/>
                    <a:pt x="1072" y="2112"/>
                  </a:cubicBezTo>
                  <a:cubicBezTo>
                    <a:pt x="1670" y="2112"/>
                    <a:pt x="2143" y="1639"/>
                    <a:pt x="2143" y="1040"/>
                  </a:cubicBezTo>
                  <a:cubicBezTo>
                    <a:pt x="2143" y="473"/>
                    <a:pt x="1670"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34" name="Google Shape;16534;p85"/>
          <p:cNvSpPr/>
          <p:nvPr/>
        </p:nvSpPr>
        <p:spPr>
          <a:xfrm>
            <a:off x="3504949" y="2041967"/>
            <a:ext cx="477599" cy="477599"/>
          </a:xfrm>
          <a:custGeom>
            <a:avLst/>
            <a:gdLst/>
            <a:ahLst/>
            <a:cxnLst/>
            <a:rect l="l" t="t" r="r" b="b"/>
            <a:pathLst>
              <a:path w="12004" h="12004" extrusionOk="0">
                <a:moveTo>
                  <a:pt x="5671" y="725"/>
                </a:moveTo>
                <a:lnTo>
                  <a:pt x="5671" y="2395"/>
                </a:lnTo>
                <a:cubicBezTo>
                  <a:pt x="5671" y="2616"/>
                  <a:pt x="5843" y="2760"/>
                  <a:pt x="6021" y="2760"/>
                </a:cubicBezTo>
                <a:cubicBezTo>
                  <a:pt x="6097" y="2760"/>
                  <a:pt x="6173" y="2734"/>
                  <a:pt x="6239" y="2678"/>
                </a:cubicBezTo>
                <a:cubicBezTo>
                  <a:pt x="6365" y="2552"/>
                  <a:pt x="6554" y="2489"/>
                  <a:pt x="6711" y="2489"/>
                </a:cubicBezTo>
                <a:cubicBezTo>
                  <a:pt x="7121" y="2489"/>
                  <a:pt x="7436" y="2804"/>
                  <a:pt x="7436" y="3182"/>
                </a:cubicBezTo>
                <a:cubicBezTo>
                  <a:pt x="7436" y="3592"/>
                  <a:pt x="7121" y="3907"/>
                  <a:pt x="6711" y="3907"/>
                </a:cubicBezTo>
                <a:cubicBezTo>
                  <a:pt x="6554" y="3907"/>
                  <a:pt x="6365" y="3812"/>
                  <a:pt x="6239" y="3686"/>
                </a:cubicBezTo>
                <a:cubicBezTo>
                  <a:pt x="6173" y="3630"/>
                  <a:pt x="6097" y="3605"/>
                  <a:pt x="6021" y="3605"/>
                </a:cubicBezTo>
                <a:cubicBezTo>
                  <a:pt x="5843" y="3605"/>
                  <a:pt x="5671" y="3748"/>
                  <a:pt x="5671" y="3970"/>
                </a:cubicBezTo>
                <a:lnTo>
                  <a:pt x="5671" y="5640"/>
                </a:lnTo>
                <a:lnTo>
                  <a:pt x="4569" y="5640"/>
                </a:lnTo>
                <a:cubicBezTo>
                  <a:pt x="4600" y="5514"/>
                  <a:pt x="4600" y="5388"/>
                  <a:pt x="4600" y="5262"/>
                </a:cubicBezTo>
                <a:cubicBezTo>
                  <a:pt x="4600" y="4474"/>
                  <a:pt x="3970" y="3875"/>
                  <a:pt x="3183" y="3875"/>
                </a:cubicBezTo>
                <a:cubicBezTo>
                  <a:pt x="2395" y="3875"/>
                  <a:pt x="1765" y="4474"/>
                  <a:pt x="1765" y="5262"/>
                </a:cubicBezTo>
                <a:cubicBezTo>
                  <a:pt x="1765" y="5388"/>
                  <a:pt x="1765" y="5514"/>
                  <a:pt x="1796" y="5640"/>
                </a:cubicBezTo>
                <a:lnTo>
                  <a:pt x="694" y="5640"/>
                </a:lnTo>
                <a:lnTo>
                  <a:pt x="694" y="1071"/>
                </a:lnTo>
                <a:cubicBezTo>
                  <a:pt x="694" y="882"/>
                  <a:pt x="851" y="725"/>
                  <a:pt x="1040" y="725"/>
                </a:cubicBezTo>
                <a:close/>
                <a:moveTo>
                  <a:pt x="10964" y="725"/>
                </a:moveTo>
                <a:cubicBezTo>
                  <a:pt x="11122" y="725"/>
                  <a:pt x="11311" y="882"/>
                  <a:pt x="11311" y="1071"/>
                </a:cubicBezTo>
                <a:lnTo>
                  <a:pt x="11311" y="5671"/>
                </a:lnTo>
                <a:lnTo>
                  <a:pt x="9610" y="5671"/>
                </a:lnTo>
                <a:cubicBezTo>
                  <a:pt x="9295" y="5671"/>
                  <a:pt x="9169" y="6018"/>
                  <a:pt x="9326" y="6270"/>
                </a:cubicBezTo>
                <a:cubicBezTo>
                  <a:pt x="9452" y="6396"/>
                  <a:pt x="9515" y="6585"/>
                  <a:pt x="9515" y="6742"/>
                </a:cubicBezTo>
                <a:cubicBezTo>
                  <a:pt x="9515" y="7120"/>
                  <a:pt x="9200" y="7435"/>
                  <a:pt x="8822" y="7435"/>
                </a:cubicBezTo>
                <a:cubicBezTo>
                  <a:pt x="8412" y="7435"/>
                  <a:pt x="8097" y="7120"/>
                  <a:pt x="8097" y="6742"/>
                </a:cubicBezTo>
                <a:cubicBezTo>
                  <a:pt x="8097" y="6585"/>
                  <a:pt x="8192" y="6364"/>
                  <a:pt x="8286" y="6270"/>
                </a:cubicBezTo>
                <a:cubicBezTo>
                  <a:pt x="8507" y="6018"/>
                  <a:pt x="8349" y="5671"/>
                  <a:pt x="8034" y="5671"/>
                </a:cubicBezTo>
                <a:lnTo>
                  <a:pt x="6365" y="5671"/>
                </a:lnTo>
                <a:lnTo>
                  <a:pt x="6365" y="4568"/>
                </a:lnTo>
                <a:cubicBezTo>
                  <a:pt x="6491" y="4600"/>
                  <a:pt x="6617" y="4600"/>
                  <a:pt x="6711" y="4600"/>
                </a:cubicBezTo>
                <a:cubicBezTo>
                  <a:pt x="7499" y="4600"/>
                  <a:pt x="8160" y="3970"/>
                  <a:pt x="8160" y="3182"/>
                </a:cubicBezTo>
                <a:cubicBezTo>
                  <a:pt x="8160" y="2395"/>
                  <a:pt x="7499" y="1764"/>
                  <a:pt x="6711" y="1764"/>
                </a:cubicBezTo>
                <a:cubicBezTo>
                  <a:pt x="6617" y="1764"/>
                  <a:pt x="6491" y="1764"/>
                  <a:pt x="6365" y="1796"/>
                </a:cubicBezTo>
                <a:lnTo>
                  <a:pt x="6365" y="725"/>
                </a:lnTo>
                <a:close/>
                <a:moveTo>
                  <a:pt x="3183" y="4568"/>
                </a:moveTo>
                <a:cubicBezTo>
                  <a:pt x="3561" y="4568"/>
                  <a:pt x="3876" y="4883"/>
                  <a:pt x="3876" y="5293"/>
                </a:cubicBezTo>
                <a:cubicBezTo>
                  <a:pt x="3876" y="5451"/>
                  <a:pt x="3813" y="5640"/>
                  <a:pt x="3687" y="5766"/>
                </a:cubicBezTo>
                <a:cubicBezTo>
                  <a:pt x="3498" y="5986"/>
                  <a:pt x="3655" y="6333"/>
                  <a:pt x="3970" y="6333"/>
                </a:cubicBezTo>
                <a:lnTo>
                  <a:pt x="5608" y="6333"/>
                </a:lnTo>
                <a:lnTo>
                  <a:pt x="5608" y="7435"/>
                </a:lnTo>
                <a:cubicBezTo>
                  <a:pt x="5514" y="7404"/>
                  <a:pt x="5388" y="7404"/>
                  <a:pt x="5262" y="7404"/>
                </a:cubicBezTo>
                <a:cubicBezTo>
                  <a:pt x="4474" y="7404"/>
                  <a:pt x="3844" y="8034"/>
                  <a:pt x="3844" y="8822"/>
                </a:cubicBezTo>
                <a:cubicBezTo>
                  <a:pt x="3844" y="9609"/>
                  <a:pt x="4474" y="10239"/>
                  <a:pt x="5262" y="10239"/>
                </a:cubicBezTo>
                <a:cubicBezTo>
                  <a:pt x="5388" y="10239"/>
                  <a:pt x="5514" y="10239"/>
                  <a:pt x="5608" y="10208"/>
                </a:cubicBezTo>
                <a:lnTo>
                  <a:pt x="5608" y="11310"/>
                </a:lnTo>
                <a:lnTo>
                  <a:pt x="1009" y="11310"/>
                </a:lnTo>
                <a:cubicBezTo>
                  <a:pt x="851" y="11310"/>
                  <a:pt x="694" y="11153"/>
                  <a:pt x="694" y="10964"/>
                </a:cubicBezTo>
                <a:lnTo>
                  <a:pt x="694" y="6333"/>
                </a:lnTo>
                <a:lnTo>
                  <a:pt x="2395" y="6333"/>
                </a:lnTo>
                <a:cubicBezTo>
                  <a:pt x="2710" y="6333"/>
                  <a:pt x="2868" y="5986"/>
                  <a:pt x="2679" y="5766"/>
                </a:cubicBezTo>
                <a:cubicBezTo>
                  <a:pt x="2552" y="5640"/>
                  <a:pt x="2458" y="5482"/>
                  <a:pt x="2458" y="5293"/>
                </a:cubicBezTo>
                <a:cubicBezTo>
                  <a:pt x="2458" y="4883"/>
                  <a:pt x="2773" y="4568"/>
                  <a:pt x="3183" y="4568"/>
                </a:cubicBezTo>
                <a:close/>
                <a:moveTo>
                  <a:pt x="11311" y="6333"/>
                </a:moveTo>
                <a:lnTo>
                  <a:pt x="11311" y="10964"/>
                </a:lnTo>
                <a:cubicBezTo>
                  <a:pt x="11311" y="11153"/>
                  <a:pt x="11153" y="11310"/>
                  <a:pt x="10933" y="11310"/>
                </a:cubicBezTo>
                <a:lnTo>
                  <a:pt x="6333" y="11310"/>
                </a:lnTo>
                <a:lnTo>
                  <a:pt x="6333" y="9609"/>
                </a:lnTo>
                <a:cubicBezTo>
                  <a:pt x="6333" y="9388"/>
                  <a:pt x="6162" y="9244"/>
                  <a:pt x="5972" y="9244"/>
                </a:cubicBezTo>
                <a:cubicBezTo>
                  <a:pt x="5892" y="9244"/>
                  <a:pt x="5809" y="9270"/>
                  <a:pt x="5735" y="9326"/>
                </a:cubicBezTo>
                <a:cubicBezTo>
                  <a:pt x="5640" y="9452"/>
                  <a:pt x="5482" y="9546"/>
                  <a:pt x="5262" y="9546"/>
                </a:cubicBezTo>
                <a:cubicBezTo>
                  <a:pt x="4884" y="9546"/>
                  <a:pt x="4569" y="9231"/>
                  <a:pt x="4569" y="8822"/>
                </a:cubicBezTo>
                <a:cubicBezTo>
                  <a:pt x="4569" y="8443"/>
                  <a:pt x="4884" y="8097"/>
                  <a:pt x="5262" y="8097"/>
                </a:cubicBezTo>
                <a:cubicBezTo>
                  <a:pt x="5419" y="8097"/>
                  <a:pt x="5640" y="8191"/>
                  <a:pt x="5735" y="8317"/>
                </a:cubicBezTo>
                <a:cubicBezTo>
                  <a:pt x="5809" y="8374"/>
                  <a:pt x="5892" y="8399"/>
                  <a:pt x="5972" y="8399"/>
                </a:cubicBezTo>
                <a:cubicBezTo>
                  <a:pt x="6162" y="8399"/>
                  <a:pt x="6333" y="8255"/>
                  <a:pt x="6333" y="8034"/>
                </a:cubicBezTo>
                <a:lnTo>
                  <a:pt x="6333" y="6333"/>
                </a:lnTo>
                <a:lnTo>
                  <a:pt x="7436" y="6333"/>
                </a:lnTo>
                <a:cubicBezTo>
                  <a:pt x="7404" y="6459"/>
                  <a:pt x="7404" y="6585"/>
                  <a:pt x="7404" y="6711"/>
                </a:cubicBezTo>
                <a:cubicBezTo>
                  <a:pt x="7404" y="7498"/>
                  <a:pt x="8034" y="8097"/>
                  <a:pt x="8822" y="8097"/>
                </a:cubicBezTo>
                <a:cubicBezTo>
                  <a:pt x="9610" y="8097"/>
                  <a:pt x="10240" y="7498"/>
                  <a:pt x="10240" y="6711"/>
                </a:cubicBezTo>
                <a:cubicBezTo>
                  <a:pt x="10240" y="6585"/>
                  <a:pt x="10240" y="6459"/>
                  <a:pt x="10208" y="6333"/>
                </a:cubicBezTo>
                <a:close/>
                <a:moveTo>
                  <a:pt x="1040" y="0"/>
                </a:moveTo>
                <a:cubicBezTo>
                  <a:pt x="473" y="0"/>
                  <a:pt x="1" y="473"/>
                  <a:pt x="1" y="1071"/>
                </a:cubicBezTo>
                <a:lnTo>
                  <a:pt x="1" y="10964"/>
                </a:lnTo>
                <a:cubicBezTo>
                  <a:pt x="1" y="11531"/>
                  <a:pt x="473" y="12004"/>
                  <a:pt x="1040" y="12004"/>
                </a:cubicBezTo>
                <a:lnTo>
                  <a:pt x="10933" y="12004"/>
                </a:lnTo>
                <a:cubicBezTo>
                  <a:pt x="11531" y="12004"/>
                  <a:pt x="12004" y="11531"/>
                  <a:pt x="12004" y="10964"/>
                </a:cubicBezTo>
                <a:lnTo>
                  <a:pt x="12004" y="1071"/>
                </a:lnTo>
                <a:cubicBezTo>
                  <a:pt x="11972" y="473"/>
                  <a:pt x="11500" y="0"/>
                  <a:pt x="109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35" name="Google Shape;16535;p85"/>
          <p:cNvGrpSpPr/>
          <p:nvPr/>
        </p:nvGrpSpPr>
        <p:grpSpPr>
          <a:xfrm>
            <a:off x="3501231" y="2649981"/>
            <a:ext cx="477599" cy="477639"/>
            <a:chOff x="-49048250" y="2316775"/>
            <a:chExt cx="300100" cy="300125"/>
          </a:xfrm>
        </p:grpSpPr>
        <p:sp>
          <p:nvSpPr>
            <p:cNvPr id="16536" name="Google Shape;16536;p85"/>
            <p:cNvSpPr/>
            <p:nvPr/>
          </p:nvSpPr>
          <p:spPr>
            <a:xfrm>
              <a:off x="-49048250" y="2316775"/>
              <a:ext cx="300100" cy="300125"/>
            </a:xfrm>
            <a:custGeom>
              <a:avLst/>
              <a:gdLst/>
              <a:ahLst/>
              <a:cxnLst/>
              <a:rect l="l" t="t" r="r" b="b"/>
              <a:pathLst>
                <a:path w="12004" h="12005" extrusionOk="0">
                  <a:moveTo>
                    <a:pt x="10933" y="663"/>
                  </a:moveTo>
                  <a:cubicBezTo>
                    <a:pt x="11122" y="694"/>
                    <a:pt x="11311" y="852"/>
                    <a:pt x="11311" y="1009"/>
                  </a:cubicBezTo>
                  <a:lnTo>
                    <a:pt x="11311" y="1734"/>
                  </a:lnTo>
                  <a:lnTo>
                    <a:pt x="10366" y="1734"/>
                  </a:lnTo>
                  <a:lnTo>
                    <a:pt x="9106" y="663"/>
                  </a:lnTo>
                  <a:close/>
                  <a:moveTo>
                    <a:pt x="5136" y="694"/>
                  </a:moveTo>
                  <a:lnTo>
                    <a:pt x="6396" y="1765"/>
                  </a:lnTo>
                  <a:lnTo>
                    <a:pt x="4726" y="1765"/>
                  </a:lnTo>
                  <a:lnTo>
                    <a:pt x="3466" y="694"/>
                  </a:lnTo>
                  <a:close/>
                  <a:moveTo>
                    <a:pt x="7971" y="694"/>
                  </a:moveTo>
                  <a:lnTo>
                    <a:pt x="9232" y="1765"/>
                  </a:lnTo>
                  <a:lnTo>
                    <a:pt x="7562" y="1765"/>
                  </a:lnTo>
                  <a:lnTo>
                    <a:pt x="6302" y="694"/>
                  </a:lnTo>
                  <a:close/>
                  <a:moveTo>
                    <a:pt x="2363" y="663"/>
                  </a:moveTo>
                  <a:lnTo>
                    <a:pt x="4033" y="2080"/>
                  </a:lnTo>
                  <a:lnTo>
                    <a:pt x="2363" y="3498"/>
                  </a:lnTo>
                  <a:lnTo>
                    <a:pt x="694" y="3498"/>
                  </a:lnTo>
                  <a:lnTo>
                    <a:pt x="694" y="1009"/>
                  </a:lnTo>
                  <a:cubicBezTo>
                    <a:pt x="694" y="820"/>
                    <a:pt x="851" y="663"/>
                    <a:pt x="1040" y="663"/>
                  </a:cubicBezTo>
                  <a:close/>
                  <a:moveTo>
                    <a:pt x="6396" y="2427"/>
                  </a:moveTo>
                  <a:lnTo>
                    <a:pt x="5136" y="3498"/>
                  </a:lnTo>
                  <a:lnTo>
                    <a:pt x="3466" y="3498"/>
                  </a:lnTo>
                  <a:lnTo>
                    <a:pt x="4726" y="2427"/>
                  </a:lnTo>
                  <a:close/>
                  <a:moveTo>
                    <a:pt x="9200" y="2427"/>
                  </a:moveTo>
                  <a:lnTo>
                    <a:pt x="7940" y="3498"/>
                  </a:lnTo>
                  <a:lnTo>
                    <a:pt x="6239" y="3498"/>
                  </a:lnTo>
                  <a:lnTo>
                    <a:pt x="7499" y="2427"/>
                  </a:lnTo>
                  <a:close/>
                  <a:moveTo>
                    <a:pt x="11248" y="2427"/>
                  </a:moveTo>
                  <a:lnTo>
                    <a:pt x="11248" y="3498"/>
                  </a:lnTo>
                  <a:lnTo>
                    <a:pt x="9043" y="3498"/>
                  </a:lnTo>
                  <a:lnTo>
                    <a:pt x="10303" y="2427"/>
                  </a:lnTo>
                  <a:close/>
                  <a:moveTo>
                    <a:pt x="11311" y="4160"/>
                  </a:moveTo>
                  <a:lnTo>
                    <a:pt x="11311" y="10902"/>
                  </a:lnTo>
                  <a:cubicBezTo>
                    <a:pt x="11311" y="11091"/>
                    <a:pt x="11153" y="11248"/>
                    <a:pt x="10933" y="11248"/>
                  </a:cubicBezTo>
                  <a:lnTo>
                    <a:pt x="1072" y="11248"/>
                  </a:lnTo>
                  <a:cubicBezTo>
                    <a:pt x="851" y="11248"/>
                    <a:pt x="694" y="11091"/>
                    <a:pt x="694" y="10902"/>
                  </a:cubicBezTo>
                  <a:lnTo>
                    <a:pt x="694" y="4160"/>
                  </a:lnTo>
                  <a:close/>
                  <a:moveTo>
                    <a:pt x="1040" y="1"/>
                  </a:moveTo>
                  <a:cubicBezTo>
                    <a:pt x="473" y="1"/>
                    <a:pt x="1" y="474"/>
                    <a:pt x="1" y="1041"/>
                  </a:cubicBezTo>
                  <a:lnTo>
                    <a:pt x="1" y="10933"/>
                  </a:lnTo>
                  <a:cubicBezTo>
                    <a:pt x="1" y="11532"/>
                    <a:pt x="473" y="12004"/>
                    <a:pt x="1040" y="12004"/>
                  </a:cubicBezTo>
                  <a:lnTo>
                    <a:pt x="10933" y="12004"/>
                  </a:lnTo>
                  <a:cubicBezTo>
                    <a:pt x="11531" y="12004"/>
                    <a:pt x="12004" y="11532"/>
                    <a:pt x="12004" y="10933"/>
                  </a:cubicBezTo>
                  <a:lnTo>
                    <a:pt x="12004" y="3845"/>
                  </a:lnTo>
                  <a:lnTo>
                    <a:pt x="12004" y="1041"/>
                  </a:lnTo>
                  <a:cubicBezTo>
                    <a:pt x="11972" y="474"/>
                    <a:pt x="11500" y="1"/>
                    <a:pt x="109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7" name="Google Shape;16537;p85"/>
            <p:cNvSpPr/>
            <p:nvPr/>
          </p:nvSpPr>
          <p:spPr>
            <a:xfrm>
              <a:off x="-49004150" y="23601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8" name="Google Shape;16538;p85"/>
            <p:cNvSpPr/>
            <p:nvPr/>
          </p:nvSpPr>
          <p:spPr>
            <a:xfrm>
              <a:off x="-48925375" y="2465650"/>
              <a:ext cx="71700" cy="86650"/>
            </a:xfrm>
            <a:custGeom>
              <a:avLst/>
              <a:gdLst/>
              <a:ahLst/>
              <a:cxnLst/>
              <a:rect l="l" t="t" r="r" b="b"/>
              <a:pathLst>
                <a:path w="2868" h="3466" extrusionOk="0">
                  <a:moveTo>
                    <a:pt x="693" y="1040"/>
                  </a:moveTo>
                  <a:lnTo>
                    <a:pt x="1859" y="1796"/>
                  </a:lnTo>
                  <a:lnTo>
                    <a:pt x="693" y="2552"/>
                  </a:lnTo>
                  <a:lnTo>
                    <a:pt x="693" y="1040"/>
                  </a:lnTo>
                  <a:close/>
                  <a:moveTo>
                    <a:pt x="343" y="1"/>
                  </a:moveTo>
                  <a:cubicBezTo>
                    <a:pt x="167" y="1"/>
                    <a:pt x="0" y="141"/>
                    <a:pt x="0" y="347"/>
                  </a:cubicBezTo>
                  <a:lnTo>
                    <a:pt x="0" y="3151"/>
                  </a:lnTo>
                  <a:cubicBezTo>
                    <a:pt x="0" y="3333"/>
                    <a:pt x="165" y="3466"/>
                    <a:pt x="340" y="3466"/>
                  </a:cubicBezTo>
                  <a:cubicBezTo>
                    <a:pt x="407" y="3466"/>
                    <a:pt x="475" y="3446"/>
                    <a:pt x="536" y="3403"/>
                  </a:cubicBezTo>
                  <a:lnTo>
                    <a:pt x="2678" y="1985"/>
                  </a:lnTo>
                  <a:cubicBezTo>
                    <a:pt x="2867" y="1922"/>
                    <a:pt x="2867" y="1639"/>
                    <a:pt x="2678" y="1481"/>
                  </a:cubicBezTo>
                  <a:lnTo>
                    <a:pt x="536" y="63"/>
                  </a:lnTo>
                  <a:cubicBezTo>
                    <a:pt x="476" y="20"/>
                    <a:pt x="409"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9" name="Google Shape;16539;p85"/>
            <p:cNvSpPr/>
            <p:nvPr/>
          </p:nvSpPr>
          <p:spPr>
            <a:xfrm>
              <a:off x="-48977350" y="2431000"/>
              <a:ext cx="157525" cy="157550"/>
            </a:xfrm>
            <a:custGeom>
              <a:avLst/>
              <a:gdLst/>
              <a:ahLst/>
              <a:cxnLst/>
              <a:rect l="l" t="t" r="r" b="b"/>
              <a:pathLst>
                <a:path w="6301" h="6302" extrusionOk="0">
                  <a:moveTo>
                    <a:pt x="3151" y="756"/>
                  </a:moveTo>
                  <a:cubicBezTo>
                    <a:pt x="4474" y="756"/>
                    <a:pt x="5576" y="1859"/>
                    <a:pt x="5576" y="3182"/>
                  </a:cubicBezTo>
                  <a:cubicBezTo>
                    <a:pt x="5608" y="4537"/>
                    <a:pt x="4537" y="5640"/>
                    <a:pt x="3151" y="5640"/>
                  </a:cubicBezTo>
                  <a:cubicBezTo>
                    <a:pt x="1796" y="5640"/>
                    <a:pt x="693" y="4537"/>
                    <a:pt x="693" y="3182"/>
                  </a:cubicBezTo>
                  <a:cubicBezTo>
                    <a:pt x="693" y="1859"/>
                    <a:pt x="1796" y="756"/>
                    <a:pt x="3151" y="756"/>
                  </a:cubicBezTo>
                  <a:close/>
                  <a:moveTo>
                    <a:pt x="3151" y="0"/>
                  </a:moveTo>
                  <a:cubicBezTo>
                    <a:pt x="1418" y="0"/>
                    <a:pt x="0" y="1418"/>
                    <a:pt x="0" y="3151"/>
                  </a:cubicBezTo>
                  <a:cubicBezTo>
                    <a:pt x="0" y="4883"/>
                    <a:pt x="1418" y="6301"/>
                    <a:pt x="3151" y="6301"/>
                  </a:cubicBezTo>
                  <a:cubicBezTo>
                    <a:pt x="4883" y="6301"/>
                    <a:pt x="6301" y="4883"/>
                    <a:pt x="6301" y="3151"/>
                  </a:cubicBezTo>
                  <a:cubicBezTo>
                    <a:pt x="6301" y="1418"/>
                    <a:pt x="4915"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40" name="Google Shape;16540;p85"/>
          <p:cNvSpPr/>
          <p:nvPr/>
        </p:nvSpPr>
        <p:spPr>
          <a:xfrm>
            <a:off x="3503079" y="3246834"/>
            <a:ext cx="481339" cy="477161"/>
          </a:xfrm>
          <a:custGeom>
            <a:avLst/>
            <a:gdLst/>
            <a:ahLst/>
            <a:cxnLst/>
            <a:rect l="l" t="t" r="r" b="b"/>
            <a:pathLst>
              <a:path w="12098" h="11993" extrusionOk="0">
                <a:moveTo>
                  <a:pt x="9042" y="4337"/>
                </a:moveTo>
                <a:lnTo>
                  <a:pt x="10208" y="4935"/>
                </a:lnTo>
                <a:lnTo>
                  <a:pt x="8695" y="4935"/>
                </a:lnTo>
                <a:lnTo>
                  <a:pt x="9042" y="4337"/>
                </a:lnTo>
                <a:close/>
                <a:moveTo>
                  <a:pt x="5167" y="1753"/>
                </a:moveTo>
                <a:lnTo>
                  <a:pt x="7593" y="5534"/>
                </a:lnTo>
                <a:lnTo>
                  <a:pt x="7026" y="6574"/>
                </a:lnTo>
                <a:lnTo>
                  <a:pt x="5356" y="4022"/>
                </a:lnTo>
                <a:lnTo>
                  <a:pt x="5167" y="1753"/>
                </a:lnTo>
                <a:close/>
                <a:moveTo>
                  <a:pt x="9105" y="5629"/>
                </a:moveTo>
                <a:lnTo>
                  <a:pt x="8664" y="9189"/>
                </a:lnTo>
                <a:lnTo>
                  <a:pt x="7435" y="7298"/>
                </a:lnTo>
                <a:cubicBezTo>
                  <a:pt x="7593" y="7015"/>
                  <a:pt x="8223" y="5849"/>
                  <a:pt x="8349" y="5629"/>
                </a:cubicBezTo>
                <a:close/>
                <a:moveTo>
                  <a:pt x="3088" y="1753"/>
                </a:moveTo>
                <a:lnTo>
                  <a:pt x="8034" y="9504"/>
                </a:lnTo>
                <a:lnTo>
                  <a:pt x="3623" y="7834"/>
                </a:lnTo>
                <a:lnTo>
                  <a:pt x="3088" y="1753"/>
                </a:lnTo>
                <a:close/>
                <a:moveTo>
                  <a:pt x="1355" y="9378"/>
                </a:moveTo>
                <a:lnTo>
                  <a:pt x="4096" y="10134"/>
                </a:lnTo>
                <a:lnTo>
                  <a:pt x="4757" y="11268"/>
                </a:lnTo>
                <a:lnTo>
                  <a:pt x="2773" y="11268"/>
                </a:lnTo>
                <a:lnTo>
                  <a:pt x="1355" y="9378"/>
                </a:lnTo>
                <a:close/>
                <a:moveTo>
                  <a:pt x="4064" y="8748"/>
                </a:moveTo>
                <a:lnTo>
                  <a:pt x="8380" y="10354"/>
                </a:lnTo>
                <a:lnTo>
                  <a:pt x="7971" y="11268"/>
                </a:lnTo>
                <a:lnTo>
                  <a:pt x="5545" y="11268"/>
                </a:lnTo>
                <a:cubicBezTo>
                  <a:pt x="5387" y="10984"/>
                  <a:pt x="4253" y="9063"/>
                  <a:pt x="4064" y="8748"/>
                </a:cubicBezTo>
                <a:close/>
                <a:moveTo>
                  <a:pt x="2485" y="1"/>
                </a:moveTo>
                <a:cubicBezTo>
                  <a:pt x="2453" y="1"/>
                  <a:pt x="2422" y="7"/>
                  <a:pt x="2394" y="21"/>
                </a:cubicBezTo>
                <a:cubicBezTo>
                  <a:pt x="2237" y="52"/>
                  <a:pt x="2174" y="210"/>
                  <a:pt x="2174" y="367"/>
                </a:cubicBezTo>
                <a:cubicBezTo>
                  <a:pt x="2930" y="8527"/>
                  <a:pt x="2836" y="8117"/>
                  <a:pt x="2930" y="8243"/>
                </a:cubicBezTo>
                <a:lnTo>
                  <a:pt x="3497" y="9252"/>
                </a:lnTo>
                <a:lnTo>
                  <a:pt x="473" y="8432"/>
                </a:lnTo>
                <a:cubicBezTo>
                  <a:pt x="437" y="8425"/>
                  <a:pt x="402" y="8422"/>
                  <a:pt x="368" y="8422"/>
                </a:cubicBezTo>
                <a:cubicBezTo>
                  <a:pt x="249" y="8422"/>
                  <a:pt x="143" y="8468"/>
                  <a:pt x="95" y="8590"/>
                </a:cubicBezTo>
                <a:cubicBezTo>
                  <a:pt x="0" y="8716"/>
                  <a:pt x="0" y="8874"/>
                  <a:pt x="95" y="9000"/>
                </a:cubicBezTo>
                <a:lnTo>
                  <a:pt x="2205" y="11835"/>
                </a:lnTo>
                <a:cubicBezTo>
                  <a:pt x="2300" y="11898"/>
                  <a:pt x="2363" y="11993"/>
                  <a:pt x="2489" y="11993"/>
                </a:cubicBezTo>
                <a:lnTo>
                  <a:pt x="8128" y="11993"/>
                </a:lnTo>
                <a:cubicBezTo>
                  <a:pt x="8223" y="11993"/>
                  <a:pt x="8380" y="11898"/>
                  <a:pt x="8443" y="11772"/>
                </a:cubicBezTo>
                <a:lnTo>
                  <a:pt x="9137" y="10354"/>
                </a:lnTo>
                <a:cubicBezTo>
                  <a:pt x="9137" y="10323"/>
                  <a:pt x="9168" y="10291"/>
                  <a:pt x="9168" y="10260"/>
                </a:cubicBezTo>
                <a:lnTo>
                  <a:pt x="9735" y="5629"/>
                </a:lnTo>
                <a:lnTo>
                  <a:pt x="11657" y="5629"/>
                </a:lnTo>
                <a:cubicBezTo>
                  <a:pt x="11814" y="5629"/>
                  <a:pt x="11972" y="5534"/>
                  <a:pt x="12003" y="5377"/>
                </a:cubicBezTo>
                <a:cubicBezTo>
                  <a:pt x="12098" y="5219"/>
                  <a:pt x="12003" y="4998"/>
                  <a:pt x="11846" y="4967"/>
                </a:cubicBezTo>
                <a:lnTo>
                  <a:pt x="9042" y="3549"/>
                </a:lnTo>
                <a:cubicBezTo>
                  <a:pt x="9001" y="3533"/>
                  <a:pt x="8954" y="3525"/>
                  <a:pt x="8906" y="3525"/>
                </a:cubicBezTo>
                <a:cubicBezTo>
                  <a:pt x="8767" y="3525"/>
                  <a:pt x="8616" y="3590"/>
                  <a:pt x="8569" y="3707"/>
                </a:cubicBezTo>
                <a:lnTo>
                  <a:pt x="7908" y="4841"/>
                </a:lnTo>
                <a:lnTo>
                  <a:pt x="4915" y="178"/>
                </a:lnTo>
                <a:cubicBezTo>
                  <a:pt x="4866" y="80"/>
                  <a:pt x="4740" y="1"/>
                  <a:pt x="4627" y="1"/>
                </a:cubicBezTo>
                <a:cubicBezTo>
                  <a:pt x="4595" y="1"/>
                  <a:pt x="4564" y="7"/>
                  <a:pt x="4537" y="21"/>
                </a:cubicBezTo>
                <a:cubicBezTo>
                  <a:pt x="4411" y="52"/>
                  <a:pt x="4285" y="210"/>
                  <a:pt x="4285" y="367"/>
                </a:cubicBezTo>
                <a:lnTo>
                  <a:pt x="4505" y="2762"/>
                </a:lnTo>
                <a:lnTo>
                  <a:pt x="2804" y="178"/>
                </a:lnTo>
                <a:cubicBezTo>
                  <a:pt x="2730" y="80"/>
                  <a:pt x="2599" y="1"/>
                  <a:pt x="24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41" name="Google Shape;16541;p85"/>
          <p:cNvGrpSpPr/>
          <p:nvPr/>
        </p:nvGrpSpPr>
        <p:grpSpPr>
          <a:xfrm>
            <a:off x="1720660" y="3904379"/>
            <a:ext cx="480145" cy="477599"/>
            <a:chOff x="-47160325" y="1974175"/>
            <a:chExt cx="301700" cy="300100"/>
          </a:xfrm>
        </p:grpSpPr>
        <p:sp>
          <p:nvSpPr>
            <p:cNvPr id="16542" name="Google Shape;16542;p85"/>
            <p:cNvSpPr/>
            <p:nvPr/>
          </p:nvSpPr>
          <p:spPr>
            <a:xfrm>
              <a:off x="-47160325" y="1974175"/>
              <a:ext cx="301700" cy="300100"/>
            </a:xfrm>
            <a:custGeom>
              <a:avLst/>
              <a:gdLst/>
              <a:ahLst/>
              <a:cxnLst/>
              <a:rect l="l" t="t" r="r" b="b"/>
              <a:pathLst>
                <a:path w="12068" h="12004" extrusionOk="0">
                  <a:moveTo>
                    <a:pt x="8539" y="1166"/>
                  </a:moveTo>
                  <a:lnTo>
                    <a:pt x="9452" y="2080"/>
                  </a:lnTo>
                  <a:lnTo>
                    <a:pt x="8539" y="2080"/>
                  </a:lnTo>
                  <a:lnTo>
                    <a:pt x="8539" y="1166"/>
                  </a:lnTo>
                  <a:close/>
                  <a:moveTo>
                    <a:pt x="7846" y="693"/>
                  </a:moveTo>
                  <a:lnTo>
                    <a:pt x="7846" y="2489"/>
                  </a:lnTo>
                  <a:cubicBezTo>
                    <a:pt x="7846" y="2678"/>
                    <a:pt x="8003" y="2836"/>
                    <a:pt x="8192" y="2836"/>
                  </a:cubicBezTo>
                  <a:lnTo>
                    <a:pt x="9957" y="2836"/>
                  </a:lnTo>
                  <a:lnTo>
                    <a:pt x="9957" y="4254"/>
                  </a:lnTo>
                  <a:lnTo>
                    <a:pt x="4916" y="4254"/>
                  </a:lnTo>
                  <a:lnTo>
                    <a:pt x="4538" y="3434"/>
                  </a:lnTo>
                  <a:cubicBezTo>
                    <a:pt x="4349" y="3056"/>
                    <a:pt x="3971" y="2836"/>
                    <a:pt x="3593" y="2836"/>
                  </a:cubicBezTo>
                  <a:lnTo>
                    <a:pt x="2206" y="2836"/>
                  </a:lnTo>
                  <a:lnTo>
                    <a:pt x="2206" y="693"/>
                  </a:lnTo>
                  <a:close/>
                  <a:moveTo>
                    <a:pt x="3561" y="3529"/>
                  </a:moveTo>
                  <a:cubicBezTo>
                    <a:pt x="3656" y="3529"/>
                    <a:pt x="3782" y="3623"/>
                    <a:pt x="3876" y="3718"/>
                  </a:cubicBezTo>
                  <a:lnTo>
                    <a:pt x="4380" y="4758"/>
                  </a:lnTo>
                  <a:cubicBezTo>
                    <a:pt x="4443" y="4884"/>
                    <a:pt x="4569" y="4947"/>
                    <a:pt x="4695" y="4947"/>
                  </a:cubicBezTo>
                  <a:lnTo>
                    <a:pt x="11028" y="4947"/>
                  </a:lnTo>
                  <a:cubicBezTo>
                    <a:pt x="11248" y="4947"/>
                    <a:pt x="11406" y="5104"/>
                    <a:pt x="11406" y="5293"/>
                  </a:cubicBezTo>
                  <a:lnTo>
                    <a:pt x="11406" y="10933"/>
                  </a:lnTo>
                  <a:lnTo>
                    <a:pt x="11343" y="10933"/>
                  </a:lnTo>
                  <a:cubicBezTo>
                    <a:pt x="11343" y="11153"/>
                    <a:pt x="11185" y="11311"/>
                    <a:pt x="10996" y="11311"/>
                  </a:cubicBezTo>
                  <a:lnTo>
                    <a:pt x="1104" y="11311"/>
                  </a:lnTo>
                  <a:cubicBezTo>
                    <a:pt x="915" y="11311"/>
                    <a:pt x="757" y="11153"/>
                    <a:pt x="757" y="10933"/>
                  </a:cubicBezTo>
                  <a:lnTo>
                    <a:pt x="757" y="3875"/>
                  </a:lnTo>
                  <a:cubicBezTo>
                    <a:pt x="757" y="3686"/>
                    <a:pt x="915" y="3529"/>
                    <a:pt x="1104" y="3529"/>
                  </a:cubicBezTo>
                  <a:close/>
                  <a:moveTo>
                    <a:pt x="1797" y="0"/>
                  </a:moveTo>
                  <a:cubicBezTo>
                    <a:pt x="1576" y="0"/>
                    <a:pt x="1419" y="158"/>
                    <a:pt x="1419" y="347"/>
                  </a:cubicBezTo>
                  <a:lnTo>
                    <a:pt x="1419" y="2836"/>
                  </a:lnTo>
                  <a:lnTo>
                    <a:pt x="1072" y="2836"/>
                  </a:lnTo>
                  <a:cubicBezTo>
                    <a:pt x="474" y="2836"/>
                    <a:pt x="1" y="3308"/>
                    <a:pt x="1" y="3907"/>
                  </a:cubicBezTo>
                  <a:lnTo>
                    <a:pt x="1" y="10933"/>
                  </a:lnTo>
                  <a:cubicBezTo>
                    <a:pt x="1" y="11531"/>
                    <a:pt x="474" y="12004"/>
                    <a:pt x="1072" y="12004"/>
                  </a:cubicBezTo>
                  <a:lnTo>
                    <a:pt x="10965" y="12004"/>
                  </a:lnTo>
                  <a:cubicBezTo>
                    <a:pt x="11563" y="12004"/>
                    <a:pt x="12036" y="11531"/>
                    <a:pt x="12036" y="10933"/>
                  </a:cubicBezTo>
                  <a:lnTo>
                    <a:pt x="12036" y="5325"/>
                  </a:lnTo>
                  <a:cubicBezTo>
                    <a:pt x="12067" y="4726"/>
                    <a:pt x="11595" y="4254"/>
                    <a:pt x="10996" y="4254"/>
                  </a:cubicBezTo>
                  <a:lnTo>
                    <a:pt x="10650" y="4254"/>
                  </a:lnTo>
                  <a:lnTo>
                    <a:pt x="10650" y="2489"/>
                  </a:lnTo>
                  <a:cubicBezTo>
                    <a:pt x="10650" y="2395"/>
                    <a:pt x="10618" y="2269"/>
                    <a:pt x="10524" y="2237"/>
                  </a:cubicBezTo>
                  <a:lnTo>
                    <a:pt x="8413" y="126"/>
                  </a:lnTo>
                  <a:cubicBezTo>
                    <a:pt x="8318" y="32"/>
                    <a:pt x="8255" y="0"/>
                    <a:pt x="81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3" name="Google Shape;16543;p85"/>
            <p:cNvSpPr/>
            <p:nvPr/>
          </p:nvSpPr>
          <p:spPr>
            <a:xfrm>
              <a:off x="-47070525" y="2115150"/>
              <a:ext cx="123675" cy="123675"/>
            </a:xfrm>
            <a:custGeom>
              <a:avLst/>
              <a:gdLst/>
              <a:ahLst/>
              <a:cxnLst/>
              <a:rect l="l" t="t" r="r" b="b"/>
              <a:pathLst>
                <a:path w="4947" h="4947" extrusionOk="0">
                  <a:moveTo>
                    <a:pt x="1796" y="694"/>
                  </a:moveTo>
                  <a:cubicBezTo>
                    <a:pt x="2269" y="694"/>
                    <a:pt x="2678" y="977"/>
                    <a:pt x="2804" y="1418"/>
                  </a:cubicBezTo>
                  <a:lnTo>
                    <a:pt x="1796" y="1418"/>
                  </a:lnTo>
                  <a:cubicBezTo>
                    <a:pt x="1607" y="1418"/>
                    <a:pt x="1450" y="1576"/>
                    <a:pt x="1450" y="1765"/>
                  </a:cubicBezTo>
                  <a:lnTo>
                    <a:pt x="1450" y="2742"/>
                  </a:lnTo>
                  <a:cubicBezTo>
                    <a:pt x="1009" y="2584"/>
                    <a:pt x="757" y="2175"/>
                    <a:pt x="757" y="1765"/>
                  </a:cubicBezTo>
                  <a:cubicBezTo>
                    <a:pt x="757" y="1166"/>
                    <a:pt x="1229" y="694"/>
                    <a:pt x="1796" y="694"/>
                  </a:cubicBezTo>
                  <a:close/>
                  <a:moveTo>
                    <a:pt x="2804" y="2112"/>
                  </a:moveTo>
                  <a:cubicBezTo>
                    <a:pt x="2678" y="2427"/>
                    <a:pt x="2426" y="2679"/>
                    <a:pt x="2174" y="2742"/>
                  </a:cubicBezTo>
                  <a:lnTo>
                    <a:pt x="2174" y="2112"/>
                  </a:lnTo>
                  <a:close/>
                  <a:moveTo>
                    <a:pt x="4254" y="2080"/>
                  </a:moveTo>
                  <a:lnTo>
                    <a:pt x="4254" y="4191"/>
                  </a:lnTo>
                  <a:lnTo>
                    <a:pt x="2143" y="4191"/>
                  </a:lnTo>
                  <a:lnTo>
                    <a:pt x="2143" y="3466"/>
                  </a:lnTo>
                  <a:cubicBezTo>
                    <a:pt x="2804" y="3309"/>
                    <a:pt x="3340" y="2773"/>
                    <a:pt x="3498" y="2080"/>
                  </a:cubicBezTo>
                  <a:close/>
                  <a:moveTo>
                    <a:pt x="1765" y="1"/>
                  </a:moveTo>
                  <a:cubicBezTo>
                    <a:pt x="788" y="1"/>
                    <a:pt x="1" y="788"/>
                    <a:pt x="1" y="1765"/>
                  </a:cubicBezTo>
                  <a:cubicBezTo>
                    <a:pt x="1" y="2616"/>
                    <a:pt x="599" y="3340"/>
                    <a:pt x="1418" y="3498"/>
                  </a:cubicBezTo>
                  <a:lnTo>
                    <a:pt x="1418" y="4600"/>
                  </a:lnTo>
                  <a:cubicBezTo>
                    <a:pt x="1418" y="4789"/>
                    <a:pt x="1576" y="4947"/>
                    <a:pt x="1765" y="4947"/>
                  </a:cubicBezTo>
                  <a:lnTo>
                    <a:pt x="4569" y="4947"/>
                  </a:lnTo>
                  <a:cubicBezTo>
                    <a:pt x="4758" y="4947"/>
                    <a:pt x="4915" y="4789"/>
                    <a:pt x="4915" y="4600"/>
                  </a:cubicBezTo>
                  <a:lnTo>
                    <a:pt x="4915" y="1797"/>
                  </a:lnTo>
                  <a:cubicBezTo>
                    <a:pt x="4947" y="1576"/>
                    <a:pt x="4789" y="1387"/>
                    <a:pt x="4600" y="1387"/>
                  </a:cubicBezTo>
                  <a:lnTo>
                    <a:pt x="3498" y="1387"/>
                  </a:lnTo>
                  <a:cubicBezTo>
                    <a:pt x="3340" y="599"/>
                    <a:pt x="2647"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44" name="Google Shape;16544;p85"/>
          <p:cNvGrpSpPr/>
          <p:nvPr/>
        </p:nvGrpSpPr>
        <p:grpSpPr>
          <a:xfrm>
            <a:off x="1721295" y="4499757"/>
            <a:ext cx="478872" cy="478832"/>
            <a:chOff x="-47159525" y="2342000"/>
            <a:chExt cx="300900" cy="300875"/>
          </a:xfrm>
        </p:grpSpPr>
        <p:sp>
          <p:nvSpPr>
            <p:cNvPr id="16545" name="Google Shape;16545;p85"/>
            <p:cNvSpPr/>
            <p:nvPr/>
          </p:nvSpPr>
          <p:spPr>
            <a:xfrm>
              <a:off x="-47122500" y="2376650"/>
              <a:ext cx="123675" cy="125250"/>
            </a:xfrm>
            <a:custGeom>
              <a:avLst/>
              <a:gdLst/>
              <a:ahLst/>
              <a:cxnLst/>
              <a:rect l="l" t="t" r="r" b="b"/>
              <a:pathLst>
                <a:path w="4947" h="5010" extrusionOk="0">
                  <a:moveTo>
                    <a:pt x="1765" y="756"/>
                  </a:moveTo>
                  <a:cubicBezTo>
                    <a:pt x="2237" y="756"/>
                    <a:pt x="2615" y="1008"/>
                    <a:pt x="2741" y="1450"/>
                  </a:cubicBezTo>
                  <a:lnTo>
                    <a:pt x="1765" y="1450"/>
                  </a:lnTo>
                  <a:cubicBezTo>
                    <a:pt x="1575" y="1450"/>
                    <a:pt x="1418" y="1607"/>
                    <a:pt x="1418" y="1828"/>
                  </a:cubicBezTo>
                  <a:lnTo>
                    <a:pt x="1418" y="2804"/>
                  </a:lnTo>
                  <a:cubicBezTo>
                    <a:pt x="1008" y="2647"/>
                    <a:pt x="693" y="2237"/>
                    <a:pt x="693" y="1828"/>
                  </a:cubicBezTo>
                  <a:cubicBezTo>
                    <a:pt x="693" y="1229"/>
                    <a:pt x="1166" y="756"/>
                    <a:pt x="1765" y="756"/>
                  </a:cubicBezTo>
                  <a:close/>
                  <a:moveTo>
                    <a:pt x="2741" y="2174"/>
                  </a:moveTo>
                  <a:cubicBezTo>
                    <a:pt x="2615" y="2458"/>
                    <a:pt x="2395" y="2678"/>
                    <a:pt x="2111" y="2804"/>
                  </a:cubicBezTo>
                  <a:lnTo>
                    <a:pt x="2111" y="2174"/>
                  </a:lnTo>
                  <a:close/>
                  <a:moveTo>
                    <a:pt x="4253" y="2143"/>
                  </a:moveTo>
                  <a:lnTo>
                    <a:pt x="4253" y="4285"/>
                  </a:lnTo>
                  <a:lnTo>
                    <a:pt x="2111" y="4285"/>
                  </a:lnTo>
                  <a:lnTo>
                    <a:pt x="2111" y="3497"/>
                  </a:lnTo>
                  <a:cubicBezTo>
                    <a:pt x="2804" y="3340"/>
                    <a:pt x="3340" y="2836"/>
                    <a:pt x="3497" y="2143"/>
                  </a:cubicBezTo>
                  <a:close/>
                  <a:moveTo>
                    <a:pt x="1765" y="0"/>
                  </a:moveTo>
                  <a:cubicBezTo>
                    <a:pt x="788" y="0"/>
                    <a:pt x="0" y="788"/>
                    <a:pt x="0" y="1765"/>
                  </a:cubicBezTo>
                  <a:cubicBezTo>
                    <a:pt x="0" y="2647"/>
                    <a:pt x="567" y="3340"/>
                    <a:pt x="1418" y="3497"/>
                  </a:cubicBezTo>
                  <a:lnTo>
                    <a:pt x="1418" y="4663"/>
                  </a:lnTo>
                  <a:cubicBezTo>
                    <a:pt x="1418" y="4852"/>
                    <a:pt x="1575" y="5010"/>
                    <a:pt x="1765" y="5010"/>
                  </a:cubicBezTo>
                  <a:lnTo>
                    <a:pt x="4600" y="5010"/>
                  </a:lnTo>
                  <a:cubicBezTo>
                    <a:pt x="4789" y="5010"/>
                    <a:pt x="4947" y="4852"/>
                    <a:pt x="4947" y="4663"/>
                  </a:cubicBezTo>
                  <a:lnTo>
                    <a:pt x="4947" y="1765"/>
                  </a:lnTo>
                  <a:cubicBezTo>
                    <a:pt x="4947" y="1576"/>
                    <a:pt x="4789" y="1418"/>
                    <a:pt x="4600" y="1418"/>
                  </a:cubicBezTo>
                  <a:lnTo>
                    <a:pt x="3497" y="1418"/>
                  </a:lnTo>
                  <a:cubicBezTo>
                    <a:pt x="3340" y="630"/>
                    <a:pt x="2615"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6" name="Google Shape;16546;p85"/>
            <p:cNvSpPr/>
            <p:nvPr/>
          </p:nvSpPr>
          <p:spPr>
            <a:xfrm>
              <a:off x="-47159525" y="2342000"/>
              <a:ext cx="300900" cy="300875"/>
            </a:xfrm>
            <a:custGeom>
              <a:avLst/>
              <a:gdLst/>
              <a:ahLst/>
              <a:cxnLst/>
              <a:rect l="l" t="t" r="r" b="b"/>
              <a:pathLst>
                <a:path w="12036" h="12035" extrusionOk="0">
                  <a:moveTo>
                    <a:pt x="7089" y="1229"/>
                  </a:moveTo>
                  <a:lnTo>
                    <a:pt x="8003" y="2142"/>
                  </a:lnTo>
                  <a:lnTo>
                    <a:pt x="7089" y="2142"/>
                  </a:lnTo>
                  <a:lnTo>
                    <a:pt x="7089" y="1229"/>
                  </a:lnTo>
                  <a:close/>
                  <a:moveTo>
                    <a:pt x="8538" y="6396"/>
                  </a:moveTo>
                  <a:lnTo>
                    <a:pt x="8538" y="6711"/>
                  </a:lnTo>
                  <a:cubicBezTo>
                    <a:pt x="8538" y="6900"/>
                    <a:pt x="8664" y="7057"/>
                    <a:pt x="8885" y="7057"/>
                  </a:cubicBezTo>
                  <a:cubicBezTo>
                    <a:pt x="9074" y="7057"/>
                    <a:pt x="9231" y="6900"/>
                    <a:pt x="9231" y="6711"/>
                  </a:cubicBezTo>
                  <a:lnTo>
                    <a:pt x="9231" y="6427"/>
                  </a:lnTo>
                  <a:cubicBezTo>
                    <a:pt x="10303" y="6585"/>
                    <a:pt x="11153" y="7467"/>
                    <a:pt x="11311" y="8506"/>
                  </a:cubicBezTo>
                  <a:lnTo>
                    <a:pt x="10996" y="8506"/>
                  </a:lnTo>
                  <a:cubicBezTo>
                    <a:pt x="10807" y="8506"/>
                    <a:pt x="10649" y="8664"/>
                    <a:pt x="10649" y="8884"/>
                  </a:cubicBezTo>
                  <a:cubicBezTo>
                    <a:pt x="10649" y="9073"/>
                    <a:pt x="10807" y="9231"/>
                    <a:pt x="10996" y="9231"/>
                  </a:cubicBezTo>
                  <a:lnTo>
                    <a:pt x="11311" y="9231"/>
                  </a:lnTo>
                  <a:cubicBezTo>
                    <a:pt x="11153" y="10302"/>
                    <a:pt x="10303" y="11121"/>
                    <a:pt x="9231" y="11279"/>
                  </a:cubicBezTo>
                  <a:lnTo>
                    <a:pt x="9231" y="10964"/>
                  </a:lnTo>
                  <a:cubicBezTo>
                    <a:pt x="9231" y="10775"/>
                    <a:pt x="9074" y="10617"/>
                    <a:pt x="8885" y="10617"/>
                  </a:cubicBezTo>
                  <a:cubicBezTo>
                    <a:pt x="8664" y="10617"/>
                    <a:pt x="8538" y="10775"/>
                    <a:pt x="8538" y="10964"/>
                  </a:cubicBezTo>
                  <a:lnTo>
                    <a:pt x="8538" y="11279"/>
                  </a:lnTo>
                  <a:cubicBezTo>
                    <a:pt x="7467" y="11121"/>
                    <a:pt x="6585" y="10239"/>
                    <a:pt x="6428" y="9200"/>
                  </a:cubicBezTo>
                  <a:lnTo>
                    <a:pt x="6743" y="9200"/>
                  </a:lnTo>
                  <a:cubicBezTo>
                    <a:pt x="6963" y="9200"/>
                    <a:pt x="7089" y="9042"/>
                    <a:pt x="7089" y="8821"/>
                  </a:cubicBezTo>
                  <a:cubicBezTo>
                    <a:pt x="7089" y="8632"/>
                    <a:pt x="6963" y="8475"/>
                    <a:pt x="6743" y="8475"/>
                  </a:cubicBezTo>
                  <a:lnTo>
                    <a:pt x="6428" y="8475"/>
                  </a:lnTo>
                  <a:cubicBezTo>
                    <a:pt x="6585" y="7404"/>
                    <a:pt x="7467" y="6553"/>
                    <a:pt x="8538" y="6396"/>
                  </a:cubicBezTo>
                  <a:close/>
                  <a:moveTo>
                    <a:pt x="6428" y="725"/>
                  </a:moveTo>
                  <a:lnTo>
                    <a:pt x="6428" y="2489"/>
                  </a:lnTo>
                  <a:cubicBezTo>
                    <a:pt x="6428" y="2678"/>
                    <a:pt x="6585" y="2836"/>
                    <a:pt x="6774" y="2836"/>
                  </a:cubicBezTo>
                  <a:lnTo>
                    <a:pt x="8570" y="2836"/>
                  </a:lnTo>
                  <a:lnTo>
                    <a:pt x="8570" y="5734"/>
                  </a:lnTo>
                  <a:cubicBezTo>
                    <a:pt x="6995" y="5892"/>
                    <a:pt x="5766" y="7246"/>
                    <a:pt x="5766" y="8884"/>
                  </a:cubicBezTo>
                  <a:cubicBezTo>
                    <a:pt x="5766" y="9861"/>
                    <a:pt x="6238" y="10775"/>
                    <a:pt x="6932" y="11310"/>
                  </a:cubicBezTo>
                  <a:lnTo>
                    <a:pt x="757" y="11310"/>
                  </a:lnTo>
                  <a:lnTo>
                    <a:pt x="757" y="725"/>
                  </a:lnTo>
                  <a:close/>
                  <a:moveTo>
                    <a:pt x="379" y="0"/>
                  </a:moveTo>
                  <a:cubicBezTo>
                    <a:pt x="158" y="0"/>
                    <a:pt x="0" y="158"/>
                    <a:pt x="0" y="378"/>
                  </a:cubicBezTo>
                  <a:lnTo>
                    <a:pt x="0" y="11657"/>
                  </a:lnTo>
                  <a:cubicBezTo>
                    <a:pt x="0" y="11877"/>
                    <a:pt x="158" y="12035"/>
                    <a:pt x="379" y="12035"/>
                  </a:cubicBezTo>
                  <a:lnTo>
                    <a:pt x="8822" y="12035"/>
                  </a:lnTo>
                  <a:cubicBezTo>
                    <a:pt x="10555" y="12035"/>
                    <a:pt x="11972" y="10617"/>
                    <a:pt x="11972" y="8884"/>
                  </a:cubicBezTo>
                  <a:cubicBezTo>
                    <a:pt x="12035" y="7215"/>
                    <a:pt x="10807" y="5892"/>
                    <a:pt x="9231" y="5734"/>
                  </a:cubicBezTo>
                  <a:lnTo>
                    <a:pt x="9231" y="2489"/>
                  </a:lnTo>
                  <a:cubicBezTo>
                    <a:pt x="9231" y="2426"/>
                    <a:pt x="9200" y="2300"/>
                    <a:pt x="9105" y="2268"/>
                  </a:cubicBezTo>
                  <a:lnTo>
                    <a:pt x="6995" y="126"/>
                  </a:lnTo>
                  <a:cubicBezTo>
                    <a:pt x="6900" y="63"/>
                    <a:pt x="6837" y="0"/>
                    <a:pt x="67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7" name="Google Shape;16547;p85"/>
            <p:cNvSpPr/>
            <p:nvPr/>
          </p:nvSpPr>
          <p:spPr>
            <a:xfrm>
              <a:off x="-46946075" y="2537325"/>
              <a:ext cx="35450" cy="35475"/>
            </a:xfrm>
            <a:custGeom>
              <a:avLst/>
              <a:gdLst/>
              <a:ahLst/>
              <a:cxnLst/>
              <a:rect l="l" t="t" r="r" b="b"/>
              <a:pathLst>
                <a:path w="1418" h="1419" extrusionOk="0">
                  <a:moveTo>
                    <a:pt x="347" y="0"/>
                  </a:moveTo>
                  <a:cubicBezTo>
                    <a:pt x="158" y="0"/>
                    <a:pt x="0" y="158"/>
                    <a:pt x="0" y="347"/>
                  </a:cubicBezTo>
                  <a:lnTo>
                    <a:pt x="0" y="1071"/>
                  </a:lnTo>
                  <a:cubicBezTo>
                    <a:pt x="0" y="1260"/>
                    <a:pt x="158" y="1418"/>
                    <a:pt x="347" y="1418"/>
                  </a:cubicBezTo>
                  <a:lnTo>
                    <a:pt x="1040" y="1418"/>
                  </a:lnTo>
                  <a:cubicBezTo>
                    <a:pt x="1261" y="1418"/>
                    <a:pt x="1418" y="1260"/>
                    <a:pt x="1418" y="1071"/>
                  </a:cubicBezTo>
                  <a:cubicBezTo>
                    <a:pt x="1387" y="851"/>
                    <a:pt x="1261"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8" name="Google Shape;16548;p85"/>
            <p:cNvSpPr/>
            <p:nvPr/>
          </p:nvSpPr>
          <p:spPr>
            <a:xfrm>
              <a:off x="-47122500" y="253732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9" name="Google Shape;16549;p85"/>
            <p:cNvSpPr/>
            <p:nvPr/>
          </p:nvSpPr>
          <p:spPr>
            <a:xfrm>
              <a:off x="-47122500" y="257277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50" name="Google Shape;16550;p85"/>
          <p:cNvGrpSpPr/>
          <p:nvPr/>
        </p:nvGrpSpPr>
        <p:grpSpPr>
          <a:xfrm>
            <a:off x="1721931" y="5108872"/>
            <a:ext cx="477599" cy="478872"/>
            <a:chOff x="-47157950" y="2712175"/>
            <a:chExt cx="300100" cy="300900"/>
          </a:xfrm>
        </p:grpSpPr>
        <p:sp>
          <p:nvSpPr>
            <p:cNvPr id="16551" name="Google Shape;16551;p85"/>
            <p:cNvSpPr/>
            <p:nvPr/>
          </p:nvSpPr>
          <p:spPr>
            <a:xfrm>
              <a:off x="-47157950" y="2712175"/>
              <a:ext cx="300100" cy="300900"/>
            </a:xfrm>
            <a:custGeom>
              <a:avLst/>
              <a:gdLst/>
              <a:ahLst/>
              <a:cxnLst/>
              <a:rect l="l" t="t" r="r" b="b"/>
              <a:pathLst>
                <a:path w="12004" h="12036" extrusionOk="0">
                  <a:moveTo>
                    <a:pt x="7026" y="1166"/>
                  </a:moveTo>
                  <a:lnTo>
                    <a:pt x="7940" y="2048"/>
                  </a:lnTo>
                  <a:lnTo>
                    <a:pt x="7026" y="2048"/>
                  </a:lnTo>
                  <a:lnTo>
                    <a:pt x="7026" y="1166"/>
                  </a:lnTo>
                  <a:close/>
                  <a:moveTo>
                    <a:pt x="6333" y="693"/>
                  </a:moveTo>
                  <a:lnTo>
                    <a:pt x="6333" y="2458"/>
                  </a:lnTo>
                  <a:cubicBezTo>
                    <a:pt x="6333" y="2647"/>
                    <a:pt x="6491" y="2804"/>
                    <a:pt x="6680" y="2804"/>
                  </a:cubicBezTo>
                  <a:lnTo>
                    <a:pt x="8444" y="2804"/>
                  </a:lnTo>
                  <a:lnTo>
                    <a:pt x="8444" y="4222"/>
                  </a:lnTo>
                  <a:lnTo>
                    <a:pt x="3529" y="4222"/>
                  </a:lnTo>
                  <a:lnTo>
                    <a:pt x="3529" y="693"/>
                  </a:lnTo>
                  <a:close/>
                  <a:moveTo>
                    <a:pt x="10933" y="4222"/>
                  </a:moveTo>
                  <a:cubicBezTo>
                    <a:pt x="11122" y="4222"/>
                    <a:pt x="11279" y="4380"/>
                    <a:pt x="11279" y="4569"/>
                  </a:cubicBezTo>
                  <a:lnTo>
                    <a:pt x="11279" y="8097"/>
                  </a:lnTo>
                  <a:lnTo>
                    <a:pt x="11248" y="8097"/>
                  </a:lnTo>
                  <a:cubicBezTo>
                    <a:pt x="11248" y="8286"/>
                    <a:pt x="11090" y="8444"/>
                    <a:pt x="10901" y="8444"/>
                  </a:cubicBezTo>
                  <a:lnTo>
                    <a:pt x="9137" y="8444"/>
                  </a:lnTo>
                  <a:lnTo>
                    <a:pt x="9137" y="7719"/>
                  </a:lnTo>
                  <a:lnTo>
                    <a:pt x="9483" y="7719"/>
                  </a:lnTo>
                  <a:cubicBezTo>
                    <a:pt x="9673" y="7719"/>
                    <a:pt x="9830" y="7562"/>
                    <a:pt x="9830" y="7372"/>
                  </a:cubicBezTo>
                  <a:cubicBezTo>
                    <a:pt x="9830" y="7183"/>
                    <a:pt x="9673" y="7026"/>
                    <a:pt x="9483" y="7026"/>
                  </a:cubicBezTo>
                  <a:lnTo>
                    <a:pt x="2458" y="7026"/>
                  </a:lnTo>
                  <a:cubicBezTo>
                    <a:pt x="2269" y="7026"/>
                    <a:pt x="2111" y="7183"/>
                    <a:pt x="2111" y="7372"/>
                  </a:cubicBezTo>
                  <a:cubicBezTo>
                    <a:pt x="2111" y="7562"/>
                    <a:pt x="2269" y="7719"/>
                    <a:pt x="2458" y="7719"/>
                  </a:cubicBezTo>
                  <a:lnTo>
                    <a:pt x="2836" y="7719"/>
                  </a:lnTo>
                  <a:lnTo>
                    <a:pt x="2836" y="8444"/>
                  </a:lnTo>
                  <a:lnTo>
                    <a:pt x="1040" y="8444"/>
                  </a:lnTo>
                  <a:cubicBezTo>
                    <a:pt x="851" y="8444"/>
                    <a:pt x="694" y="8286"/>
                    <a:pt x="694" y="8097"/>
                  </a:cubicBezTo>
                  <a:lnTo>
                    <a:pt x="694" y="4569"/>
                  </a:lnTo>
                  <a:cubicBezTo>
                    <a:pt x="694" y="4380"/>
                    <a:pt x="851" y="4222"/>
                    <a:pt x="1040" y="4222"/>
                  </a:cubicBezTo>
                  <a:lnTo>
                    <a:pt x="2836" y="4222"/>
                  </a:lnTo>
                  <a:lnTo>
                    <a:pt x="2836" y="4569"/>
                  </a:lnTo>
                  <a:cubicBezTo>
                    <a:pt x="2836" y="4789"/>
                    <a:pt x="2993" y="4947"/>
                    <a:pt x="3183" y="4947"/>
                  </a:cubicBezTo>
                  <a:lnTo>
                    <a:pt x="8822" y="4947"/>
                  </a:lnTo>
                  <a:cubicBezTo>
                    <a:pt x="9011" y="4947"/>
                    <a:pt x="9168" y="4789"/>
                    <a:pt x="9168" y="4569"/>
                  </a:cubicBezTo>
                  <a:lnTo>
                    <a:pt x="9168" y="4222"/>
                  </a:lnTo>
                  <a:close/>
                  <a:moveTo>
                    <a:pt x="8412" y="7719"/>
                  </a:moveTo>
                  <a:lnTo>
                    <a:pt x="8412" y="11279"/>
                  </a:lnTo>
                  <a:lnTo>
                    <a:pt x="3498" y="11279"/>
                  </a:lnTo>
                  <a:lnTo>
                    <a:pt x="3498" y="7719"/>
                  </a:lnTo>
                  <a:close/>
                  <a:moveTo>
                    <a:pt x="3183" y="0"/>
                  </a:moveTo>
                  <a:cubicBezTo>
                    <a:pt x="2993" y="0"/>
                    <a:pt x="2836" y="158"/>
                    <a:pt x="2836" y="378"/>
                  </a:cubicBezTo>
                  <a:lnTo>
                    <a:pt x="2836" y="3560"/>
                  </a:lnTo>
                  <a:lnTo>
                    <a:pt x="1072" y="3560"/>
                  </a:lnTo>
                  <a:cubicBezTo>
                    <a:pt x="473" y="3560"/>
                    <a:pt x="1" y="4033"/>
                    <a:pt x="1" y="4600"/>
                  </a:cubicBezTo>
                  <a:lnTo>
                    <a:pt x="1" y="8129"/>
                  </a:lnTo>
                  <a:cubicBezTo>
                    <a:pt x="1" y="8696"/>
                    <a:pt x="473" y="9168"/>
                    <a:pt x="1072" y="9168"/>
                  </a:cubicBezTo>
                  <a:lnTo>
                    <a:pt x="2836" y="9168"/>
                  </a:lnTo>
                  <a:lnTo>
                    <a:pt x="2836" y="11657"/>
                  </a:lnTo>
                  <a:cubicBezTo>
                    <a:pt x="2836" y="11846"/>
                    <a:pt x="2993" y="12035"/>
                    <a:pt x="3183" y="12035"/>
                  </a:cubicBezTo>
                  <a:lnTo>
                    <a:pt x="8822" y="12035"/>
                  </a:lnTo>
                  <a:cubicBezTo>
                    <a:pt x="9011" y="12035"/>
                    <a:pt x="9168" y="11846"/>
                    <a:pt x="9168" y="11657"/>
                  </a:cubicBezTo>
                  <a:lnTo>
                    <a:pt x="9168" y="9168"/>
                  </a:lnTo>
                  <a:lnTo>
                    <a:pt x="10933" y="9168"/>
                  </a:lnTo>
                  <a:cubicBezTo>
                    <a:pt x="11531" y="9168"/>
                    <a:pt x="12004" y="8696"/>
                    <a:pt x="12004" y="8129"/>
                  </a:cubicBezTo>
                  <a:lnTo>
                    <a:pt x="12004" y="4600"/>
                  </a:lnTo>
                  <a:cubicBezTo>
                    <a:pt x="11972" y="4001"/>
                    <a:pt x="11500" y="3529"/>
                    <a:pt x="10901" y="3529"/>
                  </a:cubicBezTo>
                  <a:lnTo>
                    <a:pt x="9137" y="3529"/>
                  </a:lnTo>
                  <a:lnTo>
                    <a:pt x="9137" y="2458"/>
                  </a:lnTo>
                  <a:cubicBezTo>
                    <a:pt x="9137" y="2363"/>
                    <a:pt x="9074" y="2269"/>
                    <a:pt x="9011" y="2206"/>
                  </a:cubicBezTo>
                  <a:lnTo>
                    <a:pt x="6932" y="126"/>
                  </a:lnTo>
                  <a:cubicBezTo>
                    <a:pt x="6837" y="63"/>
                    <a:pt x="6774" y="0"/>
                    <a:pt x="66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2" name="Google Shape;16552;p85"/>
            <p:cNvSpPr/>
            <p:nvPr/>
          </p:nvSpPr>
          <p:spPr>
            <a:xfrm>
              <a:off x="-47087075" y="2852375"/>
              <a:ext cx="17350" cy="17350"/>
            </a:xfrm>
            <a:custGeom>
              <a:avLst/>
              <a:gdLst/>
              <a:ahLst/>
              <a:cxnLst/>
              <a:rect l="l" t="t" r="r" b="b"/>
              <a:pathLst>
                <a:path w="694" h="694" extrusionOk="0">
                  <a:moveTo>
                    <a:pt x="348" y="0"/>
                  </a:moveTo>
                  <a:cubicBezTo>
                    <a:pt x="158" y="0"/>
                    <a:pt x="1" y="158"/>
                    <a:pt x="1" y="347"/>
                  </a:cubicBezTo>
                  <a:cubicBezTo>
                    <a:pt x="1" y="536"/>
                    <a:pt x="158" y="693"/>
                    <a:pt x="348" y="693"/>
                  </a:cubicBezTo>
                  <a:cubicBezTo>
                    <a:pt x="537" y="693"/>
                    <a:pt x="694" y="536"/>
                    <a:pt x="694" y="347"/>
                  </a:cubicBezTo>
                  <a:cubicBezTo>
                    <a:pt x="694" y="158"/>
                    <a:pt x="537"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3" name="Google Shape;16553;p85"/>
            <p:cNvSpPr/>
            <p:nvPr/>
          </p:nvSpPr>
          <p:spPr>
            <a:xfrm>
              <a:off x="-47052400" y="2852375"/>
              <a:ext cx="17350" cy="17350"/>
            </a:xfrm>
            <a:custGeom>
              <a:avLst/>
              <a:gdLst/>
              <a:ahLst/>
              <a:cxnLst/>
              <a:rect l="l" t="t" r="r" b="b"/>
              <a:pathLst>
                <a:path w="694" h="694" extrusionOk="0">
                  <a:moveTo>
                    <a:pt x="347" y="0"/>
                  </a:moveTo>
                  <a:cubicBezTo>
                    <a:pt x="126" y="0"/>
                    <a:pt x="0" y="158"/>
                    <a:pt x="0" y="347"/>
                  </a:cubicBezTo>
                  <a:cubicBezTo>
                    <a:pt x="0" y="536"/>
                    <a:pt x="126"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4" name="Google Shape;16554;p85"/>
            <p:cNvSpPr/>
            <p:nvPr/>
          </p:nvSpPr>
          <p:spPr>
            <a:xfrm>
              <a:off x="-47051625" y="295790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5" name="Google Shape;16555;p85"/>
            <p:cNvSpPr/>
            <p:nvPr/>
          </p:nvSpPr>
          <p:spPr>
            <a:xfrm>
              <a:off x="-47051625" y="292325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6" name="Google Shape;16556;p85"/>
            <p:cNvSpPr/>
            <p:nvPr/>
          </p:nvSpPr>
          <p:spPr>
            <a:xfrm>
              <a:off x="-47017750" y="2852375"/>
              <a:ext cx="35450" cy="17350"/>
            </a:xfrm>
            <a:custGeom>
              <a:avLst/>
              <a:gdLst/>
              <a:ahLst/>
              <a:cxnLst/>
              <a:rect l="l" t="t" r="r" b="b"/>
              <a:pathLst>
                <a:path w="1418" h="694" extrusionOk="0">
                  <a:moveTo>
                    <a:pt x="378" y="0"/>
                  </a:moveTo>
                  <a:cubicBezTo>
                    <a:pt x="158" y="0"/>
                    <a:pt x="0" y="158"/>
                    <a:pt x="0" y="347"/>
                  </a:cubicBezTo>
                  <a:cubicBezTo>
                    <a:pt x="0" y="536"/>
                    <a:pt x="158" y="693"/>
                    <a:pt x="378"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7" name="Google Shape;16557;p85"/>
            <p:cNvSpPr/>
            <p:nvPr/>
          </p:nvSpPr>
          <p:spPr>
            <a:xfrm>
              <a:off x="-46964975" y="2852375"/>
              <a:ext cx="35450" cy="17350"/>
            </a:xfrm>
            <a:custGeom>
              <a:avLst/>
              <a:gdLst/>
              <a:ahLst/>
              <a:cxnLst/>
              <a:rect l="l" t="t" r="r" b="b"/>
              <a:pathLst>
                <a:path w="1418" h="694" extrusionOk="0">
                  <a:moveTo>
                    <a:pt x="347" y="0"/>
                  </a:moveTo>
                  <a:cubicBezTo>
                    <a:pt x="158" y="0"/>
                    <a:pt x="0" y="158"/>
                    <a:pt x="0" y="347"/>
                  </a:cubicBezTo>
                  <a:cubicBezTo>
                    <a:pt x="0" y="536"/>
                    <a:pt x="158" y="693"/>
                    <a:pt x="347" y="693"/>
                  </a:cubicBezTo>
                  <a:lnTo>
                    <a:pt x="1040" y="693"/>
                  </a:lnTo>
                  <a:cubicBezTo>
                    <a:pt x="1260" y="693"/>
                    <a:pt x="1418" y="536"/>
                    <a:pt x="1418" y="347"/>
                  </a:cubicBezTo>
                  <a:cubicBezTo>
                    <a:pt x="1418" y="158"/>
                    <a:pt x="1260"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58" name="Google Shape;16558;p85"/>
          <p:cNvSpPr/>
          <p:nvPr/>
        </p:nvSpPr>
        <p:spPr>
          <a:xfrm>
            <a:off x="4717615" y="3890400"/>
            <a:ext cx="419948" cy="476365"/>
          </a:xfrm>
          <a:custGeom>
            <a:avLst/>
            <a:gdLst/>
            <a:ahLst/>
            <a:cxnLst/>
            <a:rect l="l" t="t" r="r" b="b"/>
            <a:pathLst>
              <a:path w="10555" h="11973" extrusionOk="0">
                <a:moveTo>
                  <a:pt x="3151" y="2836"/>
                </a:moveTo>
                <a:cubicBezTo>
                  <a:pt x="3340" y="2836"/>
                  <a:pt x="3498" y="2994"/>
                  <a:pt x="3498" y="3183"/>
                </a:cubicBezTo>
                <a:lnTo>
                  <a:pt x="3498" y="3529"/>
                </a:lnTo>
                <a:lnTo>
                  <a:pt x="2805" y="3529"/>
                </a:lnTo>
                <a:lnTo>
                  <a:pt x="2805" y="3183"/>
                </a:lnTo>
                <a:cubicBezTo>
                  <a:pt x="2805" y="2994"/>
                  <a:pt x="2962" y="2836"/>
                  <a:pt x="3151" y="2836"/>
                </a:cubicBezTo>
                <a:close/>
                <a:moveTo>
                  <a:pt x="9862" y="4191"/>
                </a:moveTo>
                <a:lnTo>
                  <a:pt x="9862" y="5262"/>
                </a:lnTo>
                <a:cubicBezTo>
                  <a:pt x="9862" y="5451"/>
                  <a:pt x="9704" y="5609"/>
                  <a:pt x="9484" y="5609"/>
                </a:cubicBezTo>
                <a:cubicBezTo>
                  <a:pt x="9295" y="5609"/>
                  <a:pt x="9137" y="5451"/>
                  <a:pt x="9137" y="5262"/>
                </a:cubicBezTo>
                <a:lnTo>
                  <a:pt x="9137" y="4191"/>
                </a:lnTo>
                <a:close/>
                <a:moveTo>
                  <a:pt x="3151" y="5609"/>
                </a:moveTo>
                <a:cubicBezTo>
                  <a:pt x="3340" y="5609"/>
                  <a:pt x="3498" y="5766"/>
                  <a:pt x="3498" y="5987"/>
                </a:cubicBezTo>
                <a:cubicBezTo>
                  <a:pt x="3498" y="6176"/>
                  <a:pt x="3340" y="6333"/>
                  <a:pt x="3151" y="6333"/>
                </a:cubicBezTo>
                <a:cubicBezTo>
                  <a:pt x="2962" y="6333"/>
                  <a:pt x="2805" y="6176"/>
                  <a:pt x="2805" y="5987"/>
                </a:cubicBezTo>
                <a:cubicBezTo>
                  <a:pt x="2805" y="5766"/>
                  <a:pt x="2962" y="5609"/>
                  <a:pt x="3151" y="5609"/>
                </a:cubicBezTo>
                <a:close/>
                <a:moveTo>
                  <a:pt x="3592" y="4254"/>
                </a:moveTo>
                <a:cubicBezTo>
                  <a:pt x="4695" y="4443"/>
                  <a:pt x="5640" y="5451"/>
                  <a:pt x="5640" y="6680"/>
                </a:cubicBezTo>
                <a:lnTo>
                  <a:pt x="5640" y="8822"/>
                </a:lnTo>
                <a:cubicBezTo>
                  <a:pt x="5640" y="10145"/>
                  <a:pt x="4538" y="11248"/>
                  <a:pt x="3183" y="11248"/>
                </a:cubicBezTo>
                <a:cubicBezTo>
                  <a:pt x="1860" y="11248"/>
                  <a:pt x="757" y="10145"/>
                  <a:pt x="757" y="8822"/>
                </a:cubicBezTo>
                <a:lnTo>
                  <a:pt x="757" y="6680"/>
                </a:lnTo>
                <a:cubicBezTo>
                  <a:pt x="757" y="5451"/>
                  <a:pt x="1671" y="4443"/>
                  <a:pt x="2868" y="4254"/>
                </a:cubicBezTo>
                <a:lnTo>
                  <a:pt x="2868" y="4979"/>
                </a:lnTo>
                <a:cubicBezTo>
                  <a:pt x="2490" y="5136"/>
                  <a:pt x="2175" y="5546"/>
                  <a:pt x="2175" y="5987"/>
                </a:cubicBezTo>
                <a:cubicBezTo>
                  <a:pt x="2175" y="6396"/>
                  <a:pt x="2458" y="6837"/>
                  <a:pt x="2868" y="6963"/>
                </a:cubicBezTo>
                <a:lnTo>
                  <a:pt x="2868" y="7341"/>
                </a:lnTo>
                <a:cubicBezTo>
                  <a:pt x="2868" y="7562"/>
                  <a:pt x="3025" y="7719"/>
                  <a:pt x="3246" y="7719"/>
                </a:cubicBezTo>
                <a:cubicBezTo>
                  <a:pt x="3435" y="7719"/>
                  <a:pt x="3592" y="7562"/>
                  <a:pt x="3592" y="7341"/>
                </a:cubicBezTo>
                <a:lnTo>
                  <a:pt x="3592" y="6963"/>
                </a:lnTo>
                <a:cubicBezTo>
                  <a:pt x="3970" y="6806"/>
                  <a:pt x="4286" y="6396"/>
                  <a:pt x="4286" y="5987"/>
                </a:cubicBezTo>
                <a:cubicBezTo>
                  <a:pt x="4286" y="5546"/>
                  <a:pt x="4033" y="5105"/>
                  <a:pt x="3592" y="4979"/>
                </a:cubicBezTo>
                <a:lnTo>
                  <a:pt x="3592" y="4254"/>
                </a:lnTo>
                <a:close/>
                <a:moveTo>
                  <a:pt x="5294" y="1"/>
                </a:moveTo>
                <a:cubicBezTo>
                  <a:pt x="4033" y="1"/>
                  <a:pt x="2994" y="946"/>
                  <a:pt x="2836" y="2143"/>
                </a:cubicBezTo>
                <a:cubicBezTo>
                  <a:pt x="2427" y="2301"/>
                  <a:pt x="2143" y="2710"/>
                  <a:pt x="2143" y="3151"/>
                </a:cubicBezTo>
                <a:lnTo>
                  <a:pt x="2143" y="3687"/>
                </a:lnTo>
                <a:cubicBezTo>
                  <a:pt x="914" y="4128"/>
                  <a:pt x="1" y="5294"/>
                  <a:pt x="1" y="6680"/>
                </a:cubicBezTo>
                <a:lnTo>
                  <a:pt x="1" y="8822"/>
                </a:lnTo>
                <a:cubicBezTo>
                  <a:pt x="1" y="10555"/>
                  <a:pt x="1419" y="11973"/>
                  <a:pt x="3151" y="11973"/>
                </a:cubicBezTo>
                <a:cubicBezTo>
                  <a:pt x="4884" y="11973"/>
                  <a:pt x="6302" y="10555"/>
                  <a:pt x="6302" y="8822"/>
                </a:cubicBezTo>
                <a:lnTo>
                  <a:pt x="6302" y="6680"/>
                </a:lnTo>
                <a:cubicBezTo>
                  <a:pt x="6302" y="5294"/>
                  <a:pt x="5451" y="4128"/>
                  <a:pt x="4191" y="3687"/>
                </a:cubicBezTo>
                <a:lnTo>
                  <a:pt x="4191" y="3151"/>
                </a:lnTo>
                <a:cubicBezTo>
                  <a:pt x="4191" y="2710"/>
                  <a:pt x="3907" y="2301"/>
                  <a:pt x="3529" y="2143"/>
                </a:cubicBezTo>
                <a:cubicBezTo>
                  <a:pt x="3624" y="1293"/>
                  <a:pt x="4380" y="662"/>
                  <a:pt x="5262" y="662"/>
                </a:cubicBezTo>
                <a:cubicBezTo>
                  <a:pt x="6239" y="662"/>
                  <a:pt x="7026" y="1450"/>
                  <a:pt x="7026" y="2427"/>
                </a:cubicBezTo>
                <a:lnTo>
                  <a:pt x="7026" y="8413"/>
                </a:lnTo>
                <a:cubicBezTo>
                  <a:pt x="7026" y="9200"/>
                  <a:pt x="7657" y="9830"/>
                  <a:pt x="8444" y="9830"/>
                </a:cubicBezTo>
                <a:cubicBezTo>
                  <a:pt x="9232" y="9830"/>
                  <a:pt x="9862" y="9200"/>
                  <a:pt x="9862" y="8413"/>
                </a:cubicBezTo>
                <a:lnTo>
                  <a:pt x="9862" y="6239"/>
                </a:lnTo>
                <a:cubicBezTo>
                  <a:pt x="10240" y="6081"/>
                  <a:pt x="10555" y="5703"/>
                  <a:pt x="10555" y="5262"/>
                </a:cubicBezTo>
                <a:lnTo>
                  <a:pt x="10555" y="3844"/>
                </a:lnTo>
                <a:cubicBezTo>
                  <a:pt x="10555" y="3687"/>
                  <a:pt x="10397" y="3529"/>
                  <a:pt x="10208" y="3529"/>
                </a:cubicBezTo>
                <a:lnTo>
                  <a:pt x="9862" y="3529"/>
                </a:lnTo>
                <a:lnTo>
                  <a:pt x="9862" y="2458"/>
                </a:lnTo>
                <a:cubicBezTo>
                  <a:pt x="9862" y="2269"/>
                  <a:pt x="9704" y="2112"/>
                  <a:pt x="9515" y="2112"/>
                </a:cubicBezTo>
                <a:cubicBezTo>
                  <a:pt x="9295" y="2112"/>
                  <a:pt x="9137" y="2269"/>
                  <a:pt x="9137" y="2458"/>
                </a:cubicBezTo>
                <a:lnTo>
                  <a:pt x="9137" y="3529"/>
                </a:lnTo>
                <a:lnTo>
                  <a:pt x="8791" y="3529"/>
                </a:lnTo>
                <a:cubicBezTo>
                  <a:pt x="8602" y="3529"/>
                  <a:pt x="8444" y="3687"/>
                  <a:pt x="8444" y="3876"/>
                </a:cubicBezTo>
                <a:lnTo>
                  <a:pt x="8444" y="5294"/>
                </a:lnTo>
                <a:cubicBezTo>
                  <a:pt x="8444" y="5766"/>
                  <a:pt x="8728" y="6176"/>
                  <a:pt x="9137" y="6302"/>
                </a:cubicBezTo>
                <a:lnTo>
                  <a:pt x="9137" y="8444"/>
                </a:lnTo>
                <a:cubicBezTo>
                  <a:pt x="9137" y="8854"/>
                  <a:pt x="8822" y="9169"/>
                  <a:pt x="8444" y="9169"/>
                </a:cubicBezTo>
                <a:cubicBezTo>
                  <a:pt x="8035" y="9169"/>
                  <a:pt x="7720" y="8854"/>
                  <a:pt x="7720" y="8444"/>
                </a:cubicBezTo>
                <a:lnTo>
                  <a:pt x="7720" y="2458"/>
                </a:lnTo>
                <a:cubicBezTo>
                  <a:pt x="7720" y="1103"/>
                  <a:pt x="6617" y="1"/>
                  <a:pt x="52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59" name="Google Shape;16559;p85"/>
          <p:cNvGrpSpPr/>
          <p:nvPr/>
        </p:nvGrpSpPr>
        <p:grpSpPr>
          <a:xfrm>
            <a:off x="4713567" y="4485951"/>
            <a:ext cx="421181" cy="477599"/>
            <a:chOff x="-45278675" y="2333325"/>
            <a:chExt cx="264650" cy="300100"/>
          </a:xfrm>
        </p:grpSpPr>
        <p:sp>
          <p:nvSpPr>
            <p:cNvPr id="16560" name="Google Shape;16560;p85"/>
            <p:cNvSpPr/>
            <p:nvPr/>
          </p:nvSpPr>
          <p:spPr>
            <a:xfrm>
              <a:off x="-45243225" y="2475100"/>
              <a:ext cx="52775" cy="87450"/>
            </a:xfrm>
            <a:custGeom>
              <a:avLst/>
              <a:gdLst/>
              <a:ahLst/>
              <a:cxnLst/>
              <a:rect l="l" t="t" r="r" b="b"/>
              <a:pathLst>
                <a:path w="2111" h="3498" extrusionOk="0">
                  <a:moveTo>
                    <a:pt x="1071" y="725"/>
                  </a:moveTo>
                  <a:cubicBezTo>
                    <a:pt x="1260" y="725"/>
                    <a:pt x="1418" y="883"/>
                    <a:pt x="1418" y="1072"/>
                  </a:cubicBezTo>
                  <a:cubicBezTo>
                    <a:pt x="1418" y="1261"/>
                    <a:pt x="1260" y="1418"/>
                    <a:pt x="1071" y="1418"/>
                  </a:cubicBezTo>
                  <a:lnTo>
                    <a:pt x="725" y="1418"/>
                  </a:lnTo>
                  <a:lnTo>
                    <a:pt x="725" y="725"/>
                  </a:lnTo>
                  <a:close/>
                  <a:moveTo>
                    <a:pt x="347" y="0"/>
                  </a:moveTo>
                  <a:cubicBezTo>
                    <a:pt x="158" y="0"/>
                    <a:pt x="0" y="158"/>
                    <a:pt x="0" y="347"/>
                  </a:cubicBezTo>
                  <a:lnTo>
                    <a:pt x="0" y="3151"/>
                  </a:lnTo>
                  <a:cubicBezTo>
                    <a:pt x="0" y="3340"/>
                    <a:pt x="158" y="3497"/>
                    <a:pt x="347" y="3497"/>
                  </a:cubicBezTo>
                  <a:cubicBezTo>
                    <a:pt x="536" y="3497"/>
                    <a:pt x="693" y="3340"/>
                    <a:pt x="693" y="3151"/>
                  </a:cubicBezTo>
                  <a:lnTo>
                    <a:pt x="693" y="2080"/>
                  </a:lnTo>
                  <a:lnTo>
                    <a:pt x="1071" y="2080"/>
                  </a:lnTo>
                  <a:cubicBezTo>
                    <a:pt x="1638" y="2080"/>
                    <a:pt x="2111" y="1607"/>
                    <a:pt x="2111" y="1040"/>
                  </a:cubicBezTo>
                  <a:cubicBezTo>
                    <a:pt x="2111" y="473"/>
                    <a:pt x="167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1" name="Google Shape;16561;p85"/>
            <p:cNvSpPr/>
            <p:nvPr/>
          </p:nvSpPr>
          <p:spPr>
            <a:xfrm>
              <a:off x="-45172350" y="2475100"/>
              <a:ext cx="52800" cy="89025"/>
            </a:xfrm>
            <a:custGeom>
              <a:avLst/>
              <a:gdLst/>
              <a:ahLst/>
              <a:cxnLst/>
              <a:rect l="l" t="t" r="r" b="b"/>
              <a:pathLst>
                <a:path w="2112" h="3561" extrusionOk="0">
                  <a:moveTo>
                    <a:pt x="1072" y="0"/>
                  </a:moveTo>
                  <a:cubicBezTo>
                    <a:pt x="473" y="0"/>
                    <a:pt x="1" y="473"/>
                    <a:pt x="1" y="1072"/>
                  </a:cubicBezTo>
                  <a:cubicBezTo>
                    <a:pt x="1" y="1670"/>
                    <a:pt x="473" y="2143"/>
                    <a:pt x="1072" y="2143"/>
                  </a:cubicBezTo>
                  <a:cubicBezTo>
                    <a:pt x="1261" y="2143"/>
                    <a:pt x="1418" y="2300"/>
                    <a:pt x="1418" y="2489"/>
                  </a:cubicBezTo>
                  <a:cubicBezTo>
                    <a:pt x="1418" y="2678"/>
                    <a:pt x="1261" y="2836"/>
                    <a:pt x="1072" y="2836"/>
                  </a:cubicBezTo>
                  <a:cubicBezTo>
                    <a:pt x="851" y="2836"/>
                    <a:pt x="694" y="2678"/>
                    <a:pt x="694" y="2489"/>
                  </a:cubicBezTo>
                  <a:cubicBezTo>
                    <a:pt x="694" y="2300"/>
                    <a:pt x="536" y="2143"/>
                    <a:pt x="347" y="2143"/>
                  </a:cubicBezTo>
                  <a:cubicBezTo>
                    <a:pt x="158" y="2143"/>
                    <a:pt x="1" y="2300"/>
                    <a:pt x="1" y="2489"/>
                  </a:cubicBezTo>
                  <a:cubicBezTo>
                    <a:pt x="1" y="3088"/>
                    <a:pt x="473" y="3560"/>
                    <a:pt x="1072" y="3560"/>
                  </a:cubicBezTo>
                  <a:cubicBezTo>
                    <a:pt x="1639" y="3560"/>
                    <a:pt x="2111" y="3088"/>
                    <a:pt x="2111" y="2489"/>
                  </a:cubicBezTo>
                  <a:cubicBezTo>
                    <a:pt x="2111" y="1891"/>
                    <a:pt x="1639" y="1418"/>
                    <a:pt x="1072" y="1418"/>
                  </a:cubicBezTo>
                  <a:cubicBezTo>
                    <a:pt x="851" y="1418"/>
                    <a:pt x="725" y="1261"/>
                    <a:pt x="725" y="1072"/>
                  </a:cubicBezTo>
                  <a:cubicBezTo>
                    <a:pt x="725" y="883"/>
                    <a:pt x="851" y="725"/>
                    <a:pt x="1072" y="725"/>
                  </a:cubicBezTo>
                  <a:cubicBezTo>
                    <a:pt x="1261" y="725"/>
                    <a:pt x="1418" y="883"/>
                    <a:pt x="1418" y="1072"/>
                  </a:cubicBezTo>
                  <a:cubicBezTo>
                    <a:pt x="1418" y="1261"/>
                    <a:pt x="1576" y="1418"/>
                    <a:pt x="1765" y="1418"/>
                  </a:cubicBezTo>
                  <a:cubicBezTo>
                    <a:pt x="1954" y="1418"/>
                    <a:pt x="2111" y="1261"/>
                    <a:pt x="2111" y="1072"/>
                  </a:cubicBezTo>
                  <a:cubicBezTo>
                    <a:pt x="2111" y="473"/>
                    <a:pt x="163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2" name="Google Shape;16562;p85"/>
            <p:cNvSpPr/>
            <p:nvPr/>
          </p:nvSpPr>
          <p:spPr>
            <a:xfrm>
              <a:off x="-45102250" y="2475100"/>
              <a:ext cx="52800" cy="87450"/>
            </a:xfrm>
            <a:custGeom>
              <a:avLst/>
              <a:gdLst/>
              <a:ahLst/>
              <a:cxnLst/>
              <a:rect l="l" t="t" r="r" b="b"/>
              <a:pathLst>
                <a:path w="2112" h="3498" extrusionOk="0">
                  <a:moveTo>
                    <a:pt x="1072" y="725"/>
                  </a:moveTo>
                  <a:cubicBezTo>
                    <a:pt x="1261" y="725"/>
                    <a:pt x="1418" y="883"/>
                    <a:pt x="1418" y="1072"/>
                  </a:cubicBezTo>
                  <a:lnTo>
                    <a:pt x="1418" y="2458"/>
                  </a:lnTo>
                  <a:cubicBezTo>
                    <a:pt x="1418" y="2647"/>
                    <a:pt x="1261" y="2804"/>
                    <a:pt x="1072" y="2804"/>
                  </a:cubicBezTo>
                  <a:lnTo>
                    <a:pt x="694" y="2804"/>
                  </a:lnTo>
                  <a:lnTo>
                    <a:pt x="694" y="725"/>
                  </a:lnTo>
                  <a:close/>
                  <a:moveTo>
                    <a:pt x="347" y="0"/>
                  </a:moveTo>
                  <a:cubicBezTo>
                    <a:pt x="158" y="0"/>
                    <a:pt x="0" y="158"/>
                    <a:pt x="0" y="347"/>
                  </a:cubicBezTo>
                  <a:lnTo>
                    <a:pt x="0" y="3151"/>
                  </a:lnTo>
                  <a:cubicBezTo>
                    <a:pt x="0" y="3340"/>
                    <a:pt x="158" y="3497"/>
                    <a:pt x="347" y="3497"/>
                  </a:cubicBezTo>
                  <a:lnTo>
                    <a:pt x="1040" y="3497"/>
                  </a:lnTo>
                  <a:cubicBezTo>
                    <a:pt x="1639" y="3497"/>
                    <a:pt x="2111" y="3025"/>
                    <a:pt x="2111" y="2458"/>
                  </a:cubicBezTo>
                  <a:lnTo>
                    <a:pt x="2111" y="1040"/>
                  </a:lnTo>
                  <a:cubicBezTo>
                    <a:pt x="2111" y="473"/>
                    <a:pt x="163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3" name="Google Shape;16563;p85"/>
            <p:cNvSpPr/>
            <p:nvPr/>
          </p:nvSpPr>
          <p:spPr>
            <a:xfrm>
              <a:off x="-45278675" y="2333325"/>
              <a:ext cx="264650" cy="300100"/>
            </a:xfrm>
            <a:custGeom>
              <a:avLst/>
              <a:gdLst/>
              <a:ahLst/>
              <a:cxnLst/>
              <a:rect l="l" t="t" r="r" b="b"/>
              <a:pathLst>
                <a:path w="10586" h="12004" extrusionOk="0">
                  <a:moveTo>
                    <a:pt x="7751" y="1229"/>
                  </a:moveTo>
                  <a:lnTo>
                    <a:pt x="8664" y="2143"/>
                  </a:lnTo>
                  <a:lnTo>
                    <a:pt x="7751" y="2143"/>
                  </a:lnTo>
                  <a:lnTo>
                    <a:pt x="7751" y="1229"/>
                  </a:lnTo>
                  <a:close/>
                  <a:moveTo>
                    <a:pt x="7089" y="725"/>
                  </a:moveTo>
                  <a:lnTo>
                    <a:pt x="7089" y="2489"/>
                  </a:lnTo>
                  <a:cubicBezTo>
                    <a:pt x="7089" y="2678"/>
                    <a:pt x="7246" y="2836"/>
                    <a:pt x="7436" y="2836"/>
                  </a:cubicBezTo>
                  <a:lnTo>
                    <a:pt x="9200" y="2836"/>
                  </a:lnTo>
                  <a:lnTo>
                    <a:pt x="9200" y="4254"/>
                  </a:lnTo>
                  <a:lnTo>
                    <a:pt x="1481" y="4254"/>
                  </a:lnTo>
                  <a:lnTo>
                    <a:pt x="1481" y="725"/>
                  </a:lnTo>
                  <a:close/>
                  <a:moveTo>
                    <a:pt x="9893" y="4978"/>
                  </a:moveTo>
                  <a:lnTo>
                    <a:pt x="9893" y="9893"/>
                  </a:lnTo>
                  <a:lnTo>
                    <a:pt x="756" y="9893"/>
                  </a:lnTo>
                  <a:lnTo>
                    <a:pt x="756" y="4978"/>
                  </a:lnTo>
                  <a:close/>
                  <a:moveTo>
                    <a:pt x="9168" y="10586"/>
                  </a:moveTo>
                  <a:lnTo>
                    <a:pt x="9168" y="11311"/>
                  </a:lnTo>
                  <a:lnTo>
                    <a:pt x="1450" y="11311"/>
                  </a:lnTo>
                  <a:lnTo>
                    <a:pt x="1450" y="10586"/>
                  </a:lnTo>
                  <a:close/>
                  <a:moveTo>
                    <a:pt x="1072" y="1"/>
                  </a:moveTo>
                  <a:cubicBezTo>
                    <a:pt x="851" y="1"/>
                    <a:pt x="725" y="158"/>
                    <a:pt x="725" y="347"/>
                  </a:cubicBezTo>
                  <a:lnTo>
                    <a:pt x="725" y="4254"/>
                  </a:lnTo>
                  <a:lnTo>
                    <a:pt x="347" y="4254"/>
                  </a:lnTo>
                  <a:cubicBezTo>
                    <a:pt x="158" y="4254"/>
                    <a:pt x="0" y="4411"/>
                    <a:pt x="0" y="4600"/>
                  </a:cubicBezTo>
                  <a:lnTo>
                    <a:pt x="0" y="10240"/>
                  </a:lnTo>
                  <a:cubicBezTo>
                    <a:pt x="0" y="10429"/>
                    <a:pt x="158" y="10586"/>
                    <a:pt x="347" y="10586"/>
                  </a:cubicBezTo>
                  <a:lnTo>
                    <a:pt x="725" y="10586"/>
                  </a:lnTo>
                  <a:lnTo>
                    <a:pt x="725" y="11657"/>
                  </a:lnTo>
                  <a:cubicBezTo>
                    <a:pt x="725" y="11846"/>
                    <a:pt x="851" y="12004"/>
                    <a:pt x="1072" y="12004"/>
                  </a:cubicBezTo>
                  <a:lnTo>
                    <a:pt x="9483" y="12004"/>
                  </a:lnTo>
                  <a:cubicBezTo>
                    <a:pt x="9672" y="12004"/>
                    <a:pt x="9830" y="11846"/>
                    <a:pt x="9830" y="11657"/>
                  </a:cubicBezTo>
                  <a:lnTo>
                    <a:pt x="9830" y="10586"/>
                  </a:lnTo>
                  <a:lnTo>
                    <a:pt x="10208" y="10586"/>
                  </a:lnTo>
                  <a:cubicBezTo>
                    <a:pt x="10397" y="10586"/>
                    <a:pt x="10555" y="10429"/>
                    <a:pt x="10555" y="10240"/>
                  </a:cubicBezTo>
                  <a:lnTo>
                    <a:pt x="10555" y="4600"/>
                  </a:lnTo>
                  <a:cubicBezTo>
                    <a:pt x="10586" y="4411"/>
                    <a:pt x="10428" y="4254"/>
                    <a:pt x="10239" y="4254"/>
                  </a:cubicBezTo>
                  <a:lnTo>
                    <a:pt x="9893" y="4254"/>
                  </a:lnTo>
                  <a:lnTo>
                    <a:pt x="9893" y="2489"/>
                  </a:lnTo>
                  <a:cubicBezTo>
                    <a:pt x="9893" y="2395"/>
                    <a:pt x="9830" y="2300"/>
                    <a:pt x="9767" y="2237"/>
                  </a:cubicBezTo>
                  <a:lnTo>
                    <a:pt x="7656" y="127"/>
                  </a:lnTo>
                  <a:cubicBezTo>
                    <a:pt x="7562" y="32"/>
                    <a:pt x="7499" y="1"/>
                    <a:pt x="740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64" name="Google Shape;16564;p85"/>
          <p:cNvGrpSpPr/>
          <p:nvPr/>
        </p:nvGrpSpPr>
        <p:grpSpPr>
          <a:xfrm>
            <a:off x="4727334" y="5092561"/>
            <a:ext cx="393649" cy="477639"/>
            <a:chOff x="-45270025" y="2701925"/>
            <a:chExt cx="247350" cy="300125"/>
          </a:xfrm>
        </p:grpSpPr>
        <p:sp>
          <p:nvSpPr>
            <p:cNvPr id="16565" name="Google Shape;16565;p85"/>
            <p:cNvSpPr/>
            <p:nvPr/>
          </p:nvSpPr>
          <p:spPr>
            <a:xfrm>
              <a:off x="-45128250" y="28437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6" name="Google Shape;16566;p85"/>
            <p:cNvSpPr/>
            <p:nvPr/>
          </p:nvSpPr>
          <p:spPr>
            <a:xfrm>
              <a:off x="-45270025" y="2701925"/>
              <a:ext cx="247350" cy="300125"/>
            </a:xfrm>
            <a:custGeom>
              <a:avLst/>
              <a:gdLst/>
              <a:ahLst/>
              <a:cxnLst/>
              <a:rect l="l" t="t" r="r" b="b"/>
              <a:pathLst>
                <a:path w="9894" h="12005" extrusionOk="0">
                  <a:moveTo>
                    <a:pt x="7751" y="1261"/>
                  </a:moveTo>
                  <a:lnTo>
                    <a:pt x="8665" y="2143"/>
                  </a:lnTo>
                  <a:lnTo>
                    <a:pt x="7751" y="2143"/>
                  </a:lnTo>
                  <a:lnTo>
                    <a:pt x="7751" y="1261"/>
                  </a:lnTo>
                  <a:close/>
                  <a:moveTo>
                    <a:pt x="7090" y="4979"/>
                  </a:moveTo>
                  <a:lnTo>
                    <a:pt x="7090" y="9925"/>
                  </a:lnTo>
                  <a:lnTo>
                    <a:pt x="757" y="9925"/>
                  </a:lnTo>
                  <a:lnTo>
                    <a:pt x="757" y="4979"/>
                  </a:lnTo>
                  <a:close/>
                  <a:moveTo>
                    <a:pt x="7090" y="725"/>
                  </a:moveTo>
                  <a:lnTo>
                    <a:pt x="7090" y="2521"/>
                  </a:lnTo>
                  <a:cubicBezTo>
                    <a:pt x="7090" y="2710"/>
                    <a:pt x="7247" y="2868"/>
                    <a:pt x="7436" y="2868"/>
                  </a:cubicBezTo>
                  <a:lnTo>
                    <a:pt x="9232" y="2868"/>
                  </a:lnTo>
                  <a:lnTo>
                    <a:pt x="9232" y="11343"/>
                  </a:lnTo>
                  <a:lnTo>
                    <a:pt x="1450" y="11343"/>
                  </a:lnTo>
                  <a:lnTo>
                    <a:pt x="1450" y="10618"/>
                  </a:lnTo>
                  <a:lnTo>
                    <a:pt x="7436" y="10618"/>
                  </a:lnTo>
                  <a:cubicBezTo>
                    <a:pt x="7657" y="10618"/>
                    <a:pt x="7814" y="10460"/>
                    <a:pt x="7814" y="10271"/>
                  </a:cubicBezTo>
                  <a:lnTo>
                    <a:pt x="7814" y="4632"/>
                  </a:lnTo>
                  <a:cubicBezTo>
                    <a:pt x="7814" y="4443"/>
                    <a:pt x="7657" y="4285"/>
                    <a:pt x="7436" y="4285"/>
                  </a:cubicBezTo>
                  <a:lnTo>
                    <a:pt x="1450" y="4285"/>
                  </a:lnTo>
                  <a:lnTo>
                    <a:pt x="1450" y="725"/>
                  </a:lnTo>
                  <a:close/>
                  <a:moveTo>
                    <a:pt x="1072" y="1"/>
                  </a:moveTo>
                  <a:cubicBezTo>
                    <a:pt x="883" y="1"/>
                    <a:pt x="726" y="158"/>
                    <a:pt x="726" y="347"/>
                  </a:cubicBezTo>
                  <a:lnTo>
                    <a:pt x="726" y="4254"/>
                  </a:lnTo>
                  <a:lnTo>
                    <a:pt x="379" y="4254"/>
                  </a:lnTo>
                  <a:cubicBezTo>
                    <a:pt x="158" y="4254"/>
                    <a:pt x="1" y="4411"/>
                    <a:pt x="1" y="4601"/>
                  </a:cubicBezTo>
                  <a:lnTo>
                    <a:pt x="1" y="10240"/>
                  </a:lnTo>
                  <a:cubicBezTo>
                    <a:pt x="1" y="10429"/>
                    <a:pt x="158" y="10586"/>
                    <a:pt x="379" y="10586"/>
                  </a:cubicBezTo>
                  <a:lnTo>
                    <a:pt x="726" y="10586"/>
                  </a:lnTo>
                  <a:lnTo>
                    <a:pt x="726" y="11658"/>
                  </a:lnTo>
                  <a:cubicBezTo>
                    <a:pt x="726" y="11847"/>
                    <a:pt x="883" y="12004"/>
                    <a:pt x="1072" y="12004"/>
                  </a:cubicBezTo>
                  <a:lnTo>
                    <a:pt x="9484" y="12004"/>
                  </a:lnTo>
                  <a:cubicBezTo>
                    <a:pt x="9704" y="12004"/>
                    <a:pt x="9862" y="11847"/>
                    <a:pt x="9862" y="11658"/>
                  </a:cubicBezTo>
                  <a:lnTo>
                    <a:pt x="9893" y="2458"/>
                  </a:lnTo>
                  <a:cubicBezTo>
                    <a:pt x="9893" y="2395"/>
                    <a:pt x="9862" y="2269"/>
                    <a:pt x="9767" y="2238"/>
                  </a:cubicBezTo>
                  <a:lnTo>
                    <a:pt x="7657" y="95"/>
                  </a:lnTo>
                  <a:cubicBezTo>
                    <a:pt x="7562" y="32"/>
                    <a:pt x="7499" y="1"/>
                    <a:pt x="74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7" name="Google Shape;16567;p85"/>
            <p:cNvSpPr/>
            <p:nvPr/>
          </p:nvSpPr>
          <p:spPr>
            <a:xfrm>
              <a:off x="-45235350" y="2844500"/>
              <a:ext cx="89800" cy="87450"/>
            </a:xfrm>
            <a:custGeom>
              <a:avLst/>
              <a:gdLst/>
              <a:ahLst/>
              <a:cxnLst/>
              <a:rect l="l" t="t" r="r" b="b"/>
              <a:pathLst>
                <a:path w="3592" h="3498" extrusionOk="0">
                  <a:moveTo>
                    <a:pt x="1796" y="1103"/>
                  </a:moveTo>
                  <a:lnTo>
                    <a:pt x="2268" y="2079"/>
                  </a:lnTo>
                  <a:lnTo>
                    <a:pt x="1292" y="2079"/>
                  </a:lnTo>
                  <a:lnTo>
                    <a:pt x="1796" y="1103"/>
                  </a:lnTo>
                  <a:close/>
                  <a:moveTo>
                    <a:pt x="1764" y="0"/>
                  </a:moveTo>
                  <a:cubicBezTo>
                    <a:pt x="1638" y="0"/>
                    <a:pt x="1544" y="63"/>
                    <a:pt x="1449" y="189"/>
                  </a:cubicBezTo>
                  <a:lnTo>
                    <a:pt x="32" y="2993"/>
                  </a:lnTo>
                  <a:cubicBezTo>
                    <a:pt x="0" y="3151"/>
                    <a:pt x="63" y="3340"/>
                    <a:pt x="284" y="3466"/>
                  </a:cubicBezTo>
                  <a:cubicBezTo>
                    <a:pt x="324" y="3482"/>
                    <a:pt x="369" y="3490"/>
                    <a:pt x="415" y="3490"/>
                  </a:cubicBezTo>
                  <a:cubicBezTo>
                    <a:pt x="547" y="3490"/>
                    <a:pt x="686" y="3425"/>
                    <a:pt x="756" y="3308"/>
                  </a:cubicBezTo>
                  <a:lnTo>
                    <a:pt x="977" y="2804"/>
                  </a:lnTo>
                  <a:lnTo>
                    <a:pt x="2647" y="2804"/>
                  </a:lnTo>
                  <a:lnTo>
                    <a:pt x="2867" y="3308"/>
                  </a:lnTo>
                  <a:cubicBezTo>
                    <a:pt x="2962" y="3434"/>
                    <a:pt x="3056" y="3497"/>
                    <a:pt x="3182" y="3497"/>
                  </a:cubicBezTo>
                  <a:cubicBezTo>
                    <a:pt x="3245" y="3497"/>
                    <a:pt x="3308" y="3497"/>
                    <a:pt x="3340" y="3466"/>
                  </a:cubicBezTo>
                  <a:cubicBezTo>
                    <a:pt x="3497" y="3371"/>
                    <a:pt x="3592" y="3151"/>
                    <a:pt x="3497" y="2993"/>
                  </a:cubicBezTo>
                  <a:lnTo>
                    <a:pt x="2079" y="189"/>
                  </a:lnTo>
                  <a:cubicBezTo>
                    <a:pt x="2016" y="63"/>
                    <a:pt x="1890"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8" name="Google Shape;16568;p85"/>
            <p:cNvSpPr/>
            <p:nvPr/>
          </p:nvSpPr>
          <p:spPr>
            <a:xfrm>
              <a:off x="-45128250" y="2879150"/>
              <a:ext cx="18150" cy="52800"/>
            </a:xfrm>
            <a:custGeom>
              <a:avLst/>
              <a:gdLst/>
              <a:ahLst/>
              <a:cxnLst/>
              <a:rect l="l" t="t" r="r" b="b"/>
              <a:pathLst>
                <a:path w="726" h="2112" extrusionOk="0">
                  <a:moveTo>
                    <a:pt x="347" y="0"/>
                  </a:moveTo>
                  <a:cubicBezTo>
                    <a:pt x="158" y="0"/>
                    <a:pt x="1" y="158"/>
                    <a:pt x="1" y="347"/>
                  </a:cubicBezTo>
                  <a:lnTo>
                    <a:pt x="1" y="1765"/>
                  </a:lnTo>
                  <a:cubicBezTo>
                    <a:pt x="1" y="1954"/>
                    <a:pt x="158" y="2111"/>
                    <a:pt x="347" y="2111"/>
                  </a:cubicBezTo>
                  <a:cubicBezTo>
                    <a:pt x="568" y="2111"/>
                    <a:pt x="725" y="1954"/>
                    <a:pt x="725" y="1765"/>
                  </a:cubicBezTo>
                  <a:lnTo>
                    <a:pt x="725" y="347"/>
                  </a:ln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69" name="Google Shape;16569;p85"/>
          <p:cNvSpPr/>
          <p:nvPr/>
        </p:nvSpPr>
        <p:spPr>
          <a:xfrm>
            <a:off x="3504933" y="5719886"/>
            <a:ext cx="477599" cy="477599"/>
          </a:xfrm>
          <a:custGeom>
            <a:avLst/>
            <a:gdLst/>
            <a:ahLst/>
            <a:cxnLst/>
            <a:rect l="l" t="t" r="r" b="b"/>
            <a:pathLst>
              <a:path w="12004" h="12004" extrusionOk="0">
                <a:moveTo>
                  <a:pt x="2867" y="725"/>
                </a:moveTo>
                <a:lnTo>
                  <a:pt x="2867" y="1449"/>
                </a:lnTo>
                <a:lnTo>
                  <a:pt x="2174" y="1449"/>
                </a:lnTo>
                <a:lnTo>
                  <a:pt x="2174" y="725"/>
                </a:lnTo>
                <a:close/>
                <a:moveTo>
                  <a:pt x="7971" y="3592"/>
                </a:moveTo>
                <a:lnTo>
                  <a:pt x="3560" y="8002"/>
                </a:lnTo>
                <a:lnTo>
                  <a:pt x="3560" y="3592"/>
                </a:lnTo>
                <a:close/>
                <a:moveTo>
                  <a:pt x="8506" y="4064"/>
                </a:moveTo>
                <a:lnTo>
                  <a:pt x="8506" y="8475"/>
                </a:lnTo>
                <a:lnTo>
                  <a:pt x="4096" y="8475"/>
                </a:lnTo>
                <a:lnTo>
                  <a:pt x="8506" y="4064"/>
                </a:lnTo>
                <a:close/>
                <a:moveTo>
                  <a:pt x="2867" y="3529"/>
                </a:moveTo>
                <a:lnTo>
                  <a:pt x="2867" y="8821"/>
                </a:lnTo>
                <a:cubicBezTo>
                  <a:pt x="2867" y="9011"/>
                  <a:pt x="3025" y="9168"/>
                  <a:pt x="3214" y="9168"/>
                </a:cubicBezTo>
                <a:lnTo>
                  <a:pt x="8506" y="9168"/>
                </a:lnTo>
                <a:lnTo>
                  <a:pt x="8506" y="9893"/>
                </a:lnTo>
                <a:lnTo>
                  <a:pt x="2174" y="9893"/>
                </a:lnTo>
                <a:lnTo>
                  <a:pt x="2174" y="3529"/>
                </a:lnTo>
                <a:close/>
                <a:moveTo>
                  <a:pt x="11342" y="9168"/>
                </a:moveTo>
                <a:lnTo>
                  <a:pt x="11342" y="9893"/>
                </a:lnTo>
                <a:lnTo>
                  <a:pt x="10617" y="9893"/>
                </a:lnTo>
                <a:lnTo>
                  <a:pt x="10617" y="9168"/>
                </a:lnTo>
                <a:close/>
                <a:moveTo>
                  <a:pt x="9830" y="2111"/>
                </a:moveTo>
                <a:lnTo>
                  <a:pt x="9830" y="11310"/>
                </a:lnTo>
                <a:lnTo>
                  <a:pt x="9168" y="11310"/>
                </a:lnTo>
                <a:lnTo>
                  <a:pt x="9168" y="3182"/>
                </a:lnTo>
                <a:lnTo>
                  <a:pt x="9168" y="3151"/>
                </a:lnTo>
                <a:cubicBezTo>
                  <a:pt x="9168" y="2993"/>
                  <a:pt x="9010" y="2836"/>
                  <a:pt x="8821" y="2836"/>
                </a:cubicBezTo>
                <a:lnTo>
                  <a:pt x="693" y="2836"/>
                </a:lnTo>
                <a:lnTo>
                  <a:pt x="693" y="2111"/>
                </a:lnTo>
                <a:close/>
                <a:moveTo>
                  <a:pt x="1764" y="0"/>
                </a:moveTo>
                <a:cubicBezTo>
                  <a:pt x="1575" y="0"/>
                  <a:pt x="1418" y="158"/>
                  <a:pt x="1418" y="347"/>
                </a:cubicBezTo>
                <a:lnTo>
                  <a:pt x="1418" y="1418"/>
                </a:lnTo>
                <a:lnTo>
                  <a:pt x="347" y="1418"/>
                </a:lnTo>
                <a:cubicBezTo>
                  <a:pt x="158" y="1418"/>
                  <a:pt x="0" y="1575"/>
                  <a:pt x="0" y="1764"/>
                </a:cubicBezTo>
                <a:lnTo>
                  <a:pt x="0" y="3182"/>
                </a:lnTo>
                <a:cubicBezTo>
                  <a:pt x="0" y="3371"/>
                  <a:pt x="158" y="3529"/>
                  <a:pt x="347" y="3529"/>
                </a:cubicBezTo>
                <a:lnTo>
                  <a:pt x="1418" y="3529"/>
                </a:lnTo>
                <a:lnTo>
                  <a:pt x="1418" y="10082"/>
                </a:lnTo>
                <a:lnTo>
                  <a:pt x="819" y="10680"/>
                </a:lnTo>
                <a:cubicBezTo>
                  <a:pt x="693" y="10775"/>
                  <a:pt x="693" y="11027"/>
                  <a:pt x="819" y="11184"/>
                </a:cubicBezTo>
                <a:cubicBezTo>
                  <a:pt x="882" y="11247"/>
                  <a:pt x="969" y="11279"/>
                  <a:pt x="1059" y="11279"/>
                </a:cubicBezTo>
                <a:cubicBezTo>
                  <a:pt x="1150" y="11279"/>
                  <a:pt x="1245" y="11247"/>
                  <a:pt x="1323" y="11184"/>
                </a:cubicBezTo>
                <a:lnTo>
                  <a:pt x="1922" y="10586"/>
                </a:lnTo>
                <a:lnTo>
                  <a:pt x="8475" y="10586"/>
                </a:lnTo>
                <a:lnTo>
                  <a:pt x="8475" y="11657"/>
                </a:lnTo>
                <a:cubicBezTo>
                  <a:pt x="8475" y="11846"/>
                  <a:pt x="8601" y="12003"/>
                  <a:pt x="8821" y="12003"/>
                </a:cubicBezTo>
                <a:lnTo>
                  <a:pt x="10239" y="12003"/>
                </a:lnTo>
                <a:cubicBezTo>
                  <a:pt x="10428" y="12003"/>
                  <a:pt x="10586" y="11846"/>
                  <a:pt x="10586" y="11657"/>
                </a:cubicBezTo>
                <a:lnTo>
                  <a:pt x="10586" y="10586"/>
                </a:lnTo>
                <a:lnTo>
                  <a:pt x="11657" y="10586"/>
                </a:lnTo>
                <a:cubicBezTo>
                  <a:pt x="11846" y="10586"/>
                  <a:pt x="12003" y="10428"/>
                  <a:pt x="12003" y="10239"/>
                </a:cubicBezTo>
                <a:lnTo>
                  <a:pt x="12003" y="8821"/>
                </a:lnTo>
                <a:cubicBezTo>
                  <a:pt x="12003" y="8632"/>
                  <a:pt x="11846" y="8475"/>
                  <a:pt x="11657" y="8475"/>
                </a:cubicBezTo>
                <a:lnTo>
                  <a:pt x="10586" y="8475"/>
                </a:lnTo>
                <a:lnTo>
                  <a:pt x="10586" y="1922"/>
                </a:lnTo>
                <a:lnTo>
                  <a:pt x="11184" y="1323"/>
                </a:lnTo>
                <a:cubicBezTo>
                  <a:pt x="11279" y="1229"/>
                  <a:pt x="11279" y="977"/>
                  <a:pt x="11184" y="819"/>
                </a:cubicBezTo>
                <a:cubicBezTo>
                  <a:pt x="11121" y="756"/>
                  <a:pt x="11035" y="725"/>
                  <a:pt x="10940" y="725"/>
                </a:cubicBezTo>
                <a:cubicBezTo>
                  <a:pt x="10846" y="725"/>
                  <a:pt x="10743" y="756"/>
                  <a:pt x="10649" y="819"/>
                </a:cubicBezTo>
                <a:lnTo>
                  <a:pt x="10082" y="1418"/>
                </a:lnTo>
                <a:lnTo>
                  <a:pt x="3529" y="1418"/>
                </a:lnTo>
                <a:lnTo>
                  <a:pt x="3529" y="347"/>
                </a:lnTo>
                <a:cubicBezTo>
                  <a:pt x="3529" y="158"/>
                  <a:pt x="3371"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70" name="Google Shape;16570;p85"/>
          <p:cNvGrpSpPr/>
          <p:nvPr/>
        </p:nvGrpSpPr>
        <p:grpSpPr>
          <a:xfrm>
            <a:off x="2946090" y="2629783"/>
            <a:ext cx="409925" cy="488741"/>
            <a:chOff x="2209567" y="1972337"/>
            <a:chExt cx="307444" cy="366556"/>
          </a:xfrm>
        </p:grpSpPr>
        <p:sp>
          <p:nvSpPr>
            <p:cNvPr id="16571" name="Google Shape;16571;p85"/>
            <p:cNvSpPr/>
            <p:nvPr/>
          </p:nvSpPr>
          <p:spPr>
            <a:xfrm>
              <a:off x="2345143" y="1972337"/>
              <a:ext cx="20709" cy="62097"/>
            </a:xfrm>
            <a:custGeom>
              <a:avLst/>
              <a:gdLst/>
              <a:ahLst/>
              <a:cxnLst/>
              <a:rect l="l" t="t" r="r" b="b"/>
              <a:pathLst>
                <a:path w="694" h="2081" extrusionOk="0">
                  <a:moveTo>
                    <a:pt x="347" y="1"/>
                  </a:moveTo>
                  <a:cubicBezTo>
                    <a:pt x="158" y="1"/>
                    <a:pt x="1" y="158"/>
                    <a:pt x="1" y="348"/>
                  </a:cubicBezTo>
                  <a:lnTo>
                    <a:pt x="1" y="1765"/>
                  </a:lnTo>
                  <a:cubicBezTo>
                    <a:pt x="1" y="1923"/>
                    <a:pt x="158" y="2080"/>
                    <a:pt x="347" y="2080"/>
                  </a:cubicBezTo>
                  <a:cubicBezTo>
                    <a:pt x="536" y="2080"/>
                    <a:pt x="694" y="1923"/>
                    <a:pt x="694" y="1734"/>
                  </a:cubicBezTo>
                  <a:lnTo>
                    <a:pt x="694" y="348"/>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2" name="Google Shape;16572;p85"/>
            <p:cNvSpPr/>
            <p:nvPr/>
          </p:nvSpPr>
          <p:spPr>
            <a:xfrm>
              <a:off x="2265235" y="1998803"/>
              <a:ext cx="55502" cy="39389"/>
            </a:xfrm>
            <a:custGeom>
              <a:avLst/>
              <a:gdLst/>
              <a:ahLst/>
              <a:cxnLst/>
              <a:rect l="l" t="t" r="r" b="b"/>
              <a:pathLst>
                <a:path w="1860" h="1320" extrusionOk="0">
                  <a:moveTo>
                    <a:pt x="465" y="1"/>
                  </a:moveTo>
                  <a:cubicBezTo>
                    <a:pt x="344" y="1"/>
                    <a:pt x="222" y="78"/>
                    <a:pt x="158" y="185"/>
                  </a:cubicBezTo>
                  <a:cubicBezTo>
                    <a:pt x="1" y="311"/>
                    <a:pt x="64" y="563"/>
                    <a:pt x="253" y="658"/>
                  </a:cubicBezTo>
                  <a:lnTo>
                    <a:pt x="1229" y="1288"/>
                  </a:lnTo>
                  <a:cubicBezTo>
                    <a:pt x="1261" y="1319"/>
                    <a:pt x="1355" y="1319"/>
                    <a:pt x="1418" y="1319"/>
                  </a:cubicBezTo>
                  <a:cubicBezTo>
                    <a:pt x="1544" y="1319"/>
                    <a:pt x="1671" y="1288"/>
                    <a:pt x="1734" y="1162"/>
                  </a:cubicBezTo>
                  <a:cubicBezTo>
                    <a:pt x="1860" y="1004"/>
                    <a:pt x="1765" y="752"/>
                    <a:pt x="1607" y="689"/>
                  </a:cubicBezTo>
                  <a:lnTo>
                    <a:pt x="631" y="59"/>
                  </a:lnTo>
                  <a:cubicBezTo>
                    <a:pt x="580" y="18"/>
                    <a:pt x="523" y="1"/>
                    <a:pt x="4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3" name="Google Shape;16573;p85"/>
            <p:cNvSpPr/>
            <p:nvPr/>
          </p:nvSpPr>
          <p:spPr>
            <a:xfrm>
              <a:off x="2393093" y="2000594"/>
              <a:ext cx="51743" cy="38523"/>
            </a:xfrm>
            <a:custGeom>
              <a:avLst/>
              <a:gdLst/>
              <a:ahLst/>
              <a:cxnLst/>
              <a:rect l="l" t="t" r="r" b="b"/>
              <a:pathLst>
                <a:path w="1734" h="1291" extrusionOk="0">
                  <a:moveTo>
                    <a:pt x="1354" y="0"/>
                  </a:moveTo>
                  <a:cubicBezTo>
                    <a:pt x="1301" y="0"/>
                    <a:pt x="1247" y="11"/>
                    <a:pt x="1198" y="31"/>
                  </a:cubicBezTo>
                  <a:lnTo>
                    <a:pt x="221" y="661"/>
                  </a:lnTo>
                  <a:cubicBezTo>
                    <a:pt x="63" y="787"/>
                    <a:pt x="0" y="976"/>
                    <a:pt x="95" y="1133"/>
                  </a:cubicBezTo>
                  <a:cubicBezTo>
                    <a:pt x="126" y="1228"/>
                    <a:pt x="252" y="1291"/>
                    <a:pt x="347" y="1291"/>
                  </a:cubicBezTo>
                  <a:cubicBezTo>
                    <a:pt x="441" y="1291"/>
                    <a:pt x="473" y="1291"/>
                    <a:pt x="568" y="1259"/>
                  </a:cubicBezTo>
                  <a:lnTo>
                    <a:pt x="1544" y="629"/>
                  </a:lnTo>
                  <a:cubicBezTo>
                    <a:pt x="1702" y="503"/>
                    <a:pt x="1733" y="314"/>
                    <a:pt x="1670" y="157"/>
                  </a:cubicBezTo>
                  <a:cubicBezTo>
                    <a:pt x="1584" y="49"/>
                    <a:pt x="1469" y="0"/>
                    <a:pt x="13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74" name="Google Shape;16574;p85"/>
            <p:cNvGrpSpPr/>
            <p:nvPr/>
          </p:nvGrpSpPr>
          <p:grpSpPr>
            <a:xfrm>
              <a:off x="2209567" y="2078266"/>
              <a:ext cx="307444" cy="260626"/>
              <a:chOff x="1636184" y="2959225"/>
              <a:chExt cx="232666" cy="197250"/>
            </a:xfrm>
          </p:grpSpPr>
          <p:sp>
            <p:nvSpPr>
              <p:cNvPr id="16575" name="Google Shape;16575;p85"/>
              <p:cNvSpPr/>
              <p:nvPr/>
            </p:nvSpPr>
            <p:spPr>
              <a:xfrm>
                <a:off x="1649300"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6" name="Google Shape;16576;p85"/>
              <p:cNvSpPr/>
              <p:nvPr/>
            </p:nvSpPr>
            <p:spPr>
              <a:xfrm flipH="1">
                <a:off x="1636184"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7" name="Google Shape;16577;p85"/>
              <p:cNvSpPr/>
              <p:nvPr/>
            </p:nvSpPr>
            <p:spPr>
              <a:xfrm>
                <a:off x="1734750" y="3136775"/>
                <a:ext cx="36900" cy="19650"/>
              </a:xfrm>
              <a:custGeom>
                <a:avLst/>
                <a:gdLst/>
                <a:ahLst/>
                <a:cxnLst/>
                <a:rect l="l" t="t" r="r" b="b"/>
                <a:pathLst>
                  <a:path w="1476" h="786" extrusionOk="0">
                    <a:moveTo>
                      <a:pt x="0" y="786"/>
                    </a:moveTo>
                    <a:lnTo>
                      <a:pt x="1476" y="786"/>
                    </a:lnTo>
                    <a:lnTo>
                      <a:pt x="762" y="0"/>
                    </a:lnTo>
                    <a:close/>
                  </a:path>
                </a:pathLst>
              </a:custGeom>
              <a:solidFill>
                <a:srgbClr val="5F7D95"/>
              </a:solidFill>
              <a:ln>
                <a:noFill/>
              </a:ln>
            </p:spPr>
          </p:sp>
          <p:sp>
            <p:nvSpPr>
              <p:cNvPr id="16578" name="Google Shape;16578;p85"/>
              <p:cNvSpPr/>
              <p:nvPr/>
            </p:nvSpPr>
            <p:spPr>
              <a:xfrm>
                <a:off x="1684150" y="2963550"/>
                <a:ext cx="139900" cy="11300"/>
              </a:xfrm>
              <a:custGeom>
                <a:avLst/>
                <a:gdLst/>
                <a:ahLst/>
                <a:cxnLst/>
                <a:rect l="l" t="t" r="r" b="b"/>
                <a:pathLst>
                  <a:path w="5596" h="452" extrusionOk="0">
                    <a:moveTo>
                      <a:pt x="0" y="452"/>
                    </a:moveTo>
                    <a:lnTo>
                      <a:pt x="5596" y="452"/>
                    </a:lnTo>
                    <a:lnTo>
                      <a:pt x="5500" y="0"/>
                    </a:lnTo>
                    <a:lnTo>
                      <a:pt x="238" y="47"/>
                    </a:lnTo>
                    <a:close/>
                  </a:path>
                </a:pathLst>
              </a:custGeom>
              <a:solidFill>
                <a:srgbClr val="5F7D95"/>
              </a:solidFill>
              <a:ln>
                <a:noFill/>
              </a:ln>
            </p:spPr>
          </p:sp>
        </p:grpSp>
      </p:grpSp>
      <p:grpSp>
        <p:nvGrpSpPr>
          <p:cNvPr id="16579" name="Google Shape;16579;p85"/>
          <p:cNvGrpSpPr/>
          <p:nvPr/>
        </p:nvGrpSpPr>
        <p:grpSpPr>
          <a:xfrm>
            <a:off x="4769687" y="3284815"/>
            <a:ext cx="344723" cy="486872"/>
            <a:chOff x="-47300587" y="123275"/>
            <a:chExt cx="190975" cy="269725"/>
          </a:xfrm>
        </p:grpSpPr>
        <p:sp>
          <p:nvSpPr>
            <p:cNvPr id="16580" name="Google Shape;16580;p85"/>
            <p:cNvSpPr/>
            <p:nvPr/>
          </p:nvSpPr>
          <p:spPr>
            <a:xfrm>
              <a:off x="-47300587" y="123275"/>
              <a:ext cx="190975" cy="269725"/>
            </a:xfrm>
            <a:custGeom>
              <a:avLst/>
              <a:gdLst/>
              <a:ahLst/>
              <a:cxnLst/>
              <a:rect l="l" t="t" r="r" b="b"/>
              <a:pathLst>
                <a:path w="7639" h="10789" extrusionOk="0">
                  <a:moveTo>
                    <a:pt x="5130" y="1283"/>
                  </a:moveTo>
                  <a:cubicBezTo>
                    <a:pt x="5659" y="1283"/>
                    <a:pt x="6050" y="1701"/>
                    <a:pt x="6050" y="2231"/>
                  </a:cubicBezTo>
                  <a:lnTo>
                    <a:pt x="6050" y="6273"/>
                  </a:lnTo>
                  <a:lnTo>
                    <a:pt x="4182" y="6273"/>
                  </a:lnTo>
                  <a:lnTo>
                    <a:pt x="4182" y="5687"/>
                  </a:lnTo>
                  <a:lnTo>
                    <a:pt x="4489" y="5687"/>
                  </a:lnTo>
                  <a:cubicBezTo>
                    <a:pt x="4684" y="5687"/>
                    <a:pt x="4823" y="5548"/>
                    <a:pt x="4823" y="5381"/>
                  </a:cubicBezTo>
                  <a:cubicBezTo>
                    <a:pt x="4823" y="5213"/>
                    <a:pt x="4684" y="5074"/>
                    <a:pt x="4489" y="5074"/>
                  </a:cubicBezTo>
                  <a:lnTo>
                    <a:pt x="4182" y="5074"/>
                  </a:lnTo>
                  <a:lnTo>
                    <a:pt x="4182" y="4433"/>
                  </a:lnTo>
                  <a:lnTo>
                    <a:pt x="4489" y="4433"/>
                  </a:lnTo>
                  <a:cubicBezTo>
                    <a:pt x="4684" y="4433"/>
                    <a:pt x="4823" y="4294"/>
                    <a:pt x="4823" y="4126"/>
                  </a:cubicBezTo>
                  <a:cubicBezTo>
                    <a:pt x="4823" y="3931"/>
                    <a:pt x="4684" y="3792"/>
                    <a:pt x="4489" y="3792"/>
                  </a:cubicBezTo>
                  <a:lnTo>
                    <a:pt x="4182" y="3792"/>
                  </a:lnTo>
                  <a:lnTo>
                    <a:pt x="4182" y="3179"/>
                  </a:lnTo>
                  <a:lnTo>
                    <a:pt x="4489" y="3179"/>
                  </a:lnTo>
                  <a:cubicBezTo>
                    <a:pt x="4684" y="3179"/>
                    <a:pt x="4823" y="3039"/>
                    <a:pt x="4823" y="2872"/>
                  </a:cubicBezTo>
                  <a:cubicBezTo>
                    <a:pt x="4823" y="2677"/>
                    <a:pt x="4684" y="2537"/>
                    <a:pt x="4489" y="2537"/>
                  </a:cubicBezTo>
                  <a:lnTo>
                    <a:pt x="4182" y="2537"/>
                  </a:lnTo>
                  <a:lnTo>
                    <a:pt x="4182" y="2231"/>
                  </a:lnTo>
                  <a:cubicBezTo>
                    <a:pt x="4182" y="1701"/>
                    <a:pt x="4600" y="1283"/>
                    <a:pt x="5130" y="1283"/>
                  </a:cubicBezTo>
                  <a:close/>
                  <a:moveTo>
                    <a:pt x="2649" y="1952"/>
                  </a:moveTo>
                  <a:cubicBezTo>
                    <a:pt x="3178" y="1952"/>
                    <a:pt x="3597" y="2370"/>
                    <a:pt x="3597" y="2900"/>
                  </a:cubicBezTo>
                  <a:lnTo>
                    <a:pt x="3597" y="6328"/>
                  </a:lnTo>
                  <a:lnTo>
                    <a:pt x="1701" y="6328"/>
                  </a:lnTo>
                  <a:lnTo>
                    <a:pt x="1701" y="2900"/>
                  </a:lnTo>
                  <a:cubicBezTo>
                    <a:pt x="1701" y="2370"/>
                    <a:pt x="2119" y="1952"/>
                    <a:pt x="2649" y="1952"/>
                  </a:cubicBezTo>
                  <a:close/>
                  <a:moveTo>
                    <a:pt x="6969" y="6942"/>
                  </a:moveTo>
                  <a:lnTo>
                    <a:pt x="6969" y="7248"/>
                  </a:lnTo>
                  <a:lnTo>
                    <a:pt x="6997" y="7248"/>
                  </a:lnTo>
                  <a:cubicBezTo>
                    <a:pt x="6997" y="7443"/>
                    <a:pt x="6858" y="7583"/>
                    <a:pt x="6691" y="7583"/>
                  </a:cubicBezTo>
                  <a:lnTo>
                    <a:pt x="1088" y="7583"/>
                  </a:lnTo>
                  <a:cubicBezTo>
                    <a:pt x="920" y="7583"/>
                    <a:pt x="781" y="7443"/>
                    <a:pt x="781" y="7248"/>
                  </a:cubicBezTo>
                  <a:lnTo>
                    <a:pt x="781" y="6942"/>
                  </a:lnTo>
                  <a:close/>
                  <a:moveTo>
                    <a:pt x="6273" y="8168"/>
                  </a:moveTo>
                  <a:lnTo>
                    <a:pt x="5827" y="10092"/>
                  </a:lnTo>
                  <a:lnTo>
                    <a:pt x="1952" y="10092"/>
                  </a:lnTo>
                  <a:lnTo>
                    <a:pt x="1506" y="8168"/>
                  </a:lnTo>
                  <a:close/>
                  <a:moveTo>
                    <a:pt x="5102" y="1"/>
                  </a:moveTo>
                  <a:cubicBezTo>
                    <a:pt x="4907" y="1"/>
                    <a:pt x="4767" y="140"/>
                    <a:pt x="4767" y="307"/>
                  </a:cubicBezTo>
                  <a:lnTo>
                    <a:pt x="4767" y="670"/>
                  </a:lnTo>
                  <a:cubicBezTo>
                    <a:pt x="4572" y="698"/>
                    <a:pt x="4405" y="781"/>
                    <a:pt x="4210" y="921"/>
                  </a:cubicBezTo>
                  <a:lnTo>
                    <a:pt x="3987" y="670"/>
                  </a:lnTo>
                  <a:cubicBezTo>
                    <a:pt x="3931" y="614"/>
                    <a:pt x="3847" y="586"/>
                    <a:pt x="3760" y="586"/>
                  </a:cubicBezTo>
                  <a:cubicBezTo>
                    <a:pt x="3673" y="586"/>
                    <a:pt x="3583" y="614"/>
                    <a:pt x="3513" y="670"/>
                  </a:cubicBezTo>
                  <a:cubicBezTo>
                    <a:pt x="3429" y="781"/>
                    <a:pt x="3429" y="976"/>
                    <a:pt x="3513" y="1116"/>
                  </a:cubicBezTo>
                  <a:lnTo>
                    <a:pt x="3764" y="1367"/>
                  </a:lnTo>
                  <a:cubicBezTo>
                    <a:pt x="3708" y="1478"/>
                    <a:pt x="3652" y="1562"/>
                    <a:pt x="3597" y="1673"/>
                  </a:cubicBezTo>
                  <a:cubicBezTo>
                    <a:pt x="3374" y="1506"/>
                    <a:pt x="3123" y="1367"/>
                    <a:pt x="2872" y="1339"/>
                  </a:cubicBezTo>
                  <a:lnTo>
                    <a:pt x="2872" y="976"/>
                  </a:lnTo>
                  <a:cubicBezTo>
                    <a:pt x="2872" y="809"/>
                    <a:pt x="2732" y="670"/>
                    <a:pt x="2537" y="670"/>
                  </a:cubicBezTo>
                  <a:cubicBezTo>
                    <a:pt x="2370" y="670"/>
                    <a:pt x="2231" y="809"/>
                    <a:pt x="2231" y="976"/>
                  </a:cubicBezTo>
                  <a:lnTo>
                    <a:pt x="2231" y="1339"/>
                  </a:lnTo>
                  <a:cubicBezTo>
                    <a:pt x="2036" y="1367"/>
                    <a:pt x="1840" y="1450"/>
                    <a:pt x="1673" y="1562"/>
                  </a:cubicBezTo>
                  <a:lnTo>
                    <a:pt x="1422" y="1339"/>
                  </a:lnTo>
                  <a:cubicBezTo>
                    <a:pt x="1380" y="1283"/>
                    <a:pt x="1304" y="1255"/>
                    <a:pt x="1220" y="1255"/>
                  </a:cubicBezTo>
                  <a:cubicBezTo>
                    <a:pt x="1137" y="1255"/>
                    <a:pt x="1046" y="1283"/>
                    <a:pt x="976" y="1339"/>
                  </a:cubicBezTo>
                  <a:cubicBezTo>
                    <a:pt x="865" y="1450"/>
                    <a:pt x="865" y="1645"/>
                    <a:pt x="976" y="1785"/>
                  </a:cubicBezTo>
                  <a:lnTo>
                    <a:pt x="1227" y="2036"/>
                  </a:lnTo>
                  <a:cubicBezTo>
                    <a:pt x="1116" y="2203"/>
                    <a:pt x="1032" y="2370"/>
                    <a:pt x="976" y="2593"/>
                  </a:cubicBezTo>
                  <a:lnTo>
                    <a:pt x="642" y="2593"/>
                  </a:lnTo>
                  <a:cubicBezTo>
                    <a:pt x="447" y="2593"/>
                    <a:pt x="307" y="2733"/>
                    <a:pt x="307" y="2900"/>
                  </a:cubicBezTo>
                  <a:cubicBezTo>
                    <a:pt x="307" y="3067"/>
                    <a:pt x="447" y="3206"/>
                    <a:pt x="642" y="3206"/>
                  </a:cubicBezTo>
                  <a:lnTo>
                    <a:pt x="948" y="3206"/>
                  </a:lnTo>
                  <a:lnTo>
                    <a:pt x="948" y="3848"/>
                  </a:lnTo>
                  <a:lnTo>
                    <a:pt x="642" y="3848"/>
                  </a:lnTo>
                  <a:cubicBezTo>
                    <a:pt x="447" y="3848"/>
                    <a:pt x="307" y="3987"/>
                    <a:pt x="307" y="4154"/>
                  </a:cubicBezTo>
                  <a:cubicBezTo>
                    <a:pt x="307" y="4321"/>
                    <a:pt x="447" y="4461"/>
                    <a:pt x="642" y="4461"/>
                  </a:cubicBezTo>
                  <a:lnTo>
                    <a:pt x="948" y="4461"/>
                  </a:lnTo>
                  <a:lnTo>
                    <a:pt x="948" y="5102"/>
                  </a:lnTo>
                  <a:lnTo>
                    <a:pt x="642" y="5102"/>
                  </a:lnTo>
                  <a:cubicBezTo>
                    <a:pt x="447" y="5102"/>
                    <a:pt x="307" y="5241"/>
                    <a:pt x="307" y="5409"/>
                  </a:cubicBezTo>
                  <a:cubicBezTo>
                    <a:pt x="307" y="5576"/>
                    <a:pt x="447" y="5715"/>
                    <a:pt x="642" y="5715"/>
                  </a:cubicBezTo>
                  <a:lnTo>
                    <a:pt x="948" y="5715"/>
                  </a:lnTo>
                  <a:lnTo>
                    <a:pt x="948" y="6356"/>
                  </a:lnTo>
                  <a:lnTo>
                    <a:pt x="307" y="6356"/>
                  </a:lnTo>
                  <a:cubicBezTo>
                    <a:pt x="140" y="6356"/>
                    <a:pt x="1" y="6496"/>
                    <a:pt x="1" y="6663"/>
                  </a:cubicBezTo>
                  <a:lnTo>
                    <a:pt x="1" y="7304"/>
                  </a:lnTo>
                  <a:cubicBezTo>
                    <a:pt x="1" y="7722"/>
                    <a:pt x="279" y="8085"/>
                    <a:pt x="697" y="8196"/>
                  </a:cubicBezTo>
                  <a:lnTo>
                    <a:pt x="1255" y="10538"/>
                  </a:lnTo>
                  <a:cubicBezTo>
                    <a:pt x="1283" y="10677"/>
                    <a:pt x="1422" y="10789"/>
                    <a:pt x="1562" y="10789"/>
                  </a:cubicBezTo>
                  <a:lnTo>
                    <a:pt x="5910" y="10789"/>
                  </a:lnTo>
                  <a:cubicBezTo>
                    <a:pt x="6050" y="10789"/>
                    <a:pt x="6217" y="10677"/>
                    <a:pt x="6245" y="10538"/>
                  </a:cubicBezTo>
                  <a:lnTo>
                    <a:pt x="6802" y="8196"/>
                  </a:lnTo>
                  <a:cubicBezTo>
                    <a:pt x="7165" y="8085"/>
                    <a:pt x="7499" y="7722"/>
                    <a:pt x="7499" y="7304"/>
                  </a:cubicBezTo>
                  <a:lnTo>
                    <a:pt x="7499" y="6663"/>
                  </a:lnTo>
                  <a:cubicBezTo>
                    <a:pt x="7638" y="6468"/>
                    <a:pt x="7499" y="6328"/>
                    <a:pt x="7332" y="6328"/>
                  </a:cubicBezTo>
                  <a:lnTo>
                    <a:pt x="6691" y="6328"/>
                  </a:lnTo>
                  <a:lnTo>
                    <a:pt x="6691" y="5074"/>
                  </a:lnTo>
                  <a:lnTo>
                    <a:pt x="6997" y="5074"/>
                  </a:lnTo>
                  <a:cubicBezTo>
                    <a:pt x="7192" y="5074"/>
                    <a:pt x="7332" y="4935"/>
                    <a:pt x="7332" y="4740"/>
                  </a:cubicBezTo>
                  <a:cubicBezTo>
                    <a:pt x="7332" y="4572"/>
                    <a:pt x="7192" y="4433"/>
                    <a:pt x="6997" y="4433"/>
                  </a:cubicBezTo>
                  <a:lnTo>
                    <a:pt x="6691" y="4433"/>
                  </a:lnTo>
                  <a:lnTo>
                    <a:pt x="6691" y="3820"/>
                  </a:lnTo>
                  <a:lnTo>
                    <a:pt x="6997" y="3820"/>
                  </a:lnTo>
                  <a:cubicBezTo>
                    <a:pt x="7192" y="3820"/>
                    <a:pt x="7332" y="3680"/>
                    <a:pt x="7332" y="3485"/>
                  </a:cubicBezTo>
                  <a:cubicBezTo>
                    <a:pt x="7332" y="3318"/>
                    <a:pt x="7192" y="3179"/>
                    <a:pt x="6997" y="3179"/>
                  </a:cubicBezTo>
                  <a:lnTo>
                    <a:pt x="6691" y="3179"/>
                  </a:lnTo>
                  <a:lnTo>
                    <a:pt x="6691" y="2537"/>
                  </a:lnTo>
                  <a:lnTo>
                    <a:pt x="6997" y="2537"/>
                  </a:lnTo>
                  <a:cubicBezTo>
                    <a:pt x="7192" y="2537"/>
                    <a:pt x="7332" y="2398"/>
                    <a:pt x="7332" y="2231"/>
                  </a:cubicBezTo>
                  <a:cubicBezTo>
                    <a:pt x="7332" y="2064"/>
                    <a:pt x="7192" y="1924"/>
                    <a:pt x="6997" y="1924"/>
                  </a:cubicBezTo>
                  <a:lnTo>
                    <a:pt x="6663" y="1924"/>
                  </a:lnTo>
                  <a:cubicBezTo>
                    <a:pt x="6635" y="1701"/>
                    <a:pt x="6551" y="1534"/>
                    <a:pt x="6412" y="1367"/>
                  </a:cubicBezTo>
                  <a:lnTo>
                    <a:pt x="6663" y="1116"/>
                  </a:lnTo>
                  <a:cubicBezTo>
                    <a:pt x="6774" y="1004"/>
                    <a:pt x="6774" y="809"/>
                    <a:pt x="6663" y="670"/>
                  </a:cubicBezTo>
                  <a:cubicBezTo>
                    <a:pt x="6607" y="614"/>
                    <a:pt x="6530" y="586"/>
                    <a:pt x="6450" y="586"/>
                  </a:cubicBezTo>
                  <a:cubicBezTo>
                    <a:pt x="6370" y="586"/>
                    <a:pt x="6286" y="614"/>
                    <a:pt x="6217" y="670"/>
                  </a:cubicBezTo>
                  <a:lnTo>
                    <a:pt x="5966" y="921"/>
                  </a:lnTo>
                  <a:cubicBezTo>
                    <a:pt x="5799" y="809"/>
                    <a:pt x="5604" y="726"/>
                    <a:pt x="5408" y="670"/>
                  </a:cubicBezTo>
                  <a:lnTo>
                    <a:pt x="5408" y="307"/>
                  </a:lnTo>
                  <a:cubicBezTo>
                    <a:pt x="5408" y="140"/>
                    <a:pt x="5269" y="1"/>
                    <a:pt x="51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1" name="Google Shape;16581;p85"/>
            <p:cNvSpPr/>
            <p:nvPr/>
          </p:nvSpPr>
          <p:spPr>
            <a:xfrm>
              <a:off x="-47242037" y="188100"/>
              <a:ext cx="15350" cy="31375"/>
            </a:xfrm>
            <a:custGeom>
              <a:avLst/>
              <a:gdLst/>
              <a:ahLst/>
              <a:cxnLst/>
              <a:rect l="l" t="t" r="r" b="b"/>
              <a:pathLst>
                <a:path w="614" h="1255" extrusionOk="0">
                  <a:moveTo>
                    <a:pt x="307" y="0"/>
                  </a:moveTo>
                  <a:cubicBezTo>
                    <a:pt x="140" y="0"/>
                    <a:pt x="0" y="140"/>
                    <a:pt x="0" y="307"/>
                  </a:cubicBezTo>
                  <a:lnTo>
                    <a:pt x="0" y="948"/>
                  </a:lnTo>
                  <a:cubicBezTo>
                    <a:pt x="0" y="1115"/>
                    <a:pt x="140" y="1255"/>
                    <a:pt x="307" y="1255"/>
                  </a:cubicBezTo>
                  <a:cubicBezTo>
                    <a:pt x="474" y="1255"/>
                    <a:pt x="613" y="1115"/>
                    <a:pt x="613" y="948"/>
                  </a:cubicBezTo>
                  <a:lnTo>
                    <a:pt x="613" y="307"/>
                  </a:lnTo>
                  <a:cubicBezTo>
                    <a:pt x="613" y="140"/>
                    <a:pt x="474"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2" name="Google Shape;16582;p85"/>
            <p:cNvSpPr/>
            <p:nvPr/>
          </p:nvSpPr>
          <p:spPr>
            <a:xfrm>
              <a:off x="-47242037" y="234775"/>
              <a:ext cx="15350" cy="31400"/>
            </a:xfrm>
            <a:custGeom>
              <a:avLst/>
              <a:gdLst/>
              <a:ahLst/>
              <a:cxnLst/>
              <a:rect l="l" t="t" r="r" b="b"/>
              <a:pathLst>
                <a:path w="614" h="1256" extrusionOk="0">
                  <a:moveTo>
                    <a:pt x="307" y="1"/>
                  </a:moveTo>
                  <a:cubicBezTo>
                    <a:pt x="140" y="1"/>
                    <a:pt x="0" y="140"/>
                    <a:pt x="0" y="335"/>
                  </a:cubicBezTo>
                  <a:lnTo>
                    <a:pt x="0" y="949"/>
                  </a:lnTo>
                  <a:cubicBezTo>
                    <a:pt x="0" y="1116"/>
                    <a:pt x="140" y="1255"/>
                    <a:pt x="307" y="1255"/>
                  </a:cubicBezTo>
                  <a:cubicBezTo>
                    <a:pt x="474" y="1255"/>
                    <a:pt x="613" y="1116"/>
                    <a:pt x="613" y="949"/>
                  </a:cubicBezTo>
                  <a:lnTo>
                    <a:pt x="613" y="335"/>
                  </a:lnTo>
                  <a:cubicBezTo>
                    <a:pt x="613" y="140"/>
                    <a:pt x="474"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3" name="Google Shape;16583;p85"/>
            <p:cNvSpPr/>
            <p:nvPr/>
          </p:nvSpPr>
          <p:spPr>
            <a:xfrm>
              <a:off x="-47180012" y="172075"/>
              <a:ext cx="15350" cy="31375"/>
            </a:xfrm>
            <a:custGeom>
              <a:avLst/>
              <a:gdLst/>
              <a:ahLst/>
              <a:cxnLst/>
              <a:rect l="l" t="t" r="r" b="b"/>
              <a:pathLst>
                <a:path w="614" h="1255" extrusionOk="0">
                  <a:moveTo>
                    <a:pt x="307" y="0"/>
                  </a:moveTo>
                  <a:cubicBezTo>
                    <a:pt x="139" y="0"/>
                    <a:pt x="0" y="139"/>
                    <a:pt x="0" y="335"/>
                  </a:cubicBezTo>
                  <a:lnTo>
                    <a:pt x="0" y="948"/>
                  </a:lnTo>
                  <a:cubicBezTo>
                    <a:pt x="0" y="1115"/>
                    <a:pt x="139" y="1254"/>
                    <a:pt x="307" y="1254"/>
                  </a:cubicBezTo>
                  <a:cubicBezTo>
                    <a:pt x="474" y="1254"/>
                    <a:pt x="613" y="1115"/>
                    <a:pt x="613" y="948"/>
                  </a:cubicBezTo>
                  <a:lnTo>
                    <a:pt x="613" y="335"/>
                  </a:lnTo>
                  <a:cubicBezTo>
                    <a:pt x="613" y="139"/>
                    <a:pt x="474"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4" name="Google Shape;16584;p85"/>
            <p:cNvSpPr/>
            <p:nvPr/>
          </p:nvSpPr>
          <p:spPr>
            <a:xfrm>
              <a:off x="-47180012" y="218050"/>
              <a:ext cx="15350" cy="32100"/>
            </a:xfrm>
            <a:custGeom>
              <a:avLst/>
              <a:gdLst/>
              <a:ahLst/>
              <a:cxnLst/>
              <a:rect l="l" t="t" r="r" b="b"/>
              <a:pathLst>
                <a:path w="614" h="1284" extrusionOk="0">
                  <a:moveTo>
                    <a:pt x="307" y="1"/>
                  </a:moveTo>
                  <a:cubicBezTo>
                    <a:pt x="139" y="1"/>
                    <a:pt x="0" y="140"/>
                    <a:pt x="0" y="335"/>
                  </a:cubicBezTo>
                  <a:lnTo>
                    <a:pt x="0" y="949"/>
                  </a:lnTo>
                  <a:cubicBezTo>
                    <a:pt x="0" y="1144"/>
                    <a:pt x="139" y="1283"/>
                    <a:pt x="307" y="1283"/>
                  </a:cubicBezTo>
                  <a:cubicBezTo>
                    <a:pt x="474" y="1283"/>
                    <a:pt x="613" y="1144"/>
                    <a:pt x="613" y="949"/>
                  </a:cubicBezTo>
                  <a:lnTo>
                    <a:pt x="613" y="335"/>
                  </a:lnTo>
                  <a:cubicBezTo>
                    <a:pt x="613" y="140"/>
                    <a:pt x="474"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85" name="Google Shape;16585;p85"/>
          <p:cNvGrpSpPr/>
          <p:nvPr/>
        </p:nvGrpSpPr>
        <p:grpSpPr>
          <a:xfrm>
            <a:off x="6494384" y="2043736"/>
            <a:ext cx="456437" cy="453057"/>
            <a:chOff x="-13966675" y="1639700"/>
            <a:chExt cx="354450" cy="351825"/>
          </a:xfrm>
        </p:grpSpPr>
        <p:sp>
          <p:nvSpPr>
            <p:cNvPr id="16586" name="Google Shape;16586;p85"/>
            <p:cNvSpPr/>
            <p:nvPr/>
          </p:nvSpPr>
          <p:spPr>
            <a:xfrm>
              <a:off x="-13776875" y="1888525"/>
              <a:ext cx="104775" cy="37625"/>
            </a:xfrm>
            <a:custGeom>
              <a:avLst/>
              <a:gdLst/>
              <a:ahLst/>
              <a:cxnLst/>
              <a:rect l="l" t="t" r="r" b="b"/>
              <a:pathLst>
                <a:path w="4191" h="1505" extrusionOk="0">
                  <a:moveTo>
                    <a:pt x="442" y="0"/>
                  </a:moveTo>
                  <a:cubicBezTo>
                    <a:pt x="339" y="0"/>
                    <a:pt x="237" y="40"/>
                    <a:pt x="158" y="118"/>
                  </a:cubicBezTo>
                  <a:cubicBezTo>
                    <a:pt x="1" y="276"/>
                    <a:pt x="1" y="559"/>
                    <a:pt x="158" y="717"/>
                  </a:cubicBezTo>
                  <a:cubicBezTo>
                    <a:pt x="725" y="1253"/>
                    <a:pt x="1418" y="1505"/>
                    <a:pt x="2112" y="1505"/>
                  </a:cubicBezTo>
                  <a:cubicBezTo>
                    <a:pt x="2805" y="1505"/>
                    <a:pt x="3498" y="1221"/>
                    <a:pt x="4033" y="717"/>
                  </a:cubicBezTo>
                  <a:cubicBezTo>
                    <a:pt x="4191" y="559"/>
                    <a:pt x="4191" y="276"/>
                    <a:pt x="4033" y="118"/>
                  </a:cubicBezTo>
                  <a:cubicBezTo>
                    <a:pt x="3955" y="40"/>
                    <a:pt x="3844" y="0"/>
                    <a:pt x="3734" y="0"/>
                  </a:cubicBezTo>
                  <a:cubicBezTo>
                    <a:pt x="3624" y="0"/>
                    <a:pt x="3514" y="40"/>
                    <a:pt x="3435" y="118"/>
                  </a:cubicBezTo>
                  <a:cubicBezTo>
                    <a:pt x="3057" y="496"/>
                    <a:pt x="2568" y="685"/>
                    <a:pt x="2080" y="685"/>
                  </a:cubicBezTo>
                  <a:cubicBezTo>
                    <a:pt x="1592" y="685"/>
                    <a:pt x="1103" y="496"/>
                    <a:pt x="725" y="118"/>
                  </a:cubicBezTo>
                  <a:cubicBezTo>
                    <a:pt x="647" y="40"/>
                    <a:pt x="544"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7" name="Google Shape;16587;p85"/>
            <p:cNvSpPr/>
            <p:nvPr/>
          </p:nvSpPr>
          <p:spPr>
            <a:xfrm>
              <a:off x="-13966675" y="1639700"/>
              <a:ext cx="354450" cy="351825"/>
            </a:xfrm>
            <a:custGeom>
              <a:avLst/>
              <a:gdLst/>
              <a:ahLst/>
              <a:cxnLst/>
              <a:rect l="l" t="t" r="r" b="b"/>
              <a:pathLst>
                <a:path w="14178" h="14073" extrusionOk="0">
                  <a:moveTo>
                    <a:pt x="8412" y="998"/>
                  </a:moveTo>
                  <a:lnTo>
                    <a:pt x="8412" y="4085"/>
                  </a:lnTo>
                  <a:cubicBezTo>
                    <a:pt x="7467" y="3959"/>
                    <a:pt x="6585" y="3739"/>
                    <a:pt x="5671" y="3361"/>
                  </a:cubicBezTo>
                  <a:cubicBezTo>
                    <a:pt x="5625" y="3349"/>
                    <a:pt x="5574" y="3342"/>
                    <a:pt x="5523" y="3342"/>
                  </a:cubicBezTo>
                  <a:cubicBezTo>
                    <a:pt x="5434" y="3342"/>
                    <a:pt x="5341" y="3364"/>
                    <a:pt x="5261" y="3424"/>
                  </a:cubicBezTo>
                  <a:cubicBezTo>
                    <a:pt x="5167" y="3487"/>
                    <a:pt x="5072" y="3613"/>
                    <a:pt x="5072" y="3770"/>
                  </a:cubicBezTo>
                  <a:lnTo>
                    <a:pt x="5072" y="6669"/>
                  </a:lnTo>
                  <a:cubicBezTo>
                    <a:pt x="4957" y="6656"/>
                    <a:pt x="4841" y="6650"/>
                    <a:pt x="4724" y="6650"/>
                  </a:cubicBezTo>
                  <a:cubicBezTo>
                    <a:pt x="3979" y="6650"/>
                    <a:pt x="3223" y="6912"/>
                    <a:pt x="2678" y="7456"/>
                  </a:cubicBezTo>
                  <a:cubicBezTo>
                    <a:pt x="2520" y="7614"/>
                    <a:pt x="2520" y="7898"/>
                    <a:pt x="2678" y="8055"/>
                  </a:cubicBezTo>
                  <a:cubicBezTo>
                    <a:pt x="2757" y="8134"/>
                    <a:pt x="2867" y="8173"/>
                    <a:pt x="2977" y="8173"/>
                  </a:cubicBezTo>
                  <a:cubicBezTo>
                    <a:pt x="3088" y="8173"/>
                    <a:pt x="3198" y="8134"/>
                    <a:pt x="3277" y="8055"/>
                  </a:cubicBezTo>
                  <a:cubicBezTo>
                    <a:pt x="3639" y="7692"/>
                    <a:pt x="4132" y="7497"/>
                    <a:pt x="4627" y="7497"/>
                  </a:cubicBezTo>
                  <a:cubicBezTo>
                    <a:pt x="4776" y="7497"/>
                    <a:pt x="4926" y="7514"/>
                    <a:pt x="5072" y="7551"/>
                  </a:cubicBezTo>
                  <a:lnTo>
                    <a:pt x="5072" y="8654"/>
                  </a:lnTo>
                  <a:cubicBezTo>
                    <a:pt x="5072" y="9032"/>
                    <a:pt x="5104" y="9441"/>
                    <a:pt x="5198" y="9788"/>
                  </a:cubicBezTo>
                  <a:cubicBezTo>
                    <a:pt x="5041" y="9819"/>
                    <a:pt x="4852" y="9914"/>
                    <a:pt x="4631" y="9945"/>
                  </a:cubicBezTo>
                  <a:cubicBezTo>
                    <a:pt x="2489" y="9473"/>
                    <a:pt x="914" y="7551"/>
                    <a:pt x="914" y="5346"/>
                  </a:cubicBezTo>
                  <a:lnTo>
                    <a:pt x="914" y="998"/>
                  </a:lnTo>
                  <a:lnTo>
                    <a:pt x="945" y="998"/>
                  </a:lnTo>
                  <a:cubicBezTo>
                    <a:pt x="2111" y="1408"/>
                    <a:pt x="3434" y="1628"/>
                    <a:pt x="4694" y="1628"/>
                  </a:cubicBezTo>
                  <a:cubicBezTo>
                    <a:pt x="5954" y="1628"/>
                    <a:pt x="7246" y="1439"/>
                    <a:pt x="8412" y="998"/>
                  </a:cubicBezTo>
                  <a:close/>
                  <a:moveTo>
                    <a:pt x="13421" y="4369"/>
                  </a:moveTo>
                  <a:lnTo>
                    <a:pt x="13421" y="8654"/>
                  </a:lnTo>
                  <a:cubicBezTo>
                    <a:pt x="13421" y="10890"/>
                    <a:pt x="11846" y="12812"/>
                    <a:pt x="9672" y="13285"/>
                  </a:cubicBezTo>
                  <a:cubicBezTo>
                    <a:pt x="7530" y="12812"/>
                    <a:pt x="5986" y="10859"/>
                    <a:pt x="5986" y="8654"/>
                  </a:cubicBezTo>
                  <a:lnTo>
                    <a:pt x="5986" y="4369"/>
                  </a:lnTo>
                  <a:cubicBezTo>
                    <a:pt x="7215" y="4779"/>
                    <a:pt x="8475" y="4999"/>
                    <a:pt x="9672" y="4999"/>
                  </a:cubicBezTo>
                  <a:cubicBezTo>
                    <a:pt x="10932" y="4936"/>
                    <a:pt x="12192" y="4747"/>
                    <a:pt x="13421" y="4369"/>
                  </a:cubicBezTo>
                  <a:close/>
                  <a:moveTo>
                    <a:pt x="430" y="1"/>
                  </a:moveTo>
                  <a:cubicBezTo>
                    <a:pt x="348" y="1"/>
                    <a:pt x="263" y="16"/>
                    <a:pt x="189" y="53"/>
                  </a:cubicBezTo>
                  <a:cubicBezTo>
                    <a:pt x="95" y="147"/>
                    <a:pt x="0" y="273"/>
                    <a:pt x="0" y="431"/>
                  </a:cubicBezTo>
                  <a:lnTo>
                    <a:pt x="0" y="5346"/>
                  </a:lnTo>
                  <a:cubicBezTo>
                    <a:pt x="126" y="7929"/>
                    <a:pt x="2016" y="10260"/>
                    <a:pt x="4600" y="10764"/>
                  </a:cubicBezTo>
                  <a:lnTo>
                    <a:pt x="4757" y="10764"/>
                  </a:lnTo>
                  <a:cubicBezTo>
                    <a:pt x="5009" y="10733"/>
                    <a:pt x="5230" y="10670"/>
                    <a:pt x="5482" y="10575"/>
                  </a:cubicBezTo>
                  <a:cubicBezTo>
                    <a:pt x="6144" y="12340"/>
                    <a:pt x="7687" y="13726"/>
                    <a:pt x="9578" y="14072"/>
                  </a:cubicBezTo>
                  <a:lnTo>
                    <a:pt x="9735" y="14072"/>
                  </a:lnTo>
                  <a:cubicBezTo>
                    <a:pt x="12318" y="13568"/>
                    <a:pt x="14177" y="11237"/>
                    <a:pt x="14177" y="8622"/>
                  </a:cubicBezTo>
                  <a:lnTo>
                    <a:pt x="14177" y="3770"/>
                  </a:lnTo>
                  <a:cubicBezTo>
                    <a:pt x="14177" y="3644"/>
                    <a:pt x="14114" y="3487"/>
                    <a:pt x="13988" y="3424"/>
                  </a:cubicBezTo>
                  <a:cubicBezTo>
                    <a:pt x="13908" y="3364"/>
                    <a:pt x="13816" y="3342"/>
                    <a:pt x="13727" y="3342"/>
                  </a:cubicBezTo>
                  <a:cubicBezTo>
                    <a:pt x="13675" y="3342"/>
                    <a:pt x="13625" y="3349"/>
                    <a:pt x="13579" y="3361"/>
                  </a:cubicBezTo>
                  <a:cubicBezTo>
                    <a:pt x="12318" y="3896"/>
                    <a:pt x="10995" y="4117"/>
                    <a:pt x="9609" y="4117"/>
                  </a:cubicBezTo>
                  <a:lnTo>
                    <a:pt x="9231" y="4117"/>
                  </a:lnTo>
                  <a:lnTo>
                    <a:pt x="9231" y="431"/>
                  </a:lnTo>
                  <a:cubicBezTo>
                    <a:pt x="9231" y="305"/>
                    <a:pt x="9136" y="147"/>
                    <a:pt x="9010" y="53"/>
                  </a:cubicBezTo>
                  <a:cubicBezTo>
                    <a:pt x="8955" y="16"/>
                    <a:pt x="8878" y="1"/>
                    <a:pt x="8799" y="1"/>
                  </a:cubicBezTo>
                  <a:cubicBezTo>
                    <a:pt x="8742" y="1"/>
                    <a:pt x="8685" y="8"/>
                    <a:pt x="8632" y="21"/>
                  </a:cubicBezTo>
                  <a:cubicBezTo>
                    <a:pt x="7372" y="525"/>
                    <a:pt x="5986" y="777"/>
                    <a:pt x="4600" y="777"/>
                  </a:cubicBezTo>
                  <a:cubicBezTo>
                    <a:pt x="3245" y="777"/>
                    <a:pt x="1859" y="494"/>
                    <a:pt x="599" y="21"/>
                  </a:cubicBezTo>
                  <a:cubicBezTo>
                    <a:pt x="546" y="8"/>
                    <a:pt x="489" y="1"/>
                    <a:pt x="4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8" name="Google Shape;16588;p85"/>
            <p:cNvSpPr/>
            <p:nvPr/>
          </p:nvSpPr>
          <p:spPr>
            <a:xfrm>
              <a:off x="-13923375" y="1723125"/>
              <a:ext cx="64625" cy="40925"/>
            </a:xfrm>
            <a:custGeom>
              <a:avLst/>
              <a:gdLst/>
              <a:ahLst/>
              <a:cxnLst/>
              <a:rect l="l" t="t" r="r" b="b"/>
              <a:pathLst>
                <a:path w="2585" h="1637" extrusionOk="0">
                  <a:moveTo>
                    <a:pt x="2113" y="1"/>
                  </a:moveTo>
                  <a:cubicBezTo>
                    <a:pt x="2061" y="1"/>
                    <a:pt x="2008" y="9"/>
                    <a:pt x="1954" y="24"/>
                  </a:cubicBezTo>
                  <a:lnTo>
                    <a:pt x="284" y="843"/>
                  </a:lnTo>
                  <a:cubicBezTo>
                    <a:pt x="64" y="969"/>
                    <a:pt x="1" y="1221"/>
                    <a:pt x="64" y="1410"/>
                  </a:cubicBezTo>
                  <a:cubicBezTo>
                    <a:pt x="156" y="1548"/>
                    <a:pt x="316" y="1636"/>
                    <a:pt x="469" y="1636"/>
                  </a:cubicBezTo>
                  <a:cubicBezTo>
                    <a:pt x="525" y="1636"/>
                    <a:pt x="580" y="1624"/>
                    <a:pt x="631" y="1599"/>
                  </a:cubicBezTo>
                  <a:lnTo>
                    <a:pt x="2332" y="780"/>
                  </a:lnTo>
                  <a:cubicBezTo>
                    <a:pt x="2521" y="654"/>
                    <a:pt x="2584" y="433"/>
                    <a:pt x="2521" y="244"/>
                  </a:cubicBezTo>
                  <a:cubicBezTo>
                    <a:pt x="2426" y="77"/>
                    <a:pt x="2276" y="1"/>
                    <a:pt x="21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9" name="Google Shape;16589;p85"/>
            <p:cNvSpPr/>
            <p:nvPr/>
          </p:nvSpPr>
          <p:spPr>
            <a:xfrm>
              <a:off x="-13798125" y="1805500"/>
              <a:ext cx="66175" cy="41575"/>
            </a:xfrm>
            <a:custGeom>
              <a:avLst/>
              <a:gdLst/>
              <a:ahLst/>
              <a:cxnLst/>
              <a:rect l="l" t="t" r="r" b="b"/>
              <a:pathLst>
                <a:path w="2647" h="1663" extrusionOk="0">
                  <a:moveTo>
                    <a:pt x="504" y="0"/>
                  </a:moveTo>
                  <a:cubicBezTo>
                    <a:pt x="350" y="0"/>
                    <a:pt x="188" y="94"/>
                    <a:pt x="95" y="257"/>
                  </a:cubicBezTo>
                  <a:cubicBezTo>
                    <a:pt x="0" y="446"/>
                    <a:pt x="95" y="667"/>
                    <a:pt x="315" y="793"/>
                  </a:cubicBezTo>
                  <a:lnTo>
                    <a:pt x="1953" y="1612"/>
                  </a:lnTo>
                  <a:cubicBezTo>
                    <a:pt x="2006" y="1647"/>
                    <a:pt x="2064" y="1663"/>
                    <a:pt x="2122" y="1663"/>
                  </a:cubicBezTo>
                  <a:cubicBezTo>
                    <a:pt x="2273" y="1663"/>
                    <a:pt x="2430" y="1559"/>
                    <a:pt x="2521" y="1423"/>
                  </a:cubicBezTo>
                  <a:cubicBezTo>
                    <a:pt x="2647" y="1234"/>
                    <a:pt x="2521" y="982"/>
                    <a:pt x="2300" y="887"/>
                  </a:cubicBezTo>
                  <a:lnTo>
                    <a:pt x="662" y="37"/>
                  </a:lnTo>
                  <a:cubicBezTo>
                    <a:pt x="612" y="12"/>
                    <a:pt x="559" y="0"/>
                    <a:pt x="50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0" name="Google Shape;16590;p85"/>
            <p:cNvSpPr/>
            <p:nvPr/>
          </p:nvSpPr>
          <p:spPr>
            <a:xfrm>
              <a:off x="-13714650" y="1805825"/>
              <a:ext cx="63825" cy="41250"/>
            </a:xfrm>
            <a:custGeom>
              <a:avLst/>
              <a:gdLst/>
              <a:ahLst/>
              <a:cxnLst/>
              <a:rect l="l" t="t" r="r" b="b"/>
              <a:pathLst>
                <a:path w="2553" h="1650" extrusionOk="0">
                  <a:moveTo>
                    <a:pt x="2068" y="1"/>
                  </a:moveTo>
                  <a:cubicBezTo>
                    <a:pt x="2018" y="1"/>
                    <a:pt x="1968" y="9"/>
                    <a:pt x="1922" y="24"/>
                  </a:cubicBezTo>
                  <a:lnTo>
                    <a:pt x="284" y="874"/>
                  </a:lnTo>
                  <a:cubicBezTo>
                    <a:pt x="64" y="969"/>
                    <a:pt x="1" y="1221"/>
                    <a:pt x="64" y="1410"/>
                  </a:cubicBezTo>
                  <a:cubicBezTo>
                    <a:pt x="132" y="1546"/>
                    <a:pt x="298" y="1650"/>
                    <a:pt x="456" y="1650"/>
                  </a:cubicBezTo>
                  <a:cubicBezTo>
                    <a:pt x="518" y="1650"/>
                    <a:pt x="578" y="1634"/>
                    <a:pt x="631" y="1599"/>
                  </a:cubicBezTo>
                  <a:lnTo>
                    <a:pt x="2269" y="780"/>
                  </a:lnTo>
                  <a:cubicBezTo>
                    <a:pt x="2490" y="654"/>
                    <a:pt x="2553" y="433"/>
                    <a:pt x="2490" y="244"/>
                  </a:cubicBezTo>
                  <a:cubicBezTo>
                    <a:pt x="2394" y="77"/>
                    <a:pt x="2226" y="1"/>
                    <a:pt x="20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91" name="Google Shape;16591;p85"/>
          <p:cNvSpPr/>
          <p:nvPr/>
        </p:nvSpPr>
        <p:spPr>
          <a:xfrm>
            <a:off x="6495400" y="2586310"/>
            <a:ext cx="454409" cy="455439"/>
          </a:xfrm>
          <a:custGeom>
            <a:avLst/>
            <a:gdLst/>
            <a:ahLst/>
            <a:cxnLst/>
            <a:rect l="l" t="t" r="r" b="b"/>
            <a:pathLst>
              <a:path w="14115" h="14147" extrusionOk="0">
                <a:moveTo>
                  <a:pt x="8349" y="883"/>
                </a:moveTo>
                <a:lnTo>
                  <a:pt x="8349" y="2080"/>
                </a:lnTo>
                <a:cubicBezTo>
                  <a:pt x="7971" y="2364"/>
                  <a:pt x="7498" y="2521"/>
                  <a:pt x="7089" y="2521"/>
                </a:cubicBezTo>
                <a:cubicBezTo>
                  <a:pt x="6616" y="2521"/>
                  <a:pt x="6175" y="2364"/>
                  <a:pt x="5828" y="2080"/>
                </a:cubicBezTo>
                <a:lnTo>
                  <a:pt x="5828" y="883"/>
                </a:lnTo>
                <a:close/>
                <a:moveTo>
                  <a:pt x="4946" y="820"/>
                </a:moveTo>
                <a:lnTo>
                  <a:pt x="4946" y="2931"/>
                </a:lnTo>
                <a:cubicBezTo>
                  <a:pt x="4946" y="4380"/>
                  <a:pt x="3844" y="5609"/>
                  <a:pt x="2457" y="5798"/>
                </a:cubicBezTo>
                <a:cubicBezTo>
                  <a:pt x="2993" y="5294"/>
                  <a:pt x="3308" y="4538"/>
                  <a:pt x="3308" y="3750"/>
                </a:cubicBezTo>
                <a:lnTo>
                  <a:pt x="3308" y="2080"/>
                </a:lnTo>
                <a:cubicBezTo>
                  <a:pt x="3308" y="1860"/>
                  <a:pt x="3088" y="1671"/>
                  <a:pt x="2899" y="1671"/>
                </a:cubicBezTo>
                <a:cubicBezTo>
                  <a:pt x="2678" y="1671"/>
                  <a:pt x="2457" y="1860"/>
                  <a:pt x="2457" y="2080"/>
                </a:cubicBezTo>
                <a:lnTo>
                  <a:pt x="2457" y="3750"/>
                </a:lnTo>
                <a:cubicBezTo>
                  <a:pt x="2457" y="4727"/>
                  <a:pt x="1764" y="5609"/>
                  <a:pt x="819" y="5766"/>
                </a:cubicBezTo>
                <a:lnTo>
                  <a:pt x="819" y="820"/>
                </a:lnTo>
                <a:close/>
                <a:moveTo>
                  <a:pt x="13295" y="820"/>
                </a:moveTo>
                <a:lnTo>
                  <a:pt x="13295" y="5766"/>
                </a:lnTo>
                <a:cubicBezTo>
                  <a:pt x="12350" y="5546"/>
                  <a:pt x="11657" y="4727"/>
                  <a:pt x="11657" y="3750"/>
                </a:cubicBezTo>
                <a:lnTo>
                  <a:pt x="11657" y="2080"/>
                </a:lnTo>
                <a:cubicBezTo>
                  <a:pt x="11657" y="1860"/>
                  <a:pt x="11436" y="1671"/>
                  <a:pt x="11247" y="1671"/>
                </a:cubicBezTo>
                <a:cubicBezTo>
                  <a:pt x="11027" y="1671"/>
                  <a:pt x="10806" y="1860"/>
                  <a:pt x="10806" y="2080"/>
                </a:cubicBezTo>
                <a:lnTo>
                  <a:pt x="10806" y="3750"/>
                </a:lnTo>
                <a:cubicBezTo>
                  <a:pt x="10806" y="4538"/>
                  <a:pt x="11121" y="5294"/>
                  <a:pt x="11657" y="5798"/>
                </a:cubicBezTo>
                <a:cubicBezTo>
                  <a:pt x="10239" y="5609"/>
                  <a:pt x="9168" y="4380"/>
                  <a:pt x="9168" y="2899"/>
                </a:cubicBezTo>
                <a:lnTo>
                  <a:pt x="9168" y="820"/>
                </a:lnTo>
                <a:close/>
                <a:moveTo>
                  <a:pt x="8286" y="3025"/>
                </a:moveTo>
                <a:cubicBezTo>
                  <a:pt x="8349" y="4538"/>
                  <a:pt x="9326" y="5829"/>
                  <a:pt x="10649" y="6396"/>
                </a:cubicBezTo>
                <a:lnTo>
                  <a:pt x="9704" y="8318"/>
                </a:lnTo>
                <a:lnTo>
                  <a:pt x="4411" y="8318"/>
                </a:lnTo>
                <a:lnTo>
                  <a:pt x="3466" y="6396"/>
                </a:lnTo>
                <a:cubicBezTo>
                  <a:pt x="4757" y="5829"/>
                  <a:pt x="5734" y="4569"/>
                  <a:pt x="5765" y="3025"/>
                </a:cubicBezTo>
                <a:cubicBezTo>
                  <a:pt x="6175" y="3246"/>
                  <a:pt x="6616" y="3309"/>
                  <a:pt x="7026" y="3309"/>
                </a:cubicBezTo>
                <a:cubicBezTo>
                  <a:pt x="7467" y="3309"/>
                  <a:pt x="7908" y="3183"/>
                  <a:pt x="8286" y="3025"/>
                </a:cubicBezTo>
                <a:close/>
                <a:moveTo>
                  <a:pt x="13295" y="6617"/>
                </a:moveTo>
                <a:lnTo>
                  <a:pt x="13295" y="10555"/>
                </a:lnTo>
                <a:cubicBezTo>
                  <a:pt x="13169" y="10681"/>
                  <a:pt x="13012" y="10744"/>
                  <a:pt x="12854" y="10744"/>
                </a:cubicBezTo>
                <a:cubicBezTo>
                  <a:pt x="12665" y="10744"/>
                  <a:pt x="12508" y="10681"/>
                  <a:pt x="12382" y="10492"/>
                </a:cubicBezTo>
                <a:cubicBezTo>
                  <a:pt x="12129" y="10083"/>
                  <a:pt x="11688" y="9862"/>
                  <a:pt x="11216" y="9862"/>
                </a:cubicBezTo>
                <a:cubicBezTo>
                  <a:pt x="10743" y="9862"/>
                  <a:pt x="10302" y="10083"/>
                  <a:pt x="10019" y="10492"/>
                </a:cubicBezTo>
                <a:cubicBezTo>
                  <a:pt x="9956" y="10650"/>
                  <a:pt x="9798" y="10713"/>
                  <a:pt x="9609" y="10713"/>
                </a:cubicBezTo>
                <a:lnTo>
                  <a:pt x="9389" y="10713"/>
                </a:lnTo>
                <a:lnTo>
                  <a:pt x="11499" y="6617"/>
                </a:lnTo>
                <a:close/>
                <a:moveTo>
                  <a:pt x="2615" y="6617"/>
                </a:moveTo>
                <a:lnTo>
                  <a:pt x="4663" y="10744"/>
                </a:lnTo>
                <a:lnTo>
                  <a:pt x="4474" y="10744"/>
                </a:lnTo>
                <a:cubicBezTo>
                  <a:pt x="4316" y="10713"/>
                  <a:pt x="4159" y="10618"/>
                  <a:pt x="4033" y="10524"/>
                </a:cubicBezTo>
                <a:cubicBezTo>
                  <a:pt x="3781" y="10114"/>
                  <a:pt x="3340" y="9893"/>
                  <a:pt x="2867" y="9893"/>
                </a:cubicBezTo>
                <a:cubicBezTo>
                  <a:pt x="2394" y="9893"/>
                  <a:pt x="1953" y="10114"/>
                  <a:pt x="1670" y="10524"/>
                </a:cubicBezTo>
                <a:cubicBezTo>
                  <a:pt x="1575" y="10681"/>
                  <a:pt x="1418" y="10776"/>
                  <a:pt x="1197" y="10776"/>
                </a:cubicBezTo>
                <a:cubicBezTo>
                  <a:pt x="1040" y="10776"/>
                  <a:pt x="882" y="10713"/>
                  <a:pt x="788" y="10587"/>
                </a:cubicBezTo>
                <a:lnTo>
                  <a:pt x="788" y="6617"/>
                </a:lnTo>
                <a:close/>
                <a:moveTo>
                  <a:pt x="9263" y="9169"/>
                </a:moveTo>
                <a:lnTo>
                  <a:pt x="8412" y="10776"/>
                </a:lnTo>
                <a:cubicBezTo>
                  <a:pt x="8349" y="10933"/>
                  <a:pt x="8380" y="11154"/>
                  <a:pt x="8506" y="11248"/>
                </a:cubicBezTo>
                <a:cubicBezTo>
                  <a:pt x="8790" y="11500"/>
                  <a:pt x="9105" y="11626"/>
                  <a:pt x="9452" y="11626"/>
                </a:cubicBezTo>
                <a:cubicBezTo>
                  <a:pt x="9924" y="11626"/>
                  <a:pt x="10365" y="11374"/>
                  <a:pt x="10617" y="10996"/>
                </a:cubicBezTo>
                <a:cubicBezTo>
                  <a:pt x="10743" y="10839"/>
                  <a:pt x="10901" y="10713"/>
                  <a:pt x="11090" y="10713"/>
                </a:cubicBezTo>
                <a:cubicBezTo>
                  <a:pt x="11310" y="10713"/>
                  <a:pt x="11468" y="10776"/>
                  <a:pt x="11562" y="10996"/>
                </a:cubicBezTo>
                <a:cubicBezTo>
                  <a:pt x="11846" y="11374"/>
                  <a:pt x="12287" y="11626"/>
                  <a:pt x="12760" y="11626"/>
                </a:cubicBezTo>
                <a:cubicBezTo>
                  <a:pt x="12917" y="11626"/>
                  <a:pt x="13075" y="11563"/>
                  <a:pt x="13201" y="11532"/>
                </a:cubicBezTo>
                <a:lnTo>
                  <a:pt x="13201" y="13296"/>
                </a:lnTo>
                <a:lnTo>
                  <a:pt x="819" y="13296"/>
                </a:lnTo>
                <a:lnTo>
                  <a:pt x="819" y="11532"/>
                </a:lnTo>
                <a:cubicBezTo>
                  <a:pt x="977" y="11563"/>
                  <a:pt x="1103" y="11626"/>
                  <a:pt x="1260" y="11626"/>
                </a:cubicBezTo>
                <a:cubicBezTo>
                  <a:pt x="1733" y="11626"/>
                  <a:pt x="2142" y="11374"/>
                  <a:pt x="2426" y="10996"/>
                </a:cubicBezTo>
                <a:cubicBezTo>
                  <a:pt x="2552" y="10839"/>
                  <a:pt x="2709" y="10713"/>
                  <a:pt x="2899" y="10713"/>
                </a:cubicBezTo>
                <a:cubicBezTo>
                  <a:pt x="3088" y="10713"/>
                  <a:pt x="3245" y="10776"/>
                  <a:pt x="3371" y="10996"/>
                </a:cubicBezTo>
                <a:cubicBezTo>
                  <a:pt x="3655" y="11374"/>
                  <a:pt x="4096" y="11626"/>
                  <a:pt x="4568" y="11626"/>
                </a:cubicBezTo>
                <a:cubicBezTo>
                  <a:pt x="4915" y="11626"/>
                  <a:pt x="5261" y="11500"/>
                  <a:pt x="5513" y="11248"/>
                </a:cubicBezTo>
                <a:cubicBezTo>
                  <a:pt x="5608" y="11154"/>
                  <a:pt x="5671" y="10933"/>
                  <a:pt x="5576" y="10776"/>
                </a:cubicBezTo>
                <a:lnTo>
                  <a:pt x="4757" y="9169"/>
                </a:lnTo>
                <a:close/>
                <a:moveTo>
                  <a:pt x="410" y="1"/>
                </a:moveTo>
                <a:cubicBezTo>
                  <a:pt x="189" y="1"/>
                  <a:pt x="0" y="190"/>
                  <a:pt x="0" y="442"/>
                </a:cubicBezTo>
                <a:lnTo>
                  <a:pt x="0" y="13706"/>
                </a:lnTo>
                <a:cubicBezTo>
                  <a:pt x="0" y="13958"/>
                  <a:pt x="189" y="14147"/>
                  <a:pt x="410" y="14147"/>
                </a:cubicBezTo>
                <a:lnTo>
                  <a:pt x="13705" y="14147"/>
                </a:lnTo>
                <a:cubicBezTo>
                  <a:pt x="13925" y="14147"/>
                  <a:pt x="14114" y="13958"/>
                  <a:pt x="14114" y="13706"/>
                </a:cubicBezTo>
                <a:lnTo>
                  <a:pt x="14114" y="442"/>
                </a:lnTo>
                <a:cubicBezTo>
                  <a:pt x="14114" y="190"/>
                  <a:pt x="13925" y="1"/>
                  <a:pt x="137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2" name="Google Shape;16592;p85"/>
          <p:cNvSpPr/>
          <p:nvPr/>
        </p:nvSpPr>
        <p:spPr>
          <a:xfrm>
            <a:off x="6576027" y="3132612"/>
            <a:ext cx="293152" cy="452381"/>
          </a:xfrm>
          <a:custGeom>
            <a:avLst/>
            <a:gdLst/>
            <a:ahLst/>
            <a:cxnLst/>
            <a:rect l="l" t="t" r="r" b="b"/>
            <a:pathLst>
              <a:path w="9106" h="14052" extrusionOk="0">
                <a:moveTo>
                  <a:pt x="1230" y="4096"/>
                </a:moveTo>
                <a:cubicBezTo>
                  <a:pt x="1450" y="4096"/>
                  <a:pt x="1608" y="4285"/>
                  <a:pt x="1608" y="4474"/>
                </a:cubicBezTo>
                <a:cubicBezTo>
                  <a:pt x="1608" y="4726"/>
                  <a:pt x="1419" y="4915"/>
                  <a:pt x="1230" y="4915"/>
                </a:cubicBezTo>
                <a:cubicBezTo>
                  <a:pt x="978" y="4915"/>
                  <a:pt x="789" y="4726"/>
                  <a:pt x="789" y="4474"/>
                </a:cubicBezTo>
                <a:cubicBezTo>
                  <a:pt x="820" y="4285"/>
                  <a:pt x="978" y="4096"/>
                  <a:pt x="1230" y="4096"/>
                </a:cubicBezTo>
                <a:close/>
                <a:moveTo>
                  <a:pt x="7846" y="4096"/>
                </a:moveTo>
                <a:cubicBezTo>
                  <a:pt x="8066" y="4096"/>
                  <a:pt x="8255" y="4285"/>
                  <a:pt x="8255" y="4474"/>
                </a:cubicBezTo>
                <a:cubicBezTo>
                  <a:pt x="8255" y="4726"/>
                  <a:pt x="8066" y="4915"/>
                  <a:pt x="7846" y="4915"/>
                </a:cubicBezTo>
                <a:cubicBezTo>
                  <a:pt x="7594" y="4915"/>
                  <a:pt x="7436" y="4726"/>
                  <a:pt x="7436" y="4474"/>
                </a:cubicBezTo>
                <a:cubicBezTo>
                  <a:pt x="7436" y="4285"/>
                  <a:pt x="7594" y="4096"/>
                  <a:pt x="7846" y="4096"/>
                </a:cubicBezTo>
                <a:close/>
                <a:moveTo>
                  <a:pt x="4538" y="788"/>
                </a:moveTo>
                <a:cubicBezTo>
                  <a:pt x="5514" y="788"/>
                  <a:pt x="6365" y="1481"/>
                  <a:pt x="6523" y="2427"/>
                </a:cubicBezTo>
                <a:lnTo>
                  <a:pt x="5357" y="2427"/>
                </a:lnTo>
                <a:cubicBezTo>
                  <a:pt x="5105" y="2427"/>
                  <a:pt x="4916" y="2616"/>
                  <a:pt x="4916" y="2868"/>
                </a:cubicBezTo>
                <a:cubicBezTo>
                  <a:pt x="4916" y="3088"/>
                  <a:pt x="5105" y="3309"/>
                  <a:pt x="5357" y="3309"/>
                </a:cubicBezTo>
                <a:lnTo>
                  <a:pt x="6617" y="3309"/>
                </a:lnTo>
                <a:lnTo>
                  <a:pt x="6617" y="4128"/>
                </a:lnTo>
                <a:lnTo>
                  <a:pt x="5357" y="4128"/>
                </a:lnTo>
                <a:cubicBezTo>
                  <a:pt x="5105" y="4128"/>
                  <a:pt x="4916" y="4317"/>
                  <a:pt x="4916" y="4506"/>
                </a:cubicBezTo>
                <a:cubicBezTo>
                  <a:pt x="4916" y="4758"/>
                  <a:pt x="5105" y="4947"/>
                  <a:pt x="5357" y="4947"/>
                </a:cubicBezTo>
                <a:lnTo>
                  <a:pt x="6617" y="4947"/>
                </a:lnTo>
                <a:lnTo>
                  <a:pt x="6617" y="5766"/>
                </a:lnTo>
                <a:lnTo>
                  <a:pt x="5357" y="5766"/>
                </a:lnTo>
                <a:cubicBezTo>
                  <a:pt x="5105" y="5766"/>
                  <a:pt x="4916" y="5987"/>
                  <a:pt x="4916" y="6207"/>
                </a:cubicBezTo>
                <a:cubicBezTo>
                  <a:pt x="4916" y="6459"/>
                  <a:pt x="5105" y="6617"/>
                  <a:pt x="5357" y="6617"/>
                </a:cubicBezTo>
                <a:lnTo>
                  <a:pt x="6523" y="6617"/>
                </a:lnTo>
                <a:cubicBezTo>
                  <a:pt x="6333" y="7562"/>
                  <a:pt x="5514" y="8255"/>
                  <a:pt x="4538" y="8255"/>
                </a:cubicBezTo>
                <a:cubicBezTo>
                  <a:pt x="3530" y="8255"/>
                  <a:pt x="2679" y="7562"/>
                  <a:pt x="2521" y="6617"/>
                </a:cubicBezTo>
                <a:lnTo>
                  <a:pt x="3687" y="6617"/>
                </a:lnTo>
                <a:cubicBezTo>
                  <a:pt x="3939" y="6617"/>
                  <a:pt x="4128" y="6396"/>
                  <a:pt x="4128" y="6207"/>
                </a:cubicBezTo>
                <a:cubicBezTo>
                  <a:pt x="4128" y="5987"/>
                  <a:pt x="3939" y="5766"/>
                  <a:pt x="3687" y="5766"/>
                </a:cubicBezTo>
                <a:lnTo>
                  <a:pt x="2490" y="5766"/>
                </a:lnTo>
                <a:lnTo>
                  <a:pt x="2490" y="4947"/>
                </a:lnTo>
                <a:lnTo>
                  <a:pt x="3687" y="4947"/>
                </a:lnTo>
                <a:cubicBezTo>
                  <a:pt x="3939" y="4947"/>
                  <a:pt x="4128" y="4758"/>
                  <a:pt x="4128" y="4506"/>
                </a:cubicBezTo>
                <a:cubicBezTo>
                  <a:pt x="4128" y="4285"/>
                  <a:pt x="3939" y="4128"/>
                  <a:pt x="3687" y="4128"/>
                </a:cubicBezTo>
                <a:lnTo>
                  <a:pt x="2490" y="4128"/>
                </a:lnTo>
                <a:lnTo>
                  <a:pt x="2490" y="3277"/>
                </a:lnTo>
                <a:lnTo>
                  <a:pt x="3687" y="3277"/>
                </a:lnTo>
                <a:cubicBezTo>
                  <a:pt x="3939" y="3277"/>
                  <a:pt x="4128" y="3057"/>
                  <a:pt x="4128" y="2836"/>
                </a:cubicBezTo>
                <a:cubicBezTo>
                  <a:pt x="4128" y="2584"/>
                  <a:pt x="3939" y="2395"/>
                  <a:pt x="3687" y="2395"/>
                </a:cubicBezTo>
                <a:lnTo>
                  <a:pt x="2521" y="2395"/>
                </a:lnTo>
                <a:cubicBezTo>
                  <a:pt x="2710" y="1481"/>
                  <a:pt x="3530" y="788"/>
                  <a:pt x="4538" y="788"/>
                </a:cubicBezTo>
                <a:close/>
                <a:moveTo>
                  <a:pt x="8255" y="5671"/>
                </a:moveTo>
                <a:lnTo>
                  <a:pt x="8255" y="6144"/>
                </a:lnTo>
                <a:cubicBezTo>
                  <a:pt x="8255" y="8066"/>
                  <a:pt x="6806" y="9641"/>
                  <a:pt x="4947" y="9830"/>
                </a:cubicBezTo>
                <a:lnTo>
                  <a:pt x="4947" y="9011"/>
                </a:lnTo>
                <a:cubicBezTo>
                  <a:pt x="6365" y="8822"/>
                  <a:pt x="7436" y="7593"/>
                  <a:pt x="7436" y="6144"/>
                </a:cubicBezTo>
                <a:lnTo>
                  <a:pt x="7436" y="5671"/>
                </a:lnTo>
                <a:cubicBezTo>
                  <a:pt x="7562" y="5703"/>
                  <a:pt x="7720" y="5735"/>
                  <a:pt x="7846" y="5735"/>
                </a:cubicBezTo>
                <a:cubicBezTo>
                  <a:pt x="7940" y="5735"/>
                  <a:pt x="8098" y="5703"/>
                  <a:pt x="8255" y="5671"/>
                </a:cubicBezTo>
                <a:close/>
                <a:moveTo>
                  <a:pt x="1639" y="5703"/>
                </a:moveTo>
                <a:lnTo>
                  <a:pt x="1639" y="6176"/>
                </a:lnTo>
                <a:cubicBezTo>
                  <a:pt x="1639" y="7625"/>
                  <a:pt x="2710" y="8853"/>
                  <a:pt x="4128" y="9043"/>
                </a:cubicBezTo>
                <a:lnTo>
                  <a:pt x="4128" y="9893"/>
                </a:lnTo>
                <a:cubicBezTo>
                  <a:pt x="2238" y="9641"/>
                  <a:pt x="820" y="8066"/>
                  <a:pt x="820" y="6176"/>
                </a:cubicBezTo>
                <a:lnTo>
                  <a:pt x="820" y="5703"/>
                </a:lnTo>
                <a:cubicBezTo>
                  <a:pt x="946" y="5735"/>
                  <a:pt x="1104" y="5798"/>
                  <a:pt x="1261" y="5798"/>
                </a:cubicBezTo>
                <a:cubicBezTo>
                  <a:pt x="1419" y="5798"/>
                  <a:pt x="1545" y="5735"/>
                  <a:pt x="1639" y="5703"/>
                </a:cubicBezTo>
                <a:close/>
                <a:moveTo>
                  <a:pt x="4569" y="12414"/>
                </a:moveTo>
                <a:cubicBezTo>
                  <a:pt x="5073" y="12414"/>
                  <a:pt x="5546" y="12760"/>
                  <a:pt x="5703" y="13233"/>
                </a:cubicBezTo>
                <a:lnTo>
                  <a:pt x="3372" y="13233"/>
                </a:lnTo>
                <a:cubicBezTo>
                  <a:pt x="3530" y="12760"/>
                  <a:pt x="4002" y="12414"/>
                  <a:pt x="4569" y="12414"/>
                </a:cubicBezTo>
                <a:close/>
                <a:moveTo>
                  <a:pt x="4569" y="1"/>
                </a:moveTo>
                <a:cubicBezTo>
                  <a:pt x="2962" y="1"/>
                  <a:pt x="1639" y="1292"/>
                  <a:pt x="1639" y="2868"/>
                </a:cubicBezTo>
                <a:lnTo>
                  <a:pt x="1639" y="3340"/>
                </a:lnTo>
                <a:cubicBezTo>
                  <a:pt x="1545" y="3309"/>
                  <a:pt x="1387" y="3277"/>
                  <a:pt x="1261" y="3277"/>
                </a:cubicBezTo>
                <a:cubicBezTo>
                  <a:pt x="600" y="3277"/>
                  <a:pt x="1" y="3813"/>
                  <a:pt x="1" y="4474"/>
                </a:cubicBezTo>
                <a:lnTo>
                  <a:pt x="1" y="6144"/>
                </a:lnTo>
                <a:cubicBezTo>
                  <a:pt x="1" y="8507"/>
                  <a:pt x="1797" y="10460"/>
                  <a:pt x="4128" y="10681"/>
                </a:cubicBezTo>
                <a:lnTo>
                  <a:pt x="4128" y="11626"/>
                </a:lnTo>
                <a:cubicBezTo>
                  <a:pt x="3183" y="11815"/>
                  <a:pt x="2490" y="12634"/>
                  <a:pt x="2490" y="13611"/>
                </a:cubicBezTo>
                <a:cubicBezTo>
                  <a:pt x="2490" y="13863"/>
                  <a:pt x="2679" y="14052"/>
                  <a:pt x="2868" y="14052"/>
                </a:cubicBezTo>
                <a:lnTo>
                  <a:pt x="6176" y="14052"/>
                </a:lnTo>
                <a:cubicBezTo>
                  <a:pt x="6428" y="14052"/>
                  <a:pt x="6617" y="13863"/>
                  <a:pt x="6617" y="13611"/>
                </a:cubicBezTo>
                <a:cubicBezTo>
                  <a:pt x="6617" y="12634"/>
                  <a:pt x="5892" y="11783"/>
                  <a:pt x="4947" y="11626"/>
                </a:cubicBezTo>
                <a:lnTo>
                  <a:pt x="4947" y="10681"/>
                </a:lnTo>
                <a:cubicBezTo>
                  <a:pt x="7247" y="10460"/>
                  <a:pt x="9106" y="8538"/>
                  <a:pt x="9106" y="6176"/>
                </a:cubicBezTo>
                <a:lnTo>
                  <a:pt x="9106" y="4537"/>
                </a:lnTo>
                <a:cubicBezTo>
                  <a:pt x="9106" y="3844"/>
                  <a:pt x="8539" y="3309"/>
                  <a:pt x="7846" y="3309"/>
                </a:cubicBezTo>
                <a:cubicBezTo>
                  <a:pt x="7688" y="3309"/>
                  <a:pt x="7562" y="3340"/>
                  <a:pt x="7436" y="3372"/>
                </a:cubicBezTo>
                <a:lnTo>
                  <a:pt x="7436" y="2868"/>
                </a:lnTo>
                <a:cubicBezTo>
                  <a:pt x="7436" y="1261"/>
                  <a:pt x="6144" y="1"/>
                  <a:pt x="45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93" name="Google Shape;16593;p85"/>
          <p:cNvGrpSpPr/>
          <p:nvPr/>
        </p:nvGrpSpPr>
        <p:grpSpPr>
          <a:xfrm>
            <a:off x="8889703" y="2043316"/>
            <a:ext cx="453379" cy="453893"/>
            <a:chOff x="-12199250" y="1662675"/>
            <a:chExt cx="352075" cy="352475"/>
          </a:xfrm>
        </p:grpSpPr>
        <p:sp>
          <p:nvSpPr>
            <p:cNvPr id="16594" name="Google Shape;16594;p85"/>
            <p:cNvSpPr/>
            <p:nvPr/>
          </p:nvSpPr>
          <p:spPr>
            <a:xfrm>
              <a:off x="-12004725" y="1710325"/>
              <a:ext cx="116600" cy="76425"/>
            </a:xfrm>
            <a:custGeom>
              <a:avLst/>
              <a:gdLst/>
              <a:ahLst/>
              <a:cxnLst/>
              <a:rect l="l" t="t" r="r" b="b"/>
              <a:pathLst>
                <a:path w="4664" h="3057" extrusionOk="0">
                  <a:moveTo>
                    <a:pt x="2395" y="788"/>
                  </a:moveTo>
                  <a:cubicBezTo>
                    <a:pt x="2679" y="788"/>
                    <a:pt x="2962" y="819"/>
                    <a:pt x="3246" y="914"/>
                  </a:cubicBezTo>
                  <a:cubicBezTo>
                    <a:pt x="3435" y="945"/>
                    <a:pt x="3624" y="1008"/>
                    <a:pt x="3813" y="1008"/>
                  </a:cubicBezTo>
                  <a:cubicBezTo>
                    <a:pt x="3781" y="1702"/>
                    <a:pt x="3246" y="2206"/>
                    <a:pt x="2616" y="2206"/>
                  </a:cubicBezTo>
                  <a:lnTo>
                    <a:pt x="1986" y="2206"/>
                  </a:lnTo>
                  <a:cubicBezTo>
                    <a:pt x="1608" y="2206"/>
                    <a:pt x="1261" y="2017"/>
                    <a:pt x="1104" y="1702"/>
                  </a:cubicBezTo>
                  <a:lnTo>
                    <a:pt x="946" y="1386"/>
                  </a:lnTo>
                  <a:lnTo>
                    <a:pt x="1041" y="1292"/>
                  </a:lnTo>
                  <a:cubicBezTo>
                    <a:pt x="1450" y="851"/>
                    <a:pt x="2017" y="788"/>
                    <a:pt x="2395" y="788"/>
                  </a:cubicBezTo>
                  <a:close/>
                  <a:moveTo>
                    <a:pt x="2458" y="0"/>
                  </a:moveTo>
                  <a:cubicBezTo>
                    <a:pt x="2017" y="0"/>
                    <a:pt x="1167" y="63"/>
                    <a:pt x="473" y="756"/>
                  </a:cubicBezTo>
                  <a:lnTo>
                    <a:pt x="158" y="1071"/>
                  </a:lnTo>
                  <a:cubicBezTo>
                    <a:pt x="64" y="1166"/>
                    <a:pt x="1" y="1386"/>
                    <a:pt x="95" y="1544"/>
                  </a:cubicBezTo>
                  <a:lnTo>
                    <a:pt x="379" y="2080"/>
                  </a:lnTo>
                  <a:cubicBezTo>
                    <a:pt x="631" y="2678"/>
                    <a:pt x="1261" y="3056"/>
                    <a:pt x="1954" y="3056"/>
                  </a:cubicBezTo>
                  <a:lnTo>
                    <a:pt x="2553" y="3056"/>
                  </a:lnTo>
                  <a:cubicBezTo>
                    <a:pt x="3718" y="3056"/>
                    <a:pt x="4664" y="2111"/>
                    <a:pt x="4664" y="977"/>
                  </a:cubicBezTo>
                  <a:lnTo>
                    <a:pt x="4664" y="662"/>
                  </a:lnTo>
                  <a:cubicBezTo>
                    <a:pt x="4664" y="441"/>
                    <a:pt x="4506" y="284"/>
                    <a:pt x="4254" y="284"/>
                  </a:cubicBezTo>
                  <a:cubicBezTo>
                    <a:pt x="3971" y="284"/>
                    <a:pt x="3718" y="221"/>
                    <a:pt x="3466" y="158"/>
                  </a:cubicBezTo>
                  <a:cubicBezTo>
                    <a:pt x="3120" y="32"/>
                    <a:pt x="2773"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5" name="Google Shape;16595;p85"/>
            <p:cNvSpPr/>
            <p:nvPr/>
          </p:nvSpPr>
          <p:spPr>
            <a:xfrm>
              <a:off x="-12158300" y="1709525"/>
              <a:ext cx="116600" cy="77225"/>
            </a:xfrm>
            <a:custGeom>
              <a:avLst/>
              <a:gdLst/>
              <a:ahLst/>
              <a:cxnLst/>
              <a:rect l="l" t="t" r="r" b="b"/>
              <a:pathLst>
                <a:path w="4664" h="3089" extrusionOk="0">
                  <a:moveTo>
                    <a:pt x="2237" y="820"/>
                  </a:moveTo>
                  <a:cubicBezTo>
                    <a:pt x="2647" y="820"/>
                    <a:pt x="3182" y="883"/>
                    <a:pt x="3592" y="1324"/>
                  </a:cubicBezTo>
                  <a:lnTo>
                    <a:pt x="3718" y="1450"/>
                  </a:lnTo>
                  <a:lnTo>
                    <a:pt x="3560" y="1765"/>
                  </a:lnTo>
                  <a:cubicBezTo>
                    <a:pt x="3403" y="2080"/>
                    <a:pt x="3088" y="2269"/>
                    <a:pt x="2710" y="2269"/>
                  </a:cubicBezTo>
                  <a:lnTo>
                    <a:pt x="2048" y="2269"/>
                  </a:lnTo>
                  <a:cubicBezTo>
                    <a:pt x="1387" y="2269"/>
                    <a:pt x="820" y="1765"/>
                    <a:pt x="820" y="1072"/>
                  </a:cubicBezTo>
                  <a:cubicBezTo>
                    <a:pt x="1040" y="1040"/>
                    <a:pt x="1229" y="977"/>
                    <a:pt x="1418" y="946"/>
                  </a:cubicBezTo>
                  <a:cubicBezTo>
                    <a:pt x="1702" y="851"/>
                    <a:pt x="1985" y="820"/>
                    <a:pt x="2237" y="820"/>
                  </a:cubicBezTo>
                  <a:close/>
                  <a:moveTo>
                    <a:pt x="2237" y="1"/>
                  </a:moveTo>
                  <a:cubicBezTo>
                    <a:pt x="1891" y="1"/>
                    <a:pt x="1513" y="32"/>
                    <a:pt x="1198" y="158"/>
                  </a:cubicBezTo>
                  <a:cubicBezTo>
                    <a:pt x="914" y="221"/>
                    <a:pt x="662" y="253"/>
                    <a:pt x="410" y="253"/>
                  </a:cubicBezTo>
                  <a:cubicBezTo>
                    <a:pt x="158" y="253"/>
                    <a:pt x="0" y="473"/>
                    <a:pt x="0" y="662"/>
                  </a:cubicBezTo>
                  <a:lnTo>
                    <a:pt x="0" y="1009"/>
                  </a:lnTo>
                  <a:cubicBezTo>
                    <a:pt x="0" y="2143"/>
                    <a:pt x="914" y="3088"/>
                    <a:pt x="2048" y="3088"/>
                  </a:cubicBezTo>
                  <a:lnTo>
                    <a:pt x="2710" y="3088"/>
                  </a:lnTo>
                  <a:cubicBezTo>
                    <a:pt x="3403" y="3088"/>
                    <a:pt x="3970" y="2742"/>
                    <a:pt x="4285" y="2112"/>
                  </a:cubicBezTo>
                  <a:lnTo>
                    <a:pt x="4569" y="1513"/>
                  </a:lnTo>
                  <a:cubicBezTo>
                    <a:pt x="4663" y="1355"/>
                    <a:pt x="4600" y="1166"/>
                    <a:pt x="4506" y="1040"/>
                  </a:cubicBezTo>
                  <a:lnTo>
                    <a:pt x="4191" y="725"/>
                  </a:lnTo>
                  <a:cubicBezTo>
                    <a:pt x="3560" y="95"/>
                    <a:pt x="2804" y="1"/>
                    <a:pt x="22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6" name="Google Shape;16596;p85"/>
            <p:cNvSpPr/>
            <p:nvPr/>
          </p:nvSpPr>
          <p:spPr>
            <a:xfrm>
              <a:off x="-12199250" y="1662675"/>
              <a:ext cx="352075" cy="352475"/>
            </a:xfrm>
            <a:custGeom>
              <a:avLst/>
              <a:gdLst/>
              <a:ahLst/>
              <a:cxnLst/>
              <a:rect l="l" t="t" r="r" b="b"/>
              <a:pathLst>
                <a:path w="14083" h="14099" extrusionOk="0">
                  <a:moveTo>
                    <a:pt x="3916" y="1048"/>
                  </a:moveTo>
                  <a:cubicBezTo>
                    <a:pt x="4902" y="1048"/>
                    <a:pt x="5796" y="1401"/>
                    <a:pt x="6459" y="2064"/>
                  </a:cubicBezTo>
                  <a:lnTo>
                    <a:pt x="6774" y="2379"/>
                  </a:lnTo>
                  <a:cubicBezTo>
                    <a:pt x="6837" y="2442"/>
                    <a:pt x="6963" y="2505"/>
                    <a:pt x="7026" y="2505"/>
                  </a:cubicBezTo>
                  <a:cubicBezTo>
                    <a:pt x="7152" y="2505"/>
                    <a:pt x="7246" y="2442"/>
                    <a:pt x="7309" y="2379"/>
                  </a:cubicBezTo>
                  <a:lnTo>
                    <a:pt x="7624" y="2064"/>
                  </a:lnTo>
                  <a:cubicBezTo>
                    <a:pt x="8288" y="1400"/>
                    <a:pt x="9186" y="1062"/>
                    <a:pt x="10163" y="1062"/>
                  </a:cubicBezTo>
                  <a:cubicBezTo>
                    <a:pt x="10577" y="1062"/>
                    <a:pt x="11005" y="1123"/>
                    <a:pt x="11436" y="1245"/>
                  </a:cubicBezTo>
                  <a:cubicBezTo>
                    <a:pt x="11656" y="1302"/>
                    <a:pt x="11880" y="1331"/>
                    <a:pt x="12105" y="1331"/>
                  </a:cubicBezTo>
                  <a:cubicBezTo>
                    <a:pt x="12493" y="1331"/>
                    <a:pt x="12885" y="1247"/>
                    <a:pt x="13264" y="1087"/>
                  </a:cubicBezTo>
                  <a:lnTo>
                    <a:pt x="13264" y="2883"/>
                  </a:lnTo>
                  <a:cubicBezTo>
                    <a:pt x="13264" y="4490"/>
                    <a:pt x="11972" y="5750"/>
                    <a:pt x="10397" y="5750"/>
                  </a:cubicBezTo>
                  <a:lnTo>
                    <a:pt x="9767" y="5750"/>
                  </a:lnTo>
                  <a:cubicBezTo>
                    <a:pt x="8759" y="5750"/>
                    <a:pt x="7876" y="5214"/>
                    <a:pt x="7435" y="4332"/>
                  </a:cubicBezTo>
                  <a:cubicBezTo>
                    <a:pt x="7341" y="4175"/>
                    <a:pt x="7246" y="4112"/>
                    <a:pt x="7089" y="4112"/>
                  </a:cubicBezTo>
                  <a:cubicBezTo>
                    <a:pt x="6931" y="4112"/>
                    <a:pt x="6774" y="4175"/>
                    <a:pt x="6711" y="4332"/>
                  </a:cubicBezTo>
                  <a:cubicBezTo>
                    <a:pt x="6301" y="5214"/>
                    <a:pt x="5388" y="5750"/>
                    <a:pt x="4411" y="5750"/>
                  </a:cubicBezTo>
                  <a:lnTo>
                    <a:pt x="3718" y="5750"/>
                  </a:lnTo>
                  <a:cubicBezTo>
                    <a:pt x="2111" y="5750"/>
                    <a:pt x="851" y="4458"/>
                    <a:pt x="851" y="2883"/>
                  </a:cubicBezTo>
                  <a:lnTo>
                    <a:pt x="851" y="1102"/>
                  </a:lnTo>
                  <a:lnTo>
                    <a:pt x="851" y="1102"/>
                  </a:lnTo>
                  <a:cubicBezTo>
                    <a:pt x="1182" y="1252"/>
                    <a:pt x="1548" y="1331"/>
                    <a:pt x="1926" y="1331"/>
                  </a:cubicBezTo>
                  <a:cubicBezTo>
                    <a:pt x="2153" y="1331"/>
                    <a:pt x="2384" y="1302"/>
                    <a:pt x="2615" y="1245"/>
                  </a:cubicBezTo>
                  <a:cubicBezTo>
                    <a:pt x="3058" y="1113"/>
                    <a:pt x="3495" y="1048"/>
                    <a:pt x="3916" y="1048"/>
                  </a:cubicBezTo>
                  <a:close/>
                  <a:moveTo>
                    <a:pt x="819" y="5214"/>
                  </a:moveTo>
                  <a:cubicBezTo>
                    <a:pt x="1071" y="5529"/>
                    <a:pt x="1323" y="5750"/>
                    <a:pt x="1638" y="6002"/>
                  </a:cubicBezTo>
                  <a:lnTo>
                    <a:pt x="1638" y="6065"/>
                  </a:lnTo>
                  <a:lnTo>
                    <a:pt x="1638" y="10791"/>
                  </a:lnTo>
                  <a:lnTo>
                    <a:pt x="819" y="10791"/>
                  </a:lnTo>
                  <a:lnTo>
                    <a:pt x="819" y="5214"/>
                  </a:lnTo>
                  <a:close/>
                  <a:moveTo>
                    <a:pt x="1607" y="11641"/>
                  </a:moveTo>
                  <a:lnTo>
                    <a:pt x="1607" y="12838"/>
                  </a:lnTo>
                  <a:cubicBezTo>
                    <a:pt x="1638" y="13090"/>
                    <a:pt x="1449" y="13279"/>
                    <a:pt x="1197" y="13279"/>
                  </a:cubicBezTo>
                  <a:cubicBezTo>
                    <a:pt x="977" y="13279"/>
                    <a:pt x="788" y="13090"/>
                    <a:pt x="788" y="12838"/>
                  </a:cubicBezTo>
                  <a:lnTo>
                    <a:pt x="788" y="11641"/>
                  </a:lnTo>
                  <a:close/>
                  <a:moveTo>
                    <a:pt x="13689" y="0"/>
                  </a:moveTo>
                  <a:cubicBezTo>
                    <a:pt x="13618" y="0"/>
                    <a:pt x="13547" y="16"/>
                    <a:pt x="13484" y="47"/>
                  </a:cubicBezTo>
                  <a:lnTo>
                    <a:pt x="12949" y="331"/>
                  </a:lnTo>
                  <a:cubicBezTo>
                    <a:pt x="12686" y="452"/>
                    <a:pt x="12424" y="509"/>
                    <a:pt x="12153" y="509"/>
                  </a:cubicBezTo>
                  <a:cubicBezTo>
                    <a:pt x="12001" y="509"/>
                    <a:pt x="11847" y="491"/>
                    <a:pt x="11689" y="457"/>
                  </a:cubicBezTo>
                  <a:cubicBezTo>
                    <a:pt x="11200" y="307"/>
                    <a:pt x="10699" y="235"/>
                    <a:pt x="10208" y="235"/>
                  </a:cubicBezTo>
                  <a:cubicBezTo>
                    <a:pt x="9876" y="235"/>
                    <a:pt x="9549" y="268"/>
                    <a:pt x="9231" y="331"/>
                  </a:cubicBezTo>
                  <a:cubicBezTo>
                    <a:pt x="8412" y="489"/>
                    <a:pt x="7656" y="867"/>
                    <a:pt x="7026" y="1497"/>
                  </a:cubicBezTo>
                  <a:cubicBezTo>
                    <a:pt x="6396" y="867"/>
                    <a:pt x="5671" y="489"/>
                    <a:pt x="4820" y="331"/>
                  </a:cubicBezTo>
                  <a:cubicBezTo>
                    <a:pt x="4503" y="268"/>
                    <a:pt x="4180" y="235"/>
                    <a:pt x="3855" y="235"/>
                  </a:cubicBezTo>
                  <a:cubicBezTo>
                    <a:pt x="3372" y="235"/>
                    <a:pt x="2883" y="307"/>
                    <a:pt x="2395" y="457"/>
                  </a:cubicBezTo>
                  <a:cubicBezTo>
                    <a:pt x="2236" y="491"/>
                    <a:pt x="2078" y="509"/>
                    <a:pt x="1923" y="509"/>
                  </a:cubicBezTo>
                  <a:cubicBezTo>
                    <a:pt x="1645" y="509"/>
                    <a:pt x="1377" y="452"/>
                    <a:pt x="1134" y="331"/>
                  </a:cubicBezTo>
                  <a:lnTo>
                    <a:pt x="567" y="47"/>
                  </a:lnTo>
                  <a:cubicBezTo>
                    <a:pt x="527" y="21"/>
                    <a:pt x="476" y="11"/>
                    <a:pt x="421" y="11"/>
                  </a:cubicBezTo>
                  <a:cubicBezTo>
                    <a:pt x="345" y="11"/>
                    <a:pt x="262" y="29"/>
                    <a:pt x="189" y="47"/>
                  </a:cubicBezTo>
                  <a:cubicBezTo>
                    <a:pt x="63" y="142"/>
                    <a:pt x="0" y="237"/>
                    <a:pt x="0" y="394"/>
                  </a:cubicBezTo>
                  <a:lnTo>
                    <a:pt x="0" y="12838"/>
                  </a:lnTo>
                  <a:cubicBezTo>
                    <a:pt x="0" y="13563"/>
                    <a:pt x="536" y="14099"/>
                    <a:pt x="1197" y="14099"/>
                  </a:cubicBezTo>
                  <a:cubicBezTo>
                    <a:pt x="1890" y="14099"/>
                    <a:pt x="2458" y="13563"/>
                    <a:pt x="2458" y="12838"/>
                  </a:cubicBezTo>
                  <a:lnTo>
                    <a:pt x="2458" y="6380"/>
                  </a:lnTo>
                  <a:cubicBezTo>
                    <a:pt x="2867" y="6506"/>
                    <a:pt x="3245" y="6600"/>
                    <a:pt x="3686" y="6600"/>
                  </a:cubicBezTo>
                  <a:lnTo>
                    <a:pt x="4348" y="6600"/>
                  </a:lnTo>
                  <a:cubicBezTo>
                    <a:pt x="4978" y="6600"/>
                    <a:pt x="5608" y="6443"/>
                    <a:pt x="6144" y="6065"/>
                  </a:cubicBezTo>
                  <a:cubicBezTo>
                    <a:pt x="6490" y="5876"/>
                    <a:pt x="6774" y="5592"/>
                    <a:pt x="7026" y="5277"/>
                  </a:cubicBezTo>
                  <a:cubicBezTo>
                    <a:pt x="7656" y="6065"/>
                    <a:pt x="8696" y="6600"/>
                    <a:pt x="9767" y="6600"/>
                  </a:cubicBezTo>
                  <a:lnTo>
                    <a:pt x="10397" y="6600"/>
                  </a:lnTo>
                  <a:cubicBezTo>
                    <a:pt x="12445" y="6600"/>
                    <a:pt x="14083" y="4931"/>
                    <a:pt x="14083" y="2883"/>
                  </a:cubicBezTo>
                  <a:lnTo>
                    <a:pt x="14083" y="394"/>
                  </a:lnTo>
                  <a:cubicBezTo>
                    <a:pt x="14083" y="237"/>
                    <a:pt x="14020" y="142"/>
                    <a:pt x="13894" y="47"/>
                  </a:cubicBezTo>
                  <a:cubicBezTo>
                    <a:pt x="13831" y="16"/>
                    <a:pt x="13760" y="0"/>
                    <a:pt x="136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97" name="Google Shape;16597;p85"/>
          <p:cNvGrpSpPr/>
          <p:nvPr/>
        </p:nvGrpSpPr>
        <p:grpSpPr>
          <a:xfrm>
            <a:off x="8888174" y="2585806"/>
            <a:ext cx="456437" cy="456437"/>
            <a:chOff x="-12199250" y="2096250"/>
            <a:chExt cx="354450" cy="354450"/>
          </a:xfrm>
        </p:grpSpPr>
        <p:sp>
          <p:nvSpPr>
            <p:cNvPr id="16598" name="Google Shape;16598;p85"/>
            <p:cNvSpPr/>
            <p:nvPr/>
          </p:nvSpPr>
          <p:spPr>
            <a:xfrm>
              <a:off x="-12199250" y="2096250"/>
              <a:ext cx="354450" cy="354450"/>
            </a:xfrm>
            <a:custGeom>
              <a:avLst/>
              <a:gdLst/>
              <a:ahLst/>
              <a:cxnLst/>
              <a:rect l="l" t="t" r="r" b="b"/>
              <a:pathLst>
                <a:path w="14178" h="14178" extrusionOk="0">
                  <a:moveTo>
                    <a:pt x="8507" y="851"/>
                  </a:moveTo>
                  <a:lnTo>
                    <a:pt x="9609" y="2553"/>
                  </a:lnTo>
                  <a:lnTo>
                    <a:pt x="4505" y="2553"/>
                  </a:lnTo>
                  <a:lnTo>
                    <a:pt x="5608" y="851"/>
                  </a:lnTo>
                  <a:close/>
                  <a:moveTo>
                    <a:pt x="4442" y="3340"/>
                  </a:moveTo>
                  <a:cubicBezTo>
                    <a:pt x="4001" y="3655"/>
                    <a:pt x="3655" y="4002"/>
                    <a:pt x="3340" y="4443"/>
                  </a:cubicBezTo>
                  <a:lnTo>
                    <a:pt x="3340" y="3718"/>
                  </a:lnTo>
                  <a:cubicBezTo>
                    <a:pt x="3308" y="3529"/>
                    <a:pt x="3497" y="3340"/>
                    <a:pt x="3718" y="3340"/>
                  </a:cubicBezTo>
                  <a:close/>
                  <a:moveTo>
                    <a:pt x="10334" y="3340"/>
                  </a:moveTo>
                  <a:cubicBezTo>
                    <a:pt x="10586" y="3340"/>
                    <a:pt x="10775" y="3529"/>
                    <a:pt x="10775" y="3781"/>
                  </a:cubicBezTo>
                  <a:lnTo>
                    <a:pt x="10775" y="4443"/>
                  </a:lnTo>
                  <a:lnTo>
                    <a:pt x="10743" y="4443"/>
                  </a:lnTo>
                  <a:cubicBezTo>
                    <a:pt x="10428" y="4002"/>
                    <a:pt x="10082" y="3655"/>
                    <a:pt x="9641" y="3340"/>
                  </a:cubicBezTo>
                  <a:close/>
                  <a:moveTo>
                    <a:pt x="2521" y="4506"/>
                  </a:moveTo>
                  <a:lnTo>
                    <a:pt x="2521" y="9610"/>
                  </a:lnTo>
                  <a:lnTo>
                    <a:pt x="819" y="8507"/>
                  </a:lnTo>
                  <a:lnTo>
                    <a:pt x="819" y="5640"/>
                  </a:lnTo>
                  <a:lnTo>
                    <a:pt x="2521" y="4506"/>
                  </a:lnTo>
                  <a:close/>
                  <a:moveTo>
                    <a:pt x="11562" y="4537"/>
                  </a:moveTo>
                  <a:lnTo>
                    <a:pt x="13264" y="5640"/>
                  </a:lnTo>
                  <a:lnTo>
                    <a:pt x="13264" y="8507"/>
                  </a:lnTo>
                  <a:lnTo>
                    <a:pt x="11562" y="9610"/>
                  </a:lnTo>
                  <a:lnTo>
                    <a:pt x="11562" y="4537"/>
                  </a:lnTo>
                  <a:close/>
                  <a:moveTo>
                    <a:pt x="3308" y="9673"/>
                  </a:moveTo>
                  <a:cubicBezTo>
                    <a:pt x="3623" y="10114"/>
                    <a:pt x="3970" y="10460"/>
                    <a:pt x="4411" y="10775"/>
                  </a:cubicBezTo>
                  <a:lnTo>
                    <a:pt x="3686" y="10775"/>
                  </a:lnTo>
                  <a:cubicBezTo>
                    <a:pt x="3466" y="10775"/>
                    <a:pt x="3245" y="10586"/>
                    <a:pt x="3245" y="10366"/>
                  </a:cubicBezTo>
                  <a:lnTo>
                    <a:pt x="3245" y="9673"/>
                  </a:lnTo>
                  <a:close/>
                  <a:moveTo>
                    <a:pt x="7026" y="3340"/>
                  </a:moveTo>
                  <a:cubicBezTo>
                    <a:pt x="9074" y="3340"/>
                    <a:pt x="10743" y="4978"/>
                    <a:pt x="10743" y="7089"/>
                  </a:cubicBezTo>
                  <a:cubicBezTo>
                    <a:pt x="10743" y="9137"/>
                    <a:pt x="9074" y="10775"/>
                    <a:pt x="7026" y="10775"/>
                  </a:cubicBezTo>
                  <a:cubicBezTo>
                    <a:pt x="5009" y="10775"/>
                    <a:pt x="3308" y="9137"/>
                    <a:pt x="3308" y="7089"/>
                  </a:cubicBezTo>
                  <a:cubicBezTo>
                    <a:pt x="3308" y="5041"/>
                    <a:pt x="4946" y="3340"/>
                    <a:pt x="7026" y="3340"/>
                  </a:cubicBezTo>
                  <a:close/>
                  <a:moveTo>
                    <a:pt x="10743" y="9673"/>
                  </a:moveTo>
                  <a:lnTo>
                    <a:pt x="10743" y="10397"/>
                  </a:lnTo>
                  <a:cubicBezTo>
                    <a:pt x="10743" y="10618"/>
                    <a:pt x="10586" y="10775"/>
                    <a:pt x="10334" y="10775"/>
                  </a:cubicBezTo>
                  <a:lnTo>
                    <a:pt x="9641" y="10775"/>
                  </a:lnTo>
                  <a:cubicBezTo>
                    <a:pt x="10082" y="10460"/>
                    <a:pt x="10428" y="10114"/>
                    <a:pt x="10743" y="9673"/>
                  </a:cubicBezTo>
                  <a:close/>
                  <a:moveTo>
                    <a:pt x="9578" y="11594"/>
                  </a:moveTo>
                  <a:lnTo>
                    <a:pt x="8443" y="13296"/>
                  </a:lnTo>
                  <a:lnTo>
                    <a:pt x="5577" y="13296"/>
                  </a:lnTo>
                  <a:lnTo>
                    <a:pt x="4474" y="11594"/>
                  </a:lnTo>
                  <a:close/>
                  <a:moveTo>
                    <a:pt x="5419" y="1"/>
                  </a:moveTo>
                  <a:cubicBezTo>
                    <a:pt x="5261" y="1"/>
                    <a:pt x="5167" y="64"/>
                    <a:pt x="5072" y="190"/>
                  </a:cubicBezTo>
                  <a:lnTo>
                    <a:pt x="3529" y="2553"/>
                  </a:lnTo>
                  <a:cubicBezTo>
                    <a:pt x="3025" y="2616"/>
                    <a:pt x="2678" y="3025"/>
                    <a:pt x="2552" y="3529"/>
                  </a:cubicBezTo>
                  <a:lnTo>
                    <a:pt x="189" y="5073"/>
                  </a:lnTo>
                  <a:cubicBezTo>
                    <a:pt x="63" y="5136"/>
                    <a:pt x="0" y="5262"/>
                    <a:pt x="0" y="5419"/>
                  </a:cubicBezTo>
                  <a:lnTo>
                    <a:pt x="0" y="8727"/>
                  </a:lnTo>
                  <a:cubicBezTo>
                    <a:pt x="0" y="8853"/>
                    <a:pt x="63" y="9011"/>
                    <a:pt x="189" y="9105"/>
                  </a:cubicBezTo>
                  <a:lnTo>
                    <a:pt x="2552" y="10618"/>
                  </a:lnTo>
                  <a:cubicBezTo>
                    <a:pt x="2647" y="11153"/>
                    <a:pt x="3025" y="11500"/>
                    <a:pt x="3529" y="11626"/>
                  </a:cubicBezTo>
                  <a:lnTo>
                    <a:pt x="5072" y="13989"/>
                  </a:lnTo>
                  <a:cubicBezTo>
                    <a:pt x="5167" y="14083"/>
                    <a:pt x="5261" y="14178"/>
                    <a:pt x="5419" y="14178"/>
                  </a:cubicBezTo>
                  <a:lnTo>
                    <a:pt x="8727" y="14178"/>
                  </a:lnTo>
                  <a:cubicBezTo>
                    <a:pt x="8885" y="14178"/>
                    <a:pt x="9011" y="14083"/>
                    <a:pt x="9105" y="13989"/>
                  </a:cubicBezTo>
                  <a:lnTo>
                    <a:pt x="10617" y="11626"/>
                  </a:lnTo>
                  <a:cubicBezTo>
                    <a:pt x="11153" y="11531"/>
                    <a:pt x="11499" y="11153"/>
                    <a:pt x="11626" y="10618"/>
                  </a:cubicBezTo>
                  <a:lnTo>
                    <a:pt x="13988" y="9105"/>
                  </a:lnTo>
                  <a:cubicBezTo>
                    <a:pt x="14083" y="9011"/>
                    <a:pt x="14177" y="8885"/>
                    <a:pt x="14177" y="8727"/>
                  </a:cubicBezTo>
                  <a:lnTo>
                    <a:pt x="14177" y="5419"/>
                  </a:lnTo>
                  <a:cubicBezTo>
                    <a:pt x="14177" y="5262"/>
                    <a:pt x="14083" y="5167"/>
                    <a:pt x="13988" y="5073"/>
                  </a:cubicBezTo>
                  <a:lnTo>
                    <a:pt x="11626" y="3529"/>
                  </a:lnTo>
                  <a:cubicBezTo>
                    <a:pt x="11531" y="3025"/>
                    <a:pt x="11153" y="2679"/>
                    <a:pt x="10617" y="2553"/>
                  </a:cubicBezTo>
                  <a:lnTo>
                    <a:pt x="9105" y="190"/>
                  </a:lnTo>
                  <a:cubicBezTo>
                    <a:pt x="9011" y="64"/>
                    <a:pt x="8885" y="1"/>
                    <a:pt x="87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9" name="Google Shape;16599;p85"/>
            <p:cNvSpPr/>
            <p:nvPr/>
          </p:nvSpPr>
          <p:spPr>
            <a:xfrm>
              <a:off x="-12096075" y="2200225"/>
              <a:ext cx="144950" cy="144950"/>
            </a:xfrm>
            <a:custGeom>
              <a:avLst/>
              <a:gdLst/>
              <a:ahLst/>
              <a:cxnLst/>
              <a:rect l="l" t="t" r="r" b="b"/>
              <a:pathLst>
                <a:path w="5798" h="5798" extrusionOk="0">
                  <a:moveTo>
                    <a:pt x="2899" y="851"/>
                  </a:moveTo>
                  <a:cubicBezTo>
                    <a:pt x="4064" y="851"/>
                    <a:pt x="5010" y="1796"/>
                    <a:pt x="5010" y="2930"/>
                  </a:cubicBezTo>
                  <a:cubicBezTo>
                    <a:pt x="5010" y="4064"/>
                    <a:pt x="4064" y="5010"/>
                    <a:pt x="2899" y="5010"/>
                  </a:cubicBezTo>
                  <a:cubicBezTo>
                    <a:pt x="1765" y="5010"/>
                    <a:pt x="819" y="4064"/>
                    <a:pt x="819" y="2930"/>
                  </a:cubicBezTo>
                  <a:cubicBezTo>
                    <a:pt x="819" y="1796"/>
                    <a:pt x="1765" y="851"/>
                    <a:pt x="2899" y="851"/>
                  </a:cubicBezTo>
                  <a:close/>
                  <a:moveTo>
                    <a:pt x="2899" y="0"/>
                  </a:moveTo>
                  <a:cubicBezTo>
                    <a:pt x="1292" y="0"/>
                    <a:pt x="0" y="1323"/>
                    <a:pt x="0" y="2930"/>
                  </a:cubicBezTo>
                  <a:cubicBezTo>
                    <a:pt x="0" y="4505"/>
                    <a:pt x="1292" y="5797"/>
                    <a:pt x="2899" y="5797"/>
                  </a:cubicBezTo>
                  <a:cubicBezTo>
                    <a:pt x="4537" y="5797"/>
                    <a:pt x="5797" y="4505"/>
                    <a:pt x="5797" y="2930"/>
                  </a:cubicBezTo>
                  <a:cubicBezTo>
                    <a:pt x="5797" y="1323"/>
                    <a:pt x="4474"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00" name="Google Shape;16600;p85"/>
          <p:cNvGrpSpPr/>
          <p:nvPr/>
        </p:nvGrpSpPr>
        <p:grpSpPr>
          <a:xfrm>
            <a:off x="8889703" y="3131078"/>
            <a:ext cx="453379" cy="455439"/>
            <a:chOff x="-12199250" y="2530225"/>
            <a:chExt cx="352075" cy="353675"/>
          </a:xfrm>
        </p:grpSpPr>
        <p:sp>
          <p:nvSpPr>
            <p:cNvPr id="16601" name="Google Shape;16601;p85"/>
            <p:cNvSpPr/>
            <p:nvPr/>
          </p:nvSpPr>
          <p:spPr>
            <a:xfrm>
              <a:off x="-12055900" y="2530225"/>
              <a:ext cx="63025" cy="62250"/>
            </a:xfrm>
            <a:custGeom>
              <a:avLst/>
              <a:gdLst/>
              <a:ahLst/>
              <a:cxnLst/>
              <a:rect l="l" t="t" r="r" b="b"/>
              <a:pathLst>
                <a:path w="2521" h="2490" extrusionOk="0">
                  <a:moveTo>
                    <a:pt x="1292" y="883"/>
                  </a:moveTo>
                  <a:cubicBezTo>
                    <a:pt x="1512" y="883"/>
                    <a:pt x="1733" y="1072"/>
                    <a:pt x="1733" y="1292"/>
                  </a:cubicBezTo>
                  <a:cubicBezTo>
                    <a:pt x="1701" y="1513"/>
                    <a:pt x="1544" y="1702"/>
                    <a:pt x="1292" y="1702"/>
                  </a:cubicBezTo>
                  <a:cubicBezTo>
                    <a:pt x="1071" y="1702"/>
                    <a:pt x="914" y="1513"/>
                    <a:pt x="914" y="1292"/>
                  </a:cubicBezTo>
                  <a:cubicBezTo>
                    <a:pt x="914" y="1072"/>
                    <a:pt x="1103" y="883"/>
                    <a:pt x="1292" y="883"/>
                  </a:cubicBezTo>
                  <a:close/>
                  <a:moveTo>
                    <a:pt x="1260" y="1"/>
                  </a:moveTo>
                  <a:cubicBezTo>
                    <a:pt x="567" y="1"/>
                    <a:pt x="0" y="568"/>
                    <a:pt x="0" y="1261"/>
                  </a:cubicBezTo>
                  <a:cubicBezTo>
                    <a:pt x="0" y="1923"/>
                    <a:pt x="567" y="2490"/>
                    <a:pt x="1260" y="2490"/>
                  </a:cubicBezTo>
                  <a:cubicBezTo>
                    <a:pt x="1985" y="2490"/>
                    <a:pt x="2520" y="1923"/>
                    <a:pt x="2520" y="1261"/>
                  </a:cubicBezTo>
                  <a:cubicBezTo>
                    <a:pt x="2520" y="599"/>
                    <a:pt x="1985" y="1"/>
                    <a:pt x="12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2" name="Google Shape;16602;p85"/>
            <p:cNvSpPr/>
            <p:nvPr/>
          </p:nvSpPr>
          <p:spPr>
            <a:xfrm>
              <a:off x="-12116550" y="2592450"/>
              <a:ext cx="185900" cy="291450"/>
            </a:xfrm>
            <a:custGeom>
              <a:avLst/>
              <a:gdLst/>
              <a:ahLst/>
              <a:cxnLst/>
              <a:rect l="l" t="t" r="r" b="b"/>
              <a:pathLst>
                <a:path w="7436" h="11658" extrusionOk="0">
                  <a:moveTo>
                    <a:pt x="5135" y="851"/>
                  </a:moveTo>
                  <a:cubicBezTo>
                    <a:pt x="5388" y="1324"/>
                    <a:pt x="5419" y="1891"/>
                    <a:pt x="5230" y="2395"/>
                  </a:cubicBezTo>
                  <a:lnTo>
                    <a:pt x="3938" y="1765"/>
                  </a:lnTo>
                  <a:cubicBezTo>
                    <a:pt x="3875" y="1749"/>
                    <a:pt x="3812" y="1741"/>
                    <a:pt x="3749" y="1741"/>
                  </a:cubicBezTo>
                  <a:cubicBezTo>
                    <a:pt x="3686" y="1741"/>
                    <a:pt x="3623" y="1749"/>
                    <a:pt x="3560" y="1765"/>
                  </a:cubicBezTo>
                  <a:lnTo>
                    <a:pt x="2269" y="2395"/>
                  </a:lnTo>
                  <a:cubicBezTo>
                    <a:pt x="2048" y="1891"/>
                    <a:pt x="2080" y="1324"/>
                    <a:pt x="2300" y="851"/>
                  </a:cubicBezTo>
                  <a:close/>
                  <a:moveTo>
                    <a:pt x="4159" y="2742"/>
                  </a:moveTo>
                  <a:lnTo>
                    <a:pt x="4946" y="3151"/>
                  </a:lnTo>
                  <a:lnTo>
                    <a:pt x="4253" y="7530"/>
                  </a:lnTo>
                  <a:lnTo>
                    <a:pt x="3308" y="7530"/>
                  </a:lnTo>
                  <a:lnTo>
                    <a:pt x="2552" y="3151"/>
                  </a:lnTo>
                  <a:lnTo>
                    <a:pt x="3340" y="2742"/>
                  </a:lnTo>
                  <a:lnTo>
                    <a:pt x="3340" y="4569"/>
                  </a:lnTo>
                  <a:cubicBezTo>
                    <a:pt x="3340" y="4789"/>
                    <a:pt x="3529" y="5010"/>
                    <a:pt x="3718" y="5010"/>
                  </a:cubicBezTo>
                  <a:cubicBezTo>
                    <a:pt x="3970" y="5010"/>
                    <a:pt x="4159" y="4789"/>
                    <a:pt x="4159" y="4569"/>
                  </a:cubicBezTo>
                  <a:lnTo>
                    <a:pt x="4159" y="2742"/>
                  </a:lnTo>
                  <a:close/>
                  <a:moveTo>
                    <a:pt x="5388" y="8318"/>
                  </a:moveTo>
                  <a:cubicBezTo>
                    <a:pt x="5608" y="8318"/>
                    <a:pt x="5766" y="8507"/>
                    <a:pt x="5766" y="8727"/>
                  </a:cubicBezTo>
                  <a:lnTo>
                    <a:pt x="5766" y="9169"/>
                  </a:lnTo>
                  <a:lnTo>
                    <a:pt x="1638" y="9169"/>
                  </a:lnTo>
                  <a:lnTo>
                    <a:pt x="1638" y="8727"/>
                  </a:lnTo>
                  <a:cubicBezTo>
                    <a:pt x="1638" y="8507"/>
                    <a:pt x="1827" y="8318"/>
                    <a:pt x="2080" y="8318"/>
                  </a:cubicBezTo>
                  <a:close/>
                  <a:moveTo>
                    <a:pt x="6207" y="9956"/>
                  </a:moveTo>
                  <a:cubicBezTo>
                    <a:pt x="6459" y="9956"/>
                    <a:pt x="6616" y="10145"/>
                    <a:pt x="6616" y="10397"/>
                  </a:cubicBezTo>
                  <a:lnTo>
                    <a:pt x="6616" y="10838"/>
                  </a:lnTo>
                  <a:lnTo>
                    <a:pt x="819" y="10838"/>
                  </a:lnTo>
                  <a:lnTo>
                    <a:pt x="819" y="10397"/>
                  </a:lnTo>
                  <a:cubicBezTo>
                    <a:pt x="819" y="10145"/>
                    <a:pt x="1008" y="9956"/>
                    <a:pt x="1260" y="9956"/>
                  </a:cubicBezTo>
                  <a:close/>
                  <a:moveTo>
                    <a:pt x="2080" y="1"/>
                  </a:moveTo>
                  <a:cubicBezTo>
                    <a:pt x="1922" y="1"/>
                    <a:pt x="1796" y="64"/>
                    <a:pt x="1733" y="190"/>
                  </a:cubicBezTo>
                  <a:cubicBezTo>
                    <a:pt x="1134" y="1040"/>
                    <a:pt x="1134" y="2143"/>
                    <a:pt x="1670" y="3057"/>
                  </a:cubicBezTo>
                  <a:lnTo>
                    <a:pt x="2426" y="7530"/>
                  </a:lnTo>
                  <a:lnTo>
                    <a:pt x="2080" y="7530"/>
                  </a:lnTo>
                  <a:cubicBezTo>
                    <a:pt x="1418" y="7530"/>
                    <a:pt x="819" y="8066"/>
                    <a:pt x="819" y="8759"/>
                  </a:cubicBezTo>
                  <a:lnTo>
                    <a:pt x="819" y="9232"/>
                  </a:lnTo>
                  <a:cubicBezTo>
                    <a:pt x="347" y="9389"/>
                    <a:pt x="0" y="9862"/>
                    <a:pt x="0" y="10429"/>
                  </a:cubicBezTo>
                  <a:lnTo>
                    <a:pt x="0" y="11248"/>
                  </a:lnTo>
                  <a:cubicBezTo>
                    <a:pt x="0" y="11500"/>
                    <a:pt x="189" y="11657"/>
                    <a:pt x="378" y="11657"/>
                  </a:cubicBezTo>
                  <a:lnTo>
                    <a:pt x="6994" y="11657"/>
                  </a:lnTo>
                  <a:cubicBezTo>
                    <a:pt x="7246" y="11657"/>
                    <a:pt x="7435" y="11437"/>
                    <a:pt x="7435" y="11248"/>
                  </a:cubicBezTo>
                  <a:lnTo>
                    <a:pt x="7435" y="10429"/>
                  </a:lnTo>
                  <a:cubicBezTo>
                    <a:pt x="7435" y="9862"/>
                    <a:pt x="7089" y="9452"/>
                    <a:pt x="6616" y="9232"/>
                  </a:cubicBezTo>
                  <a:lnTo>
                    <a:pt x="6616" y="8759"/>
                  </a:lnTo>
                  <a:cubicBezTo>
                    <a:pt x="6616" y="8066"/>
                    <a:pt x="6049" y="7530"/>
                    <a:pt x="5388" y="7530"/>
                  </a:cubicBezTo>
                  <a:lnTo>
                    <a:pt x="5041" y="7530"/>
                  </a:lnTo>
                  <a:lnTo>
                    <a:pt x="5766" y="3057"/>
                  </a:lnTo>
                  <a:cubicBezTo>
                    <a:pt x="6333" y="2206"/>
                    <a:pt x="6301" y="1072"/>
                    <a:pt x="5734" y="190"/>
                  </a:cubicBezTo>
                  <a:cubicBezTo>
                    <a:pt x="5671" y="64"/>
                    <a:pt x="5545"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3" name="Google Shape;16603;p85"/>
            <p:cNvSpPr/>
            <p:nvPr/>
          </p:nvSpPr>
          <p:spPr>
            <a:xfrm>
              <a:off x="-11950375" y="2633400"/>
              <a:ext cx="103200" cy="102425"/>
            </a:xfrm>
            <a:custGeom>
              <a:avLst/>
              <a:gdLst/>
              <a:ahLst/>
              <a:cxnLst/>
              <a:rect l="l" t="t" r="r" b="b"/>
              <a:pathLst>
                <a:path w="4128" h="4097" extrusionOk="0">
                  <a:moveTo>
                    <a:pt x="2017" y="1324"/>
                  </a:moveTo>
                  <a:lnTo>
                    <a:pt x="2206" y="1671"/>
                  </a:lnTo>
                  <a:cubicBezTo>
                    <a:pt x="2238" y="1734"/>
                    <a:pt x="2332" y="1828"/>
                    <a:pt x="2395" y="1860"/>
                  </a:cubicBezTo>
                  <a:lnTo>
                    <a:pt x="2742" y="2049"/>
                  </a:lnTo>
                  <a:lnTo>
                    <a:pt x="2395" y="2269"/>
                  </a:lnTo>
                  <a:cubicBezTo>
                    <a:pt x="2332" y="2301"/>
                    <a:pt x="2238" y="2364"/>
                    <a:pt x="2206" y="2458"/>
                  </a:cubicBezTo>
                  <a:lnTo>
                    <a:pt x="2017" y="2805"/>
                  </a:lnTo>
                  <a:lnTo>
                    <a:pt x="1797" y="2458"/>
                  </a:lnTo>
                  <a:cubicBezTo>
                    <a:pt x="1765" y="2364"/>
                    <a:pt x="1702" y="2301"/>
                    <a:pt x="1607" y="2269"/>
                  </a:cubicBezTo>
                  <a:lnTo>
                    <a:pt x="1261" y="2049"/>
                  </a:lnTo>
                  <a:lnTo>
                    <a:pt x="1607" y="1860"/>
                  </a:lnTo>
                  <a:cubicBezTo>
                    <a:pt x="1702" y="1828"/>
                    <a:pt x="1765" y="1734"/>
                    <a:pt x="1797" y="1671"/>
                  </a:cubicBezTo>
                  <a:lnTo>
                    <a:pt x="2017" y="1324"/>
                  </a:lnTo>
                  <a:close/>
                  <a:moveTo>
                    <a:pt x="2049" y="1"/>
                  </a:moveTo>
                  <a:cubicBezTo>
                    <a:pt x="1891" y="1"/>
                    <a:pt x="1734" y="95"/>
                    <a:pt x="1702" y="253"/>
                  </a:cubicBezTo>
                  <a:lnTo>
                    <a:pt x="1229" y="1230"/>
                  </a:lnTo>
                  <a:lnTo>
                    <a:pt x="221" y="1702"/>
                  </a:lnTo>
                  <a:cubicBezTo>
                    <a:pt x="64" y="1797"/>
                    <a:pt x="1" y="1891"/>
                    <a:pt x="1" y="2049"/>
                  </a:cubicBezTo>
                  <a:cubicBezTo>
                    <a:pt x="1" y="2206"/>
                    <a:pt x="64" y="2364"/>
                    <a:pt x="221" y="2427"/>
                  </a:cubicBezTo>
                  <a:lnTo>
                    <a:pt x="1229" y="2899"/>
                  </a:lnTo>
                  <a:lnTo>
                    <a:pt x="1702" y="3876"/>
                  </a:lnTo>
                  <a:cubicBezTo>
                    <a:pt x="1765" y="4034"/>
                    <a:pt x="1891" y="4097"/>
                    <a:pt x="2049" y="4097"/>
                  </a:cubicBezTo>
                  <a:cubicBezTo>
                    <a:pt x="2206" y="4097"/>
                    <a:pt x="2364" y="4034"/>
                    <a:pt x="2395" y="3876"/>
                  </a:cubicBezTo>
                  <a:lnTo>
                    <a:pt x="2868" y="2899"/>
                  </a:lnTo>
                  <a:lnTo>
                    <a:pt x="3907" y="2427"/>
                  </a:lnTo>
                  <a:cubicBezTo>
                    <a:pt x="4065" y="2332"/>
                    <a:pt x="4128" y="2206"/>
                    <a:pt x="4128" y="2049"/>
                  </a:cubicBezTo>
                  <a:cubicBezTo>
                    <a:pt x="4128" y="1891"/>
                    <a:pt x="4065" y="1734"/>
                    <a:pt x="3907" y="1702"/>
                  </a:cubicBezTo>
                  <a:lnTo>
                    <a:pt x="2868" y="1230"/>
                  </a:lnTo>
                  <a:lnTo>
                    <a:pt x="2395" y="253"/>
                  </a:lnTo>
                  <a:cubicBezTo>
                    <a:pt x="2332" y="95"/>
                    <a:pt x="2206" y="1"/>
                    <a:pt x="20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4" name="Google Shape;16604;p85"/>
            <p:cNvSpPr/>
            <p:nvPr/>
          </p:nvSpPr>
          <p:spPr>
            <a:xfrm>
              <a:off x="-12199250" y="2633400"/>
              <a:ext cx="103200" cy="102425"/>
            </a:xfrm>
            <a:custGeom>
              <a:avLst/>
              <a:gdLst/>
              <a:ahLst/>
              <a:cxnLst/>
              <a:rect l="l" t="t" r="r" b="b"/>
              <a:pathLst>
                <a:path w="4128" h="4097" extrusionOk="0">
                  <a:moveTo>
                    <a:pt x="2048" y="1324"/>
                  </a:moveTo>
                  <a:lnTo>
                    <a:pt x="2237" y="1671"/>
                  </a:lnTo>
                  <a:cubicBezTo>
                    <a:pt x="2269" y="1734"/>
                    <a:pt x="2363" y="1828"/>
                    <a:pt x="2426" y="1860"/>
                  </a:cubicBezTo>
                  <a:lnTo>
                    <a:pt x="2804" y="2049"/>
                  </a:lnTo>
                  <a:lnTo>
                    <a:pt x="2426" y="2269"/>
                  </a:lnTo>
                  <a:cubicBezTo>
                    <a:pt x="2363" y="2301"/>
                    <a:pt x="2269" y="2364"/>
                    <a:pt x="2237" y="2458"/>
                  </a:cubicBezTo>
                  <a:lnTo>
                    <a:pt x="2048" y="2805"/>
                  </a:lnTo>
                  <a:lnTo>
                    <a:pt x="1859" y="2458"/>
                  </a:lnTo>
                  <a:cubicBezTo>
                    <a:pt x="1796" y="2364"/>
                    <a:pt x="1733" y="2301"/>
                    <a:pt x="1638" y="2269"/>
                  </a:cubicBezTo>
                  <a:lnTo>
                    <a:pt x="1292" y="2049"/>
                  </a:lnTo>
                  <a:lnTo>
                    <a:pt x="1638" y="1860"/>
                  </a:lnTo>
                  <a:cubicBezTo>
                    <a:pt x="1733" y="1828"/>
                    <a:pt x="1796" y="1734"/>
                    <a:pt x="1859" y="1671"/>
                  </a:cubicBezTo>
                  <a:lnTo>
                    <a:pt x="2048" y="1324"/>
                  </a:lnTo>
                  <a:close/>
                  <a:moveTo>
                    <a:pt x="2079" y="1"/>
                  </a:moveTo>
                  <a:cubicBezTo>
                    <a:pt x="1922" y="1"/>
                    <a:pt x="1764" y="95"/>
                    <a:pt x="1733" y="253"/>
                  </a:cubicBezTo>
                  <a:lnTo>
                    <a:pt x="1260" y="1230"/>
                  </a:lnTo>
                  <a:lnTo>
                    <a:pt x="221" y="1702"/>
                  </a:lnTo>
                  <a:cubicBezTo>
                    <a:pt x="63" y="1797"/>
                    <a:pt x="0" y="1891"/>
                    <a:pt x="0" y="2049"/>
                  </a:cubicBezTo>
                  <a:cubicBezTo>
                    <a:pt x="0" y="2206"/>
                    <a:pt x="63" y="2364"/>
                    <a:pt x="221" y="2427"/>
                  </a:cubicBezTo>
                  <a:lnTo>
                    <a:pt x="1260" y="2899"/>
                  </a:lnTo>
                  <a:lnTo>
                    <a:pt x="1733" y="3876"/>
                  </a:lnTo>
                  <a:cubicBezTo>
                    <a:pt x="1796" y="4034"/>
                    <a:pt x="1922" y="4097"/>
                    <a:pt x="2079" y="4097"/>
                  </a:cubicBezTo>
                  <a:cubicBezTo>
                    <a:pt x="2237" y="4097"/>
                    <a:pt x="2395" y="4034"/>
                    <a:pt x="2426" y="3876"/>
                  </a:cubicBezTo>
                  <a:lnTo>
                    <a:pt x="2899" y="2899"/>
                  </a:lnTo>
                  <a:lnTo>
                    <a:pt x="3907" y="2427"/>
                  </a:lnTo>
                  <a:cubicBezTo>
                    <a:pt x="4033" y="2364"/>
                    <a:pt x="4127" y="2206"/>
                    <a:pt x="4127" y="2049"/>
                  </a:cubicBezTo>
                  <a:cubicBezTo>
                    <a:pt x="4127" y="1891"/>
                    <a:pt x="4033" y="1734"/>
                    <a:pt x="3907" y="1702"/>
                  </a:cubicBezTo>
                  <a:lnTo>
                    <a:pt x="2899" y="1230"/>
                  </a:lnTo>
                  <a:lnTo>
                    <a:pt x="2426" y="253"/>
                  </a:lnTo>
                  <a:cubicBezTo>
                    <a:pt x="2363" y="95"/>
                    <a:pt x="2237" y="1"/>
                    <a:pt x="20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05" name="Google Shape;16605;p85"/>
          <p:cNvSpPr/>
          <p:nvPr/>
        </p:nvSpPr>
        <p:spPr>
          <a:xfrm>
            <a:off x="6494885" y="3705384"/>
            <a:ext cx="455439" cy="455696"/>
          </a:xfrm>
          <a:custGeom>
            <a:avLst/>
            <a:gdLst/>
            <a:ahLst/>
            <a:cxnLst/>
            <a:rect l="l" t="t" r="r" b="b"/>
            <a:pathLst>
              <a:path w="14147" h="14155" extrusionOk="0">
                <a:moveTo>
                  <a:pt x="7058" y="891"/>
                </a:moveTo>
                <a:lnTo>
                  <a:pt x="11311" y="3285"/>
                </a:lnTo>
                <a:lnTo>
                  <a:pt x="2805" y="3285"/>
                </a:lnTo>
                <a:lnTo>
                  <a:pt x="7058" y="891"/>
                </a:lnTo>
                <a:close/>
                <a:moveTo>
                  <a:pt x="12886" y="4136"/>
                </a:moveTo>
                <a:cubicBezTo>
                  <a:pt x="13107" y="4136"/>
                  <a:pt x="13264" y="4325"/>
                  <a:pt x="13264" y="4545"/>
                </a:cubicBezTo>
                <a:lnTo>
                  <a:pt x="13264" y="4986"/>
                </a:lnTo>
                <a:lnTo>
                  <a:pt x="851" y="4986"/>
                </a:lnTo>
                <a:lnTo>
                  <a:pt x="851" y="4545"/>
                </a:lnTo>
                <a:cubicBezTo>
                  <a:pt x="851" y="4325"/>
                  <a:pt x="1040" y="4136"/>
                  <a:pt x="1261" y="4136"/>
                </a:cubicBezTo>
                <a:close/>
                <a:moveTo>
                  <a:pt x="3309" y="5806"/>
                </a:moveTo>
                <a:lnTo>
                  <a:pt x="3309" y="9996"/>
                </a:lnTo>
                <a:lnTo>
                  <a:pt x="2490" y="9996"/>
                </a:lnTo>
                <a:lnTo>
                  <a:pt x="2490" y="5806"/>
                </a:lnTo>
                <a:close/>
                <a:moveTo>
                  <a:pt x="5798" y="5806"/>
                </a:moveTo>
                <a:lnTo>
                  <a:pt x="5798" y="9996"/>
                </a:lnTo>
                <a:lnTo>
                  <a:pt x="4128" y="9996"/>
                </a:lnTo>
                <a:lnTo>
                  <a:pt x="4128" y="5806"/>
                </a:lnTo>
                <a:close/>
                <a:moveTo>
                  <a:pt x="7499" y="5806"/>
                </a:moveTo>
                <a:lnTo>
                  <a:pt x="7499" y="9996"/>
                </a:lnTo>
                <a:lnTo>
                  <a:pt x="6617" y="9996"/>
                </a:lnTo>
                <a:lnTo>
                  <a:pt x="6617" y="5806"/>
                </a:lnTo>
                <a:close/>
                <a:moveTo>
                  <a:pt x="9956" y="5806"/>
                </a:moveTo>
                <a:lnTo>
                  <a:pt x="9956" y="9996"/>
                </a:lnTo>
                <a:lnTo>
                  <a:pt x="8286" y="9996"/>
                </a:lnTo>
                <a:lnTo>
                  <a:pt x="8286" y="5806"/>
                </a:lnTo>
                <a:close/>
                <a:moveTo>
                  <a:pt x="11626" y="5806"/>
                </a:moveTo>
                <a:lnTo>
                  <a:pt x="11626" y="9996"/>
                </a:lnTo>
                <a:lnTo>
                  <a:pt x="10807" y="9996"/>
                </a:lnTo>
                <a:lnTo>
                  <a:pt x="10807" y="5806"/>
                </a:lnTo>
                <a:close/>
                <a:moveTo>
                  <a:pt x="12004" y="10815"/>
                </a:moveTo>
                <a:cubicBezTo>
                  <a:pt x="12256" y="10815"/>
                  <a:pt x="12445" y="11004"/>
                  <a:pt x="12445" y="11256"/>
                </a:cubicBezTo>
                <a:lnTo>
                  <a:pt x="12445" y="11634"/>
                </a:lnTo>
                <a:lnTo>
                  <a:pt x="1670" y="11634"/>
                </a:lnTo>
                <a:lnTo>
                  <a:pt x="1670" y="11256"/>
                </a:lnTo>
                <a:cubicBezTo>
                  <a:pt x="1670" y="11004"/>
                  <a:pt x="1859" y="10815"/>
                  <a:pt x="2048" y="10815"/>
                </a:cubicBezTo>
                <a:close/>
                <a:moveTo>
                  <a:pt x="12886" y="12422"/>
                </a:moveTo>
                <a:cubicBezTo>
                  <a:pt x="13107" y="12422"/>
                  <a:pt x="13264" y="12642"/>
                  <a:pt x="13264" y="12863"/>
                </a:cubicBezTo>
                <a:lnTo>
                  <a:pt x="13264" y="13304"/>
                </a:lnTo>
                <a:lnTo>
                  <a:pt x="851" y="13304"/>
                </a:lnTo>
                <a:lnTo>
                  <a:pt x="851" y="12863"/>
                </a:lnTo>
                <a:cubicBezTo>
                  <a:pt x="851" y="12642"/>
                  <a:pt x="1040" y="12422"/>
                  <a:pt x="1261" y="12422"/>
                </a:cubicBezTo>
                <a:close/>
                <a:moveTo>
                  <a:pt x="7058" y="1"/>
                </a:moveTo>
                <a:cubicBezTo>
                  <a:pt x="6987" y="1"/>
                  <a:pt x="6916" y="24"/>
                  <a:pt x="6869" y="72"/>
                </a:cubicBezTo>
                <a:lnTo>
                  <a:pt x="1103" y="3348"/>
                </a:lnTo>
                <a:cubicBezTo>
                  <a:pt x="473" y="3411"/>
                  <a:pt x="1" y="3915"/>
                  <a:pt x="1" y="4545"/>
                </a:cubicBezTo>
                <a:lnTo>
                  <a:pt x="1" y="5365"/>
                </a:lnTo>
                <a:cubicBezTo>
                  <a:pt x="1" y="5617"/>
                  <a:pt x="221" y="5806"/>
                  <a:pt x="442" y="5806"/>
                </a:cubicBezTo>
                <a:lnTo>
                  <a:pt x="1702" y="5806"/>
                </a:lnTo>
                <a:lnTo>
                  <a:pt x="1702" y="10059"/>
                </a:lnTo>
                <a:cubicBezTo>
                  <a:pt x="1229" y="10216"/>
                  <a:pt x="883" y="10689"/>
                  <a:pt x="883" y="11256"/>
                </a:cubicBezTo>
                <a:lnTo>
                  <a:pt x="883" y="11729"/>
                </a:lnTo>
                <a:cubicBezTo>
                  <a:pt x="410" y="11886"/>
                  <a:pt x="64" y="12359"/>
                  <a:pt x="64" y="12894"/>
                </a:cubicBezTo>
                <a:lnTo>
                  <a:pt x="64" y="13713"/>
                </a:lnTo>
                <a:cubicBezTo>
                  <a:pt x="64" y="13965"/>
                  <a:pt x="253" y="14154"/>
                  <a:pt x="473" y="14154"/>
                </a:cubicBezTo>
                <a:lnTo>
                  <a:pt x="13768" y="14154"/>
                </a:lnTo>
                <a:cubicBezTo>
                  <a:pt x="13989" y="14154"/>
                  <a:pt x="14146" y="13965"/>
                  <a:pt x="14146" y="13713"/>
                </a:cubicBezTo>
                <a:lnTo>
                  <a:pt x="14146" y="12894"/>
                </a:lnTo>
                <a:cubicBezTo>
                  <a:pt x="14146" y="12359"/>
                  <a:pt x="13800" y="11918"/>
                  <a:pt x="13327" y="11729"/>
                </a:cubicBezTo>
                <a:lnTo>
                  <a:pt x="13327" y="11256"/>
                </a:lnTo>
                <a:cubicBezTo>
                  <a:pt x="13327" y="10689"/>
                  <a:pt x="12981" y="10248"/>
                  <a:pt x="12508" y="10059"/>
                </a:cubicBezTo>
                <a:lnTo>
                  <a:pt x="12508" y="5806"/>
                </a:lnTo>
                <a:lnTo>
                  <a:pt x="13768" y="5806"/>
                </a:lnTo>
                <a:cubicBezTo>
                  <a:pt x="13989" y="5806"/>
                  <a:pt x="14146" y="5617"/>
                  <a:pt x="14146" y="5396"/>
                </a:cubicBezTo>
                <a:lnTo>
                  <a:pt x="14146" y="4545"/>
                </a:lnTo>
                <a:cubicBezTo>
                  <a:pt x="14115" y="3915"/>
                  <a:pt x="13642" y="3380"/>
                  <a:pt x="13012" y="3348"/>
                </a:cubicBezTo>
                <a:lnTo>
                  <a:pt x="7247" y="72"/>
                </a:lnTo>
                <a:cubicBezTo>
                  <a:pt x="7200" y="24"/>
                  <a:pt x="7129" y="1"/>
                  <a:pt x="70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06" name="Google Shape;16606;p85"/>
          <p:cNvGrpSpPr/>
          <p:nvPr/>
        </p:nvGrpSpPr>
        <p:grpSpPr>
          <a:xfrm>
            <a:off x="6494384" y="4250784"/>
            <a:ext cx="456437" cy="452413"/>
            <a:chOff x="-10462550" y="2057650"/>
            <a:chExt cx="354450" cy="351325"/>
          </a:xfrm>
        </p:grpSpPr>
        <p:sp>
          <p:nvSpPr>
            <p:cNvPr id="16607" name="Google Shape;16607;p85"/>
            <p:cNvSpPr/>
            <p:nvPr/>
          </p:nvSpPr>
          <p:spPr>
            <a:xfrm>
              <a:off x="-10462550" y="2057650"/>
              <a:ext cx="354450" cy="351325"/>
            </a:xfrm>
            <a:custGeom>
              <a:avLst/>
              <a:gdLst/>
              <a:ahLst/>
              <a:cxnLst/>
              <a:rect l="l" t="t" r="r" b="b"/>
              <a:pathLst>
                <a:path w="14178" h="14053" extrusionOk="0">
                  <a:moveTo>
                    <a:pt x="7121" y="788"/>
                  </a:moveTo>
                  <a:cubicBezTo>
                    <a:pt x="7341" y="788"/>
                    <a:pt x="7499" y="978"/>
                    <a:pt x="7499" y="1198"/>
                  </a:cubicBezTo>
                  <a:cubicBezTo>
                    <a:pt x="7499" y="1419"/>
                    <a:pt x="7310" y="1608"/>
                    <a:pt x="7121" y="1608"/>
                  </a:cubicBezTo>
                  <a:cubicBezTo>
                    <a:pt x="6932" y="1608"/>
                    <a:pt x="6680" y="1419"/>
                    <a:pt x="6680" y="1198"/>
                  </a:cubicBezTo>
                  <a:cubicBezTo>
                    <a:pt x="6711" y="946"/>
                    <a:pt x="6869" y="788"/>
                    <a:pt x="7121" y="788"/>
                  </a:cubicBezTo>
                  <a:close/>
                  <a:moveTo>
                    <a:pt x="7467" y="2364"/>
                  </a:moveTo>
                  <a:lnTo>
                    <a:pt x="8790" y="4065"/>
                  </a:lnTo>
                  <a:lnTo>
                    <a:pt x="5451" y="4065"/>
                  </a:lnTo>
                  <a:lnTo>
                    <a:pt x="6774" y="2364"/>
                  </a:lnTo>
                  <a:cubicBezTo>
                    <a:pt x="6869" y="2395"/>
                    <a:pt x="6995" y="2395"/>
                    <a:pt x="7121" y="2395"/>
                  </a:cubicBezTo>
                  <a:cubicBezTo>
                    <a:pt x="7247" y="2395"/>
                    <a:pt x="7341" y="2364"/>
                    <a:pt x="7467" y="2364"/>
                  </a:cubicBezTo>
                  <a:close/>
                  <a:moveTo>
                    <a:pt x="12508" y="4065"/>
                  </a:moveTo>
                  <a:cubicBezTo>
                    <a:pt x="12981" y="4065"/>
                    <a:pt x="13327" y="4412"/>
                    <a:pt x="13327" y="4884"/>
                  </a:cubicBezTo>
                  <a:cubicBezTo>
                    <a:pt x="13327" y="5231"/>
                    <a:pt x="13107" y="5546"/>
                    <a:pt x="12792" y="5672"/>
                  </a:cubicBezTo>
                  <a:cubicBezTo>
                    <a:pt x="12634" y="5703"/>
                    <a:pt x="12508" y="5861"/>
                    <a:pt x="12508" y="6081"/>
                  </a:cubicBezTo>
                  <a:lnTo>
                    <a:pt x="12508" y="11217"/>
                  </a:lnTo>
                  <a:cubicBezTo>
                    <a:pt x="12508" y="11437"/>
                    <a:pt x="12634" y="11563"/>
                    <a:pt x="12792" y="11626"/>
                  </a:cubicBezTo>
                  <a:cubicBezTo>
                    <a:pt x="13107" y="11752"/>
                    <a:pt x="13327" y="12067"/>
                    <a:pt x="13327" y="12414"/>
                  </a:cubicBezTo>
                  <a:cubicBezTo>
                    <a:pt x="13327" y="12886"/>
                    <a:pt x="12981" y="13233"/>
                    <a:pt x="12508" y="13233"/>
                  </a:cubicBezTo>
                  <a:cubicBezTo>
                    <a:pt x="12162" y="13233"/>
                    <a:pt x="11846" y="13012"/>
                    <a:pt x="11720" y="12697"/>
                  </a:cubicBezTo>
                  <a:cubicBezTo>
                    <a:pt x="11689" y="12540"/>
                    <a:pt x="11531" y="12414"/>
                    <a:pt x="11342" y="12414"/>
                  </a:cubicBezTo>
                  <a:lnTo>
                    <a:pt x="2868" y="12414"/>
                  </a:lnTo>
                  <a:cubicBezTo>
                    <a:pt x="2710" y="12414"/>
                    <a:pt x="2553" y="12540"/>
                    <a:pt x="2490" y="12697"/>
                  </a:cubicBezTo>
                  <a:cubicBezTo>
                    <a:pt x="2363" y="13012"/>
                    <a:pt x="2048" y="13233"/>
                    <a:pt x="1702" y="13233"/>
                  </a:cubicBezTo>
                  <a:cubicBezTo>
                    <a:pt x="1198" y="13233"/>
                    <a:pt x="851" y="12886"/>
                    <a:pt x="851" y="12414"/>
                  </a:cubicBezTo>
                  <a:cubicBezTo>
                    <a:pt x="851" y="12067"/>
                    <a:pt x="1103" y="11752"/>
                    <a:pt x="1418" y="11626"/>
                  </a:cubicBezTo>
                  <a:cubicBezTo>
                    <a:pt x="1576" y="11595"/>
                    <a:pt x="1702" y="11437"/>
                    <a:pt x="1702" y="11217"/>
                  </a:cubicBezTo>
                  <a:lnTo>
                    <a:pt x="1702" y="6081"/>
                  </a:lnTo>
                  <a:cubicBezTo>
                    <a:pt x="1702" y="5924"/>
                    <a:pt x="1576" y="5766"/>
                    <a:pt x="1418" y="5672"/>
                  </a:cubicBezTo>
                  <a:cubicBezTo>
                    <a:pt x="1103" y="5546"/>
                    <a:pt x="851" y="5231"/>
                    <a:pt x="851" y="4884"/>
                  </a:cubicBezTo>
                  <a:cubicBezTo>
                    <a:pt x="851" y="4412"/>
                    <a:pt x="1229" y="4065"/>
                    <a:pt x="1702" y="4065"/>
                  </a:cubicBezTo>
                  <a:cubicBezTo>
                    <a:pt x="2048" y="4065"/>
                    <a:pt x="2363" y="4286"/>
                    <a:pt x="2490" y="4601"/>
                  </a:cubicBezTo>
                  <a:cubicBezTo>
                    <a:pt x="2521" y="4758"/>
                    <a:pt x="2679" y="4884"/>
                    <a:pt x="2868" y="4884"/>
                  </a:cubicBezTo>
                  <a:lnTo>
                    <a:pt x="11342" y="4884"/>
                  </a:lnTo>
                  <a:cubicBezTo>
                    <a:pt x="11500" y="4884"/>
                    <a:pt x="11657" y="4758"/>
                    <a:pt x="11720" y="4601"/>
                  </a:cubicBezTo>
                  <a:cubicBezTo>
                    <a:pt x="11846" y="4286"/>
                    <a:pt x="12162" y="4065"/>
                    <a:pt x="12508" y="4065"/>
                  </a:cubicBezTo>
                  <a:close/>
                  <a:moveTo>
                    <a:pt x="7089" y="1"/>
                  </a:moveTo>
                  <a:cubicBezTo>
                    <a:pt x="6365" y="1"/>
                    <a:pt x="5829" y="568"/>
                    <a:pt x="5829" y="1230"/>
                  </a:cubicBezTo>
                  <a:cubicBezTo>
                    <a:pt x="5829" y="1450"/>
                    <a:pt x="5892" y="1702"/>
                    <a:pt x="6018" y="1891"/>
                  </a:cubicBezTo>
                  <a:lnTo>
                    <a:pt x="4348" y="4097"/>
                  </a:lnTo>
                  <a:lnTo>
                    <a:pt x="3057" y="4097"/>
                  </a:lnTo>
                  <a:cubicBezTo>
                    <a:pt x="2773" y="3592"/>
                    <a:pt x="2237" y="3277"/>
                    <a:pt x="1639" y="3277"/>
                  </a:cubicBezTo>
                  <a:cubicBezTo>
                    <a:pt x="725" y="3277"/>
                    <a:pt x="1" y="4033"/>
                    <a:pt x="1" y="4916"/>
                  </a:cubicBezTo>
                  <a:cubicBezTo>
                    <a:pt x="1" y="5514"/>
                    <a:pt x="316" y="6081"/>
                    <a:pt x="820" y="6333"/>
                  </a:cubicBezTo>
                  <a:lnTo>
                    <a:pt x="820" y="10996"/>
                  </a:lnTo>
                  <a:cubicBezTo>
                    <a:pt x="316" y="11280"/>
                    <a:pt x="1" y="11815"/>
                    <a:pt x="1" y="12414"/>
                  </a:cubicBezTo>
                  <a:cubicBezTo>
                    <a:pt x="1" y="13327"/>
                    <a:pt x="725" y="14052"/>
                    <a:pt x="1639" y="14052"/>
                  </a:cubicBezTo>
                  <a:cubicBezTo>
                    <a:pt x="2237" y="14052"/>
                    <a:pt x="2773" y="13737"/>
                    <a:pt x="3057" y="13233"/>
                  </a:cubicBezTo>
                  <a:lnTo>
                    <a:pt x="11027" y="13233"/>
                  </a:lnTo>
                  <a:cubicBezTo>
                    <a:pt x="11279" y="13737"/>
                    <a:pt x="11846" y="14052"/>
                    <a:pt x="12445" y="14052"/>
                  </a:cubicBezTo>
                  <a:cubicBezTo>
                    <a:pt x="13327" y="14052"/>
                    <a:pt x="14083" y="13327"/>
                    <a:pt x="14083" y="12414"/>
                  </a:cubicBezTo>
                  <a:cubicBezTo>
                    <a:pt x="14083" y="11815"/>
                    <a:pt x="13768" y="11280"/>
                    <a:pt x="13264" y="10996"/>
                  </a:cubicBezTo>
                  <a:lnTo>
                    <a:pt x="13264" y="6333"/>
                  </a:lnTo>
                  <a:cubicBezTo>
                    <a:pt x="13863" y="6050"/>
                    <a:pt x="14178" y="5514"/>
                    <a:pt x="14178" y="4916"/>
                  </a:cubicBezTo>
                  <a:cubicBezTo>
                    <a:pt x="14178" y="4033"/>
                    <a:pt x="13422" y="3277"/>
                    <a:pt x="12508" y="3277"/>
                  </a:cubicBezTo>
                  <a:cubicBezTo>
                    <a:pt x="11909" y="3277"/>
                    <a:pt x="11374" y="3592"/>
                    <a:pt x="11090" y="4097"/>
                  </a:cubicBezTo>
                  <a:lnTo>
                    <a:pt x="9799" y="4097"/>
                  </a:lnTo>
                  <a:lnTo>
                    <a:pt x="8129" y="1891"/>
                  </a:lnTo>
                  <a:cubicBezTo>
                    <a:pt x="8255" y="1702"/>
                    <a:pt x="8349" y="1450"/>
                    <a:pt x="8349" y="1230"/>
                  </a:cubicBezTo>
                  <a:cubicBezTo>
                    <a:pt x="8349" y="568"/>
                    <a:pt x="7782" y="1"/>
                    <a:pt x="70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8" name="Google Shape;16608;p85"/>
            <p:cNvSpPr/>
            <p:nvPr/>
          </p:nvSpPr>
          <p:spPr>
            <a:xfrm>
              <a:off x="-10397950" y="2201800"/>
              <a:ext cx="228425" cy="146525"/>
            </a:xfrm>
            <a:custGeom>
              <a:avLst/>
              <a:gdLst/>
              <a:ahLst/>
              <a:cxnLst/>
              <a:rect l="l" t="t" r="r" b="b"/>
              <a:pathLst>
                <a:path w="9137" h="5861" extrusionOk="0">
                  <a:moveTo>
                    <a:pt x="8286" y="819"/>
                  </a:moveTo>
                  <a:lnTo>
                    <a:pt x="8286" y="4978"/>
                  </a:lnTo>
                  <a:lnTo>
                    <a:pt x="788" y="4978"/>
                  </a:lnTo>
                  <a:lnTo>
                    <a:pt x="788" y="819"/>
                  </a:lnTo>
                  <a:close/>
                  <a:moveTo>
                    <a:pt x="410" y="0"/>
                  </a:moveTo>
                  <a:cubicBezTo>
                    <a:pt x="158" y="0"/>
                    <a:pt x="0" y="189"/>
                    <a:pt x="0" y="410"/>
                  </a:cubicBezTo>
                  <a:lnTo>
                    <a:pt x="0" y="5419"/>
                  </a:lnTo>
                  <a:cubicBezTo>
                    <a:pt x="0" y="5640"/>
                    <a:pt x="189" y="5860"/>
                    <a:pt x="410" y="5860"/>
                  </a:cubicBezTo>
                  <a:lnTo>
                    <a:pt x="8695" y="5860"/>
                  </a:lnTo>
                  <a:cubicBezTo>
                    <a:pt x="8947" y="5860"/>
                    <a:pt x="9136" y="5640"/>
                    <a:pt x="9136" y="5419"/>
                  </a:cubicBezTo>
                  <a:lnTo>
                    <a:pt x="9136" y="410"/>
                  </a:lnTo>
                  <a:cubicBezTo>
                    <a:pt x="9105" y="158"/>
                    <a:pt x="8947" y="0"/>
                    <a:pt x="86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09" name="Google Shape;16609;p85"/>
          <p:cNvSpPr/>
          <p:nvPr/>
        </p:nvSpPr>
        <p:spPr>
          <a:xfrm>
            <a:off x="10122166" y="3740750"/>
            <a:ext cx="417901" cy="455439"/>
          </a:xfrm>
          <a:custGeom>
            <a:avLst/>
            <a:gdLst/>
            <a:ahLst/>
            <a:cxnLst/>
            <a:rect l="l" t="t" r="r" b="b"/>
            <a:pathLst>
              <a:path w="12981" h="14147" extrusionOk="0">
                <a:moveTo>
                  <a:pt x="10712" y="820"/>
                </a:moveTo>
                <a:cubicBezTo>
                  <a:pt x="11279" y="820"/>
                  <a:pt x="11752" y="1166"/>
                  <a:pt x="11909" y="1733"/>
                </a:cubicBezTo>
                <a:cubicBezTo>
                  <a:pt x="12067" y="2615"/>
                  <a:pt x="11531" y="3655"/>
                  <a:pt x="10680" y="3655"/>
                </a:cubicBezTo>
                <a:cubicBezTo>
                  <a:pt x="9924" y="3655"/>
                  <a:pt x="9420" y="2867"/>
                  <a:pt x="9798" y="2521"/>
                </a:cubicBezTo>
                <a:cubicBezTo>
                  <a:pt x="9865" y="2476"/>
                  <a:pt x="9963" y="2432"/>
                  <a:pt x="10071" y="2432"/>
                </a:cubicBezTo>
                <a:cubicBezTo>
                  <a:pt x="10116" y="2432"/>
                  <a:pt x="10162" y="2439"/>
                  <a:pt x="10208" y="2458"/>
                </a:cubicBezTo>
                <a:cubicBezTo>
                  <a:pt x="10271" y="2489"/>
                  <a:pt x="10302" y="2521"/>
                  <a:pt x="10365" y="2615"/>
                </a:cubicBezTo>
                <a:cubicBezTo>
                  <a:pt x="10394" y="2813"/>
                  <a:pt x="10600" y="2935"/>
                  <a:pt x="10801" y="2935"/>
                </a:cubicBezTo>
                <a:cubicBezTo>
                  <a:pt x="10824" y="2935"/>
                  <a:pt x="10847" y="2934"/>
                  <a:pt x="10869" y="2930"/>
                </a:cubicBezTo>
                <a:cubicBezTo>
                  <a:pt x="11090" y="2867"/>
                  <a:pt x="11216" y="2647"/>
                  <a:pt x="11184" y="2395"/>
                </a:cubicBezTo>
                <a:cubicBezTo>
                  <a:pt x="11090" y="2048"/>
                  <a:pt x="10838" y="1733"/>
                  <a:pt x="10491" y="1670"/>
                </a:cubicBezTo>
                <a:cubicBezTo>
                  <a:pt x="10382" y="1637"/>
                  <a:pt x="10265" y="1621"/>
                  <a:pt x="10148" y="1621"/>
                </a:cubicBezTo>
                <a:cubicBezTo>
                  <a:pt x="9828" y="1621"/>
                  <a:pt x="9502" y="1738"/>
                  <a:pt x="9294" y="1922"/>
                </a:cubicBezTo>
                <a:lnTo>
                  <a:pt x="9168" y="2048"/>
                </a:lnTo>
                <a:lnTo>
                  <a:pt x="3907" y="2048"/>
                </a:lnTo>
                <a:lnTo>
                  <a:pt x="3781" y="1922"/>
                </a:lnTo>
                <a:cubicBezTo>
                  <a:pt x="3556" y="1723"/>
                  <a:pt x="3242" y="1617"/>
                  <a:pt x="2934" y="1617"/>
                </a:cubicBezTo>
                <a:cubicBezTo>
                  <a:pt x="2463" y="1617"/>
                  <a:pt x="2005" y="1862"/>
                  <a:pt x="1891" y="2395"/>
                </a:cubicBezTo>
                <a:cubicBezTo>
                  <a:pt x="1859" y="2647"/>
                  <a:pt x="1985" y="2836"/>
                  <a:pt x="2206" y="2930"/>
                </a:cubicBezTo>
                <a:cubicBezTo>
                  <a:pt x="2228" y="2934"/>
                  <a:pt x="2250" y="2935"/>
                  <a:pt x="2272" y="2935"/>
                </a:cubicBezTo>
                <a:cubicBezTo>
                  <a:pt x="2469" y="2935"/>
                  <a:pt x="2653" y="2810"/>
                  <a:pt x="2710" y="2584"/>
                </a:cubicBezTo>
                <a:cubicBezTo>
                  <a:pt x="2741" y="2521"/>
                  <a:pt x="2804" y="2489"/>
                  <a:pt x="2867" y="2426"/>
                </a:cubicBezTo>
                <a:cubicBezTo>
                  <a:pt x="2899" y="2419"/>
                  <a:pt x="2934" y="2415"/>
                  <a:pt x="2971" y="2415"/>
                </a:cubicBezTo>
                <a:cubicBezTo>
                  <a:pt x="3082" y="2415"/>
                  <a:pt x="3206" y="2450"/>
                  <a:pt x="3277" y="2521"/>
                </a:cubicBezTo>
                <a:cubicBezTo>
                  <a:pt x="3623" y="2867"/>
                  <a:pt x="3119" y="3655"/>
                  <a:pt x="2395" y="3655"/>
                </a:cubicBezTo>
                <a:cubicBezTo>
                  <a:pt x="1544" y="3655"/>
                  <a:pt x="1040" y="2584"/>
                  <a:pt x="1292" y="1733"/>
                </a:cubicBezTo>
                <a:cubicBezTo>
                  <a:pt x="1512" y="1135"/>
                  <a:pt x="1922" y="820"/>
                  <a:pt x="2489" y="820"/>
                </a:cubicBezTo>
                <a:close/>
                <a:moveTo>
                  <a:pt x="8822" y="2867"/>
                </a:moveTo>
                <a:cubicBezTo>
                  <a:pt x="8822" y="3183"/>
                  <a:pt x="8948" y="3466"/>
                  <a:pt x="9137" y="3718"/>
                </a:cubicBezTo>
                <a:lnTo>
                  <a:pt x="3749" y="3718"/>
                </a:lnTo>
                <a:cubicBezTo>
                  <a:pt x="3938" y="3466"/>
                  <a:pt x="4064" y="3183"/>
                  <a:pt x="4064" y="2867"/>
                </a:cubicBezTo>
                <a:close/>
                <a:moveTo>
                  <a:pt x="10176" y="4537"/>
                </a:moveTo>
                <a:lnTo>
                  <a:pt x="10176" y="4978"/>
                </a:lnTo>
                <a:lnTo>
                  <a:pt x="10208" y="4978"/>
                </a:lnTo>
                <a:cubicBezTo>
                  <a:pt x="10208" y="5199"/>
                  <a:pt x="9987" y="5388"/>
                  <a:pt x="9767" y="5388"/>
                </a:cubicBezTo>
                <a:lnTo>
                  <a:pt x="3151" y="5388"/>
                </a:lnTo>
                <a:cubicBezTo>
                  <a:pt x="2930" y="5388"/>
                  <a:pt x="2710" y="5199"/>
                  <a:pt x="2710" y="4978"/>
                </a:cubicBezTo>
                <a:lnTo>
                  <a:pt x="2710" y="4537"/>
                </a:lnTo>
                <a:close/>
                <a:moveTo>
                  <a:pt x="9357" y="6175"/>
                </a:moveTo>
                <a:lnTo>
                  <a:pt x="9357" y="11626"/>
                </a:lnTo>
                <a:lnTo>
                  <a:pt x="8538" y="11626"/>
                </a:lnTo>
                <a:lnTo>
                  <a:pt x="8538" y="7436"/>
                </a:lnTo>
                <a:cubicBezTo>
                  <a:pt x="8538" y="7215"/>
                  <a:pt x="8349" y="7026"/>
                  <a:pt x="8128" y="7026"/>
                </a:cubicBezTo>
                <a:cubicBezTo>
                  <a:pt x="7876" y="7026"/>
                  <a:pt x="7687" y="7215"/>
                  <a:pt x="7687" y="7436"/>
                </a:cubicBezTo>
                <a:lnTo>
                  <a:pt x="7687" y="11626"/>
                </a:lnTo>
                <a:lnTo>
                  <a:pt x="6868" y="11626"/>
                </a:lnTo>
                <a:lnTo>
                  <a:pt x="6868" y="7436"/>
                </a:lnTo>
                <a:cubicBezTo>
                  <a:pt x="6868" y="7215"/>
                  <a:pt x="6648" y="7026"/>
                  <a:pt x="6459" y="7026"/>
                </a:cubicBezTo>
                <a:cubicBezTo>
                  <a:pt x="6238" y="7026"/>
                  <a:pt x="6018" y="7215"/>
                  <a:pt x="6018" y="7436"/>
                </a:cubicBezTo>
                <a:lnTo>
                  <a:pt x="6018" y="11626"/>
                </a:lnTo>
                <a:lnTo>
                  <a:pt x="5199" y="11626"/>
                </a:lnTo>
                <a:lnTo>
                  <a:pt x="5199" y="7436"/>
                </a:lnTo>
                <a:cubicBezTo>
                  <a:pt x="5199" y="7215"/>
                  <a:pt x="5010" y="7026"/>
                  <a:pt x="4757" y="7026"/>
                </a:cubicBezTo>
                <a:cubicBezTo>
                  <a:pt x="4537" y="7026"/>
                  <a:pt x="4379" y="7215"/>
                  <a:pt x="4379" y="7436"/>
                </a:cubicBezTo>
                <a:lnTo>
                  <a:pt x="4379" y="11626"/>
                </a:lnTo>
                <a:lnTo>
                  <a:pt x="3560" y="11626"/>
                </a:lnTo>
                <a:lnTo>
                  <a:pt x="3560" y="6175"/>
                </a:lnTo>
                <a:close/>
                <a:moveTo>
                  <a:pt x="9798" y="12413"/>
                </a:moveTo>
                <a:cubicBezTo>
                  <a:pt x="10050" y="12413"/>
                  <a:pt x="10239" y="12602"/>
                  <a:pt x="10239" y="12854"/>
                </a:cubicBezTo>
                <a:lnTo>
                  <a:pt x="10239" y="13264"/>
                </a:lnTo>
                <a:lnTo>
                  <a:pt x="2741" y="13264"/>
                </a:lnTo>
                <a:lnTo>
                  <a:pt x="2741" y="12854"/>
                </a:lnTo>
                <a:cubicBezTo>
                  <a:pt x="2741" y="12602"/>
                  <a:pt x="2962" y="12413"/>
                  <a:pt x="3182" y="12413"/>
                </a:cubicBezTo>
                <a:close/>
                <a:moveTo>
                  <a:pt x="2363" y="1"/>
                </a:moveTo>
                <a:cubicBezTo>
                  <a:pt x="1418" y="1"/>
                  <a:pt x="662" y="599"/>
                  <a:pt x="378" y="1513"/>
                </a:cubicBezTo>
                <a:cubicBezTo>
                  <a:pt x="0" y="2804"/>
                  <a:pt x="693" y="4254"/>
                  <a:pt x="1954" y="4443"/>
                </a:cubicBezTo>
                <a:lnTo>
                  <a:pt x="1954" y="4915"/>
                </a:lnTo>
                <a:cubicBezTo>
                  <a:pt x="1954" y="5482"/>
                  <a:pt x="2332" y="5923"/>
                  <a:pt x="2804" y="6112"/>
                </a:cubicBezTo>
                <a:lnTo>
                  <a:pt x="2804" y="11689"/>
                </a:lnTo>
                <a:cubicBezTo>
                  <a:pt x="2332" y="11846"/>
                  <a:pt x="1954" y="12319"/>
                  <a:pt x="1954" y="12886"/>
                </a:cubicBezTo>
                <a:lnTo>
                  <a:pt x="1954" y="13705"/>
                </a:lnTo>
                <a:cubicBezTo>
                  <a:pt x="1954" y="13957"/>
                  <a:pt x="2174" y="14146"/>
                  <a:pt x="2395" y="14146"/>
                </a:cubicBezTo>
                <a:lnTo>
                  <a:pt x="10680" y="14146"/>
                </a:lnTo>
                <a:cubicBezTo>
                  <a:pt x="10901" y="14146"/>
                  <a:pt x="11058" y="13957"/>
                  <a:pt x="11058" y="13705"/>
                </a:cubicBezTo>
                <a:lnTo>
                  <a:pt x="11058" y="12886"/>
                </a:lnTo>
                <a:cubicBezTo>
                  <a:pt x="11058" y="12319"/>
                  <a:pt x="10712" y="11909"/>
                  <a:pt x="10239" y="11689"/>
                </a:cubicBezTo>
                <a:lnTo>
                  <a:pt x="10239" y="6112"/>
                </a:lnTo>
                <a:cubicBezTo>
                  <a:pt x="10712" y="5955"/>
                  <a:pt x="11058" y="5482"/>
                  <a:pt x="11058" y="4915"/>
                </a:cubicBezTo>
                <a:lnTo>
                  <a:pt x="11058" y="4411"/>
                </a:lnTo>
                <a:cubicBezTo>
                  <a:pt x="12319" y="4191"/>
                  <a:pt x="12980" y="2710"/>
                  <a:pt x="12602" y="1450"/>
                </a:cubicBezTo>
                <a:cubicBezTo>
                  <a:pt x="12287" y="568"/>
                  <a:pt x="11500" y="1"/>
                  <a:pt x="105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10" name="Google Shape;16610;p85"/>
          <p:cNvGrpSpPr/>
          <p:nvPr/>
        </p:nvGrpSpPr>
        <p:grpSpPr>
          <a:xfrm>
            <a:off x="8866363" y="3706202"/>
            <a:ext cx="500059" cy="454055"/>
            <a:chOff x="-8692750" y="1622100"/>
            <a:chExt cx="388325" cy="352600"/>
          </a:xfrm>
        </p:grpSpPr>
        <p:sp>
          <p:nvSpPr>
            <p:cNvPr id="16611" name="Google Shape;16611;p85"/>
            <p:cNvSpPr/>
            <p:nvPr/>
          </p:nvSpPr>
          <p:spPr>
            <a:xfrm>
              <a:off x="-8692750" y="1622100"/>
              <a:ext cx="388325" cy="352600"/>
            </a:xfrm>
            <a:custGeom>
              <a:avLst/>
              <a:gdLst/>
              <a:ahLst/>
              <a:cxnLst/>
              <a:rect l="l" t="t" r="r" b="b"/>
              <a:pathLst>
                <a:path w="15533" h="14104" extrusionOk="0">
                  <a:moveTo>
                    <a:pt x="10365" y="1387"/>
                  </a:moveTo>
                  <a:cubicBezTo>
                    <a:pt x="11027" y="1702"/>
                    <a:pt x="11626" y="2112"/>
                    <a:pt x="12130" y="2616"/>
                  </a:cubicBezTo>
                  <a:cubicBezTo>
                    <a:pt x="12697" y="3183"/>
                    <a:pt x="13106" y="3750"/>
                    <a:pt x="13390" y="4443"/>
                  </a:cubicBezTo>
                  <a:lnTo>
                    <a:pt x="10208" y="5577"/>
                  </a:lnTo>
                  <a:cubicBezTo>
                    <a:pt x="10082" y="5388"/>
                    <a:pt x="9924" y="5168"/>
                    <a:pt x="9767" y="5010"/>
                  </a:cubicBezTo>
                  <a:cubicBezTo>
                    <a:pt x="9609" y="4852"/>
                    <a:pt x="9420" y="4695"/>
                    <a:pt x="9231" y="4600"/>
                  </a:cubicBezTo>
                  <a:lnTo>
                    <a:pt x="10365" y="1387"/>
                  </a:lnTo>
                  <a:close/>
                  <a:moveTo>
                    <a:pt x="7802" y="828"/>
                  </a:moveTo>
                  <a:cubicBezTo>
                    <a:pt x="8424" y="828"/>
                    <a:pt x="9044" y="919"/>
                    <a:pt x="9641" y="1103"/>
                  </a:cubicBezTo>
                  <a:lnTo>
                    <a:pt x="8507" y="4285"/>
                  </a:lnTo>
                  <a:cubicBezTo>
                    <a:pt x="8268" y="4222"/>
                    <a:pt x="8022" y="4190"/>
                    <a:pt x="7776" y="4190"/>
                  </a:cubicBezTo>
                  <a:cubicBezTo>
                    <a:pt x="7044" y="4190"/>
                    <a:pt x="6308" y="4468"/>
                    <a:pt x="5766" y="5010"/>
                  </a:cubicBezTo>
                  <a:cubicBezTo>
                    <a:pt x="4978" y="5798"/>
                    <a:pt x="4726" y="6869"/>
                    <a:pt x="5010" y="7845"/>
                  </a:cubicBezTo>
                  <a:lnTo>
                    <a:pt x="1859" y="9011"/>
                  </a:lnTo>
                  <a:cubicBezTo>
                    <a:pt x="1134" y="6900"/>
                    <a:pt x="1576" y="4380"/>
                    <a:pt x="3340" y="2647"/>
                  </a:cubicBezTo>
                  <a:cubicBezTo>
                    <a:pt x="4567" y="1442"/>
                    <a:pt x="6189" y="828"/>
                    <a:pt x="7802" y="828"/>
                  </a:cubicBezTo>
                  <a:close/>
                  <a:moveTo>
                    <a:pt x="7766" y="5018"/>
                  </a:moveTo>
                  <a:cubicBezTo>
                    <a:pt x="8302" y="5018"/>
                    <a:pt x="8837" y="5215"/>
                    <a:pt x="9231" y="5609"/>
                  </a:cubicBezTo>
                  <a:cubicBezTo>
                    <a:pt x="10019" y="6396"/>
                    <a:pt x="10019" y="7751"/>
                    <a:pt x="9231" y="8539"/>
                  </a:cubicBezTo>
                  <a:cubicBezTo>
                    <a:pt x="8806" y="8948"/>
                    <a:pt x="8270" y="9153"/>
                    <a:pt x="7743" y="9153"/>
                  </a:cubicBezTo>
                  <a:cubicBezTo>
                    <a:pt x="7215" y="9153"/>
                    <a:pt x="6695" y="8948"/>
                    <a:pt x="6301" y="8539"/>
                  </a:cubicBezTo>
                  <a:cubicBezTo>
                    <a:pt x="5514" y="7751"/>
                    <a:pt x="5514" y="6396"/>
                    <a:pt x="6301" y="5609"/>
                  </a:cubicBezTo>
                  <a:cubicBezTo>
                    <a:pt x="6695" y="5215"/>
                    <a:pt x="7231" y="5018"/>
                    <a:pt x="7766" y="5018"/>
                  </a:cubicBezTo>
                  <a:close/>
                  <a:moveTo>
                    <a:pt x="5293" y="8633"/>
                  </a:moveTo>
                  <a:cubicBezTo>
                    <a:pt x="5388" y="8791"/>
                    <a:pt x="5514" y="9011"/>
                    <a:pt x="5671" y="9106"/>
                  </a:cubicBezTo>
                  <a:cubicBezTo>
                    <a:pt x="5829" y="9263"/>
                    <a:pt x="5986" y="9389"/>
                    <a:pt x="6144" y="9515"/>
                  </a:cubicBezTo>
                  <a:lnTo>
                    <a:pt x="5010" y="12697"/>
                  </a:lnTo>
                  <a:cubicBezTo>
                    <a:pt x="4379" y="12382"/>
                    <a:pt x="3812" y="12004"/>
                    <a:pt x="3308" y="11468"/>
                  </a:cubicBezTo>
                  <a:cubicBezTo>
                    <a:pt x="2836" y="10964"/>
                    <a:pt x="2458" y="10366"/>
                    <a:pt x="2143" y="9799"/>
                  </a:cubicBezTo>
                  <a:lnTo>
                    <a:pt x="5293" y="8633"/>
                  </a:lnTo>
                  <a:close/>
                  <a:moveTo>
                    <a:pt x="13705" y="5168"/>
                  </a:moveTo>
                  <a:cubicBezTo>
                    <a:pt x="14335" y="7310"/>
                    <a:pt x="13862" y="9736"/>
                    <a:pt x="12161" y="11437"/>
                  </a:cubicBezTo>
                  <a:cubicBezTo>
                    <a:pt x="10928" y="12670"/>
                    <a:pt x="9328" y="13281"/>
                    <a:pt x="7736" y="13281"/>
                  </a:cubicBezTo>
                  <a:cubicBezTo>
                    <a:pt x="7090" y="13281"/>
                    <a:pt x="6446" y="13181"/>
                    <a:pt x="5829" y="12981"/>
                  </a:cubicBezTo>
                  <a:lnTo>
                    <a:pt x="6963" y="9830"/>
                  </a:lnTo>
                  <a:cubicBezTo>
                    <a:pt x="7230" y="9905"/>
                    <a:pt x="7503" y="9943"/>
                    <a:pt x="7775" y="9943"/>
                  </a:cubicBezTo>
                  <a:cubicBezTo>
                    <a:pt x="8528" y="9943"/>
                    <a:pt x="9265" y="9653"/>
                    <a:pt x="9798" y="9074"/>
                  </a:cubicBezTo>
                  <a:cubicBezTo>
                    <a:pt x="10554" y="8318"/>
                    <a:pt x="10806" y="7278"/>
                    <a:pt x="10554" y="6333"/>
                  </a:cubicBezTo>
                  <a:lnTo>
                    <a:pt x="13705" y="5168"/>
                  </a:lnTo>
                  <a:close/>
                  <a:moveTo>
                    <a:pt x="7766" y="1"/>
                  </a:moveTo>
                  <a:cubicBezTo>
                    <a:pt x="5955" y="1"/>
                    <a:pt x="4143" y="694"/>
                    <a:pt x="2773" y="2080"/>
                  </a:cubicBezTo>
                  <a:cubicBezTo>
                    <a:pt x="0" y="4821"/>
                    <a:pt x="0" y="9263"/>
                    <a:pt x="2773" y="12036"/>
                  </a:cubicBezTo>
                  <a:cubicBezTo>
                    <a:pt x="4155" y="13418"/>
                    <a:pt x="5960" y="14103"/>
                    <a:pt x="7763" y="14103"/>
                  </a:cubicBezTo>
                  <a:cubicBezTo>
                    <a:pt x="9575" y="14103"/>
                    <a:pt x="11385" y="13410"/>
                    <a:pt x="12760" y="12036"/>
                  </a:cubicBezTo>
                  <a:cubicBezTo>
                    <a:pt x="15532" y="9263"/>
                    <a:pt x="15532" y="4821"/>
                    <a:pt x="12760" y="2080"/>
                  </a:cubicBezTo>
                  <a:cubicBezTo>
                    <a:pt x="11389" y="694"/>
                    <a:pt x="9578" y="1"/>
                    <a:pt x="77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2" name="Google Shape;16612;p85"/>
            <p:cNvSpPr/>
            <p:nvPr/>
          </p:nvSpPr>
          <p:spPr>
            <a:xfrm>
              <a:off x="-8532875" y="1767625"/>
              <a:ext cx="67775" cy="61850"/>
            </a:xfrm>
            <a:custGeom>
              <a:avLst/>
              <a:gdLst/>
              <a:ahLst/>
              <a:cxnLst/>
              <a:rect l="l" t="t" r="r" b="b"/>
              <a:pathLst>
                <a:path w="2711" h="2474" extrusionOk="0">
                  <a:moveTo>
                    <a:pt x="1340" y="804"/>
                  </a:moveTo>
                  <a:cubicBezTo>
                    <a:pt x="1450" y="804"/>
                    <a:pt x="1560" y="843"/>
                    <a:pt x="1639" y="922"/>
                  </a:cubicBezTo>
                  <a:cubicBezTo>
                    <a:pt x="1797" y="1079"/>
                    <a:pt x="1797" y="1363"/>
                    <a:pt x="1639" y="1520"/>
                  </a:cubicBezTo>
                  <a:cubicBezTo>
                    <a:pt x="1560" y="1599"/>
                    <a:pt x="1450" y="1638"/>
                    <a:pt x="1340" y="1638"/>
                  </a:cubicBezTo>
                  <a:cubicBezTo>
                    <a:pt x="1229" y="1638"/>
                    <a:pt x="1119" y="1599"/>
                    <a:pt x="1040" y="1520"/>
                  </a:cubicBezTo>
                  <a:cubicBezTo>
                    <a:pt x="883" y="1363"/>
                    <a:pt x="883" y="1142"/>
                    <a:pt x="1040" y="922"/>
                  </a:cubicBezTo>
                  <a:cubicBezTo>
                    <a:pt x="1119" y="843"/>
                    <a:pt x="1229" y="804"/>
                    <a:pt x="1340" y="804"/>
                  </a:cubicBezTo>
                  <a:close/>
                  <a:moveTo>
                    <a:pt x="1367" y="0"/>
                  </a:moveTo>
                  <a:cubicBezTo>
                    <a:pt x="1048" y="0"/>
                    <a:pt x="725" y="118"/>
                    <a:pt x="473" y="355"/>
                  </a:cubicBezTo>
                  <a:cubicBezTo>
                    <a:pt x="1" y="827"/>
                    <a:pt x="1" y="1615"/>
                    <a:pt x="473" y="2119"/>
                  </a:cubicBezTo>
                  <a:cubicBezTo>
                    <a:pt x="725" y="2355"/>
                    <a:pt x="1048" y="2473"/>
                    <a:pt x="1367" y="2473"/>
                  </a:cubicBezTo>
                  <a:cubicBezTo>
                    <a:pt x="1686" y="2473"/>
                    <a:pt x="2001" y="2355"/>
                    <a:pt x="2238" y="2119"/>
                  </a:cubicBezTo>
                  <a:cubicBezTo>
                    <a:pt x="2710" y="1646"/>
                    <a:pt x="2710" y="859"/>
                    <a:pt x="2238" y="355"/>
                  </a:cubicBezTo>
                  <a:cubicBezTo>
                    <a:pt x="2001" y="118"/>
                    <a:pt x="1686" y="0"/>
                    <a:pt x="136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13" name="Google Shape;16613;p85"/>
          <p:cNvGrpSpPr/>
          <p:nvPr/>
        </p:nvGrpSpPr>
        <p:grpSpPr>
          <a:xfrm>
            <a:off x="7072338" y="2042543"/>
            <a:ext cx="455407" cy="455439"/>
            <a:chOff x="-13529550" y="1639425"/>
            <a:chExt cx="353650" cy="353675"/>
          </a:xfrm>
        </p:grpSpPr>
        <p:sp>
          <p:nvSpPr>
            <p:cNvPr id="16614" name="Google Shape;16614;p85"/>
            <p:cNvSpPr/>
            <p:nvPr/>
          </p:nvSpPr>
          <p:spPr>
            <a:xfrm>
              <a:off x="-13529550" y="1910125"/>
              <a:ext cx="353650" cy="82975"/>
            </a:xfrm>
            <a:custGeom>
              <a:avLst/>
              <a:gdLst/>
              <a:ahLst/>
              <a:cxnLst/>
              <a:rect l="l" t="t" r="r" b="b"/>
              <a:pathLst>
                <a:path w="14146" h="3319" extrusionOk="0">
                  <a:moveTo>
                    <a:pt x="3434" y="893"/>
                  </a:moveTo>
                  <a:lnTo>
                    <a:pt x="3434" y="893"/>
                  </a:lnTo>
                  <a:cubicBezTo>
                    <a:pt x="3340" y="1145"/>
                    <a:pt x="3308" y="1428"/>
                    <a:pt x="3308" y="1649"/>
                  </a:cubicBezTo>
                  <a:cubicBezTo>
                    <a:pt x="3308" y="1932"/>
                    <a:pt x="3340" y="2153"/>
                    <a:pt x="3434" y="2405"/>
                  </a:cubicBezTo>
                  <a:cubicBezTo>
                    <a:pt x="2899" y="2373"/>
                    <a:pt x="2426" y="2279"/>
                    <a:pt x="2017" y="2153"/>
                  </a:cubicBezTo>
                  <a:cubicBezTo>
                    <a:pt x="1229" y="1964"/>
                    <a:pt x="914" y="1743"/>
                    <a:pt x="819" y="1649"/>
                  </a:cubicBezTo>
                  <a:cubicBezTo>
                    <a:pt x="914" y="1586"/>
                    <a:pt x="1166" y="1334"/>
                    <a:pt x="2017" y="1145"/>
                  </a:cubicBezTo>
                  <a:cubicBezTo>
                    <a:pt x="2426" y="1019"/>
                    <a:pt x="2899" y="956"/>
                    <a:pt x="3434" y="893"/>
                  </a:cubicBezTo>
                  <a:close/>
                  <a:moveTo>
                    <a:pt x="6018" y="861"/>
                  </a:moveTo>
                  <a:cubicBezTo>
                    <a:pt x="7908" y="987"/>
                    <a:pt x="8948" y="1428"/>
                    <a:pt x="9137" y="1649"/>
                  </a:cubicBezTo>
                  <a:cubicBezTo>
                    <a:pt x="9042" y="1743"/>
                    <a:pt x="8790" y="1964"/>
                    <a:pt x="7940" y="2153"/>
                  </a:cubicBezTo>
                  <a:cubicBezTo>
                    <a:pt x="7404" y="2279"/>
                    <a:pt x="6742" y="2405"/>
                    <a:pt x="6018" y="2436"/>
                  </a:cubicBezTo>
                  <a:cubicBezTo>
                    <a:pt x="5892" y="2216"/>
                    <a:pt x="5829" y="1932"/>
                    <a:pt x="5829" y="1649"/>
                  </a:cubicBezTo>
                  <a:cubicBezTo>
                    <a:pt x="5829" y="1365"/>
                    <a:pt x="5892" y="1113"/>
                    <a:pt x="6018" y="861"/>
                  </a:cubicBezTo>
                  <a:close/>
                  <a:moveTo>
                    <a:pt x="5104" y="798"/>
                  </a:moveTo>
                  <a:cubicBezTo>
                    <a:pt x="5041" y="1050"/>
                    <a:pt x="4947" y="1334"/>
                    <a:pt x="4947" y="1617"/>
                  </a:cubicBezTo>
                  <a:cubicBezTo>
                    <a:pt x="4947" y="1901"/>
                    <a:pt x="5010" y="2153"/>
                    <a:pt x="5104" y="2436"/>
                  </a:cubicBezTo>
                  <a:cubicBezTo>
                    <a:pt x="4994" y="2452"/>
                    <a:pt x="4876" y="2460"/>
                    <a:pt x="4754" y="2460"/>
                  </a:cubicBezTo>
                  <a:cubicBezTo>
                    <a:pt x="4632" y="2460"/>
                    <a:pt x="4506" y="2452"/>
                    <a:pt x="4379" y="2436"/>
                  </a:cubicBezTo>
                  <a:cubicBezTo>
                    <a:pt x="4222" y="2216"/>
                    <a:pt x="4159" y="1932"/>
                    <a:pt x="4159" y="1617"/>
                  </a:cubicBezTo>
                  <a:cubicBezTo>
                    <a:pt x="4159" y="1334"/>
                    <a:pt x="4253" y="1050"/>
                    <a:pt x="4379" y="798"/>
                  </a:cubicBezTo>
                  <a:close/>
                  <a:moveTo>
                    <a:pt x="10801" y="817"/>
                  </a:moveTo>
                  <a:cubicBezTo>
                    <a:pt x="10917" y="817"/>
                    <a:pt x="11036" y="841"/>
                    <a:pt x="11153" y="893"/>
                  </a:cubicBezTo>
                  <a:lnTo>
                    <a:pt x="12728" y="1649"/>
                  </a:lnTo>
                  <a:lnTo>
                    <a:pt x="11153" y="2405"/>
                  </a:lnTo>
                  <a:cubicBezTo>
                    <a:pt x="11032" y="2465"/>
                    <a:pt x="10908" y="2493"/>
                    <a:pt x="10788" y="2493"/>
                  </a:cubicBezTo>
                  <a:cubicBezTo>
                    <a:pt x="10346" y="2493"/>
                    <a:pt x="9956" y="2120"/>
                    <a:pt x="9956" y="1649"/>
                  </a:cubicBezTo>
                  <a:cubicBezTo>
                    <a:pt x="9956" y="1173"/>
                    <a:pt x="10354" y="817"/>
                    <a:pt x="10801" y="817"/>
                  </a:cubicBezTo>
                  <a:close/>
                  <a:moveTo>
                    <a:pt x="10785" y="0"/>
                  </a:moveTo>
                  <a:cubicBezTo>
                    <a:pt x="10221" y="0"/>
                    <a:pt x="9666" y="291"/>
                    <a:pt x="9357" y="798"/>
                  </a:cubicBezTo>
                  <a:cubicBezTo>
                    <a:pt x="8349" y="168"/>
                    <a:pt x="6207" y="10"/>
                    <a:pt x="5010" y="10"/>
                  </a:cubicBezTo>
                  <a:cubicBezTo>
                    <a:pt x="3592" y="10"/>
                    <a:pt x="0" y="231"/>
                    <a:pt x="0" y="1649"/>
                  </a:cubicBezTo>
                  <a:cubicBezTo>
                    <a:pt x="0" y="3066"/>
                    <a:pt x="3529" y="3318"/>
                    <a:pt x="5010" y="3318"/>
                  </a:cubicBezTo>
                  <a:cubicBezTo>
                    <a:pt x="6207" y="3318"/>
                    <a:pt x="8349" y="3161"/>
                    <a:pt x="9357" y="2531"/>
                  </a:cubicBezTo>
                  <a:cubicBezTo>
                    <a:pt x="9667" y="3039"/>
                    <a:pt x="10224" y="3315"/>
                    <a:pt x="10790" y="3315"/>
                  </a:cubicBezTo>
                  <a:cubicBezTo>
                    <a:pt x="11031" y="3315"/>
                    <a:pt x="11274" y="3265"/>
                    <a:pt x="11500" y="3161"/>
                  </a:cubicBezTo>
                  <a:lnTo>
                    <a:pt x="13894" y="2058"/>
                  </a:lnTo>
                  <a:cubicBezTo>
                    <a:pt x="14052" y="1964"/>
                    <a:pt x="14146" y="1838"/>
                    <a:pt x="14146" y="1649"/>
                  </a:cubicBezTo>
                  <a:cubicBezTo>
                    <a:pt x="14146" y="1491"/>
                    <a:pt x="14020" y="1334"/>
                    <a:pt x="13894" y="1271"/>
                  </a:cubicBezTo>
                  <a:lnTo>
                    <a:pt x="11500" y="168"/>
                  </a:lnTo>
                  <a:cubicBezTo>
                    <a:pt x="11272" y="54"/>
                    <a:pt x="11028" y="0"/>
                    <a:pt x="107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5" name="Google Shape;16615;p85"/>
            <p:cNvSpPr/>
            <p:nvPr/>
          </p:nvSpPr>
          <p:spPr>
            <a:xfrm>
              <a:off x="-13383850" y="1681175"/>
              <a:ext cx="40975" cy="41775"/>
            </a:xfrm>
            <a:custGeom>
              <a:avLst/>
              <a:gdLst/>
              <a:ahLst/>
              <a:cxnLst/>
              <a:rect l="l" t="t" r="r" b="b"/>
              <a:pathLst>
                <a:path w="1639" h="1671" extrusionOk="0">
                  <a:moveTo>
                    <a:pt x="820" y="1"/>
                  </a:moveTo>
                  <a:cubicBezTo>
                    <a:pt x="379" y="1"/>
                    <a:pt x="1" y="379"/>
                    <a:pt x="1" y="851"/>
                  </a:cubicBezTo>
                  <a:cubicBezTo>
                    <a:pt x="1" y="1292"/>
                    <a:pt x="379" y="1670"/>
                    <a:pt x="820" y="1670"/>
                  </a:cubicBezTo>
                  <a:cubicBezTo>
                    <a:pt x="1292" y="1670"/>
                    <a:pt x="1639" y="1292"/>
                    <a:pt x="1639" y="851"/>
                  </a:cubicBezTo>
                  <a:cubicBezTo>
                    <a:pt x="1639" y="379"/>
                    <a:pt x="1292"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6" name="Google Shape;16616;p85"/>
            <p:cNvSpPr/>
            <p:nvPr/>
          </p:nvSpPr>
          <p:spPr>
            <a:xfrm>
              <a:off x="-13446075" y="1692200"/>
              <a:ext cx="41775" cy="41775"/>
            </a:xfrm>
            <a:custGeom>
              <a:avLst/>
              <a:gdLst/>
              <a:ahLst/>
              <a:cxnLst/>
              <a:rect l="l" t="t" r="r" b="b"/>
              <a:pathLst>
                <a:path w="1671" h="1671" extrusionOk="0">
                  <a:moveTo>
                    <a:pt x="820" y="1"/>
                  </a:moveTo>
                  <a:cubicBezTo>
                    <a:pt x="379" y="1"/>
                    <a:pt x="1" y="379"/>
                    <a:pt x="1" y="851"/>
                  </a:cubicBezTo>
                  <a:cubicBezTo>
                    <a:pt x="1" y="1292"/>
                    <a:pt x="379" y="1670"/>
                    <a:pt x="820" y="1670"/>
                  </a:cubicBezTo>
                  <a:cubicBezTo>
                    <a:pt x="1293" y="1670"/>
                    <a:pt x="1671" y="1292"/>
                    <a:pt x="1671" y="851"/>
                  </a:cubicBezTo>
                  <a:cubicBezTo>
                    <a:pt x="1671" y="379"/>
                    <a:pt x="1293"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7" name="Google Shape;16617;p85"/>
            <p:cNvSpPr/>
            <p:nvPr/>
          </p:nvSpPr>
          <p:spPr>
            <a:xfrm>
              <a:off x="-13446075" y="1796175"/>
              <a:ext cx="41775" cy="40975"/>
            </a:xfrm>
            <a:custGeom>
              <a:avLst/>
              <a:gdLst/>
              <a:ahLst/>
              <a:cxnLst/>
              <a:rect l="l" t="t" r="r" b="b"/>
              <a:pathLst>
                <a:path w="1671" h="1639" extrusionOk="0">
                  <a:moveTo>
                    <a:pt x="820" y="0"/>
                  </a:moveTo>
                  <a:cubicBezTo>
                    <a:pt x="379" y="0"/>
                    <a:pt x="1" y="347"/>
                    <a:pt x="1" y="819"/>
                  </a:cubicBezTo>
                  <a:cubicBezTo>
                    <a:pt x="1" y="1260"/>
                    <a:pt x="379" y="1639"/>
                    <a:pt x="820" y="1639"/>
                  </a:cubicBezTo>
                  <a:cubicBezTo>
                    <a:pt x="1293" y="1639"/>
                    <a:pt x="1671" y="1260"/>
                    <a:pt x="1671" y="819"/>
                  </a:cubicBezTo>
                  <a:cubicBezTo>
                    <a:pt x="1671" y="347"/>
                    <a:pt x="1293" y="0"/>
                    <a:pt x="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8" name="Google Shape;16618;p85"/>
            <p:cNvSpPr/>
            <p:nvPr/>
          </p:nvSpPr>
          <p:spPr>
            <a:xfrm>
              <a:off x="-13487025" y="1743400"/>
              <a:ext cx="40975" cy="41775"/>
            </a:xfrm>
            <a:custGeom>
              <a:avLst/>
              <a:gdLst/>
              <a:ahLst/>
              <a:cxnLst/>
              <a:rect l="l" t="t" r="r" b="b"/>
              <a:pathLst>
                <a:path w="1639" h="1671" extrusionOk="0">
                  <a:moveTo>
                    <a:pt x="820" y="0"/>
                  </a:moveTo>
                  <a:cubicBezTo>
                    <a:pt x="379" y="0"/>
                    <a:pt x="1" y="379"/>
                    <a:pt x="1" y="851"/>
                  </a:cubicBezTo>
                  <a:cubicBezTo>
                    <a:pt x="1" y="1292"/>
                    <a:pt x="379" y="1670"/>
                    <a:pt x="820" y="1670"/>
                  </a:cubicBezTo>
                  <a:cubicBezTo>
                    <a:pt x="1261" y="1670"/>
                    <a:pt x="1639" y="1292"/>
                    <a:pt x="1639" y="851"/>
                  </a:cubicBezTo>
                  <a:cubicBezTo>
                    <a:pt x="1639" y="379"/>
                    <a:pt x="1261" y="0"/>
                    <a:pt x="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9" name="Google Shape;16619;p85"/>
            <p:cNvSpPr/>
            <p:nvPr/>
          </p:nvSpPr>
          <p:spPr>
            <a:xfrm>
              <a:off x="-13383850" y="1805625"/>
              <a:ext cx="40975" cy="41775"/>
            </a:xfrm>
            <a:custGeom>
              <a:avLst/>
              <a:gdLst/>
              <a:ahLst/>
              <a:cxnLst/>
              <a:rect l="l" t="t" r="r" b="b"/>
              <a:pathLst>
                <a:path w="1639" h="1671" extrusionOk="0">
                  <a:moveTo>
                    <a:pt x="820" y="0"/>
                  </a:moveTo>
                  <a:cubicBezTo>
                    <a:pt x="379" y="0"/>
                    <a:pt x="1" y="378"/>
                    <a:pt x="1" y="819"/>
                  </a:cubicBezTo>
                  <a:cubicBezTo>
                    <a:pt x="1" y="1292"/>
                    <a:pt x="379" y="1670"/>
                    <a:pt x="820" y="1670"/>
                  </a:cubicBezTo>
                  <a:cubicBezTo>
                    <a:pt x="1292" y="1670"/>
                    <a:pt x="1639" y="1292"/>
                    <a:pt x="1639" y="819"/>
                  </a:cubicBezTo>
                  <a:cubicBezTo>
                    <a:pt x="1639" y="378"/>
                    <a:pt x="1292" y="0"/>
                    <a:pt x="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0" name="Google Shape;16620;p85"/>
            <p:cNvSpPr/>
            <p:nvPr/>
          </p:nvSpPr>
          <p:spPr>
            <a:xfrm>
              <a:off x="-13529550" y="1639425"/>
              <a:ext cx="352075" cy="248925"/>
            </a:xfrm>
            <a:custGeom>
              <a:avLst/>
              <a:gdLst/>
              <a:ahLst/>
              <a:cxnLst/>
              <a:rect l="l" t="t" r="r" b="b"/>
              <a:pathLst>
                <a:path w="14083" h="9957" extrusionOk="0">
                  <a:moveTo>
                    <a:pt x="7057" y="820"/>
                  </a:moveTo>
                  <a:cubicBezTo>
                    <a:pt x="10554" y="820"/>
                    <a:pt x="13264" y="2805"/>
                    <a:pt x="13264" y="5010"/>
                  </a:cubicBezTo>
                  <a:cubicBezTo>
                    <a:pt x="13264" y="7215"/>
                    <a:pt x="10554" y="9137"/>
                    <a:pt x="7057" y="9137"/>
                  </a:cubicBezTo>
                  <a:cubicBezTo>
                    <a:pt x="3529" y="9137"/>
                    <a:pt x="819" y="7215"/>
                    <a:pt x="819" y="5010"/>
                  </a:cubicBezTo>
                  <a:cubicBezTo>
                    <a:pt x="819" y="2742"/>
                    <a:pt x="3623" y="820"/>
                    <a:pt x="7057" y="820"/>
                  </a:cubicBezTo>
                  <a:close/>
                  <a:moveTo>
                    <a:pt x="7057" y="1"/>
                  </a:moveTo>
                  <a:cubicBezTo>
                    <a:pt x="3151" y="1"/>
                    <a:pt x="0" y="2238"/>
                    <a:pt x="0" y="5010"/>
                  </a:cubicBezTo>
                  <a:cubicBezTo>
                    <a:pt x="0" y="7846"/>
                    <a:pt x="3277" y="9956"/>
                    <a:pt x="7057" y="9956"/>
                  </a:cubicBezTo>
                  <a:cubicBezTo>
                    <a:pt x="10870" y="9956"/>
                    <a:pt x="14083" y="7783"/>
                    <a:pt x="14083" y="5010"/>
                  </a:cubicBezTo>
                  <a:cubicBezTo>
                    <a:pt x="14083" y="2238"/>
                    <a:pt x="10933" y="1"/>
                    <a:pt x="7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1" name="Google Shape;16621;p85"/>
            <p:cNvSpPr/>
            <p:nvPr/>
          </p:nvSpPr>
          <p:spPr>
            <a:xfrm>
              <a:off x="-13323200" y="1722925"/>
              <a:ext cx="104775" cy="82725"/>
            </a:xfrm>
            <a:custGeom>
              <a:avLst/>
              <a:gdLst/>
              <a:ahLst/>
              <a:cxnLst/>
              <a:rect l="l" t="t" r="r" b="b"/>
              <a:pathLst>
                <a:path w="4191" h="3309" extrusionOk="0">
                  <a:moveTo>
                    <a:pt x="2111" y="819"/>
                  </a:moveTo>
                  <a:cubicBezTo>
                    <a:pt x="2773" y="819"/>
                    <a:pt x="3372" y="1229"/>
                    <a:pt x="3372" y="1670"/>
                  </a:cubicBezTo>
                  <a:cubicBezTo>
                    <a:pt x="3372" y="2080"/>
                    <a:pt x="2805" y="2489"/>
                    <a:pt x="2111" y="2489"/>
                  </a:cubicBezTo>
                  <a:cubicBezTo>
                    <a:pt x="1418" y="2489"/>
                    <a:pt x="851" y="2080"/>
                    <a:pt x="851" y="1670"/>
                  </a:cubicBezTo>
                  <a:cubicBezTo>
                    <a:pt x="883" y="1229"/>
                    <a:pt x="1418" y="819"/>
                    <a:pt x="2111" y="819"/>
                  </a:cubicBezTo>
                  <a:close/>
                  <a:moveTo>
                    <a:pt x="2111" y="0"/>
                  </a:moveTo>
                  <a:cubicBezTo>
                    <a:pt x="914" y="0"/>
                    <a:pt x="1" y="756"/>
                    <a:pt x="1" y="1670"/>
                  </a:cubicBezTo>
                  <a:cubicBezTo>
                    <a:pt x="64" y="2552"/>
                    <a:pt x="946" y="3308"/>
                    <a:pt x="2111" y="3308"/>
                  </a:cubicBezTo>
                  <a:cubicBezTo>
                    <a:pt x="3277" y="3308"/>
                    <a:pt x="4191" y="2552"/>
                    <a:pt x="4191" y="1670"/>
                  </a:cubicBezTo>
                  <a:cubicBezTo>
                    <a:pt x="4191" y="756"/>
                    <a:pt x="3277" y="0"/>
                    <a:pt x="21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22" name="Google Shape;16622;p85"/>
          <p:cNvGrpSpPr/>
          <p:nvPr/>
        </p:nvGrpSpPr>
        <p:grpSpPr>
          <a:xfrm>
            <a:off x="7070809" y="2587319"/>
            <a:ext cx="458465" cy="453411"/>
            <a:chOff x="-13531925" y="2075775"/>
            <a:chExt cx="356025" cy="352100"/>
          </a:xfrm>
        </p:grpSpPr>
        <p:sp>
          <p:nvSpPr>
            <p:cNvPr id="16623" name="Google Shape;16623;p85"/>
            <p:cNvSpPr/>
            <p:nvPr/>
          </p:nvSpPr>
          <p:spPr>
            <a:xfrm>
              <a:off x="-13531925" y="2075775"/>
              <a:ext cx="356025" cy="352100"/>
            </a:xfrm>
            <a:custGeom>
              <a:avLst/>
              <a:gdLst/>
              <a:ahLst/>
              <a:cxnLst/>
              <a:rect l="l" t="t" r="r" b="b"/>
              <a:pathLst>
                <a:path w="14241" h="14084" extrusionOk="0">
                  <a:moveTo>
                    <a:pt x="9610" y="725"/>
                  </a:moveTo>
                  <a:cubicBezTo>
                    <a:pt x="9862" y="725"/>
                    <a:pt x="10019" y="946"/>
                    <a:pt x="10019" y="1166"/>
                  </a:cubicBezTo>
                  <a:lnTo>
                    <a:pt x="10019" y="2017"/>
                  </a:lnTo>
                  <a:lnTo>
                    <a:pt x="10019" y="2111"/>
                  </a:lnTo>
                  <a:lnTo>
                    <a:pt x="9830" y="2395"/>
                  </a:lnTo>
                  <a:cubicBezTo>
                    <a:pt x="9736" y="2426"/>
                    <a:pt x="9704" y="2426"/>
                    <a:pt x="9610" y="2426"/>
                  </a:cubicBezTo>
                  <a:lnTo>
                    <a:pt x="4632" y="2426"/>
                  </a:lnTo>
                  <a:cubicBezTo>
                    <a:pt x="4538" y="2426"/>
                    <a:pt x="4474" y="2395"/>
                    <a:pt x="4411" y="2395"/>
                  </a:cubicBezTo>
                  <a:lnTo>
                    <a:pt x="4222" y="2111"/>
                  </a:lnTo>
                  <a:lnTo>
                    <a:pt x="4222" y="2017"/>
                  </a:lnTo>
                  <a:lnTo>
                    <a:pt x="4222" y="1166"/>
                  </a:lnTo>
                  <a:cubicBezTo>
                    <a:pt x="4222" y="946"/>
                    <a:pt x="4411" y="725"/>
                    <a:pt x="4632" y="725"/>
                  </a:cubicBezTo>
                  <a:close/>
                  <a:moveTo>
                    <a:pt x="9232" y="3308"/>
                  </a:moveTo>
                  <a:lnTo>
                    <a:pt x="8633" y="4128"/>
                  </a:lnTo>
                  <a:lnTo>
                    <a:pt x="5735" y="4128"/>
                  </a:lnTo>
                  <a:lnTo>
                    <a:pt x="5105" y="3308"/>
                  </a:lnTo>
                  <a:close/>
                  <a:moveTo>
                    <a:pt x="2175" y="4915"/>
                  </a:moveTo>
                  <a:cubicBezTo>
                    <a:pt x="2427" y="4915"/>
                    <a:pt x="2584" y="5104"/>
                    <a:pt x="2584" y="5325"/>
                  </a:cubicBezTo>
                  <a:lnTo>
                    <a:pt x="2584" y="5766"/>
                  </a:lnTo>
                  <a:lnTo>
                    <a:pt x="1734" y="5766"/>
                  </a:lnTo>
                  <a:lnTo>
                    <a:pt x="1734" y="5325"/>
                  </a:lnTo>
                  <a:cubicBezTo>
                    <a:pt x="1734" y="5104"/>
                    <a:pt x="1954" y="4915"/>
                    <a:pt x="2175" y="4915"/>
                  </a:cubicBezTo>
                  <a:close/>
                  <a:moveTo>
                    <a:pt x="12193" y="4915"/>
                  </a:moveTo>
                  <a:cubicBezTo>
                    <a:pt x="12414" y="4915"/>
                    <a:pt x="12603" y="5104"/>
                    <a:pt x="12603" y="5325"/>
                  </a:cubicBezTo>
                  <a:lnTo>
                    <a:pt x="12603" y="5766"/>
                  </a:lnTo>
                  <a:lnTo>
                    <a:pt x="11784" y="5766"/>
                  </a:lnTo>
                  <a:lnTo>
                    <a:pt x="11784" y="5325"/>
                  </a:lnTo>
                  <a:lnTo>
                    <a:pt x="11752" y="5325"/>
                  </a:lnTo>
                  <a:cubicBezTo>
                    <a:pt x="11752" y="5104"/>
                    <a:pt x="11941" y="4915"/>
                    <a:pt x="12193" y="4915"/>
                  </a:cubicBezTo>
                  <a:close/>
                  <a:moveTo>
                    <a:pt x="8570" y="4947"/>
                  </a:moveTo>
                  <a:lnTo>
                    <a:pt x="9263" y="6364"/>
                  </a:lnTo>
                  <a:cubicBezTo>
                    <a:pt x="9358" y="6522"/>
                    <a:pt x="9452" y="6616"/>
                    <a:pt x="9641" y="6616"/>
                  </a:cubicBezTo>
                  <a:lnTo>
                    <a:pt x="12981" y="6616"/>
                  </a:lnTo>
                  <a:cubicBezTo>
                    <a:pt x="13201" y="6616"/>
                    <a:pt x="13390" y="6806"/>
                    <a:pt x="13390" y="7026"/>
                  </a:cubicBezTo>
                  <a:lnTo>
                    <a:pt x="13390" y="7467"/>
                  </a:lnTo>
                  <a:lnTo>
                    <a:pt x="9200" y="7467"/>
                  </a:lnTo>
                  <a:cubicBezTo>
                    <a:pt x="8665" y="6963"/>
                    <a:pt x="7972" y="6648"/>
                    <a:pt x="7184" y="6648"/>
                  </a:cubicBezTo>
                  <a:cubicBezTo>
                    <a:pt x="6396" y="6648"/>
                    <a:pt x="5703" y="6963"/>
                    <a:pt x="5136" y="7467"/>
                  </a:cubicBezTo>
                  <a:lnTo>
                    <a:pt x="977" y="7467"/>
                  </a:lnTo>
                  <a:lnTo>
                    <a:pt x="977" y="7026"/>
                  </a:lnTo>
                  <a:cubicBezTo>
                    <a:pt x="914" y="6774"/>
                    <a:pt x="1103" y="6616"/>
                    <a:pt x="1356" y="6616"/>
                  </a:cubicBezTo>
                  <a:lnTo>
                    <a:pt x="4664" y="6616"/>
                  </a:lnTo>
                  <a:cubicBezTo>
                    <a:pt x="4821" y="6616"/>
                    <a:pt x="4979" y="6522"/>
                    <a:pt x="5010" y="6364"/>
                  </a:cubicBezTo>
                  <a:lnTo>
                    <a:pt x="5735" y="4947"/>
                  </a:lnTo>
                  <a:close/>
                  <a:moveTo>
                    <a:pt x="4506" y="8255"/>
                  </a:moveTo>
                  <a:cubicBezTo>
                    <a:pt x="4317" y="8664"/>
                    <a:pt x="4222" y="9042"/>
                    <a:pt x="4222" y="9515"/>
                  </a:cubicBezTo>
                  <a:cubicBezTo>
                    <a:pt x="4222" y="9956"/>
                    <a:pt x="4348" y="10366"/>
                    <a:pt x="4506" y="10744"/>
                  </a:cubicBezTo>
                  <a:lnTo>
                    <a:pt x="914" y="10744"/>
                  </a:lnTo>
                  <a:lnTo>
                    <a:pt x="914" y="8255"/>
                  </a:lnTo>
                  <a:close/>
                  <a:moveTo>
                    <a:pt x="13390" y="8286"/>
                  </a:moveTo>
                  <a:lnTo>
                    <a:pt x="13390" y="10744"/>
                  </a:lnTo>
                  <a:lnTo>
                    <a:pt x="9767" y="10744"/>
                  </a:lnTo>
                  <a:cubicBezTo>
                    <a:pt x="9988" y="10334"/>
                    <a:pt x="10051" y="9956"/>
                    <a:pt x="10051" y="9515"/>
                  </a:cubicBezTo>
                  <a:cubicBezTo>
                    <a:pt x="10051" y="9074"/>
                    <a:pt x="9925" y="8664"/>
                    <a:pt x="9767" y="8286"/>
                  </a:cubicBezTo>
                  <a:close/>
                  <a:moveTo>
                    <a:pt x="7152" y="7373"/>
                  </a:moveTo>
                  <a:cubicBezTo>
                    <a:pt x="8287" y="7373"/>
                    <a:pt x="9232" y="8318"/>
                    <a:pt x="9232" y="9483"/>
                  </a:cubicBezTo>
                  <a:cubicBezTo>
                    <a:pt x="9232" y="10618"/>
                    <a:pt x="8287" y="11563"/>
                    <a:pt x="7152" y="11563"/>
                  </a:cubicBezTo>
                  <a:cubicBezTo>
                    <a:pt x="5987" y="11563"/>
                    <a:pt x="5042" y="10618"/>
                    <a:pt x="5042" y="9483"/>
                  </a:cubicBezTo>
                  <a:cubicBezTo>
                    <a:pt x="5042" y="8318"/>
                    <a:pt x="5987" y="7373"/>
                    <a:pt x="7152" y="7373"/>
                  </a:cubicBezTo>
                  <a:close/>
                  <a:moveTo>
                    <a:pt x="13390" y="11563"/>
                  </a:moveTo>
                  <a:lnTo>
                    <a:pt x="13390" y="12791"/>
                  </a:lnTo>
                  <a:cubicBezTo>
                    <a:pt x="13390" y="13012"/>
                    <a:pt x="13201" y="13201"/>
                    <a:pt x="12981" y="13201"/>
                  </a:cubicBezTo>
                  <a:lnTo>
                    <a:pt x="1356" y="13201"/>
                  </a:lnTo>
                  <a:cubicBezTo>
                    <a:pt x="1103" y="13201"/>
                    <a:pt x="946" y="13012"/>
                    <a:pt x="946" y="12791"/>
                  </a:cubicBezTo>
                  <a:lnTo>
                    <a:pt x="946" y="11563"/>
                  </a:lnTo>
                  <a:lnTo>
                    <a:pt x="5136" y="11563"/>
                  </a:lnTo>
                  <a:cubicBezTo>
                    <a:pt x="5640" y="12067"/>
                    <a:pt x="6396" y="12382"/>
                    <a:pt x="7184" y="12382"/>
                  </a:cubicBezTo>
                  <a:cubicBezTo>
                    <a:pt x="7972" y="12382"/>
                    <a:pt x="8665" y="12067"/>
                    <a:pt x="9200" y="11563"/>
                  </a:cubicBezTo>
                  <a:close/>
                  <a:moveTo>
                    <a:pt x="4569" y="0"/>
                  </a:moveTo>
                  <a:cubicBezTo>
                    <a:pt x="3907" y="0"/>
                    <a:pt x="3309" y="536"/>
                    <a:pt x="3309" y="1261"/>
                  </a:cubicBezTo>
                  <a:lnTo>
                    <a:pt x="3309" y="2111"/>
                  </a:lnTo>
                  <a:cubicBezTo>
                    <a:pt x="3309" y="2458"/>
                    <a:pt x="3466" y="2836"/>
                    <a:pt x="3750" y="3056"/>
                  </a:cubicBezTo>
                  <a:lnTo>
                    <a:pt x="4884" y="4632"/>
                  </a:lnTo>
                  <a:lnTo>
                    <a:pt x="4317" y="5829"/>
                  </a:lnTo>
                  <a:lnTo>
                    <a:pt x="3309" y="5829"/>
                  </a:lnTo>
                  <a:lnTo>
                    <a:pt x="3309" y="5388"/>
                  </a:lnTo>
                  <a:cubicBezTo>
                    <a:pt x="3309" y="4726"/>
                    <a:pt x="2773" y="4159"/>
                    <a:pt x="2112" y="4159"/>
                  </a:cubicBezTo>
                  <a:cubicBezTo>
                    <a:pt x="1419" y="4159"/>
                    <a:pt x="851" y="4726"/>
                    <a:pt x="851" y="5388"/>
                  </a:cubicBezTo>
                  <a:lnTo>
                    <a:pt x="851" y="5860"/>
                  </a:lnTo>
                  <a:cubicBezTo>
                    <a:pt x="379" y="6018"/>
                    <a:pt x="1" y="6490"/>
                    <a:pt x="1" y="7026"/>
                  </a:cubicBezTo>
                  <a:lnTo>
                    <a:pt x="1" y="12823"/>
                  </a:lnTo>
                  <a:cubicBezTo>
                    <a:pt x="1" y="13485"/>
                    <a:pt x="568" y="14083"/>
                    <a:pt x="1229" y="14083"/>
                  </a:cubicBezTo>
                  <a:lnTo>
                    <a:pt x="12855" y="14083"/>
                  </a:lnTo>
                  <a:cubicBezTo>
                    <a:pt x="13516" y="14083"/>
                    <a:pt x="14115" y="13516"/>
                    <a:pt x="14115" y="12823"/>
                  </a:cubicBezTo>
                  <a:lnTo>
                    <a:pt x="14115" y="7026"/>
                  </a:lnTo>
                  <a:cubicBezTo>
                    <a:pt x="14241" y="6490"/>
                    <a:pt x="13863" y="6018"/>
                    <a:pt x="13390" y="5860"/>
                  </a:cubicBezTo>
                  <a:lnTo>
                    <a:pt x="13390" y="5388"/>
                  </a:lnTo>
                  <a:cubicBezTo>
                    <a:pt x="13390" y="4726"/>
                    <a:pt x="12855" y="4159"/>
                    <a:pt x="12130" y="4159"/>
                  </a:cubicBezTo>
                  <a:cubicBezTo>
                    <a:pt x="11469" y="4159"/>
                    <a:pt x="10870" y="4726"/>
                    <a:pt x="10870" y="5388"/>
                  </a:cubicBezTo>
                  <a:lnTo>
                    <a:pt x="10870" y="5829"/>
                  </a:lnTo>
                  <a:lnTo>
                    <a:pt x="9862" y="5829"/>
                  </a:lnTo>
                  <a:lnTo>
                    <a:pt x="9263" y="4632"/>
                  </a:lnTo>
                  <a:lnTo>
                    <a:pt x="10429" y="3056"/>
                  </a:lnTo>
                  <a:cubicBezTo>
                    <a:pt x="10681" y="2836"/>
                    <a:pt x="10838" y="2521"/>
                    <a:pt x="10838" y="2111"/>
                  </a:cubicBezTo>
                  <a:lnTo>
                    <a:pt x="10838" y="1261"/>
                  </a:lnTo>
                  <a:cubicBezTo>
                    <a:pt x="10838" y="568"/>
                    <a:pt x="10303" y="0"/>
                    <a:pt x="95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4" name="Google Shape;16624;p85"/>
            <p:cNvSpPr/>
            <p:nvPr/>
          </p:nvSpPr>
          <p:spPr>
            <a:xfrm>
              <a:off x="-13384625" y="2282125"/>
              <a:ext cx="63025" cy="60675"/>
            </a:xfrm>
            <a:custGeom>
              <a:avLst/>
              <a:gdLst/>
              <a:ahLst/>
              <a:cxnLst/>
              <a:rect l="l" t="t" r="r" b="b"/>
              <a:pathLst>
                <a:path w="2521" h="2427" extrusionOk="0">
                  <a:moveTo>
                    <a:pt x="1260" y="788"/>
                  </a:moveTo>
                  <a:cubicBezTo>
                    <a:pt x="1449" y="788"/>
                    <a:pt x="1670" y="977"/>
                    <a:pt x="1670" y="1229"/>
                  </a:cubicBezTo>
                  <a:cubicBezTo>
                    <a:pt x="1670" y="1450"/>
                    <a:pt x="1481" y="1639"/>
                    <a:pt x="1260" y="1639"/>
                  </a:cubicBezTo>
                  <a:cubicBezTo>
                    <a:pt x="1008" y="1639"/>
                    <a:pt x="851" y="1450"/>
                    <a:pt x="851" y="1229"/>
                  </a:cubicBezTo>
                  <a:cubicBezTo>
                    <a:pt x="851" y="977"/>
                    <a:pt x="1040" y="788"/>
                    <a:pt x="1260" y="788"/>
                  </a:cubicBezTo>
                  <a:close/>
                  <a:moveTo>
                    <a:pt x="1260" y="1"/>
                  </a:moveTo>
                  <a:cubicBezTo>
                    <a:pt x="536" y="1"/>
                    <a:pt x="0" y="568"/>
                    <a:pt x="0" y="1229"/>
                  </a:cubicBezTo>
                  <a:cubicBezTo>
                    <a:pt x="0" y="1891"/>
                    <a:pt x="536" y="2427"/>
                    <a:pt x="1260" y="2427"/>
                  </a:cubicBezTo>
                  <a:cubicBezTo>
                    <a:pt x="1954" y="2427"/>
                    <a:pt x="2521" y="1923"/>
                    <a:pt x="2521" y="1229"/>
                  </a:cubicBezTo>
                  <a:cubicBezTo>
                    <a:pt x="2521" y="568"/>
                    <a:pt x="1954" y="1"/>
                    <a:pt x="12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25" name="Google Shape;16625;p85"/>
          <p:cNvGrpSpPr/>
          <p:nvPr/>
        </p:nvGrpSpPr>
        <p:grpSpPr>
          <a:xfrm>
            <a:off x="7072837" y="3131593"/>
            <a:ext cx="454409" cy="454409"/>
            <a:chOff x="-13528775" y="2507400"/>
            <a:chExt cx="352875" cy="352875"/>
          </a:xfrm>
        </p:grpSpPr>
        <p:sp>
          <p:nvSpPr>
            <p:cNvPr id="16626" name="Google Shape;16626;p85"/>
            <p:cNvSpPr/>
            <p:nvPr/>
          </p:nvSpPr>
          <p:spPr>
            <a:xfrm>
              <a:off x="-13528775" y="2507400"/>
              <a:ext cx="352875" cy="352875"/>
            </a:xfrm>
            <a:custGeom>
              <a:avLst/>
              <a:gdLst/>
              <a:ahLst/>
              <a:cxnLst/>
              <a:rect l="l" t="t" r="r" b="b"/>
              <a:pathLst>
                <a:path w="14115" h="14115" extrusionOk="0">
                  <a:moveTo>
                    <a:pt x="6018" y="851"/>
                  </a:moveTo>
                  <a:lnTo>
                    <a:pt x="7121" y="2489"/>
                  </a:lnTo>
                  <a:lnTo>
                    <a:pt x="5640" y="2489"/>
                  </a:lnTo>
                  <a:lnTo>
                    <a:pt x="4538" y="851"/>
                  </a:lnTo>
                  <a:close/>
                  <a:moveTo>
                    <a:pt x="8507" y="851"/>
                  </a:moveTo>
                  <a:lnTo>
                    <a:pt x="9610" y="2489"/>
                  </a:lnTo>
                  <a:lnTo>
                    <a:pt x="8129" y="2489"/>
                  </a:lnTo>
                  <a:lnTo>
                    <a:pt x="7026" y="851"/>
                  </a:lnTo>
                  <a:close/>
                  <a:moveTo>
                    <a:pt x="10996" y="851"/>
                  </a:moveTo>
                  <a:lnTo>
                    <a:pt x="12099" y="2489"/>
                  </a:lnTo>
                  <a:lnTo>
                    <a:pt x="10586" y="2489"/>
                  </a:lnTo>
                  <a:lnTo>
                    <a:pt x="9484" y="851"/>
                  </a:lnTo>
                  <a:close/>
                  <a:moveTo>
                    <a:pt x="12855" y="851"/>
                  </a:moveTo>
                  <a:cubicBezTo>
                    <a:pt x="13075" y="851"/>
                    <a:pt x="13264" y="1040"/>
                    <a:pt x="13264" y="1260"/>
                  </a:cubicBezTo>
                  <a:lnTo>
                    <a:pt x="13264" y="2489"/>
                  </a:lnTo>
                  <a:lnTo>
                    <a:pt x="13075" y="2489"/>
                  </a:lnTo>
                  <a:lnTo>
                    <a:pt x="11973" y="851"/>
                  </a:lnTo>
                  <a:close/>
                  <a:moveTo>
                    <a:pt x="7121" y="3308"/>
                  </a:moveTo>
                  <a:lnTo>
                    <a:pt x="6018" y="4978"/>
                  </a:lnTo>
                  <a:lnTo>
                    <a:pt x="4538" y="4978"/>
                  </a:lnTo>
                  <a:lnTo>
                    <a:pt x="5640" y="3308"/>
                  </a:lnTo>
                  <a:close/>
                  <a:moveTo>
                    <a:pt x="9610" y="3308"/>
                  </a:moveTo>
                  <a:lnTo>
                    <a:pt x="8507" y="4978"/>
                  </a:lnTo>
                  <a:lnTo>
                    <a:pt x="7026" y="4978"/>
                  </a:lnTo>
                  <a:lnTo>
                    <a:pt x="8129" y="3308"/>
                  </a:lnTo>
                  <a:close/>
                  <a:moveTo>
                    <a:pt x="12099" y="3308"/>
                  </a:moveTo>
                  <a:lnTo>
                    <a:pt x="10996" y="4978"/>
                  </a:lnTo>
                  <a:lnTo>
                    <a:pt x="9484" y="4978"/>
                  </a:lnTo>
                  <a:lnTo>
                    <a:pt x="10586" y="3308"/>
                  </a:lnTo>
                  <a:close/>
                  <a:moveTo>
                    <a:pt x="13264" y="3308"/>
                  </a:moveTo>
                  <a:lnTo>
                    <a:pt x="13264" y="4978"/>
                  </a:lnTo>
                  <a:lnTo>
                    <a:pt x="11973" y="4978"/>
                  </a:lnTo>
                  <a:lnTo>
                    <a:pt x="13075" y="3308"/>
                  </a:lnTo>
                  <a:close/>
                  <a:moveTo>
                    <a:pt x="3561" y="851"/>
                  </a:moveTo>
                  <a:lnTo>
                    <a:pt x="4916" y="2930"/>
                  </a:lnTo>
                  <a:lnTo>
                    <a:pt x="3561" y="5009"/>
                  </a:lnTo>
                  <a:lnTo>
                    <a:pt x="820" y="5009"/>
                  </a:lnTo>
                  <a:lnTo>
                    <a:pt x="820" y="1323"/>
                  </a:lnTo>
                  <a:cubicBezTo>
                    <a:pt x="788" y="1040"/>
                    <a:pt x="977" y="851"/>
                    <a:pt x="1230" y="851"/>
                  </a:cubicBezTo>
                  <a:close/>
                  <a:moveTo>
                    <a:pt x="13264" y="5797"/>
                  </a:moveTo>
                  <a:lnTo>
                    <a:pt x="13264" y="12886"/>
                  </a:lnTo>
                  <a:cubicBezTo>
                    <a:pt x="13264" y="13138"/>
                    <a:pt x="13075" y="13327"/>
                    <a:pt x="12855" y="13327"/>
                  </a:cubicBezTo>
                  <a:lnTo>
                    <a:pt x="1230" y="13327"/>
                  </a:lnTo>
                  <a:cubicBezTo>
                    <a:pt x="1009" y="13327"/>
                    <a:pt x="851" y="13138"/>
                    <a:pt x="851" y="12886"/>
                  </a:cubicBezTo>
                  <a:lnTo>
                    <a:pt x="851" y="5797"/>
                  </a:lnTo>
                  <a:close/>
                  <a:moveTo>
                    <a:pt x="1230" y="0"/>
                  </a:moveTo>
                  <a:cubicBezTo>
                    <a:pt x="568" y="0"/>
                    <a:pt x="1" y="567"/>
                    <a:pt x="1" y="1260"/>
                  </a:cubicBezTo>
                  <a:lnTo>
                    <a:pt x="1" y="12886"/>
                  </a:lnTo>
                  <a:cubicBezTo>
                    <a:pt x="1" y="13547"/>
                    <a:pt x="568" y="14114"/>
                    <a:pt x="1230" y="14114"/>
                  </a:cubicBezTo>
                  <a:lnTo>
                    <a:pt x="12855" y="14114"/>
                  </a:lnTo>
                  <a:cubicBezTo>
                    <a:pt x="13516" y="14114"/>
                    <a:pt x="14115" y="13547"/>
                    <a:pt x="14115" y="12886"/>
                  </a:cubicBezTo>
                  <a:lnTo>
                    <a:pt x="14115" y="1260"/>
                  </a:lnTo>
                  <a:cubicBezTo>
                    <a:pt x="14115" y="599"/>
                    <a:pt x="13548" y="0"/>
                    <a:pt x="128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7" name="Google Shape;16627;p85"/>
            <p:cNvSpPr/>
            <p:nvPr/>
          </p:nvSpPr>
          <p:spPr>
            <a:xfrm>
              <a:off x="-13403525" y="2673750"/>
              <a:ext cx="123675" cy="145750"/>
            </a:xfrm>
            <a:custGeom>
              <a:avLst/>
              <a:gdLst/>
              <a:ahLst/>
              <a:cxnLst/>
              <a:rect l="l" t="t" r="r" b="b"/>
              <a:pathLst>
                <a:path w="4947" h="5830" extrusionOk="0">
                  <a:moveTo>
                    <a:pt x="819" y="1159"/>
                  </a:moveTo>
                  <a:lnTo>
                    <a:pt x="3749" y="2924"/>
                  </a:lnTo>
                  <a:lnTo>
                    <a:pt x="819" y="4688"/>
                  </a:lnTo>
                  <a:lnTo>
                    <a:pt x="819" y="1159"/>
                  </a:lnTo>
                  <a:close/>
                  <a:moveTo>
                    <a:pt x="415" y="0"/>
                  </a:moveTo>
                  <a:cubicBezTo>
                    <a:pt x="197" y="0"/>
                    <a:pt x="0" y="166"/>
                    <a:pt x="0" y="403"/>
                  </a:cubicBezTo>
                  <a:lnTo>
                    <a:pt x="0" y="5412"/>
                  </a:lnTo>
                  <a:cubicBezTo>
                    <a:pt x="0" y="5570"/>
                    <a:pt x="63" y="5696"/>
                    <a:pt x="189" y="5759"/>
                  </a:cubicBezTo>
                  <a:cubicBezTo>
                    <a:pt x="252" y="5806"/>
                    <a:pt x="323" y="5830"/>
                    <a:pt x="398" y="5830"/>
                  </a:cubicBezTo>
                  <a:cubicBezTo>
                    <a:pt x="473" y="5830"/>
                    <a:pt x="551" y="5806"/>
                    <a:pt x="630" y="5759"/>
                  </a:cubicBezTo>
                  <a:lnTo>
                    <a:pt x="4757" y="3239"/>
                  </a:lnTo>
                  <a:cubicBezTo>
                    <a:pt x="4883" y="3176"/>
                    <a:pt x="4946" y="3050"/>
                    <a:pt x="4946" y="2892"/>
                  </a:cubicBezTo>
                  <a:cubicBezTo>
                    <a:pt x="4946" y="2735"/>
                    <a:pt x="4883" y="2640"/>
                    <a:pt x="4757" y="2577"/>
                  </a:cubicBezTo>
                  <a:lnTo>
                    <a:pt x="630" y="57"/>
                  </a:lnTo>
                  <a:cubicBezTo>
                    <a:pt x="560" y="18"/>
                    <a:pt x="487" y="0"/>
                    <a:pt x="4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8" name="Google Shape;16628;p85"/>
            <p:cNvSpPr/>
            <p:nvPr/>
          </p:nvSpPr>
          <p:spPr>
            <a:xfrm>
              <a:off x="-13486225" y="2559375"/>
              <a:ext cx="40975" cy="41775"/>
            </a:xfrm>
            <a:custGeom>
              <a:avLst/>
              <a:gdLst/>
              <a:ahLst/>
              <a:cxnLst/>
              <a:rect l="l" t="t" r="r" b="b"/>
              <a:pathLst>
                <a:path w="1639" h="1671" extrusionOk="0">
                  <a:moveTo>
                    <a:pt x="819" y="0"/>
                  </a:moveTo>
                  <a:cubicBezTo>
                    <a:pt x="378" y="0"/>
                    <a:pt x="0" y="378"/>
                    <a:pt x="0" y="851"/>
                  </a:cubicBezTo>
                  <a:cubicBezTo>
                    <a:pt x="0" y="1292"/>
                    <a:pt x="378" y="1670"/>
                    <a:pt x="819" y="1670"/>
                  </a:cubicBezTo>
                  <a:cubicBezTo>
                    <a:pt x="1292" y="1670"/>
                    <a:pt x="1638" y="1292"/>
                    <a:pt x="1638" y="851"/>
                  </a:cubicBezTo>
                  <a:cubicBezTo>
                    <a:pt x="1638" y="378"/>
                    <a:pt x="1292" y="0"/>
                    <a:pt x="8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29" name="Google Shape;16629;p85"/>
          <p:cNvSpPr/>
          <p:nvPr/>
        </p:nvSpPr>
        <p:spPr>
          <a:xfrm>
            <a:off x="9497851" y="2084141"/>
            <a:ext cx="455439" cy="372252"/>
          </a:xfrm>
          <a:custGeom>
            <a:avLst/>
            <a:gdLst/>
            <a:ahLst/>
            <a:cxnLst/>
            <a:rect l="l" t="t" r="r" b="b"/>
            <a:pathLst>
              <a:path w="14147" h="11563" extrusionOk="0">
                <a:moveTo>
                  <a:pt x="6680" y="819"/>
                </a:moveTo>
                <a:lnTo>
                  <a:pt x="6680" y="5009"/>
                </a:lnTo>
                <a:lnTo>
                  <a:pt x="6648" y="5009"/>
                </a:lnTo>
                <a:cubicBezTo>
                  <a:pt x="6302" y="5041"/>
                  <a:pt x="5924" y="5167"/>
                  <a:pt x="5609" y="5356"/>
                </a:cubicBezTo>
                <a:lnTo>
                  <a:pt x="3624" y="1859"/>
                </a:lnTo>
                <a:cubicBezTo>
                  <a:pt x="4506" y="1260"/>
                  <a:pt x="5546" y="882"/>
                  <a:pt x="6680" y="819"/>
                </a:cubicBezTo>
                <a:close/>
                <a:moveTo>
                  <a:pt x="7531" y="819"/>
                </a:moveTo>
                <a:cubicBezTo>
                  <a:pt x="8633" y="914"/>
                  <a:pt x="9673" y="1260"/>
                  <a:pt x="10587" y="1859"/>
                </a:cubicBezTo>
                <a:lnTo>
                  <a:pt x="8539" y="5356"/>
                </a:lnTo>
                <a:cubicBezTo>
                  <a:pt x="8224" y="5167"/>
                  <a:pt x="7877" y="5041"/>
                  <a:pt x="7531" y="5009"/>
                </a:cubicBezTo>
                <a:lnTo>
                  <a:pt x="7531" y="819"/>
                </a:lnTo>
                <a:close/>
                <a:moveTo>
                  <a:pt x="2931" y="2332"/>
                </a:moveTo>
                <a:lnTo>
                  <a:pt x="5010" y="5829"/>
                </a:lnTo>
                <a:cubicBezTo>
                  <a:pt x="4632" y="6175"/>
                  <a:pt x="4412" y="6648"/>
                  <a:pt x="4286" y="7152"/>
                </a:cubicBezTo>
                <a:lnTo>
                  <a:pt x="915" y="5892"/>
                </a:lnTo>
                <a:cubicBezTo>
                  <a:pt x="1135" y="4474"/>
                  <a:pt x="1891" y="3214"/>
                  <a:pt x="2931" y="2332"/>
                </a:cubicBezTo>
                <a:close/>
                <a:moveTo>
                  <a:pt x="11248" y="2300"/>
                </a:moveTo>
                <a:cubicBezTo>
                  <a:pt x="12319" y="3214"/>
                  <a:pt x="13075" y="4474"/>
                  <a:pt x="13296" y="5892"/>
                </a:cubicBezTo>
                <a:lnTo>
                  <a:pt x="9925" y="7152"/>
                </a:lnTo>
                <a:cubicBezTo>
                  <a:pt x="9799" y="6648"/>
                  <a:pt x="9547" y="6207"/>
                  <a:pt x="9200" y="5829"/>
                </a:cubicBezTo>
                <a:lnTo>
                  <a:pt x="11248" y="2300"/>
                </a:lnTo>
                <a:close/>
                <a:moveTo>
                  <a:pt x="7090" y="5797"/>
                </a:moveTo>
                <a:cubicBezTo>
                  <a:pt x="8098" y="5797"/>
                  <a:pt x="8948" y="6522"/>
                  <a:pt x="9137" y="7467"/>
                </a:cubicBezTo>
                <a:lnTo>
                  <a:pt x="7090" y="8223"/>
                </a:lnTo>
                <a:lnTo>
                  <a:pt x="5042" y="7467"/>
                </a:lnTo>
                <a:cubicBezTo>
                  <a:pt x="5199" y="6522"/>
                  <a:pt x="6050" y="5797"/>
                  <a:pt x="7090" y="5797"/>
                </a:cubicBezTo>
                <a:close/>
                <a:moveTo>
                  <a:pt x="7090" y="9294"/>
                </a:moveTo>
                <a:lnTo>
                  <a:pt x="8161" y="10428"/>
                </a:lnTo>
                <a:cubicBezTo>
                  <a:pt x="7830" y="10633"/>
                  <a:pt x="7452" y="10735"/>
                  <a:pt x="7078" y="10735"/>
                </a:cubicBezTo>
                <a:cubicBezTo>
                  <a:pt x="6704" y="10735"/>
                  <a:pt x="6333" y="10633"/>
                  <a:pt x="6018" y="10428"/>
                </a:cubicBezTo>
                <a:lnTo>
                  <a:pt x="7090" y="9294"/>
                </a:lnTo>
                <a:close/>
                <a:moveTo>
                  <a:pt x="7090" y="0"/>
                </a:moveTo>
                <a:cubicBezTo>
                  <a:pt x="3498" y="0"/>
                  <a:pt x="473" y="2678"/>
                  <a:pt x="32" y="6144"/>
                </a:cubicBezTo>
                <a:cubicBezTo>
                  <a:pt x="1" y="6333"/>
                  <a:pt x="95" y="6490"/>
                  <a:pt x="316" y="6585"/>
                </a:cubicBezTo>
                <a:lnTo>
                  <a:pt x="6365" y="8853"/>
                </a:lnTo>
                <a:lnTo>
                  <a:pt x="5168" y="10208"/>
                </a:lnTo>
                <a:cubicBezTo>
                  <a:pt x="5010" y="10365"/>
                  <a:pt x="5010" y="10617"/>
                  <a:pt x="5168" y="10775"/>
                </a:cubicBezTo>
                <a:cubicBezTo>
                  <a:pt x="5672" y="11310"/>
                  <a:pt x="6365" y="11562"/>
                  <a:pt x="7090" y="11562"/>
                </a:cubicBezTo>
                <a:cubicBezTo>
                  <a:pt x="7846" y="11562"/>
                  <a:pt x="8507" y="11310"/>
                  <a:pt x="9011" y="10775"/>
                </a:cubicBezTo>
                <a:cubicBezTo>
                  <a:pt x="9169" y="10617"/>
                  <a:pt x="9169" y="10397"/>
                  <a:pt x="9011" y="10208"/>
                </a:cubicBezTo>
                <a:lnTo>
                  <a:pt x="7783" y="8853"/>
                </a:lnTo>
                <a:lnTo>
                  <a:pt x="13863" y="6585"/>
                </a:lnTo>
                <a:cubicBezTo>
                  <a:pt x="14052" y="6490"/>
                  <a:pt x="14147" y="6333"/>
                  <a:pt x="14147" y="6144"/>
                </a:cubicBezTo>
                <a:cubicBezTo>
                  <a:pt x="13706" y="2678"/>
                  <a:pt x="10650" y="0"/>
                  <a:pt x="709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0" name="Google Shape;16630;p85"/>
          <p:cNvSpPr/>
          <p:nvPr/>
        </p:nvSpPr>
        <p:spPr>
          <a:xfrm>
            <a:off x="9497352" y="2586936"/>
            <a:ext cx="456437" cy="454184"/>
          </a:xfrm>
          <a:custGeom>
            <a:avLst/>
            <a:gdLst/>
            <a:ahLst/>
            <a:cxnLst/>
            <a:rect l="l" t="t" r="r" b="b"/>
            <a:pathLst>
              <a:path w="14178" h="14108" extrusionOk="0">
                <a:moveTo>
                  <a:pt x="8727" y="5034"/>
                </a:moveTo>
                <a:cubicBezTo>
                  <a:pt x="8948" y="5065"/>
                  <a:pt x="9137" y="5254"/>
                  <a:pt x="9137" y="5443"/>
                </a:cubicBezTo>
                <a:cubicBezTo>
                  <a:pt x="9137" y="5695"/>
                  <a:pt x="8948" y="5885"/>
                  <a:pt x="8727" y="5885"/>
                </a:cubicBezTo>
                <a:cubicBezTo>
                  <a:pt x="8507" y="5885"/>
                  <a:pt x="8318" y="5695"/>
                  <a:pt x="8318" y="5443"/>
                </a:cubicBezTo>
                <a:cubicBezTo>
                  <a:pt x="8318" y="5223"/>
                  <a:pt x="8507" y="5034"/>
                  <a:pt x="8727" y="5034"/>
                </a:cubicBezTo>
                <a:close/>
                <a:moveTo>
                  <a:pt x="5388" y="5065"/>
                </a:moveTo>
                <a:cubicBezTo>
                  <a:pt x="5640" y="5065"/>
                  <a:pt x="5829" y="5254"/>
                  <a:pt x="5829" y="5506"/>
                </a:cubicBezTo>
                <a:cubicBezTo>
                  <a:pt x="5829" y="5727"/>
                  <a:pt x="5640" y="5916"/>
                  <a:pt x="5388" y="5916"/>
                </a:cubicBezTo>
                <a:cubicBezTo>
                  <a:pt x="5167" y="5916"/>
                  <a:pt x="5010" y="5727"/>
                  <a:pt x="5010" y="5506"/>
                </a:cubicBezTo>
                <a:cubicBezTo>
                  <a:pt x="4978" y="5254"/>
                  <a:pt x="5167" y="5065"/>
                  <a:pt x="5388" y="5065"/>
                </a:cubicBezTo>
                <a:close/>
                <a:moveTo>
                  <a:pt x="7089" y="3459"/>
                </a:moveTo>
                <a:cubicBezTo>
                  <a:pt x="8160" y="3459"/>
                  <a:pt x="9137" y="3522"/>
                  <a:pt x="10050" y="3711"/>
                </a:cubicBezTo>
                <a:lnTo>
                  <a:pt x="9357" y="4435"/>
                </a:lnTo>
                <a:cubicBezTo>
                  <a:pt x="9168" y="4341"/>
                  <a:pt x="8979" y="4278"/>
                  <a:pt x="8790" y="4278"/>
                </a:cubicBezTo>
                <a:cubicBezTo>
                  <a:pt x="8097" y="4278"/>
                  <a:pt x="7530" y="4813"/>
                  <a:pt x="7530" y="5506"/>
                </a:cubicBezTo>
                <a:cubicBezTo>
                  <a:pt x="7530" y="6168"/>
                  <a:pt x="8066" y="6704"/>
                  <a:pt x="8790" y="6704"/>
                </a:cubicBezTo>
                <a:cubicBezTo>
                  <a:pt x="9452" y="6704"/>
                  <a:pt x="9987" y="6168"/>
                  <a:pt x="9987" y="5506"/>
                </a:cubicBezTo>
                <a:cubicBezTo>
                  <a:pt x="9987" y="5317"/>
                  <a:pt x="9956" y="5160"/>
                  <a:pt x="9924" y="5034"/>
                </a:cubicBezTo>
                <a:lnTo>
                  <a:pt x="10996" y="3931"/>
                </a:lnTo>
                <a:cubicBezTo>
                  <a:pt x="11216" y="3994"/>
                  <a:pt x="11405" y="4026"/>
                  <a:pt x="11626" y="4120"/>
                </a:cubicBezTo>
                <a:cubicBezTo>
                  <a:pt x="12665" y="4498"/>
                  <a:pt x="13295" y="5034"/>
                  <a:pt x="13295" y="5506"/>
                </a:cubicBezTo>
                <a:cubicBezTo>
                  <a:pt x="13295" y="6452"/>
                  <a:pt x="10775" y="7586"/>
                  <a:pt x="7089" y="7586"/>
                </a:cubicBezTo>
                <a:cubicBezTo>
                  <a:pt x="3497" y="7586"/>
                  <a:pt x="851" y="6483"/>
                  <a:pt x="851" y="5506"/>
                </a:cubicBezTo>
                <a:cubicBezTo>
                  <a:pt x="820" y="5034"/>
                  <a:pt x="1450" y="4498"/>
                  <a:pt x="2521" y="4120"/>
                </a:cubicBezTo>
                <a:cubicBezTo>
                  <a:pt x="2710" y="4026"/>
                  <a:pt x="2962" y="3963"/>
                  <a:pt x="3182" y="3931"/>
                </a:cubicBezTo>
                <a:lnTo>
                  <a:pt x="4285" y="5034"/>
                </a:lnTo>
                <a:cubicBezTo>
                  <a:pt x="4254" y="5191"/>
                  <a:pt x="4222" y="5349"/>
                  <a:pt x="4222" y="5506"/>
                </a:cubicBezTo>
                <a:cubicBezTo>
                  <a:pt x="4222" y="6168"/>
                  <a:pt x="4758" y="6704"/>
                  <a:pt x="5419" y="6704"/>
                </a:cubicBezTo>
                <a:cubicBezTo>
                  <a:pt x="6112" y="6704"/>
                  <a:pt x="6679" y="6168"/>
                  <a:pt x="6679" y="5506"/>
                </a:cubicBezTo>
                <a:cubicBezTo>
                  <a:pt x="6679" y="4813"/>
                  <a:pt x="6144" y="4278"/>
                  <a:pt x="5419" y="4278"/>
                </a:cubicBezTo>
                <a:cubicBezTo>
                  <a:pt x="5199" y="4278"/>
                  <a:pt x="5010" y="4309"/>
                  <a:pt x="4852" y="4435"/>
                </a:cubicBezTo>
                <a:lnTo>
                  <a:pt x="4128" y="3711"/>
                </a:lnTo>
                <a:cubicBezTo>
                  <a:pt x="5041" y="3553"/>
                  <a:pt x="6018" y="3459"/>
                  <a:pt x="7089" y="3459"/>
                </a:cubicBezTo>
                <a:close/>
                <a:moveTo>
                  <a:pt x="820" y="6861"/>
                </a:moveTo>
                <a:cubicBezTo>
                  <a:pt x="1135" y="7113"/>
                  <a:pt x="1576" y="7334"/>
                  <a:pt x="2048" y="7523"/>
                </a:cubicBezTo>
                <a:lnTo>
                  <a:pt x="820" y="9193"/>
                </a:lnTo>
                <a:lnTo>
                  <a:pt x="820" y="6861"/>
                </a:lnTo>
                <a:close/>
                <a:moveTo>
                  <a:pt x="13264" y="6861"/>
                </a:moveTo>
                <a:lnTo>
                  <a:pt x="13264" y="9193"/>
                </a:lnTo>
                <a:lnTo>
                  <a:pt x="12067" y="7554"/>
                </a:lnTo>
                <a:cubicBezTo>
                  <a:pt x="12571" y="7334"/>
                  <a:pt x="12949" y="7113"/>
                  <a:pt x="13264" y="6861"/>
                </a:cubicBezTo>
                <a:close/>
                <a:moveTo>
                  <a:pt x="3655" y="8027"/>
                </a:moveTo>
                <a:lnTo>
                  <a:pt x="3655" y="8027"/>
                </a:lnTo>
                <a:cubicBezTo>
                  <a:pt x="4474" y="8216"/>
                  <a:pt x="5388" y="8279"/>
                  <a:pt x="6333" y="8342"/>
                </a:cubicBezTo>
                <a:lnTo>
                  <a:pt x="4695" y="11083"/>
                </a:lnTo>
                <a:lnTo>
                  <a:pt x="3655" y="8027"/>
                </a:lnTo>
                <a:close/>
                <a:moveTo>
                  <a:pt x="10492" y="8058"/>
                </a:moveTo>
                <a:lnTo>
                  <a:pt x="9452" y="11114"/>
                </a:lnTo>
                <a:lnTo>
                  <a:pt x="7751" y="8373"/>
                </a:lnTo>
                <a:cubicBezTo>
                  <a:pt x="8696" y="8342"/>
                  <a:pt x="9641" y="8216"/>
                  <a:pt x="10492" y="8058"/>
                </a:cubicBezTo>
                <a:close/>
                <a:moveTo>
                  <a:pt x="2741" y="7964"/>
                </a:moveTo>
                <a:lnTo>
                  <a:pt x="3844" y="11272"/>
                </a:lnTo>
                <a:cubicBezTo>
                  <a:pt x="2836" y="11020"/>
                  <a:pt x="1891" y="10610"/>
                  <a:pt x="1135" y="10138"/>
                </a:cubicBezTo>
                <a:lnTo>
                  <a:pt x="2741" y="7964"/>
                </a:lnTo>
                <a:close/>
                <a:moveTo>
                  <a:pt x="11342" y="8027"/>
                </a:moveTo>
                <a:lnTo>
                  <a:pt x="12917" y="10138"/>
                </a:lnTo>
                <a:cubicBezTo>
                  <a:pt x="12161" y="10610"/>
                  <a:pt x="11248" y="11020"/>
                  <a:pt x="10240" y="11272"/>
                </a:cubicBezTo>
                <a:lnTo>
                  <a:pt x="11342" y="8027"/>
                </a:lnTo>
                <a:close/>
                <a:moveTo>
                  <a:pt x="7058" y="8751"/>
                </a:moveTo>
                <a:lnTo>
                  <a:pt x="8727" y="11555"/>
                </a:lnTo>
                <a:cubicBezTo>
                  <a:pt x="8192" y="11618"/>
                  <a:pt x="7593" y="11681"/>
                  <a:pt x="7058" y="11681"/>
                </a:cubicBezTo>
                <a:cubicBezTo>
                  <a:pt x="6459" y="11681"/>
                  <a:pt x="5892" y="11650"/>
                  <a:pt x="5356" y="11555"/>
                </a:cubicBezTo>
                <a:lnTo>
                  <a:pt x="7058" y="8751"/>
                </a:lnTo>
                <a:close/>
                <a:moveTo>
                  <a:pt x="13264" y="10894"/>
                </a:moveTo>
                <a:lnTo>
                  <a:pt x="13264" y="11240"/>
                </a:lnTo>
                <a:cubicBezTo>
                  <a:pt x="13264" y="12185"/>
                  <a:pt x="10744" y="13320"/>
                  <a:pt x="7058" y="13320"/>
                </a:cubicBezTo>
                <a:cubicBezTo>
                  <a:pt x="3340" y="13320"/>
                  <a:pt x="820" y="12185"/>
                  <a:pt x="820" y="11240"/>
                </a:cubicBezTo>
                <a:lnTo>
                  <a:pt x="820" y="10894"/>
                </a:lnTo>
                <a:cubicBezTo>
                  <a:pt x="2615" y="11996"/>
                  <a:pt x="4915" y="12501"/>
                  <a:pt x="7058" y="12501"/>
                </a:cubicBezTo>
                <a:cubicBezTo>
                  <a:pt x="9168" y="12501"/>
                  <a:pt x="11500" y="12028"/>
                  <a:pt x="13264" y="10894"/>
                </a:cubicBezTo>
                <a:close/>
                <a:moveTo>
                  <a:pt x="457" y="1"/>
                </a:moveTo>
                <a:cubicBezTo>
                  <a:pt x="347" y="1"/>
                  <a:pt x="237" y="40"/>
                  <a:pt x="158" y="119"/>
                </a:cubicBezTo>
                <a:cubicBezTo>
                  <a:pt x="0" y="277"/>
                  <a:pt x="0" y="560"/>
                  <a:pt x="158" y="718"/>
                </a:cubicBezTo>
                <a:lnTo>
                  <a:pt x="2552" y="3207"/>
                </a:lnTo>
                <a:cubicBezTo>
                  <a:pt x="2426" y="3238"/>
                  <a:pt x="2363" y="3270"/>
                  <a:pt x="2237" y="3333"/>
                </a:cubicBezTo>
                <a:cubicBezTo>
                  <a:pt x="820" y="3868"/>
                  <a:pt x="32" y="4624"/>
                  <a:pt x="32" y="5443"/>
                </a:cubicBezTo>
                <a:lnTo>
                  <a:pt x="32" y="11240"/>
                </a:lnTo>
                <a:cubicBezTo>
                  <a:pt x="32" y="12091"/>
                  <a:pt x="820" y="12847"/>
                  <a:pt x="2237" y="13383"/>
                </a:cubicBezTo>
                <a:cubicBezTo>
                  <a:pt x="3529" y="13824"/>
                  <a:pt x="5262" y="14107"/>
                  <a:pt x="7089" y="14107"/>
                </a:cubicBezTo>
                <a:cubicBezTo>
                  <a:pt x="10744" y="14107"/>
                  <a:pt x="14146" y="13005"/>
                  <a:pt x="14146" y="11240"/>
                </a:cubicBezTo>
                <a:lnTo>
                  <a:pt x="14146" y="5443"/>
                </a:lnTo>
                <a:cubicBezTo>
                  <a:pt x="14083" y="4624"/>
                  <a:pt x="13295" y="3868"/>
                  <a:pt x="11878" y="3333"/>
                </a:cubicBezTo>
                <a:cubicBezTo>
                  <a:pt x="11815" y="3301"/>
                  <a:pt x="11689" y="3238"/>
                  <a:pt x="11626" y="3207"/>
                </a:cubicBezTo>
                <a:lnTo>
                  <a:pt x="14020" y="718"/>
                </a:lnTo>
                <a:cubicBezTo>
                  <a:pt x="14178" y="560"/>
                  <a:pt x="14178" y="277"/>
                  <a:pt x="14020" y="119"/>
                </a:cubicBezTo>
                <a:cubicBezTo>
                  <a:pt x="13941" y="40"/>
                  <a:pt x="13831" y="1"/>
                  <a:pt x="13721" y="1"/>
                </a:cubicBezTo>
                <a:cubicBezTo>
                  <a:pt x="13611" y="1"/>
                  <a:pt x="13500" y="40"/>
                  <a:pt x="13422" y="119"/>
                </a:cubicBezTo>
                <a:lnTo>
                  <a:pt x="10712" y="2923"/>
                </a:lnTo>
                <a:cubicBezTo>
                  <a:pt x="9609" y="2640"/>
                  <a:pt x="8381" y="2545"/>
                  <a:pt x="7089" y="2545"/>
                </a:cubicBezTo>
                <a:cubicBezTo>
                  <a:pt x="5797" y="2545"/>
                  <a:pt x="4537" y="2640"/>
                  <a:pt x="3466" y="2923"/>
                </a:cubicBezTo>
                <a:lnTo>
                  <a:pt x="757" y="119"/>
                </a:lnTo>
                <a:cubicBezTo>
                  <a:pt x="678" y="40"/>
                  <a:pt x="567" y="1"/>
                  <a:pt x="4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31" name="Google Shape;16631;p85"/>
          <p:cNvGrpSpPr/>
          <p:nvPr/>
        </p:nvGrpSpPr>
        <p:grpSpPr>
          <a:xfrm>
            <a:off x="9520177" y="3131078"/>
            <a:ext cx="410787" cy="455439"/>
            <a:chOff x="-11747150" y="2530225"/>
            <a:chExt cx="319000" cy="353675"/>
          </a:xfrm>
        </p:grpSpPr>
        <p:sp>
          <p:nvSpPr>
            <p:cNvPr id="16632" name="Google Shape;16632;p85"/>
            <p:cNvSpPr/>
            <p:nvPr/>
          </p:nvSpPr>
          <p:spPr>
            <a:xfrm>
              <a:off x="-11747150" y="2530225"/>
              <a:ext cx="319000" cy="353675"/>
            </a:xfrm>
            <a:custGeom>
              <a:avLst/>
              <a:gdLst/>
              <a:ahLst/>
              <a:cxnLst/>
              <a:rect l="l" t="t" r="r" b="b"/>
              <a:pathLst>
                <a:path w="12760" h="14147" extrusionOk="0">
                  <a:moveTo>
                    <a:pt x="7183" y="883"/>
                  </a:moveTo>
                  <a:cubicBezTo>
                    <a:pt x="7845" y="883"/>
                    <a:pt x="8443" y="1450"/>
                    <a:pt x="8412" y="2206"/>
                  </a:cubicBezTo>
                  <a:cubicBezTo>
                    <a:pt x="8412" y="2444"/>
                    <a:pt x="8612" y="2638"/>
                    <a:pt x="8825" y="2638"/>
                  </a:cubicBezTo>
                  <a:cubicBezTo>
                    <a:pt x="8866" y="2638"/>
                    <a:pt x="8907" y="2631"/>
                    <a:pt x="8947" y="2616"/>
                  </a:cubicBezTo>
                  <a:cubicBezTo>
                    <a:pt x="9048" y="2581"/>
                    <a:pt x="9148" y="2564"/>
                    <a:pt x="9243" y="2564"/>
                  </a:cubicBezTo>
                  <a:cubicBezTo>
                    <a:pt x="9829" y="2564"/>
                    <a:pt x="10258" y="3180"/>
                    <a:pt x="9987" y="3750"/>
                  </a:cubicBezTo>
                  <a:cubicBezTo>
                    <a:pt x="9893" y="3907"/>
                    <a:pt x="9956" y="4096"/>
                    <a:pt x="10050" y="4222"/>
                  </a:cubicBezTo>
                  <a:cubicBezTo>
                    <a:pt x="10126" y="4299"/>
                    <a:pt x="10226" y="4340"/>
                    <a:pt x="10327" y="4340"/>
                  </a:cubicBezTo>
                  <a:cubicBezTo>
                    <a:pt x="10394" y="4340"/>
                    <a:pt x="10461" y="4323"/>
                    <a:pt x="10523" y="4285"/>
                  </a:cubicBezTo>
                  <a:cubicBezTo>
                    <a:pt x="10637" y="4237"/>
                    <a:pt x="10751" y="4216"/>
                    <a:pt x="10861" y="4216"/>
                  </a:cubicBezTo>
                  <a:cubicBezTo>
                    <a:pt x="11328" y="4216"/>
                    <a:pt x="11720" y="4608"/>
                    <a:pt x="11720" y="5042"/>
                  </a:cubicBezTo>
                  <a:lnTo>
                    <a:pt x="977" y="5042"/>
                  </a:lnTo>
                  <a:cubicBezTo>
                    <a:pt x="928" y="4575"/>
                    <a:pt x="1300" y="4185"/>
                    <a:pt x="1750" y="4185"/>
                  </a:cubicBezTo>
                  <a:cubicBezTo>
                    <a:pt x="1877" y="4185"/>
                    <a:pt x="2010" y="4216"/>
                    <a:pt x="2142" y="4285"/>
                  </a:cubicBezTo>
                  <a:cubicBezTo>
                    <a:pt x="2204" y="4323"/>
                    <a:pt x="2272" y="4340"/>
                    <a:pt x="2338" y="4340"/>
                  </a:cubicBezTo>
                  <a:cubicBezTo>
                    <a:pt x="2439" y="4340"/>
                    <a:pt x="2539" y="4299"/>
                    <a:pt x="2615" y="4222"/>
                  </a:cubicBezTo>
                  <a:cubicBezTo>
                    <a:pt x="2741" y="4096"/>
                    <a:pt x="2772" y="3907"/>
                    <a:pt x="2709" y="3750"/>
                  </a:cubicBezTo>
                  <a:cubicBezTo>
                    <a:pt x="2438" y="3180"/>
                    <a:pt x="2867" y="2564"/>
                    <a:pt x="3434" y="2564"/>
                  </a:cubicBezTo>
                  <a:cubicBezTo>
                    <a:pt x="3526" y="2564"/>
                    <a:pt x="3621" y="2581"/>
                    <a:pt x="3718" y="2616"/>
                  </a:cubicBezTo>
                  <a:cubicBezTo>
                    <a:pt x="3764" y="2627"/>
                    <a:pt x="3814" y="2634"/>
                    <a:pt x="3866" y="2634"/>
                  </a:cubicBezTo>
                  <a:cubicBezTo>
                    <a:pt x="3955" y="2634"/>
                    <a:pt x="4047" y="2613"/>
                    <a:pt x="4127" y="2553"/>
                  </a:cubicBezTo>
                  <a:cubicBezTo>
                    <a:pt x="4222" y="2490"/>
                    <a:pt x="4285" y="2364"/>
                    <a:pt x="4285" y="2206"/>
                  </a:cubicBezTo>
                  <a:cubicBezTo>
                    <a:pt x="4253" y="1450"/>
                    <a:pt x="4820" y="883"/>
                    <a:pt x="5482" y="883"/>
                  </a:cubicBezTo>
                  <a:cubicBezTo>
                    <a:pt x="5702" y="883"/>
                    <a:pt x="5923" y="914"/>
                    <a:pt x="6112" y="1040"/>
                  </a:cubicBezTo>
                  <a:cubicBezTo>
                    <a:pt x="6175" y="1072"/>
                    <a:pt x="6246" y="1088"/>
                    <a:pt x="6321" y="1088"/>
                  </a:cubicBezTo>
                  <a:cubicBezTo>
                    <a:pt x="6396" y="1088"/>
                    <a:pt x="6474" y="1072"/>
                    <a:pt x="6553" y="1040"/>
                  </a:cubicBezTo>
                  <a:cubicBezTo>
                    <a:pt x="6742" y="914"/>
                    <a:pt x="6963" y="883"/>
                    <a:pt x="7183" y="883"/>
                  </a:cubicBezTo>
                  <a:close/>
                  <a:moveTo>
                    <a:pt x="5891" y="5861"/>
                  </a:moveTo>
                  <a:lnTo>
                    <a:pt x="5891" y="7530"/>
                  </a:lnTo>
                  <a:cubicBezTo>
                    <a:pt x="5230" y="7562"/>
                    <a:pt x="4600" y="7688"/>
                    <a:pt x="4064" y="7908"/>
                  </a:cubicBezTo>
                  <a:lnTo>
                    <a:pt x="3875" y="5861"/>
                  </a:lnTo>
                  <a:close/>
                  <a:moveTo>
                    <a:pt x="8758" y="5861"/>
                  </a:moveTo>
                  <a:lnTo>
                    <a:pt x="8569" y="7908"/>
                  </a:lnTo>
                  <a:cubicBezTo>
                    <a:pt x="8065" y="7719"/>
                    <a:pt x="7435" y="7562"/>
                    <a:pt x="6774" y="7530"/>
                  </a:cubicBezTo>
                  <a:lnTo>
                    <a:pt x="6774" y="5861"/>
                  </a:lnTo>
                  <a:close/>
                  <a:moveTo>
                    <a:pt x="6333" y="8350"/>
                  </a:moveTo>
                  <a:cubicBezTo>
                    <a:pt x="7971" y="8350"/>
                    <a:pt x="9199" y="9011"/>
                    <a:pt x="9199" y="9610"/>
                  </a:cubicBezTo>
                  <a:cubicBezTo>
                    <a:pt x="9199" y="10177"/>
                    <a:pt x="7971" y="10838"/>
                    <a:pt x="6333" y="10838"/>
                  </a:cubicBezTo>
                  <a:cubicBezTo>
                    <a:pt x="4663" y="10838"/>
                    <a:pt x="3466" y="10177"/>
                    <a:pt x="3466" y="9610"/>
                  </a:cubicBezTo>
                  <a:cubicBezTo>
                    <a:pt x="3466" y="9011"/>
                    <a:pt x="4663" y="8350"/>
                    <a:pt x="6333" y="8350"/>
                  </a:cubicBezTo>
                  <a:close/>
                  <a:moveTo>
                    <a:pt x="3056" y="5861"/>
                  </a:moveTo>
                  <a:lnTo>
                    <a:pt x="3277" y="8350"/>
                  </a:lnTo>
                  <a:cubicBezTo>
                    <a:pt x="2804" y="8696"/>
                    <a:pt x="2583" y="9137"/>
                    <a:pt x="2583" y="9578"/>
                  </a:cubicBezTo>
                  <a:cubicBezTo>
                    <a:pt x="2583" y="10114"/>
                    <a:pt x="2930" y="10586"/>
                    <a:pt x="3560" y="10996"/>
                  </a:cubicBezTo>
                  <a:lnTo>
                    <a:pt x="3812" y="13327"/>
                  </a:lnTo>
                  <a:lnTo>
                    <a:pt x="2867" y="13327"/>
                  </a:lnTo>
                  <a:cubicBezTo>
                    <a:pt x="2678" y="13327"/>
                    <a:pt x="2489" y="13170"/>
                    <a:pt x="2457" y="13012"/>
                  </a:cubicBezTo>
                  <a:lnTo>
                    <a:pt x="1040" y="5861"/>
                  </a:lnTo>
                  <a:close/>
                  <a:moveTo>
                    <a:pt x="4442" y="11374"/>
                  </a:moveTo>
                  <a:lnTo>
                    <a:pt x="4442" y="11374"/>
                  </a:lnTo>
                  <a:cubicBezTo>
                    <a:pt x="4852" y="11532"/>
                    <a:pt x="5387" y="11626"/>
                    <a:pt x="5891" y="11658"/>
                  </a:cubicBezTo>
                  <a:lnTo>
                    <a:pt x="5891" y="13296"/>
                  </a:lnTo>
                  <a:lnTo>
                    <a:pt x="4631" y="13296"/>
                  </a:lnTo>
                  <a:lnTo>
                    <a:pt x="4631" y="13327"/>
                  </a:lnTo>
                  <a:lnTo>
                    <a:pt x="4442" y="11374"/>
                  </a:lnTo>
                  <a:close/>
                  <a:moveTo>
                    <a:pt x="8191" y="11374"/>
                  </a:moveTo>
                  <a:lnTo>
                    <a:pt x="7971" y="13327"/>
                  </a:lnTo>
                  <a:lnTo>
                    <a:pt x="6711" y="13327"/>
                  </a:lnTo>
                  <a:lnTo>
                    <a:pt x="6711" y="11658"/>
                  </a:lnTo>
                  <a:cubicBezTo>
                    <a:pt x="7215" y="11626"/>
                    <a:pt x="7750" y="11532"/>
                    <a:pt x="8191" y="11374"/>
                  </a:cubicBezTo>
                  <a:close/>
                  <a:moveTo>
                    <a:pt x="11594" y="5861"/>
                  </a:moveTo>
                  <a:lnTo>
                    <a:pt x="10176" y="13012"/>
                  </a:lnTo>
                  <a:cubicBezTo>
                    <a:pt x="10145" y="13201"/>
                    <a:pt x="9987" y="13327"/>
                    <a:pt x="9798" y="13327"/>
                  </a:cubicBezTo>
                  <a:lnTo>
                    <a:pt x="8853" y="13327"/>
                  </a:lnTo>
                  <a:lnTo>
                    <a:pt x="9073" y="10996"/>
                  </a:lnTo>
                  <a:cubicBezTo>
                    <a:pt x="9704" y="10586"/>
                    <a:pt x="10050" y="10114"/>
                    <a:pt x="10050" y="9578"/>
                  </a:cubicBezTo>
                  <a:cubicBezTo>
                    <a:pt x="10050" y="9106"/>
                    <a:pt x="9830" y="8665"/>
                    <a:pt x="9357" y="8350"/>
                  </a:cubicBezTo>
                  <a:lnTo>
                    <a:pt x="9578" y="5861"/>
                  </a:lnTo>
                  <a:close/>
                  <a:moveTo>
                    <a:pt x="5513" y="1"/>
                  </a:moveTo>
                  <a:cubicBezTo>
                    <a:pt x="4474" y="1"/>
                    <a:pt x="3655" y="757"/>
                    <a:pt x="3497" y="1702"/>
                  </a:cubicBezTo>
                  <a:lnTo>
                    <a:pt x="3466" y="1702"/>
                  </a:lnTo>
                  <a:cubicBezTo>
                    <a:pt x="2552" y="1702"/>
                    <a:pt x="1796" y="2458"/>
                    <a:pt x="1796" y="3340"/>
                  </a:cubicBezTo>
                  <a:cubicBezTo>
                    <a:pt x="882" y="3340"/>
                    <a:pt x="158" y="4128"/>
                    <a:pt x="158" y="5042"/>
                  </a:cubicBezTo>
                  <a:cubicBezTo>
                    <a:pt x="158" y="5672"/>
                    <a:pt x="0" y="4600"/>
                    <a:pt x="1670" y="13170"/>
                  </a:cubicBezTo>
                  <a:cubicBezTo>
                    <a:pt x="1796" y="13737"/>
                    <a:pt x="2300" y="14146"/>
                    <a:pt x="2898" y="14146"/>
                  </a:cubicBezTo>
                  <a:lnTo>
                    <a:pt x="9830" y="14146"/>
                  </a:lnTo>
                  <a:cubicBezTo>
                    <a:pt x="10428" y="14146"/>
                    <a:pt x="10932" y="13705"/>
                    <a:pt x="11058" y="13170"/>
                  </a:cubicBezTo>
                  <a:cubicBezTo>
                    <a:pt x="12760" y="4600"/>
                    <a:pt x="12602" y="5672"/>
                    <a:pt x="12602" y="5042"/>
                  </a:cubicBezTo>
                  <a:cubicBezTo>
                    <a:pt x="12507" y="4600"/>
                    <a:pt x="12350" y="4191"/>
                    <a:pt x="12035" y="3876"/>
                  </a:cubicBezTo>
                  <a:cubicBezTo>
                    <a:pt x="11720" y="3561"/>
                    <a:pt x="11279" y="3340"/>
                    <a:pt x="10838" y="3340"/>
                  </a:cubicBezTo>
                  <a:cubicBezTo>
                    <a:pt x="10838" y="2432"/>
                    <a:pt x="10110" y="1698"/>
                    <a:pt x="9271" y="1698"/>
                  </a:cubicBezTo>
                  <a:cubicBezTo>
                    <a:pt x="9237" y="1698"/>
                    <a:pt x="9202" y="1700"/>
                    <a:pt x="9168" y="1702"/>
                  </a:cubicBezTo>
                  <a:cubicBezTo>
                    <a:pt x="8979" y="757"/>
                    <a:pt x="8128" y="1"/>
                    <a:pt x="7152" y="1"/>
                  </a:cubicBezTo>
                  <a:cubicBezTo>
                    <a:pt x="6868" y="1"/>
                    <a:pt x="6616" y="64"/>
                    <a:pt x="6333" y="190"/>
                  </a:cubicBezTo>
                  <a:cubicBezTo>
                    <a:pt x="6049" y="64"/>
                    <a:pt x="5765" y="1"/>
                    <a:pt x="55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3" name="Google Shape;16633;p85"/>
            <p:cNvSpPr/>
            <p:nvPr/>
          </p:nvSpPr>
          <p:spPr>
            <a:xfrm>
              <a:off x="-11640825" y="2592450"/>
              <a:ext cx="104775" cy="42550"/>
            </a:xfrm>
            <a:custGeom>
              <a:avLst/>
              <a:gdLst/>
              <a:ahLst/>
              <a:cxnLst/>
              <a:rect l="l" t="t" r="r" b="b"/>
              <a:pathLst>
                <a:path w="4191" h="1702" extrusionOk="0">
                  <a:moveTo>
                    <a:pt x="1292" y="1"/>
                  </a:moveTo>
                  <a:cubicBezTo>
                    <a:pt x="599" y="1"/>
                    <a:pt x="32" y="536"/>
                    <a:pt x="32" y="1261"/>
                  </a:cubicBezTo>
                  <a:cubicBezTo>
                    <a:pt x="0" y="1544"/>
                    <a:pt x="189" y="1702"/>
                    <a:pt x="410" y="1702"/>
                  </a:cubicBezTo>
                  <a:cubicBezTo>
                    <a:pt x="662" y="1702"/>
                    <a:pt x="851" y="1481"/>
                    <a:pt x="851" y="1261"/>
                  </a:cubicBezTo>
                  <a:cubicBezTo>
                    <a:pt x="851" y="1009"/>
                    <a:pt x="1040" y="820"/>
                    <a:pt x="1292" y="820"/>
                  </a:cubicBezTo>
                  <a:cubicBezTo>
                    <a:pt x="1512" y="820"/>
                    <a:pt x="1670" y="1009"/>
                    <a:pt x="1670" y="1261"/>
                  </a:cubicBezTo>
                  <a:cubicBezTo>
                    <a:pt x="1670" y="1481"/>
                    <a:pt x="1859" y="1702"/>
                    <a:pt x="2111" y="1702"/>
                  </a:cubicBezTo>
                  <a:cubicBezTo>
                    <a:pt x="2332" y="1702"/>
                    <a:pt x="2489" y="1481"/>
                    <a:pt x="2489" y="1261"/>
                  </a:cubicBezTo>
                  <a:cubicBezTo>
                    <a:pt x="2489" y="1009"/>
                    <a:pt x="2710" y="820"/>
                    <a:pt x="2930" y="820"/>
                  </a:cubicBezTo>
                  <a:cubicBezTo>
                    <a:pt x="3182" y="820"/>
                    <a:pt x="3371" y="1009"/>
                    <a:pt x="3371" y="1261"/>
                  </a:cubicBezTo>
                  <a:cubicBezTo>
                    <a:pt x="3371" y="1481"/>
                    <a:pt x="3560" y="1702"/>
                    <a:pt x="3749" y="1702"/>
                  </a:cubicBezTo>
                  <a:cubicBezTo>
                    <a:pt x="3970" y="1702"/>
                    <a:pt x="4190" y="1481"/>
                    <a:pt x="4190" y="1261"/>
                  </a:cubicBezTo>
                  <a:cubicBezTo>
                    <a:pt x="4190" y="599"/>
                    <a:pt x="3655" y="1"/>
                    <a:pt x="2930" y="1"/>
                  </a:cubicBezTo>
                  <a:cubicBezTo>
                    <a:pt x="2615" y="1"/>
                    <a:pt x="2332" y="127"/>
                    <a:pt x="2111" y="316"/>
                  </a:cubicBezTo>
                  <a:cubicBezTo>
                    <a:pt x="1859" y="127"/>
                    <a:pt x="1607" y="1"/>
                    <a:pt x="12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34" name="Google Shape;16634;p85"/>
          <p:cNvGrpSpPr/>
          <p:nvPr/>
        </p:nvGrpSpPr>
        <p:grpSpPr>
          <a:xfrm>
            <a:off x="7072837" y="3706026"/>
            <a:ext cx="454409" cy="454409"/>
            <a:chOff x="-10027775" y="1622900"/>
            <a:chExt cx="352875" cy="352875"/>
          </a:xfrm>
        </p:grpSpPr>
        <p:sp>
          <p:nvSpPr>
            <p:cNvPr id="16635" name="Google Shape;16635;p85"/>
            <p:cNvSpPr/>
            <p:nvPr/>
          </p:nvSpPr>
          <p:spPr>
            <a:xfrm>
              <a:off x="-10027775" y="1622900"/>
              <a:ext cx="352875" cy="352875"/>
            </a:xfrm>
            <a:custGeom>
              <a:avLst/>
              <a:gdLst/>
              <a:ahLst/>
              <a:cxnLst/>
              <a:rect l="l" t="t" r="r" b="b"/>
              <a:pathLst>
                <a:path w="14115" h="14115" extrusionOk="0">
                  <a:moveTo>
                    <a:pt x="12067" y="819"/>
                  </a:moveTo>
                  <a:cubicBezTo>
                    <a:pt x="12287" y="819"/>
                    <a:pt x="12476" y="1008"/>
                    <a:pt x="12476" y="1197"/>
                  </a:cubicBezTo>
                  <a:cubicBezTo>
                    <a:pt x="12476" y="1449"/>
                    <a:pt x="12287" y="1638"/>
                    <a:pt x="12067" y="1638"/>
                  </a:cubicBezTo>
                  <a:lnTo>
                    <a:pt x="2080" y="1638"/>
                  </a:lnTo>
                  <a:cubicBezTo>
                    <a:pt x="1859" y="1638"/>
                    <a:pt x="1702" y="1449"/>
                    <a:pt x="1702" y="1197"/>
                  </a:cubicBezTo>
                  <a:cubicBezTo>
                    <a:pt x="1702" y="977"/>
                    <a:pt x="1891" y="819"/>
                    <a:pt x="2080" y="819"/>
                  </a:cubicBezTo>
                  <a:close/>
                  <a:moveTo>
                    <a:pt x="11657" y="2458"/>
                  </a:moveTo>
                  <a:lnTo>
                    <a:pt x="11657" y="4285"/>
                  </a:lnTo>
                  <a:lnTo>
                    <a:pt x="10239" y="4978"/>
                  </a:lnTo>
                  <a:cubicBezTo>
                    <a:pt x="10082" y="5072"/>
                    <a:pt x="10019" y="5199"/>
                    <a:pt x="10019" y="5356"/>
                  </a:cubicBezTo>
                  <a:cubicBezTo>
                    <a:pt x="10019" y="5514"/>
                    <a:pt x="10082" y="5671"/>
                    <a:pt x="10239" y="5703"/>
                  </a:cubicBezTo>
                  <a:lnTo>
                    <a:pt x="11657" y="6396"/>
                  </a:lnTo>
                  <a:lnTo>
                    <a:pt x="11657" y="11562"/>
                  </a:lnTo>
                  <a:lnTo>
                    <a:pt x="2521" y="11562"/>
                  </a:lnTo>
                  <a:lnTo>
                    <a:pt x="2521" y="9704"/>
                  </a:lnTo>
                  <a:lnTo>
                    <a:pt x="3938" y="9011"/>
                  </a:lnTo>
                  <a:cubicBezTo>
                    <a:pt x="4096" y="8916"/>
                    <a:pt x="4191" y="8822"/>
                    <a:pt x="4191" y="8664"/>
                  </a:cubicBezTo>
                  <a:cubicBezTo>
                    <a:pt x="4191" y="8475"/>
                    <a:pt x="4096" y="8349"/>
                    <a:pt x="3938" y="8286"/>
                  </a:cubicBezTo>
                  <a:lnTo>
                    <a:pt x="2521" y="7593"/>
                  </a:lnTo>
                  <a:lnTo>
                    <a:pt x="2521" y="2458"/>
                  </a:lnTo>
                  <a:close/>
                  <a:moveTo>
                    <a:pt x="12098" y="12382"/>
                  </a:moveTo>
                  <a:cubicBezTo>
                    <a:pt x="12319" y="12382"/>
                    <a:pt x="12539" y="12602"/>
                    <a:pt x="12539" y="12823"/>
                  </a:cubicBezTo>
                  <a:cubicBezTo>
                    <a:pt x="12476" y="13075"/>
                    <a:pt x="12287" y="13264"/>
                    <a:pt x="12098" y="13264"/>
                  </a:cubicBezTo>
                  <a:lnTo>
                    <a:pt x="2143" y="13264"/>
                  </a:lnTo>
                  <a:cubicBezTo>
                    <a:pt x="1891" y="13264"/>
                    <a:pt x="1733" y="13075"/>
                    <a:pt x="1733" y="12823"/>
                  </a:cubicBezTo>
                  <a:cubicBezTo>
                    <a:pt x="1733" y="12602"/>
                    <a:pt x="1922" y="12382"/>
                    <a:pt x="2143" y="12382"/>
                  </a:cubicBezTo>
                  <a:close/>
                  <a:moveTo>
                    <a:pt x="2080" y="0"/>
                  </a:moveTo>
                  <a:cubicBezTo>
                    <a:pt x="1544" y="0"/>
                    <a:pt x="1103" y="347"/>
                    <a:pt x="914" y="819"/>
                  </a:cubicBezTo>
                  <a:lnTo>
                    <a:pt x="441" y="819"/>
                  </a:lnTo>
                  <a:cubicBezTo>
                    <a:pt x="189" y="819"/>
                    <a:pt x="0" y="1008"/>
                    <a:pt x="0" y="1197"/>
                  </a:cubicBezTo>
                  <a:cubicBezTo>
                    <a:pt x="0" y="1418"/>
                    <a:pt x="189" y="1638"/>
                    <a:pt x="441" y="1638"/>
                  </a:cubicBezTo>
                  <a:lnTo>
                    <a:pt x="914" y="1638"/>
                  </a:lnTo>
                  <a:cubicBezTo>
                    <a:pt x="1040" y="1985"/>
                    <a:pt x="1292" y="2269"/>
                    <a:pt x="1670" y="2395"/>
                  </a:cubicBezTo>
                  <a:lnTo>
                    <a:pt x="1670" y="7876"/>
                  </a:lnTo>
                  <a:cubicBezTo>
                    <a:pt x="1670" y="8034"/>
                    <a:pt x="1733" y="8191"/>
                    <a:pt x="1891" y="8223"/>
                  </a:cubicBezTo>
                  <a:lnTo>
                    <a:pt x="2804" y="8696"/>
                  </a:lnTo>
                  <a:lnTo>
                    <a:pt x="1891" y="9168"/>
                  </a:lnTo>
                  <a:cubicBezTo>
                    <a:pt x="1733" y="9231"/>
                    <a:pt x="1670" y="9357"/>
                    <a:pt x="1670" y="9515"/>
                  </a:cubicBezTo>
                  <a:lnTo>
                    <a:pt x="1670" y="11689"/>
                  </a:lnTo>
                  <a:cubicBezTo>
                    <a:pt x="1292" y="11815"/>
                    <a:pt x="1040" y="12067"/>
                    <a:pt x="914" y="12445"/>
                  </a:cubicBezTo>
                  <a:lnTo>
                    <a:pt x="441" y="12445"/>
                  </a:lnTo>
                  <a:cubicBezTo>
                    <a:pt x="189" y="12445"/>
                    <a:pt x="0" y="12634"/>
                    <a:pt x="0" y="12854"/>
                  </a:cubicBezTo>
                  <a:cubicBezTo>
                    <a:pt x="0" y="13106"/>
                    <a:pt x="189" y="13295"/>
                    <a:pt x="441" y="13295"/>
                  </a:cubicBezTo>
                  <a:lnTo>
                    <a:pt x="914" y="13295"/>
                  </a:lnTo>
                  <a:cubicBezTo>
                    <a:pt x="1072" y="13768"/>
                    <a:pt x="1544" y="14114"/>
                    <a:pt x="2080" y="14114"/>
                  </a:cubicBezTo>
                  <a:lnTo>
                    <a:pt x="12067" y="14114"/>
                  </a:lnTo>
                  <a:cubicBezTo>
                    <a:pt x="12602" y="14114"/>
                    <a:pt x="13043" y="13768"/>
                    <a:pt x="13232" y="13295"/>
                  </a:cubicBezTo>
                  <a:lnTo>
                    <a:pt x="13705" y="13295"/>
                  </a:lnTo>
                  <a:cubicBezTo>
                    <a:pt x="13957" y="13295"/>
                    <a:pt x="14115" y="13106"/>
                    <a:pt x="14115" y="12854"/>
                  </a:cubicBezTo>
                  <a:cubicBezTo>
                    <a:pt x="14115" y="12634"/>
                    <a:pt x="13894" y="12445"/>
                    <a:pt x="13705" y="12445"/>
                  </a:cubicBezTo>
                  <a:lnTo>
                    <a:pt x="13232" y="12445"/>
                  </a:lnTo>
                  <a:cubicBezTo>
                    <a:pt x="13106" y="12067"/>
                    <a:pt x="12854" y="11815"/>
                    <a:pt x="12476" y="11689"/>
                  </a:cubicBezTo>
                  <a:lnTo>
                    <a:pt x="12476" y="6207"/>
                  </a:lnTo>
                  <a:cubicBezTo>
                    <a:pt x="12476" y="6049"/>
                    <a:pt x="12413" y="5892"/>
                    <a:pt x="12256" y="5860"/>
                  </a:cubicBezTo>
                  <a:lnTo>
                    <a:pt x="11342" y="5388"/>
                  </a:lnTo>
                  <a:lnTo>
                    <a:pt x="12256" y="4915"/>
                  </a:lnTo>
                  <a:cubicBezTo>
                    <a:pt x="12413" y="4883"/>
                    <a:pt x="12476" y="4726"/>
                    <a:pt x="12476" y="4568"/>
                  </a:cubicBezTo>
                  <a:lnTo>
                    <a:pt x="12476" y="2395"/>
                  </a:lnTo>
                  <a:cubicBezTo>
                    <a:pt x="12854" y="2269"/>
                    <a:pt x="13106" y="1985"/>
                    <a:pt x="13232" y="1638"/>
                  </a:cubicBezTo>
                  <a:lnTo>
                    <a:pt x="13705" y="1638"/>
                  </a:lnTo>
                  <a:cubicBezTo>
                    <a:pt x="13957" y="1638"/>
                    <a:pt x="14115" y="1449"/>
                    <a:pt x="14115" y="1197"/>
                  </a:cubicBezTo>
                  <a:cubicBezTo>
                    <a:pt x="14115" y="977"/>
                    <a:pt x="13894" y="819"/>
                    <a:pt x="13705" y="819"/>
                  </a:cubicBezTo>
                  <a:lnTo>
                    <a:pt x="13232" y="819"/>
                  </a:lnTo>
                  <a:cubicBezTo>
                    <a:pt x="13075" y="347"/>
                    <a:pt x="12602" y="0"/>
                    <a:pt x="1206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6" name="Google Shape;16636;p85"/>
            <p:cNvSpPr/>
            <p:nvPr/>
          </p:nvSpPr>
          <p:spPr>
            <a:xfrm>
              <a:off x="-9923800" y="1705600"/>
              <a:ext cx="145725" cy="20500"/>
            </a:xfrm>
            <a:custGeom>
              <a:avLst/>
              <a:gdLst/>
              <a:ahLst/>
              <a:cxnLst/>
              <a:rect l="l" t="t" r="r" b="b"/>
              <a:pathLst>
                <a:path w="5829" h="820" extrusionOk="0">
                  <a:moveTo>
                    <a:pt x="410" y="0"/>
                  </a:moveTo>
                  <a:cubicBezTo>
                    <a:pt x="189" y="0"/>
                    <a:pt x="0" y="189"/>
                    <a:pt x="0" y="410"/>
                  </a:cubicBezTo>
                  <a:cubicBezTo>
                    <a:pt x="32" y="630"/>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7" name="Google Shape;16637;p85"/>
            <p:cNvSpPr/>
            <p:nvPr/>
          </p:nvSpPr>
          <p:spPr>
            <a:xfrm>
              <a:off x="-9902550" y="1746550"/>
              <a:ext cx="83525" cy="20500"/>
            </a:xfrm>
            <a:custGeom>
              <a:avLst/>
              <a:gdLst/>
              <a:ahLst/>
              <a:cxnLst/>
              <a:rect l="l" t="t" r="r" b="b"/>
              <a:pathLst>
                <a:path w="3341" h="820" extrusionOk="0">
                  <a:moveTo>
                    <a:pt x="379" y="0"/>
                  </a:moveTo>
                  <a:cubicBezTo>
                    <a:pt x="158" y="0"/>
                    <a:pt x="1" y="190"/>
                    <a:pt x="1" y="410"/>
                  </a:cubicBezTo>
                  <a:cubicBezTo>
                    <a:pt x="1" y="631"/>
                    <a:pt x="190" y="820"/>
                    <a:pt x="379" y="820"/>
                  </a:cubicBezTo>
                  <a:lnTo>
                    <a:pt x="2899" y="820"/>
                  </a:lnTo>
                  <a:cubicBezTo>
                    <a:pt x="3151" y="820"/>
                    <a:pt x="3340" y="631"/>
                    <a:pt x="3340" y="410"/>
                  </a:cubicBezTo>
                  <a:cubicBezTo>
                    <a:pt x="3340" y="158"/>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8" name="Google Shape;16638;p85"/>
            <p:cNvSpPr/>
            <p:nvPr/>
          </p:nvSpPr>
          <p:spPr>
            <a:xfrm>
              <a:off x="-9923800" y="1788300"/>
              <a:ext cx="145725" cy="20500"/>
            </a:xfrm>
            <a:custGeom>
              <a:avLst/>
              <a:gdLst/>
              <a:ahLst/>
              <a:cxnLst/>
              <a:rect l="l" t="t" r="r" b="b"/>
              <a:pathLst>
                <a:path w="5829" h="820" extrusionOk="0">
                  <a:moveTo>
                    <a:pt x="410" y="0"/>
                  </a:moveTo>
                  <a:cubicBezTo>
                    <a:pt x="189" y="0"/>
                    <a:pt x="0" y="189"/>
                    <a:pt x="0" y="410"/>
                  </a:cubicBezTo>
                  <a:cubicBezTo>
                    <a:pt x="32" y="662"/>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9" name="Google Shape;16639;p85"/>
            <p:cNvSpPr/>
            <p:nvPr/>
          </p:nvSpPr>
          <p:spPr>
            <a:xfrm>
              <a:off x="-9901750" y="1828450"/>
              <a:ext cx="83500" cy="21300"/>
            </a:xfrm>
            <a:custGeom>
              <a:avLst/>
              <a:gdLst/>
              <a:ahLst/>
              <a:cxnLst/>
              <a:rect l="l" t="t" r="r" b="b"/>
              <a:pathLst>
                <a:path w="3340" h="852" extrusionOk="0">
                  <a:moveTo>
                    <a:pt x="410" y="1"/>
                  </a:moveTo>
                  <a:cubicBezTo>
                    <a:pt x="158" y="1"/>
                    <a:pt x="0" y="190"/>
                    <a:pt x="0" y="442"/>
                  </a:cubicBezTo>
                  <a:cubicBezTo>
                    <a:pt x="0" y="663"/>
                    <a:pt x="189" y="852"/>
                    <a:pt x="410" y="852"/>
                  </a:cubicBezTo>
                  <a:lnTo>
                    <a:pt x="2930" y="852"/>
                  </a:lnTo>
                  <a:cubicBezTo>
                    <a:pt x="3151" y="852"/>
                    <a:pt x="3340" y="663"/>
                    <a:pt x="3340" y="442"/>
                  </a:cubicBezTo>
                  <a:cubicBezTo>
                    <a:pt x="3340" y="190"/>
                    <a:pt x="3151" y="1"/>
                    <a:pt x="29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0" name="Google Shape;16640;p85"/>
            <p:cNvSpPr/>
            <p:nvPr/>
          </p:nvSpPr>
          <p:spPr>
            <a:xfrm>
              <a:off x="-9923025" y="1871000"/>
              <a:ext cx="145725" cy="20500"/>
            </a:xfrm>
            <a:custGeom>
              <a:avLst/>
              <a:gdLst/>
              <a:ahLst/>
              <a:cxnLst/>
              <a:rect l="l" t="t" r="r" b="b"/>
              <a:pathLst>
                <a:path w="5829" h="820" extrusionOk="0">
                  <a:moveTo>
                    <a:pt x="410" y="0"/>
                  </a:moveTo>
                  <a:cubicBezTo>
                    <a:pt x="190" y="0"/>
                    <a:pt x="1" y="189"/>
                    <a:pt x="1" y="378"/>
                  </a:cubicBezTo>
                  <a:cubicBezTo>
                    <a:pt x="1" y="630"/>
                    <a:pt x="190" y="819"/>
                    <a:pt x="410" y="819"/>
                  </a:cubicBezTo>
                  <a:lnTo>
                    <a:pt x="5419" y="819"/>
                  </a:lnTo>
                  <a:cubicBezTo>
                    <a:pt x="5671" y="819"/>
                    <a:pt x="5829" y="630"/>
                    <a:pt x="5829" y="378"/>
                  </a:cubicBezTo>
                  <a:cubicBezTo>
                    <a:pt x="5829" y="189"/>
                    <a:pt x="5671" y="0"/>
                    <a:pt x="5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41" name="Google Shape;16641;p85"/>
          <p:cNvSpPr/>
          <p:nvPr/>
        </p:nvSpPr>
        <p:spPr>
          <a:xfrm>
            <a:off x="7081963" y="4249163"/>
            <a:ext cx="436155" cy="455664"/>
          </a:xfrm>
          <a:custGeom>
            <a:avLst/>
            <a:gdLst/>
            <a:ahLst/>
            <a:cxnLst/>
            <a:rect l="l" t="t" r="r" b="b"/>
            <a:pathLst>
              <a:path w="13548" h="14154" extrusionOk="0">
                <a:moveTo>
                  <a:pt x="6774" y="914"/>
                </a:moveTo>
                <a:cubicBezTo>
                  <a:pt x="7215" y="914"/>
                  <a:pt x="7593" y="1324"/>
                  <a:pt x="7593" y="1797"/>
                </a:cubicBezTo>
                <a:cubicBezTo>
                  <a:pt x="7593" y="2238"/>
                  <a:pt x="7247" y="2616"/>
                  <a:pt x="6774" y="2616"/>
                </a:cubicBezTo>
                <a:cubicBezTo>
                  <a:pt x="6301" y="2616"/>
                  <a:pt x="5955" y="2238"/>
                  <a:pt x="5955" y="1797"/>
                </a:cubicBezTo>
                <a:cubicBezTo>
                  <a:pt x="5955" y="1324"/>
                  <a:pt x="6333" y="914"/>
                  <a:pt x="6774" y="914"/>
                </a:cubicBezTo>
                <a:close/>
                <a:moveTo>
                  <a:pt x="1400" y="2610"/>
                </a:moveTo>
                <a:cubicBezTo>
                  <a:pt x="1427" y="2610"/>
                  <a:pt x="1454" y="2612"/>
                  <a:pt x="1481" y="2616"/>
                </a:cubicBezTo>
                <a:lnTo>
                  <a:pt x="4222" y="3151"/>
                </a:lnTo>
                <a:lnTo>
                  <a:pt x="3151" y="3781"/>
                </a:lnTo>
                <a:cubicBezTo>
                  <a:pt x="3119" y="3750"/>
                  <a:pt x="3245" y="3781"/>
                  <a:pt x="1324" y="3403"/>
                </a:cubicBezTo>
                <a:cubicBezTo>
                  <a:pt x="1072" y="3372"/>
                  <a:pt x="946" y="3120"/>
                  <a:pt x="1009" y="2931"/>
                </a:cubicBezTo>
                <a:cubicBezTo>
                  <a:pt x="1036" y="2710"/>
                  <a:pt x="1209" y="2610"/>
                  <a:pt x="1400" y="2610"/>
                </a:cubicBezTo>
                <a:close/>
                <a:moveTo>
                  <a:pt x="5502" y="3443"/>
                </a:moveTo>
                <a:cubicBezTo>
                  <a:pt x="5553" y="3443"/>
                  <a:pt x="5608" y="3451"/>
                  <a:pt x="5671" y="3466"/>
                </a:cubicBezTo>
                <a:cubicBezTo>
                  <a:pt x="5860" y="3561"/>
                  <a:pt x="5923" y="3624"/>
                  <a:pt x="5955" y="3907"/>
                </a:cubicBezTo>
                <a:cubicBezTo>
                  <a:pt x="5986" y="4254"/>
                  <a:pt x="5923" y="5766"/>
                  <a:pt x="7089" y="7278"/>
                </a:cubicBezTo>
                <a:cubicBezTo>
                  <a:pt x="7175" y="7385"/>
                  <a:pt x="7304" y="7449"/>
                  <a:pt x="7427" y="7449"/>
                </a:cubicBezTo>
                <a:cubicBezTo>
                  <a:pt x="7486" y="7449"/>
                  <a:pt x="7543" y="7435"/>
                  <a:pt x="7593" y="7404"/>
                </a:cubicBezTo>
                <a:lnTo>
                  <a:pt x="11972" y="5168"/>
                </a:lnTo>
                <a:cubicBezTo>
                  <a:pt x="12030" y="5129"/>
                  <a:pt x="12094" y="5111"/>
                  <a:pt x="12158" y="5111"/>
                </a:cubicBezTo>
                <a:cubicBezTo>
                  <a:pt x="12304" y="5111"/>
                  <a:pt x="12452" y="5204"/>
                  <a:pt x="12539" y="5357"/>
                </a:cubicBezTo>
                <a:cubicBezTo>
                  <a:pt x="12634" y="5577"/>
                  <a:pt x="12571" y="5798"/>
                  <a:pt x="12319" y="5924"/>
                </a:cubicBezTo>
                <a:lnTo>
                  <a:pt x="7499" y="8444"/>
                </a:lnTo>
                <a:cubicBezTo>
                  <a:pt x="7404" y="8476"/>
                  <a:pt x="7562" y="8350"/>
                  <a:pt x="5388" y="10366"/>
                </a:cubicBezTo>
                <a:cubicBezTo>
                  <a:pt x="5293" y="10492"/>
                  <a:pt x="5230" y="10712"/>
                  <a:pt x="5325" y="10870"/>
                </a:cubicBezTo>
                <a:lnTo>
                  <a:pt x="6396" y="12823"/>
                </a:lnTo>
                <a:cubicBezTo>
                  <a:pt x="6490" y="13012"/>
                  <a:pt x="6427" y="13233"/>
                  <a:pt x="6238" y="13359"/>
                </a:cubicBezTo>
                <a:cubicBezTo>
                  <a:pt x="6169" y="13398"/>
                  <a:pt x="6100" y="13416"/>
                  <a:pt x="6034" y="13416"/>
                </a:cubicBezTo>
                <a:cubicBezTo>
                  <a:pt x="5889" y="13416"/>
                  <a:pt x="5758" y="13331"/>
                  <a:pt x="5671" y="13201"/>
                </a:cubicBezTo>
                <a:lnTo>
                  <a:pt x="4285" y="10681"/>
                </a:lnTo>
                <a:cubicBezTo>
                  <a:pt x="4222" y="10523"/>
                  <a:pt x="4222" y="10334"/>
                  <a:pt x="4380" y="10177"/>
                </a:cubicBezTo>
                <a:lnTo>
                  <a:pt x="6333" y="8318"/>
                </a:lnTo>
                <a:cubicBezTo>
                  <a:pt x="6490" y="8161"/>
                  <a:pt x="6490" y="7940"/>
                  <a:pt x="6396" y="7783"/>
                </a:cubicBezTo>
                <a:cubicBezTo>
                  <a:pt x="5797" y="6995"/>
                  <a:pt x="5388" y="6050"/>
                  <a:pt x="5199" y="5042"/>
                </a:cubicBezTo>
                <a:cubicBezTo>
                  <a:pt x="5176" y="4859"/>
                  <a:pt x="4988" y="4727"/>
                  <a:pt x="4791" y="4727"/>
                </a:cubicBezTo>
                <a:cubicBezTo>
                  <a:pt x="4715" y="4727"/>
                  <a:pt x="4638" y="4746"/>
                  <a:pt x="4569" y="4790"/>
                </a:cubicBezTo>
                <a:cubicBezTo>
                  <a:pt x="4128" y="5042"/>
                  <a:pt x="4600" y="4727"/>
                  <a:pt x="1544" y="6743"/>
                </a:cubicBezTo>
                <a:cubicBezTo>
                  <a:pt x="1493" y="6768"/>
                  <a:pt x="1438" y="6780"/>
                  <a:pt x="1382" y="6780"/>
                </a:cubicBezTo>
                <a:cubicBezTo>
                  <a:pt x="1229" y="6780"/>
                  <a:pt x="1069" y="6692"/>
                  <a:pt x="977" y="6554"/>
                </a:cubicBezTo>
                <a:cubicBezTo>
                  <a:pt x="946" y="6270"/>
                  <a:pt x="1040" y="6050"/>
                  <a:pt x="1229" y="5955"/>
                </a:cubicBezTo>
                <a:cubicBezTo>
                  <a:pt x="1261" y="5955"/>
                  <a:pt x="5356" y="3466"/>
                  <a:pt x="5356" y="3466"/>
                </a:cubicBezTo>
                <a:cubicBezTo>
                  <a:pt x="5403" y="3451"/>
                  <a:pt x="5451" y="3443"/>
                  <a:pt x="5502" y="3443"/>
                </a:cubicBezTo>
                <a:close/>
                <a:moveTo>
                  <a:pt x="6774" y="1"/>
                </a:moveTo>
                <a:cubicBezTo>
                  <a:pt x="5892" y="1"/>
                  <a:pt x="5136" y="788"/>
                  <a:pt x="5136" y="1702"/>
                </a:cubicBezTo>
                <a:cubicBezTo>
                  <a:pt x="5136" y="1986"/>
                  <a:pt x="5199" y="2206"/>
                  <a:pt x="5325" y="2458"/>
                </a:cubicBezTo>
                <a:lnTo>
                  <a:pt x="1670" y="1702"/>
                </a:lnTo>
                <a:cubicBezTo>
                  <a:pt x="1594" y="1688"/>
                  <a:pt x="1517" y="1681"/>
                  <a:pt x="1441" y="1681"/>
                </a:cubicBezTo>
                <a:cubicBezTo>
                  <a:pt x="857" y="1681"/>
                  <a:pt x="305" y="2093"/>
                  <a:pt x="221" y="2679"/>
                </a:cubicBezTo>
                <a:cubicBezTo>
                  <a:pt x="95" y="3372"/>
                  <a:pt x="536" y="4033"/>
                  <a:pt x="1198" y="4159"/>
                </a:cubicBezTo>
                <a:lnTo>
                  <a:pt x="2174" y="4349"/>
                </a:lnTo>
                <a:lnTo>
                  <a:pt x="883" y="5136"/>
                </a:lnTo>
                <a:cubicBezTo>
                  <a:pt x="252" y="5514"/>
                  <a:pt x="0" y="6239"/>
                  <a:pt x="284" y="6869"/>
                </a:cubicBezTo>
                <a:cubicBezTo>
                  <a:pt x="512" y="7326"/>
                  <a:pt x="974" y="7536"/>
                  <a:pt x="1397" y="7536"/>
                </a:cubicBezTo>
                <a:cubicBezTo>
                  <a:pt x="1616" y="7536"/>
                  <a:pt x="1824" y="7480"/>
                  <a:pt x="1985" y="7373"/>
                </a:cubicBezTo>
                <a:lnTo>
                  <a:pt x="4506" y="5735"/>
                </a:lnTo>
                <a:cubicBezTo>
                  <a:pt x="4695" y="6522"/>
                  <a:pt x="5041" y="7215"/>
                  <a:pt x="5482" y="7877"/>
                </a:cubicBezTo>
                <a:lnTo>
                  <a:pt x="3781" y="9515"/>
                </a:lnTo>
                <a:cubicBezTo>
                  <a:pt x="3403" y="9893"/>
                  <a:pt x="3277" y="10523"/>
                  <a:pt x="3560" y="10996"/>
                </a:cubicBezTo>
                <a:lnTo>
                  <a:pt x="4947" y="13516"/>
                </a:lnTo>
                <a:cubicBezTo>
                  <a:pt x="5181" y="13922"/>
                  <a:pt x="5604" y="14154"/>
                  <a:pt x="6028" y="14154"/>
                </a:cubicBezTo>
                <a:cubicBezTo>
                  <a:pt x="6230" y="14154"/>
                  <a:pt x="6433" y="14101"/>
                  <a:pt x="6616" y="13989"/>
                </a:cubicBezTo>
                <a:cubicBezTo>
                  <a:pt x="7215" y="13642"/>
                  <a:pt x="7467" y="12886"/>
                  <a:pt x="7089" y="12288"/>
                </a:cubicBezTo>
                <a:lnTo>
                  <a:pt x="6207" y="10649"/>
                </a:lnTo>
                <a:lnTo>
                  <a:pt x="7877" y="9043"/>
                </a:lnTo>
                <a:lnTo>
                  <a:pt x="12697" y="6554"/>
                </a:lnTo>
                <a:cubicBezTo>
                  <a:pt x="13295" y="6239"/>
                  <a:pt x="13548" y="5483"/>
                  <a:pt x="13232" y="4884"/>
                </a:cubicBezTo>
                <a:cubicBezTo>
                  <a:pt x="13014" y="4446"/>
                  <a:pt x="12597" y="4206"/>
                  <a:pt x="12162" y="4206"/>
                </a:cubicBezTo>
                <a:cubicBezTo>
                  <a:pt x="11971" y="4206"/>
                  <a:pt x="11777" y="4252"/>
                  <a:pt x="11594" y="4349"/>
                </a:cubicBezTo>
                <a:lnTo>
                  <a:pt x="7530" y="6428"/>
                </a:lnTo>
                <a:cubicBezTo>
                  <a:pt x="6679" y="5136"/>
                  <a:pt x="6837" y="3907"/>
                  <a:pt x="6774" y="3750"/>
                </a:cubicBezTo>
                <a:cubicBezTo>
                  <a:pt x="6774" y="3687"/>
                  <a:pt x="6774" y="3529"/>
                  <a:pt x="6711" y="3372"/>
                </a:cubicBezTo>
                <a:lnTo>
                  <a:pt x="6774" y="3372"/>
                </a:lnTo>
                <a:cubicBezTo>
                  <a:pt x="7688" y="3372"/>
                  <a:pt x="8444" y="2616"/>
                  <a:pt x="8444" y="1702"/>
                </a:cubicBezTo>
                <a:cubicBezTo>
                  <a:pt x="8444" y="788"/>
                  <a:pt x="7688" y="1"/>
                  <a:pt x="67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42" name="Google Shape;16642;p85"/>
          <p:cNvGrpSpPr/>
          <p:nvPr/>
        </p:nvGrpSpPr>
        <p:grpSpPr>
          <a:xfrm>
            <a:off x="10708794" y="3740244"/>
            <a:ext cx="430071" cy="456437"/>
            <a:chOff x="-10019125" y="2490075"/>
            <a:chExt cx="333975" cy="354450"/>
          </a:xfrm>
        </p:grpSpPr>
        <p:sp>
          <p:nvSpPr>
            <p:cNvPr id="16643" name="Google Shape;16643;p85"/>
            <p:cNvSpPr/>
            <p:nvPr/>
          </p:nvSpPr>
          <p:spPr>
            <a:xfrm>
              <a:off x="-10019125" y="2490850"/>
              <a:ext cx="333975" cy="353675"/>
            </a:xfrm>
            <a:custGeom>
              <a:avLst/>
              <a:gdLst/>
              <a:ahLst/>
              <a:cxnLst/>
              <a:rect l="l" t="t" r="r" b="b"/>
              <a:pathLst>
                <a:path w="13359" h="14147" extrusionOk="0">
                  <a:moveTo>
                    <a:pt x="7184" y="1670"/>
                  </a:moveTo>
                  <a:cubicBezTo>
                    <a:pt x="7405" y="1670"/>
                    <a:pt x="7625" y="1859"/>
                    <a:pt x="7625" y="2048"/>
                  </a:cubicBezTo>
                  <a:lnTo>
                    <a:pt x="7625" y="4191"/>
                  </a:lnTo>
                  <a:cubicBezTo>
                    <a:pt x="7499" y="4128"/>
                    <a:pt x="7342" y="4096"/>
                    <a:pt x="7184" y="4096"/>
                  </a:cubicBezTo>
                  <a:cubicBezTo>
                    <a:pt x="7027" y="4096"/>
                    <a:pt x="6900" y="4128"/>
                    <a:pt x="6743" y="4191"/>
                  </a:cubicBezTo>
                  <a:lnTo>
                    <a:pt x="6743" y="2048"/>
                  </a:lnTo>
                  <a:cubicBezTo>
                    <a:pt x="6743" y="1828"/>
                    <a:pt x="6932" y="1670"/>
                    <a:pt x="7184" y="1670"/>
                  </a:cubicBezTo>
                  <a:close/>
                  <a:moveTo>
                    <a:pt x="8791" y="788"/>
                  </a:moveTo>
                  <a:cubicBezTo>
                    <a:pt x="8980" y="788"/>
                    <a:pt x="9200" y="977"/>
                    <a:pt x="9200" y="1229"/>
                  </a:cubicBezTo>
                  <a:lnTo>
                    <a:pt x="9200" y="5356"/>
                  </a:lnTo>
                  <a:cubicBezTo>
                    <a:pt x="9200" y="5608"/>
                    <a:pt x="9389" y="5797"/>
                    <a:pt x="9610" y="5797"/>
                  </a:cubicBezTo>
                  <a:cubicBezTo>
                    <a:pt x="9862" y="5797"/>
                    <a:pt x="10019" y="5608"/>
                    <a:pt x="10019" y="5356"/>
                  </a:cubicBezTo>
                  <a:lnTo>
                    <a:pt x="10019" y="2048"/>
                  </a:lnTo>
                  <a:cubicBezTo>
                    <a:pt x="10019" y="1828"/>
                    <a:pt x="10209" y="1670"/>
                    <a:pt x="10398" y="1670"/>
                  </a:cubicBezTo>
                  <a:cubicBezTo>
                    <a:pt x="10618" y="1670"/>
                    <a:pt x="10807" y="1859"/>
                    <a:pt x="10807" y="2048"/>
                  </a:cubicBezTo>
                  <a:lnTo>
                    <a:pt x="10807" y="5356"/>
                  </a:lnTo>
                  <a:cubicBezTo>
                    <a:pt x="10807" y="5608"/>
                    <a:pt x="10996" y="5797"/>
                    <a:pt x="11185" y="5797"/>
                  </a:cubicBezTo>
                  <a:cubicBezTo>
                    <a:pt x="11406" y="5797"/>
                    <a:pt x="11626" y="5608"/>
                    <a:pt x="11626" y="5356"/>
                  </a:cubicBezTo>
                  <a:lnTo>
                    <a:pt x="11626" y="4537"/>
                  </a:lnTo>
                  <a:cubicBezTo>
                    <a:pt x="11626" y="4285"/>
                    <a:pt x="11815" y="4096"/>
                    <a:pt x="12036" y="4096"/>
                  </a:cubicBezTo>
                  <a:cubicBezTo>
                    <a:pt x="12256" y="4096"/>
                    <a:pt x="12414" y="4285"/>
                    <a:pt x="12414" y="4537"/>
                  </a:cubicBezTo>
                  <a:lnTo>
                    <a:pt x="12414" y="8696"/>
                  </a:lnTo>
                  <a:cubicBezTo>
                    <a:pt x="12414" y="9389"/>
                    <a:pt x="11878" y="9925"/>
                    <a:pt x="11154" y="9925"/>
                  </a:cubicBezTo>
                  <a:lnTo>
                    <a:pt x="9925" y="9925"/>
                  </a:lnTo>
                  <a:lnTo>
                    <a:pt x="9925" y="7845"/>
                  </a:lnTo>
                  <a:cubicBezTo>
                    <a:pt x="9925" y="7184"/>
                    <a:pt x="9389" y="6617"/>
                    <a:pt x="8665" y="6617"/>
                  </a:cubicBezTo>
                  <a:cubicBezTo>
                    <a:pt x="8507" y="6617"/>
                    <a:pt x="8413" y="6648"/>
                    <a:pt x="8287" y="6711"/>
                  </a:cubicBezTo>
                  <a:cubicBezTo>
                    <a:pt x="8413" y="6585"/>
                    <a:pt x="8413" y="1891"/>
                    <a:pt x="8413" y="1229"/>
                  </a:cubicBezTo>
                  <a:cubicBezTo>
                    <a:pt x="8413" y="977"/>
                    <a:pt x="8602" y="788"/>
                    <a:pt x="8791" y="788"/>
                  </a:cubicBezTo>
                  <a:close/>
                  <a:moveTo>
                    <a:pt x="5483" y="4096"/>
                  </a:moveTo>
                  <a:cubicBezTo>
                    <a:pt x="5735" y="4096"/>
                    <a:pt x="5892" y="4254"/>
                    <a:pt x="5924" y="4506"/>
                  </a:cubicBezTo>
                  <a:lnTo>
                    <a:pt x="5924" y="8696"/>
                  </a:lnTo>
                  <a:cubicBezTo>
                    <a:pt x="5924" y="8948"/>
                    <a:pt x="6113" y="9105"/>
                    <a:pt x="6302" y="9105"/>
                  </a:cubicBezTo>
                  <a:cubicBezTo>
                    <a:pt x="6554" y="9105"/>
                    <a:pt x="6743" y="8885"/>
                    <a:pt x="6743" y="8696"/>
                  </a:cubicBezTo>
                  <a:lnTo>
                    <a:pt x="6743" y="5356"/>
                  </a:lnTo>
                  <a:cubicBezTo>
                    <a:pt x="6743" y="5136"/>
                    <a:pt x="6932" y="4915"/>
                    <a:pt x="7153" y="4915"/>
                  </a:cubicBezTo>
                  <a:cubicBezTo>
                    <a:pt x="7342" y="4915"/>
                    <a:pt x="7562" y="5136"/>
                    <a:pt x="7562" y="5356"/>
                  </a:cubicBezTo>
                  <a:lnTo>
                    <a:pt x="7562" y="8696"/>
                  </a:lnTo>
                  <a:cubicBezTo>
                    <a:pt x="7562" y="8948"/>
                    <a:pt x="7783" y="9105"/>
                    <a:pt x="7972" y="9105"/>
                  </a:cubicBezTo>
                  <a:cubicBezTo>
                    <a:pt x="8161" y="9105"/>
                    <a:pt x="8350" y="8885"/>
                    <a:pt x="8350" y="8696"/>
                  </a:cubicBezTo>
                  <a:lnTo>
                    <a:pt x="8350" y="7877"/>
                  </a:lnTo>
                  <a:cubicBezTo>
                    <a:pt x="8350" y="7656"/>
                    <a:pt x="8570" y="7436"/>
                    <a:pt x="8759" y="7436"/>
                  </a:cubicBezTo>
                  <a:cubicBezTo>
                    <a:pt x="8948" y="7436"/>
                    <a:pt x="9137" y="7656"/>
                    <a:pt x="9137" y="7877"/>
                  </a:cubicBezTo>
                  <a:lnTo>
                    <a:pt x="9137" y="12035"/>
                  </a:lnTo>
                  <a:cubicBezTo>
                    <a:pt x="9137" y="12728"/>
                    <a:pt x="8602" y="13264"/>
                    <a:pt x="7940" y="13264"/>
                  </a:cubicBezTo>
                  <a:lnTo>
                    <a:pt x="3403" y="13264"/>
                  </a:lnTo>
                  <a:cubicBezTo>
                    <a:pt x="2994" y="13264"/>
                    <a:pt x="2647" y="13075"/>
                    <a:pt x="2427" y="12791"/>
                  </a:cubicBezTo>
                  <a:cubicBezTo>
                    <a:pt x="915" y="10523"/>
                    <a:pt x="1009" y="10649"/>
                    <a:pt x="1009" y="10586"/>
                  </a:cubicBezTo>
                  <a:cubicBezTo>
                    <a:pt x="915" y="10429"/>
                    <a:pt x="915" y="10208"/>
                    <a:pt x="1104" y="10051"/>
                  </a:cubicBezTo>
                  <a:cubicBezTo>
                    <a:pt x="1189" y="9980"/>
                    <a:pt x="1280" y="9947"/>
                    <a:pt x="1370" y="9947"/>
                  </a:cubicBezTo>
                  <a:cubicBezTo>
                    <a:pt x="1479" y="9947"/>
                    <a:pt x="1584" y="9995"/>
                    <a:pt x="1671" y="10082"/>
                  </a:cubicBezTo>
                  <a:lnTo>
                    <a:pt x="2742" y="11153"/>
                  </a:lnTo>
                  <a:cubicBezTo>
                    <a:pt x="2818" y="11230"/>
                    <a:pt x="2918" y="11271"/>
                    <a:pt x="3005" y="11271"/>
                  </a:cubicBezTo>
                  <a:cubicBezTo>
                    <a:pt x="3062" y="11271"/>
                    <a:pt x="3114" y="11254"/>
                    <a:pt x="3151" y="11216"/>
                  </a:cubicBezTo>
                  <a:cubicBezTo>
                    <a:pt x="3340" y="11153"/>
                    <a:pt x="3403" y="11027"/>
                    <a:pt x="3403" y="10838"/>
                  </a:cubicBezTo>
                  <a:lnTo>
                    <a:pt x="3403" y="5356"/>
                  </a:lnTo>
                  <a:cubicBezTo>
                    <a:pt x="3403" y="5136"/>
                    <a:pt x="3592" y="4915"/>
                    <a:pt x="3845" y="4915"/>
                  </a:cubicBezTo>
                  <a:cubicBezTo>
                    <a:pt x="4065" y="4915"/>
                    <a:pt x="4223" y="5136"/>
                    <a:pt x="4223" y="5356"/>
                  </a:cubicBezTo>
                  <a:lnTo>
                    <a:pt x="4223" y="8696"/>
                  </a:lnTo>
                  <a:cubicBezTo>
                    <a:pt x="4223" y="8948"/>
                    <a:pt x="4412" y="9105"/>
                    <a:pt x="4664" y="9105"/>
                  </a:cubicBezTo>
                  <a:cubicBezTo>
                    <a:pt x="4884" y="9105"/>
                    <a:pt x="5105" y="8885"/>
                    <a:pt x="5105" y="8696"/>
                  </a:cubicBezTo>
                  <a:lnTo>
                    <a:pt x="5105" y="4537"/>
                  </a:lnTo>
                  <a:cubicBezTo>
                    <a:pt x="5105" y="4285"/>
                    <a:pt x="5294" y="4096"/>
                    <a:pt x="5483" y="4096"/>
                  </a:cubicBezTo>
                  <a:close/>
                  <a:moveTo>
                    <a:pt x="8822" y="1"/>
                  </a:moveTo>
                  <a:cubicBezTo>
                    <a:pt x="8255" y="1"/>
                    <a:pt x="7783" y="410"/>
                    <a:pt x="7657" y="914"/>
                  </a:cubicBezTo>
                  <a:cubicBezTo>
                    <a:pt x="7499" y="883"/>
                    <a:pt x="7342" y="820"/>
                    <a:pt x="7184" y="820"/>
                  </a:cubicBezTo>
                  <a:cubicBezTo>
                    <a:pt x="6522" y="820"/>
                    <a:pt x="5955" y="1387"/>
                    <a:pt x="5955" y="2048"/>
                  </a:cubicBezTo>
                  <a:lnTo>
                    <a:pt x="5955" y="3340"/>
                  </a:lnTo>
                  <a:cubicBezTo>
                    <a:pt x="5829" y="3309"/>
                    <a:pt x="5672" y="3277"/>
                    <a:pt x="5514" y="3277"/>
                  </a:cubicBezTo>
                  <a:cubicBezTo>
                    <a:pt x="4947" y="3277"/>
                    <a:pt x="4475" y="3655"/>
                    <a:pt x="4349" y="4191"/>
                  </a:cubicBezTo>
                  <a:cubicBezTo>
                    <a:pt x="4191" y="4128"/>
                    <a:pt x="4034" y="4096"/>
                    <a:pt x="3876" y="4096"/>
                  </a:cubicBezTo>
                  <a:cubicBezTo>
                    <a:pt x="3214" y="4096"/>
                    <a:pt x="2616" y="4663"/>
                    <a:pt x="2616" y="5356"/>
                  </a:cubicBezTo>
                  <a:lnTo>
                    <a:pt x="2616" y="9862"/>
                  </a:lnTo>
                  <a:lnTo>
                    <a:pt x="2269" y="9483"/>
                  </a:lnTo>
                  <a:cubicBezTo>
                    <a:pt x="2025" y="9239"/>
                    <a:pt x="1712" y="9121"/>
                    <a:pt x="1398" y="9121"/>
                  </a:cubicBezTo>
                  <a:cubicBezTo>
                    <a:pt x="1105" y="9121"/>
                    <a:pt x="811" y="9223"/>
                    <a:pt x="568" y="9420"/>
                  </a:cubicBezTo>
                  <a:cubicBezTo>
                    <a:pt x="95" y="9862"/>
                    <a:pt x="1" y="10555"/>
                    <a:pt x="379" y="11059"/>
                  </a:cubicBezTo>
                  <a:lnTo>
                    <a:pt x="1797" y="13264"/>
                  </a:lnTo>
                  <a:cubicBezTo>
                    <a:pt x="2175" y="13831"/>
                    <a:pt x="2805" y="14146"/>
                    <a:pt x="3435" y="14146"/>
                  </a:cubicBezTo>
                  <a:lnTo>
                    <a:pt x="7972" y="14146"/>
                  </a:lnTo>
                  <a:cubicBezTo>
                    <a:pt x="9106" y="14146"/>
                    <a:pt x="10051" y="13201"/>
                    <a:pt x="10051" y="12035"/>
                  </a:cubicBezTo>
                  <a:lnTo>
                    <a:pt x="10051" y="10807"/>
                  </a:lnTo>
                  <a:lnTo>
                    <a:pt x="11280" y="10807"/>
                  </a:lnTo>
                  <a:cubicBezTo>
                    <a:pt x="12414" y="10807"/>
                    <a:pt x="13359" y="9862"/>
                    <a:pt x="13359" y="8696"/>
                  </a:cubicBezTo>
                  <a:lnTo>
                    <a:pt x="13359" y="4537"/>
                  </a:lnTo>
                  <a:cubicBezTo>
                    <a:pt x="13359" y="3876"/>
                    <a:pt x="12823" y="3309"/>
                    <a:pt x="12130" y="3309"/>
                  </a:cubicBezTo>
                  <a:cubicBezTo>
                    <a:pt x="11973" y="3309"/>
                    <a:pt x="11878" y="3340"/>
                    <a:pt x="11752" y="3372"/>
                  </a:cubicBezTo>
                  <a:lnTo>
                    <a:pt x="11752" y="2048"/>
                  </a:lnTo>
                  <a:cubicBezTo>
                    <a:pt x="11752" y="1387"/>
                    <a:pt x="11185" y="820"/>
                    <a:pt x="10492" y="820"/>
                  </a:cubicBezTo>
                  <a:cubicBezTo>
                    <a:pt x="10335" y="820"/>
                    <a:pt x="10177" y="883"/>
                    <a:pt x="10019" y="914"/>
                  </a:cubicBezTo>
                  <a:cubicBezTo>
                    <a:pt x="9862" y="410"/>
                    <a:pt x="9389" y="1"/>
                    <a:pt x="88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4" name="Google Shape;16644;p85"/>
            <p:cNvSpPr/>
            <p:nvPr/>
          </p:nvSpPr>
          <p:spPr>
            <a:xfrm>
              <a:off x="-10016750" y="2491050"/>
              <a:ext cx="63825" cy="61850"/>
            </a:xfrm>
            <a:custGeom>
              <a:avLst/>
              <a:gdLst/>
              <a:ahLst/>
              <a:cxnLst/>
              <a:rect l="l" t="t" r="r" b="b"/>
              <a:pathLst>
                <a:path w="2553" h="2474" extrusionOk="0">
                  <a:moveTo>
                    <a:pt x="457" y="0"/>
                  </a:moveTo>
                  <a:cubicBezTo>
                    <a:pt x="347" y="0"/>
                    <a:pt x="237" y="40"/>
                    <a:pt x="158" y="119"/>
                  </a:cubicBezTo>
                  <a:cubicBezTo>
                    <a:pt x="0" y="276"/>
                    <a:pt x="0" y="560"/>
                    <a:pt x="158" y="717"/>
                  </a:cubicBezTo>
                  <a:lnTo>
                    <a:pt x="1796" y="2355"/>
                  </a:lnTo>
                  <a:cubicBezTo>
                    <a:pt x="1891" y="2434"/>
                    <a:pt x="2001" y="2474"/>
                    <a:pt x="2107" y="2474"/>
                  </a:cubicBezTo>
                  <a:cubicBezTo>
                    <a:pt x="2214" y="2474"/>
                    <a:pt x="2316" y="2434"/>
                    <a:pt x="2395" y="2355"/>
                  </a:cubicBezTo>
                  <a:cubicBezTo>
                    <a:pt x="2552" y="2198"/>
                    <a:pt x="2552" y="1914"/>
                    <a:pt x="2395" y="1757"/>
                  </a:cubicBezTo>
                  <a:lnTo>
                    <a:pt x="757" y="119"/>
                  </a:lnTo>
                  <a:cubicBezTo>
                    <a:pt x="678" y="40"/>
                    <a:pt x="568" y="0"/>
                    <a:pt x="4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5" name="Google Shape;16645;p85"/>
            <p:cNvSpPr/>
            <p:nvPr/>
          </p:nvSpPr>
          <p:spPr>
            <a:xfrm>
              <a:off x="-9933275" y="2490075"/>
              <a:ext cx="20525" cy="63025"/>
            </a:xfrm>
            <a:custGeom>
              <a:avLst/>
              <a:gdLst/>
              <a:ahLst/>
              <a:cxnLst/>
              <a:rect l="l" t="t" r="r" b="b"/>
              <a:pathLst>
                <a:path w="821" h="2521" extrusionOk="0">
                  <a:moveTo>
                    <a:pt x="442" y="0"/>
                  </a:moveTo>
                  <a:cubicBezTo>
                    <a:pt x="221" y="0"/>
                    <a:pt x="1" y="189"/>
                    <a:pt x="1" y="441"/>
                  </a:cubicBezTo>
                  <a:lnTo>
                    <a:pt x="1" y="2079"/>
                  </a:lnTo>
                  <a:cubicBezTo>
                    <a:pt x="1" y="2331"/>
                    <a:pt x="221" y="2520"/>
                    <a:pt x="442" y="2520"/>
                  </a:cubicBezTo>
                  <a:cubicBezTo>
                    <a:pt x="631" y="2520"/>
                    <a:pt x="820" y="2331"/>
                    <a:pt x="820" y="2079"/>
                  </a:cubicBezTo>
                  <a:lnTo>
                    <a:pt x="820" y="441"/>
                  </a:lnTo>
                  <a:cubicBezTo>
                    <a:pt x="820" y="189"/>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6" name="Google Shape;16646;p85"/>
            <p:cNvSpPr/>
            <p:nvPr/>
          </p:nvSpPr>
          <p:spPr>
            <a:xfrm>
              <a:off x="-10015975" y="2573550"/>
              <a:ext cx="63050" cy="20500"/>
            </a:xfrm>
            <a:custGeom>
              <a:avLst/>
              <a:gdLst/>
              <a:ahLst/>
              <a:cxnLst/>
              <a:rect l="l" t="t" r="r" b="b"/>
              <a:pathLst>
                <a:path w="2522" h="820" extrusionOk="0">
                  <a:moveTo>
                    <a:pt x="442" y="1"/>
                  </a:moveTo>
                  <a:cubicBezTo>
                    <a:pt x="190" y="1"/>
                    <a:pt x="1" y="190"/>
                    <a:pt x="1" y="442"/>
                  </a:cubicBezTo>
                  <a:cubicBezTo>
                    <a:pt x="1" y="631"/>
                    <a:pt x="190" y="820"/>
                    <a:pt x="442" y="820"/>
                  </a:cubicBezTo>
                  <a:lnTo>
                    <a:pt x="2080" y="820"/>
                  </a:lnTo>
                  <a:cubicBezTo>
                    <a:pt x="2332" y="820"/>
                    <a:pt x="2521" y="631"/>
                    <a:pt x="2521" y="442"/>
                  </a:cubicBezTo>
                  <a:cubicBezTo>
                    <a:pt x="2521" y="190"/>
                    <a:pt x="2332" y="1"/>
                    <a:pt x="208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47" name="Google Shape;16647;p85"/>
          <p:cNvGrpSpPr/>
          <p:nvPr/>
        </p:nvGrpSpPr>
        <p:grpSpPr>
          <a:xfrm>
            <a:off x="8881574" y="4248257"/>
            <a:ext cx="469636" cy="457467"/>
            <a:chOff x="-8684100" y="2032450"/>
            <a:chExt cx="364700" cy="355250"/>
          </a:xfrm>
        </p:grpSpPr>
        <p:sp>
          <p:nvSpPr>
            <p:cNvPr id="16648" name="Google Shape;16648;p85"/>
            <p:cNvSpPr/>
            <p:nvPr/>
          </p:nvSpPr>
          <p:spPr>
            <a:xfrm>
              <a:off x="-8684100" y="2032450"/>
              <a:ext cx="364700" cy="355250"/>
            </a:xfrm>
            <a:custGeom>
              <a:avLst/>
              <a:gdLst/>
              <a:ahLst/>
              <a:cxnLst/>
              <a:rect l="l" t="t" r="r" b="b"/>
              <a:pathLst>
                <a:path w="14588" h="14210" extrusionOk="0">
                  <a:moveTo>
                    <a:pt x="13611" y="820"/>
                  </a:moveTo>
                  <a:lnTo>
                    <a:pt x="13611" y="1891"/>
                  </a:lnTo>
                  <a:lnTo>
                    <a:pt x="13642" y="1891"/>
                  </a:lnTo>
                  <a:lnTo>
                    <a:pt x="12130" y="2994"/>
                  </a:lnTo>
                  <a:lnTo>
                    <a:pt x="11469" y="2301"/>
                  </a:lnTo>
                  <a:lnTo>
                    <a:pt x="12571" y="820"/>
                  </a:lnTo>
                  <a:close/>
                  <a:moveTo>
                    <a:pt x="3561" y="2238"/>
                  </a:moveTo>
                  <a:lnTo>
                    <a:pt x="5294" y="3970"/>
                  </a:lnTo>
                  <a:cubicBezTo>
                    <a:pt x="5168" y="4033"/>
                    <a:pt x="5105" y="4128"/>
                    <a:pt x="4979" y="4254"/>
                  </a:cubicBezTo>
                  <a:lnTo>
                    <a:pt x="4695" y="4506"/>
                  </a:lnTo>
                  <a:lnTo>
                    <a:pt x="3844" y="3655"/>
                  </a:lnTo>
                  <a:cubicBezTo>
                    <a:pt x="3435" y="3246"/>
                    <a:pt x="3372" y="2710"/>
                    <a:pt x="3561" y="2238"/>
                  </a:cubicBezTo>
                  <a:close/>
                  <a:moveTo>
                    <a:pt x="10965" y="2899"/>
                  </a:moveTo>
                  <a:lnTo>
                    <a:pt x="11563" y="3498"/>
                  </a:lnTo>
                  <a:lnTo>
                    <a:pt x="8192" y="6837"/>
                  </a:lnTo>
                  <a:lnTo>
                    <a:pt x="7625" y="6239"/>
                  </a:lnTo>
                  <a:lnTo>
                    <a:pt x="10965" y="2899"/>
                  </a:lnTo>
                  <a:close/>
                  <a:moveTo>
                    <a:pt x="10492" y="9200"/>
                  </a:moveTo>
                  <a:lnTo>
                    <a:pt x="12225" y="10901"/>
                  </a:lnTo>
                  <a:cubicBezTo>
                    <a:pt x="12048" y="10984"/>
                    <a:pt x="11859" y="11027"/>
                    <a:pt x="11671" y="11027"/>
                  </a:cubicBezTo>
                  <a:cubicBezTo>
                    <a:pt x="11355" y="11027"/>
                    <a:pt x="11044" y="10906"/>
                    <a:pt x="10807" y="10649"/>
                  </a:cubicBezTo>
                  <a:lnTo>
                    <a:pt x="9925" y="9799"/>
                  </a:lnTo>
                  <a:lnTo>
                    <a:pt x="10208" y="9515"/>
                  </a:lnTo>
                  <a:cubicBezTo>
                    <a:pt x="10334" y="9389"/>
                    <a:pt x="10397" y="9326"/>
                    <a:pt x="10492" y="9200"/>
                  </a:cubicBezTo>
                  <a:close/>
                  <a:moveTo>
                    <a:pt x="2962" y="11059"/>
                  </a:moveTo>
                  <a:lnTo>
                    <a:pt x="3403" y="11500"/>
                  </a:lnTo>
                  <a:lnTo>
                    <a:pt x="2143" y="12319"/>
                  </a:lnTo>
                  <a:lnTo>
                    <a:pt x="2962" y="11059"/>
                  </a:lnTo>
                  <a:close/>
                  <a:moveTo>
                    <a:pt x="6996" y="4146"/>
                  </a:moveTo>
                  <a:cubicBezTo>
                    <a:pt x="7395" y="4146"/>
                    <a:pt x="7791" y="4258"/>
                    <a:pt x="8129" y="4474"/>
                  </a:cubicBezTo>
                  <a:lnTo>
                    <a:pt x="6711" y="5892"/>
                  </a:lnTo>
                  <a:cubicBezTo>
                    <a:pt x="6554" y="6050"/>
                    <a:pt x="6554" y="6333"/>
                    <a:pt x="6711" y="6491"/>
                  </a:cubicBezTo>
                  <a:lnTo>
                    <a:pt x="7877" y="7656"/>
                  </a:lnTo>
                  <a:cubicBezTo>
                    <a:pt x="7956" y="7735"/>
                    <a:pt x="8066" y="7775"/>
                    <a:pt x="8176" y="7775"/>
                  </a:cubicBezTo>
                  <a:cubicBezTo>
                    <a:pt x="8287" y="7775"/>
                    <a:pt x="8397" y="7735"/>
                    <a:pt x="8476" y="7656"/>
                  </a:cubicBezTo>
                  <a:lnTo>
                    <a:pt x="9893" y="6239"/>
                  </a:lnTo>
                  <a:cubicBezTo>
                    <a:pt x="10145" y="6648"/>
                    <a:pt x="10240" y="7026"/>
                    <a:pt x="10240" y="7436"/>
                  </a:cubicBezTo>
                  <a:cubicBezTo>
                    <a:pt x="10240" y="7971"/>
                    <a:pt x="10051" y="8476"/>
                    <a:pt x="9673" y="8885"/>
                  </a:cubicBezTo>
                  <a:lnTo>
                    <a:pt x="9232" y="9326"/>
                  </a:lnTo>
                  <a:cubicBezTo>
                    <a:pt x="9086" y="9286"/>
                    <a:pt x="8937" y="9266"/>
                    <a:pt x="8788" y="9266"/>
                  </a:cubicBezTo>
                  <a:cubicBezTo>
                    <a:pt x="8356" y="9266"/>
                    <a:pt x="7929" y="9431"/>
                    <a:pt x="7625" y="9736"/>
                  </a:cubicBezTo>
                  <a:cubicBezTo>
                    <a:pt x="7310" y="10051"/>
                    <a:pt x="7152" y="10492"/>
                    <a:pt x="7089" y="10933"/>
                  </a:cubicBezTo>
                  <a:cubicBezTo>
                    <a:pt x="7089" y="11405"/>
                    <a:pt x="7247" y="11784"/>
                    <a:pt x="7562" y="12099"/>
                  </a:cubicBezTo>
                  <a:lnTo>
                    <a:pt x="7310" y="12382"/>
                  </a:lnTo>
                  <a:cubicBezTo>
                    <a:pt x="6743" y="12949"/>
                    <a:pt x="6050" y="13264"/>
                    <a:pt x="5262" y="13264"/>
                  </a:cubicBezTo>
                  <a:cubicBezTo>
                    <a:pt x="4538" y="13264"/>
                    <a:pt x="3844" y="12981"/>
                    <a:pt x="3309" y="12508"/>
                  </a:cubicBezTo>
                  <a:lnTo>
                    <a:pt x="4317" y="11878"/>
                  </a:lnTo>
                  <a:cubicBezTo>
                    <a:pt x="4412" y="11784"/>
                    <a:pt x="4475" y="11689"/>
                    <a:pt x="4506" y="11563"/>
                  </a:cubicBezTo>
                  <a:cubicBezTo>
                    <a:pt x="4506" y="11437"/>
                    <a:pt x="4475" y="11311"/>
                    <a:pt x="4380" y="11216"/>
                  </a:cubicBezTo>
                  <a:lnTo>
                    <a:pt x="3214" y="10019"/>
                  </a:lnTo>
                  <a:cubicBezTo>
                    <a:pt x="3120" y="9956"/>
                    <a:pt x="2994" y="9893"/>
                    <a:pt x="2836" y="9893"/>
                  </a:cubicBezTo>
                  <a:cubicBezTo>
                    <a:pt x="2742" y="9893"/>
                    <a:pt x="2616" y="9988"/>
                    <a:pt x="2521" y="10114"/>
                  </a:cubicBezTo>
                  <a:lnTo>
                    <a:pt x="1891" y="11090"/>
                  </a:lnTo>
                  <a:cubicBezTo>
                    <a:pt x="883" y="9956"/>
                    <a:pt x="914" y="8223"/>
                    <a:pt x="2017" y="7121"/>
                  </a:cubicBezTo>
                  <a:lnTo>
                    <a:pt x="2301" y="6837"/>
                  </a:lnTo>
                  <a:cubicBezTo>
                    <a:pt x="2616" y="7152"/>
                    <a:pt x="3057" y="7310"/>
                    <a:pt x="3466" y="7310"/>
                  </a:cubicBezTo>
                  <a:cubicBezTo>
                    <a:pt x="3907" y="7310"/>
                    <a:pt x="4348" y="7121"/>
                    <a:pt x="4664" y="6806"/>
                  </a:cubicBezTo>
                  <a:cubicBezTo>
                    <a:pt x="5105" y="6365"/>
                    <a:pt x="5262" y="5766"/>
                    <a:pt x="5105" y="5168"/>
                  </a:cubicBezTo>
                  <a:lnTo>
                    <a:pt x="5514" y="4758"/>
                  </a:lnTo>
                  <a:cubicBezTo>
                    <a:pt x="5928" y="4344"/>
                    <a:pt x="6465" y="4146"/>
                    <a:pt x="6996" y="4146"/>
                  </a:cubicBezTo>
                  <a:close/>
                  <a:moveTo>
                    <a:pt x="12382" y="1"/>
                  </a:moveTo>
                  <a:cubicBezTo>
                    <a:pt x="12256" y="1"/>
                    <a:pt x="12130" y="64"/>
                    <a:pt x="12067" y="158"/>
                  </a:cubicBezTo>
                  <a:lnTo>
                    <a:pt x="10649" y="2080"/>
                  </a:lnTo>
                  <a:lnTo>
                    <a:pt x="8759" y="3970"/>
                  </a:lnTo>
                  <a:cubicBezTo>
                    <a:pt x="8249" y="3583"/>
                    <a:pt x="7634" y="3393"/>
                    <a:pt x="7024" y="3393"/>
                  </a:cubicBezTo>
                  <a:cubicBezTo>
                    <a:pt x="6692" y="3393"/>
                    <a:pt x="6361" y="3450"/>
                    <a:pt x="6050" y="3561"/>
                  </a:cubicBezTo>
                  <a:lnTo>
                    <a:pt x="2616" y="158"/>
                  </a:lnTo>
                  <a:cubicBezTo>
                    <a:pt x="2537" y="79"/>
                    <a:pt x="2427" y="40"/>
                    <a:pt x="2316" y="40"/>
                  </a:cubicBezTo>
                  <a:cubicBezTo>
                    <a:pt x="2206" y="40"/>
                    <a:pt x="2096" y="79"/>
                    <a:pt x="2017" y="158"/>
                  </a:cubicBezTo>
                  <a:cubicBezTo>
                    <a:pt x="1860" y="316"/>
                    <a:pt x="1860" y="568"/>
                    <a:pt x="2017" y="725"/>
                  </a:cubicBezTo>
                  <a:lnTo>
                    <a:pt x="2931" y="1639"/>
                  </a:lnTo>
                  <a:cubicBezTo>
                    <a:pt x="2427" y="2427"/>
                    <a:pt x="2490" y="3529"/>
                    <a:pt x="3214" y="4254"/>
                  </a:cubicBezTo>
                  <a:lnTo>
                    <a:pt x="4222" y="5262"/>
                  </a:lnTo>
                  <a:cubicBezTo>
                    <a:pt x="4222" y="5294"/>
                    <a:pt x="4222" y="5325"/>
                    <a:pt x="4254" y="5388"/>
                  </a:cubicBezTo>
                  <a:cubicBezTo>
                    <a:pt x="4412" y="5703"/>
                    <a:pt x="4348" y="6081"/>
                    <a:pt x="4096" y="6333"/>
                  </a:cubicBezTo>
                  <a:cubicBezTo>
                    <a:pt x="3948" y="6499"/>
                    <a:pt x="3721" y="6586"/>
                    <a:pt x="3493" y="6586"/>
                  </a:cubicBezTo>
                  <a:cubicBezTo>
                    <a:pt x="3287" y="6586"/>
                    <a:pt x="3080" y="6514"/>
                    <a:pt x="2931" y="6365"/>
                  </a:cubicBezTo>
                  <a:lnTo>
                    <a:pt x="2647" y="6081"/>
                  </a:lnTo>
                  <a:cubicBezTo>
                    <a:pt x="2568" y="6002"/>
                    <a:pt x="2458" y="5963"/>
                    <a:pt x="2348" y="5963"/>
                  </a:cubicBezTo>
                  <a:cubicBezTo>
                    <a:pt x="2238" y="5963"/>
                    <a:pt x="2127" y="6002"/>
                    <a:pt x="2049" y="6081"/>
                  </a:cubicBezTo>
                  <a:lnTo>
                    <a:pt x="1482" y="6680"/>
                  </a:lnTo>
                  <a:cubicBezTo>
                    <a:pt x="1" y="8129"/>
                    <a:pt x="1" y="10492"/>
                    <a:pt x="1482" y="11973"/>
                  </a:cubicBezTo>
                  <a:lnTo>
                    <a:pt x="442" y="13579"/>
                  </a:lnTo>
                  <a:cubicBezTo>
                    <a:pt x="316" y="13737"/>
                    <a:pt x="379" y="13957"/>
                    <a:pt x="473" y="14083"/>
                  </a:cubicBezTo>
                  <a:cubicBezTo>
                    <a:pt x="562" y="14154"/>
                    <a:pt x="670" y="14195"/>
                    <a:pt x="776" y="14195"/>
                  </a:cubicBezTo>
                  <a:cubicBezTo>
                    <a:pt x="859" y="14195"/>
                    <a:pt x="940" y="14170"/>
                    <a:pt x="1009" y="14115"/>
                  </a:cubicBezTo>
                  <a:lnTo>
                    <a:pt x="2616" y="13107"/>
                  </a:lnTo>
                  <a:cubicBezTo>
                    <a:pt x="3309" y="13800"/>
                    <a:pt x="4254" y="14209"/>
                    <a:pt x="5262" y="14209"/>
                  </a:cubicBezTo>
                  <a:cubicBezTo>
                    <a:pt x="6239" y="14209"/>
                    <a:pt x="7184" y="13800"/>
                    <a:pt x="7877" y="13107"/>
                  </a:cubicBezTo>
                  <a:lnTo>
                    <a:pt x="8476" y="12508"/>
                  </a:lnTo>
                  <a:cubicBezTo>
                    <a:pt x="8633" y="12351"/>
                    <a:pt x="8633" y="12067"/>
                    <a:pt x="8476" y="11910"/>
                  </a:cubicBezTo>
                  <a:lnTo>
                    <a:pt x="8192" y="11657"/>
                  </a:lnTo>
                  <a:cubicBezTo>
                    <a:pt x="7877" y="11342"/>
                    <a:pt x="7877" y="10775"/>
                    <a:pt x="8255" y="10460"/>
                  </a:cubicBezTo>
                  <a:cubicBezTo>
                    <a:pt x="8400" y="10315"/>
                    <a:pt x="8627" y="10225"/>
                    <a:pt x="8856" y="10225"/>
                  </a:cubicBezTo>
                  <a:cubicBezTo>
                    <a:pt x="8974" y="10225"/>
                    <a:pt x="9093" y="10249"/>
                    <a:pt x="9200" y="10303"/>
                  </a:cubicBezTo>
                  <a:cubicBezTo>
                    <a:pt x="9232" y="10303"/>
                    <a:pt x="9263" y="10334"/>
                    <a:pt x="9295" y="10334"/>
                  </a:cubicBezTo>
                  <a:lnTo>
                    <a:pt x="10334" y="11374"/>
                  </a:lnTo>
                  <a:cubicBezTo>
                    <a:pt x="10736" y="11775"/>
                    <a:pt x="11274" y="11976"/>
                    <a:pt x="11809" y="11976"/>
                  </a:cubicBezTo>
                  <a:cubicBezTo>
                    <a:pt x="12199" y="11976"/>
                    <a:pt x="12586" y="11870"/>
                    <a:pt x="12918" y="11657"/>
                  </a:cubicBezTo>
                  <a:lnTo>
                    <a:pt x="13831" y="12540"/>
                  </a:lnTo>
                  <a:cubicBezTo>
                    <a:pt x="13910" y="12618"/>
                    <a:pt x="14021" y="12658"/>
                    <a:pt x="14131" y="12658"/>
                  </a:cubicBezTo>
                  <a:cubicBezTo>
                    <a:pt x="14241" y="12658"/>
                    <a:pt x="14351" y="12618"/>
                    <a:pt x="14430" y="12540"/>
                  </a:cubicBezTo>
                  <a:cubicBezTo>
                    <a:pt x="14588" y="12382"/>
                    <a:pt x="14588" y="12130"/>
                    <a:pt x="14430" y="11973"/>
                  </a:cubicBezTo>
                  <a:lnTo>
                    <a:pt x="10996" y="8539"/>
                  </a:lnTo>
                  <a:cubicBezTo>
                    <a:pt x="11122" y="8223"/>
                    <a:pt x="11154" y="7908"/>
                    <a:pt x="11154" y="7562"/>
                  </a:cubicBezTo>
                  <a:cubicBezTo>
                    <a:pt x="11154" y="6932"/>
                    <a:pt x="10965" y="6333"/>
                    <a:pt x="10555" y="5829"/>
                  </a:cubicBezTo>
                  <a:lnTo>
                    <a:pt x="12445" y="3939"/>
                  </a:lnTo>
                  <a:lnTo>
                    <a:pt x="14399" y="2521"/>
                  </a:lnTo>
                  <a:cubicBezTo>
                    <a:pt x="14493" y="2427"/>
                    <a:pt x="14556" y="2301"/>
                    <a:pt x="14556" y="2206"/>
                  </a:cubicBezTo>
                  <a:lnTo>
                    <a:pt x="14556" y="536"/>
                  </a:lnTo>
                  <a:cubicBezTo>
                    <a:pt x="14462" y="190"/>
                    <a:pt x="14273" y="1"/>
                    <a:pt x="1402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9" name="Google Shape;16649;p85"/>
            <p:cNvSpPr/>
            <p:nvPr/>
          </p:nvSpPr>
          <p:spPr>
            <a:xfrm>
              <a:off x="-8637625" y="2231725"/>
              <a:ext cx="81950" cy="32525"/>
            </a:xfrm>
            <a:custGeom>
              <a:avLst/>
              <a:gdLst/>
              <a:ahLst/>
              <a:cxnLst/>
              <a:rect l="l" t="t" r="r" b="b"/>
              <a:pathLst>
                <a:path w="3278" h="1301" extrusionOk="0">
                  <a:moveTo>
                    <a:pt x="2226" y="0"/>
                  </a:moveTo>
                  <a:cubicBezTo>
                    <a:pt x="1907" y="0"/>
                    <a:pt x="1592" y="126"/>
                    <a:pt x="1355" y="378"/>
                  </a:cubicBezTo>
                  <a:cubicBezTo>
                    <a:pt x="1277" y="457"/>
                    <a:pt x="1166" y="497"/>
                    <a:pt x="1056" y="497"/>
                  </a:cubicBezTo>
                  <a:cubicBezTo>
                    <a:pt x="946" y="497"/>
                    <a:pt x="835" y="457"/>
                    <a:pt x="757" y="378"/>
                  </a:cubicBezTo>
                  <a:cubicBezTo>
                    <a:pt x="678" y="300"/>
                    <a:pt x="568" y="260"/>
                    <a:pt x="457" y="260"/>
                  </a:cubicBezTo>
                  <a:cubicBezTo>
                    <a:pt x="347" y="260"/>
                    <a:pt x="237" y="300"/>
                    <a:pt x="158" y="378"/>
                  </a:cubicBezTo>
                  <a:cubicBezTo>
                    <a:pt x="1" y="536"/>
                    <a:pt x="1" y="788"/>
                    <a:pt x="158" y="946"/>
                  </a:cubicBezTo>
                  <a:cubicBezTo>
                    <a:pt x="394" y="1182"/>
                    <a:pt x="709" y="1300"/>
                    <a:pt x="1028" y="1300"/>
                  </a:cubicBezTo>
                  <a:cubicBezTo>
                    <a:pt x="1347" y="1300"/>
                    <a:pt x="1670" y="1182"/>
                    <a:pt x="1922" y="946"/>
                  </a:cubicBezTo>
                  <a:cubicBezTo>
                    <a:pt x="2001" y="867"/>
                    <a:pt x="2111" y="827"/>
                    <a:pt x="2222" y="827"/>
                  </a:cubicBezTo>
                  <a:cubicBezTo>
                    <a:pt x="2332" y="827"/>
                    <a:pt x="2442" y="867"/>
                    <a:pt x="2521" y="946"/>
                  </a:cubicBezTo>
                  <a:cubicBezTo>
                    <a:pt x="2600" y="1024"/>
                    <a:pt x="2710" y="1064"/>
                    <a:pt x="2820" y="1064"/>
                  </a:cubicBezTo>
                  <a:cubicBezTo>
                    <a:pt x="2931" y="1064"/>
                    <a:pt x="3041" y="1024"/>
                    <a:pt x="3120" y="946"/>
                  </a:cubicBezTo>
                  <a:cubicBezTo>
                    <a:pt x="3277" y="788"/>
                    <a:pt x="3277" y="536"/>
                    <a:pt x="3120" y="378"/>
                  </a:cubicBezTo>
                  <a:cubicBezTo>
                    <a:pt x="2868" y="126"/>
                    <a:pt x="2545" y="0"/>
                    <a:pt x="222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0" name="Google Shape;16650;p85"/>
            <p:cNvSpPr/>
            <p:nvPr/>
          </p:nvSpPr>
          <p:spPr>
            <a:xfrm>
              <a:off x="-8558075" y="2267375"/>
              <a:ext cx="38625" cy="79950"/>
            </a:xfrm>
            <a:custGeom>
              <a:avLst/>
              <a:gdLst/>
              <a:ahLst/>
              <a:cxnLst/>
              <a:rect l="l" t="t" r="r" b="b"/>
              <a:pathLst>
                <a:path w="1545" h="3198" extrusionOk="0">
                  <a:moveTo>
                    <a:pt x="772" y="0"/>
                  </a:moveTo>
                  <a:cubicBezTo>
                    <a:pt x="662" y="0"/>
                    <a:pt x="552" y="39"/>
                    <a:pt x="473" y="118"/>
                  </a:cubicBezTo>
                  <a:cubicBezTo>
                    <a:pt x="316" y="276"/>
                    <a:pt x="316" y="559"/>
                    <a:pt x="473" y="717"/>
                  </a:cubicBezTo>
                  <a:cubicBezTo>
                    <a:pt x="631" y="874"/>
                    <a:pt x="631" y="1158"/>
                    <a:pt x="473" y="1315"/>
                  </a:cubicBezTo>
                  <a:cubicBezTo>
                    <a:pt x="1" y="1788"/>
                    <a:pt x="1" y="2576"/>
                    <a:pt x="473" y="3080"/>
                  </a:cubicBezTo>
                  <a:cubicBezTo>
                    <a:pt x="552" y="3158"/>
                    <a:pt x="662" y="3198"/>
                    <a:pt x="772" y="3198"/>
                  </a:cubicBezTo>
                  <a:cubicBezTo>
                    <a:pt x="883" y="3198"/>
                    <a:pt x="993" y="3158"/>
                    <a:pt x="1072" y="3080"/>
                  </a:cubicBezTo>
                  <a:cubicBezTo>
                    <a:pt x="1229" y="2922"/>
                    <a:pt x="1229" y="2639"/>
                    <a:pt x="1072" y="2481"/>
                  </a:cubicBezTo>
                  <a:cubicBezTo>
                    <a:pt x="914" y="2324"/>
                    <a:pt x="914" y="2040"/>
                    <a:pt x="1072" y="1882"/>
                  </a:cubicBezTo>
                  <a:cubicBezTo>
                    <a:pt x="1544" y="1378"/>
                    <a:pt x="1544" y="591"/>
                    <a:pt x="1072" y="118"/>
                  </a:cubicBezTo>
                  <a:cubicBezTo>
                    <a:pt x="993" y="39"/>
                    <a:pt x="883" y="0"/>
                    <a:pt x="7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51" name="Google Shape;16651;p85"/>
          <p:cNvSpPr/>
          <p:nvPr/>
        </p:nvSpPr>
        <p:spPr>
          <a:xfrm>
            <a:off x="7698279" y="2043062"/>
            <a:ext cx="400679" cy="454409"/>
          </a:xfrm>
          <a:custGeom>
            <a:avLst/>
            <a:gdLst/>
            <a:ahLst/>
            <a:cxnLst/>
            <a:rect l="l" t="t" r="r" b="b"/>
            <a:pathLst>
              <a:path w="12446" h="14115" extrusionOk="0">
                <a:moveTo>
                  <a:pt x="10744" y="788"/>
                </a:moveTo>
                <a:cubicBezTo>
                  <a:pt x="11216" y="788"/>
                  <a:pt x="11563" y="1135"/>
                  <a:pt x="11563" y="1607"/>
                </a:cubicBezTo>
                <a:cubicBezTo>
                  <a:pt x="11563" y="2080"/>
                  <a:pt x="11216" y="2458"/>
                  <a:pt x="10744" y="2458"/>
                </a:cubicBezTo>
                <a:cubicBezTo>
                  <a:pt x="10492" y="2458"/>
                  <a:pt x="10303" y="2647"/>
                  <a:pt x="10303" y="2867"/>
                </a:cubicBezTo>
                <a:cubicBezTo>
                  <a:pt x="10303" y="3119"/>
                  <a:pt x="10492" y="3308"/>
                  <a:pt x="10744" y="3308"/>
                </a:cubicBezTo>
                <a:lnTo>
                  <a:pt x="10744" y="4884"/>
                </a:lnTo>
                <a:cubicBezTo>
                  <a:pt x="10744" y="4947"/>
                  <a:pt x="10775" y="5041"/>
                  <a:pt x="10807" y="5073"/>
                </a:cubicBezTo>
                <a:cubicBezTo>
                  <a:pt x="11342" y="5892"/>
                  <a:pt x="11563" y="6900"/>
                  <a:pt x="11563" y="7877"/>
                </a:cubicBezTo>
                <a:cubicBezTo>
                  <a:pt x="11563" y="8822"/>
                  <a:pt x="11342" y="9735"/>
                  <a:pt x="10870" y="10523"/>
                </a:cubicBezTo>
                <a:lnTo>
                  <a:pt x="10145" y="10050"/>
                </a:lnTo>
                <a:cubicBezTo>
                  <a:pt x="10523" y="9357"/>
                  <a:pt x="10712" y="8633"/>
                  <a:pt x="10712" y="7845"/>
                </a:cubicBezTo>
                <a:cubicBezTo>
                  <a:pt x="10712" y="6931"/>
                  <a:pt x="10429" y="6018"/>
                  <a:pt x="9956" y="5262"/>
                </a:cubicBezTo>
                <a:cubicBezTo>
                  <a:pt x="9925" y="5199"/>
                  <a:pt x="9893" y="5104"/>
                  <a:pt x="9893" y="5041"/>
                </a:cubicBezTo>
                <a:lnTo>
                  <a:pt x="9893" y="1576"/>
                </a:lnTo>
                <a:cubicBezTo>
                  <a:pt x="9925" y="1198"/>
                  <a:pt x="10271" y="788"/>
                  <a:pt x="10744" y="788"/>
                </a:cubicBezTo>
                <a:close/>
                <a:moveTo>
                  <a:pt x="1639" y="788"/>
                </a:moveTo>
                <a:cubicBezTo>
                  <a:pt x="2111" y="788"/>
                  <a:pt x="2458" y="1135"/>
                  <a:pt x="2458" y="1607"/>
                </a:cubicBezTo>
                <a:lnTo>
                  <a:pt x="2458" y="5073"/>
                </a:lnTo>
                <a:cubicBezTo>
                  <a:pt x="2458" y="5167"/>
                  <a:pt x="2427" y="5230"/>
                  <a:pt x="2395" y="5325"/>
                </a:cubicBezTo>
                <a:cubicBezTo>
                  <a:pt x="1922" y="6081"/>
                  <a:pt x="1639" y="6963"/>
                  <a:pt x="1639" y="7877"/>
                </a:cubicBezTo>
                <a:cubicBezTo>
                  <a:pt x="1639" y="8664"/>
                  <a:pt x="1828" y="9420"/>
                  <a:pt x="2206" y="10082"/>
                </a:cubicBezTo>
                <a:lnTo>
                  <a:pt x="1481" y="10554"/>
                </a:lnTo>
                <a:cubicBezTo>
                  <a:pt x="1040" y="9767"/>
                  <a:pt x="788" y="8853"/>
                  <a:pt x="788" y="7908"/>
                </a:cubicBezTo>
                <a:cubicBezTo>
                  <a:pt x="788" y="6931"/>
                  <a:pt x="1040" y="5955"/>
                  <a:pt x="1513" y="5136"/>
                </a:cubicBezTo>
                <a:cubicBezTo>
                  <a:pt x="1576" y="5041"/>
                  <a:pt x="1607" y="4978"/>
                  <a:pt x="1607" y="4915"/>
                </a:cubicBezTo>
                <a:lnTo>
                  <a:pt x="1607" y="3340"/>
                </a:lnTo>
                <a:cubicBezTo>
                  <a:pt x="1891" y="3277"/>
                  <a:pt x="2048" y="3119"/>
                  <a:pt x="2048" y="2867"/>
                </a:cubicBezTo>
                <a:cubicBezTo>
                  <a:pt x="2048" y="2647"/>
                  <a:pt x="1828" y="2458"/>
                  <a:pt x="1639" y="2458"/>
                </a:cubicBezTo>
                <a:cubicBezTo>
                  <a:pt x="1166" y="2458"/>
                  <a:pt x="820" y="2080"/>
                  <a:pt x="820" y="1607"/>
                </a:cubicBezTo>
                <a:cubicBezTo>
                  <a:pt x="820" y="1135"/>
                  <a:pt x="1166" y="788"/>
                  <a:pt x="1639" y="788"/>
                </a:cubicBezTo>
                <a:close/>
                <a:moveTo>
                  <a:pt x="4128" y="3277"/>
                </a:moveTo>
                <a:lnTo>
                  <a:pt x="4128" y="10964"/>
                </a:lnTo>
                <a:cubicBezTo>
                  <a:pt x="3151" y="10271"/>
                  <a:pt x="2458" y="9137"/>
                  <a:pt x="2458" y="7845"/>
                </a:cubicBezTo>
                <a:cubicBezTo>
                  <a:pt x="2458" y="7089"/>
                  <a:pt x="2710" y="6333"/>
                  <a:pt x="3088" y="5766"/>
                </a:cubicBezTo>
                <a:cubicBezTo>
                  <a:pt x="3214" y="5545"/>
                  <a:pt x="3309" y="5325"/>
                  <a:pt x="3309" y="5073"/>
                </a:cubicBezTo>
                <a:lnTo>
                  <a:pt x="3309" y="3277"/>
                </a:lnTo>
                <a:close/>
                <a:moveTo>
                  <a:pt x="9074" y="3277"/>
                </a:moveTo>
                <a:lnTo>
                  <a:pt x="9074" y="5073"/>
                </a:lnTo>
                <a:cubicBezTo>
                  <a:pt x="9074" y="5325"/>
                  <a:pt x="9169" y="5545"/>
                  <a:pt x="9295" y="5797"/>
                </a:cubicBezTo>
                <a:cubicBezTo>
                  <a:pt x="9673" y="6396"/>
                  <a:pt x="9925" y="7120"/>
                  <a:pt x="9925" y="7877"/>
                </a:cubicBezTo>
                <a:cubicBezTo>
                  <a:pt x="9925" y="9168"/>
                  <a:pt x="9232" y="10334"/>
                  <a:pt x="8255" y="10996"/>
                </a:cubicBezTo>
                <a:lnTo>
                  <a:pt x="8255" y="3277"/>
                </a:lnTo>
                <a:close/>
                <a:moveTo>
                  <a:pt x="5766" y="3277"/>
                </a:moveTo>
                <a:lnTo>
                  <a:pt x="5766" y="11594"/>
                </a:lnTo>
                <a:cubicBezTo>
                  <a:pt x="5514" y="11531"/>
                  <a:pt x="5230" y="11500"/>
                  <a:pt x="4947" y="11374"/>
                </a:cubicBezTo>
                <a:lnTo>
                  <a:pt x="4947" y="3277"/>
                </a:lnTo>
                <a:close/>
                <a:moveTo>
                  <a:pt x="7436" y="3277"/>
                </a:moveTo>
                <a:lnTo>
                  <a:pt x="7436" y="11374"/>
                </a:lnTo>
                <a:cubicBezTo>
                  <a:pt x="7152" y="11500"/>
                  <a:pt x="6869" y="11531"/>
                  <a:pt x="6617" y="11594"/>
                </a:cubicBezTo>
                <a:lnTo>
                  <a:pt x="6617" y="3277"/>
                </a:lnTo>
                <a:close/>
                <a:moveTo>
                  <a:pt x="9767" y="10743"/>
                </a:moveTo>
                <a:lnTo>
                  <a:pt x="10460" y="11216"/>
                </a:lnTo>
                <a:cubicBezTo>
                  <a:pt x="9452" y="12445"/>
                  <a:pt x="7908" y="13264"/>
                  <a:pt x="6176" y="13264"/>
                </a:cubicBezTo>
                <a:cubicBezTo>
                  <a:pt x="4474" y="13264"/>
                  <a:pt x="2931" y="12445"/>
                  <a:pt x="1954" y="11216"/>
                </a:cubicBezTo>
                <a:lnTo>
                  <a:pt x="2679" y="10743"/>
                </a:lnTo>
                <a:cubicBezTo>
                  <a:pt x="3529" y="11815"/>
                  <a:pt x="4789" y="12445"/>
                  <a:pt x="6207" y="12445"/>
                </a:cubicBezTo>
                <a:cubicBezTo>
                  <a:pt x="7625" y="12445"/>
                  <a:pt x="8885" y="11783"/>
                  <a:pt x="9767" y="10743"/>
                </a:cubicBezTo>
                <a:close/>
                <a:moveTo>
                  <a:pt x="1670" y="0"/>
                </a:moveTo>
                <a:cubicBezTo>
                  <a:pt x="788" y="0"/>
                  <a:pt x="32" y="756"/>
                  <a:pt x="32" y="1670"/>
                </a:cubicBezTo>
                <a:cubicBezTo>
                  <a:pt x="32" y="2300"/>
                  <a:pt x="347" y="2804"/>
                  <a:pt x="851" y="3088"/>
                </a:cubicBezTo>
                <a:lnTo>
                  <a:pt x="851" y="4758"/>
                </a:lnTo>
                <a:cubicBezTo>
                  <a:pt x="253" y="5671"/>
                  <a:pt x="1" y="6742"/>
                  <a:pt x="1" y="7877"/>
                </a:cubicBezTo>
                <a:cubicBezTo>
                  <a:pt x="1" y="11279"/>
                  <a:pt x="2742" y="14114"/>
                  <a:pt x="6207" y="14114"/>
                </a:cubicBezTo>
                <a:cubicBezTo>
                  <a:pt x="9673" y="14114"/>
                  <a:pt x="12445" y="11279"/>
                  <a:pt x="12445" y="7877"/>
                </a:cubicBezTo>
                <a:cubicBezTo>
                  <a:pt x="12445" y="6774"/>
                  <a:pt x="12162" y="5703"/>
                  <a:pt x="11594" y="4758"/>
                </a:cubicBezTo>
                <a:lnTo>
                  <a:pt x="11594" y="3088"/>
                </a:lnTo>
                <a:cubicBezTo>
                  <a:pt x="12130" y="2804"/>
                  <a:pt x="12445" y="2237"/>
                  <a:pt x="12445" y="1670"/>
                </a:cubicBezTo>
                <a:cubicBezTo>
                  <a:pt x="12445" y="756"/>
                  <a:pt x="11689" y="0"/>
                  <a:pt x="10775" y="0"/>
                </a:cubicBezTo>
                <a:cubicBezTo>
                  <a:pt x="9862" y="0"/>
                  <a:pt x="9137" y="756"/>
                  <a:pt x="9137" y="1670"/>
                </a:cubicBezTo>
                <a:lnTo>
                  <a:pt x="9137" y="2489"/>
                </a:lnTo>
                <a:lnTo>
                  <a:pt x="3340" y="2489"/>
                </a:lnTo>
                <a:lnTo>
                  <a:pt x="3340" y="1670"/>
                </a:lnTo>
                <a:cubicBezTo>
                  <a:pt x="3340" y="756"/>
                  <a:pt x="2584" y="0"/>
                  <a:pt x="1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52" name="Google Shape;16652;p85"/>
          <p:cNvGrpSpPr/>
          <p:nvPr/>
        </p:nvGrpSpPr>
        <p:grpSpPr>
          <a:xfrm>
            <a:off x="7669386" y="2586208"/>
            <a:ext cx="458465" cy="455632"/>
            <a:chOff x="-13095575" y="2073400"/>
            <a:chExt cx="356025" cy="353825"/>
          </a:xfrm>
        </p:grpSpPr>
        <p:sp>
          <p:nvSpPr>
            <p:cNvPr id="16653" name="Google Shape;16653;p85"/>
            <p:cNvSpPr/>
            <p:nvPr/>
          </p:nvSpPr>
          <p:spPr>
            <a:xfrm>
              <a:off x="-13095575" y="2073400"/>
              <a:ext cx="356025" cy="353825"/>
            </a:xfrm>
            <a:custGeom>
              <a:avLst/>
              <a:gdLst/>
              <a:ahLst/>
              <a:cxnLst/>
              <a:rect l="l" t="t" r="r" b="b"/>
              <a:pathLst>
                <a:path w="14241" h="14153" extrusionOk="0">
                  <a:moveTo>
                    <a:pt x="12886" y="820"/>
                  </a:moveTo>
                  <a:cubicBezTo>
                    <a:pt x="13107" y="820"/>
                    <a:pt x="13327" y="1041"/>
                    <a:pt x="13327" y="1261"/>
                  </a:cubicBezTo>
                  <a:lnTo>
                    <a:pt x="13327" y="9578"/>
                  </a:lnTo>
                  <a:cubicBezTo>
                    <a:pt x="13327" y="9799"/>
                    <a:pt x="13107" y="9988"/>
                    <a:pt x="12886" y="9988"/>
                  </a:cubicBezTo>
                  <a:lnTo>
                    <a:pt x="1261" y="9988"/>
                  </a:lnTo>
                  <a:cubicBezTo>
                    <a:pt x="1040" y="9988"/>
                    <a:pt x="851" y="9799"/>
                    <a:pt x="851" y="9578"/>
                  </a:cubicBezTo>
                  <a:lnTo>
                    <a:pt x="851" y="1261"/>
                  </a:lnTo>
                  <a:cubicBezTo>
                    <a:pt x="851" y="1041"/>
                    <a:pt x="1040" y="820"/>
                    <a:pt x="1261" y="820"/>
                  </a:cubicBezTo>
                  <a:close/>
                  <a:moveTo>
                    <a:pt x="1261" y="1"/>
                  </a:moveTo>
                  <a:cubicBezTo>
                    <a:pt x="599" y="1"/>
                    <a:pt x="1" y="568"/>
                    <a:pt x="1" y="1261"/>
                  </a:cubicBezTo>
                  <a:lnTo>
                    <a:pt x="1" y="9578"/>
                  </a:lnTo>
                  <a:cubicBezTo>
                    <a:pt x="1" y="10240"/>
                    <a:pt x="568" y="10839"/>
                    <a:pt x="1261" y="10839"/>
                  </a:cubicBezTo>
                  <a:lnTo>
                    <a:pt x="6270" y="10839"/>
                  </a:lnTo>
                  <a:lnTo>
                    <a:pt x="4285" y="13485"/>
                  </a:lnTo>
                  <a:cubicBezTo>
                    <a:pt x="4191" y="13674"/>
                    <a:pt x="4191" y="13895"/>
                    <a:pt x="4380" y="14052"/>
                  </a:cubicBezTo>
                  <a:cubicBezTo>
                    <a:pt x="4465" y="14109"/>
                    <a:pt x="4562" y="14140"/>
                    <a:pt x="4659" y="14140"/>
                  </a:cubicBezTo>
                  <a:cubicBezTo>
                    <a:pt x="4776" y="14140"/>
                    <a:pt x="4892" y="14093"/>
                    <a:pt x="4978" y="13989"/>
                  </a:cubicBezTo>
                  <a:lnTo>
                    <a:pt x="6711" y="11658"/>
                  </a:lnTo>
                  <a:lnTo>
                    <a:pt x="6711" y="12918"/>
                  </a:lnTo>
                  <a:cubicBezTo>
                    <a:pt x="6711" y="13138"/>
                    <a:pt x="6900" y="13359"/>
                    <a:pt x="7089" y="13359"/>
                  </a:cubicBezTo>
                  <a:cubicBezTo>
                    <a:pt x="7310" y="13359"/>
                    <a:pt x="7530" y="13138"/>
                    <a:pt x="7530" y="12918"/>
                  </a:cubicBezTo>
                  <a:lnTo>
                    <a:pt x="7530" y="11658"/>
                  </a:lnTo>
                  <a:lnTo>
                    <a:pt x="9263" y="13989"/>
                  </a:lnTo>
                  <a:cubicBezTo>
                    <a:pt x="9335" y="14096"/>
                    <a:pt x="9457" y="14153"/>
                    <a:pt x="9584" y="14153"/>
                  </a:cubicBezTo>
                  <a:cubicBezTo>
                    <a:pt x="9681" y="14153"/>
                    <a:pt x="9780" y="14120"/>
                    <a:pt x="9862" y="14052"/>
                  </a:cubicBezTo>
                  <a:cubicBezTo>
                    <a:pt x="10051" y="13926"/>
                    <a:pt x="10082" y="13674"/>
                    <a:pt x="9925" y="13485"/>
                  </a:cubicBezTo>
                  <a:lnTo>
                    <a:pt x="7971" y="10839"/>
                  </a:lnTo>
                  <a:lnTo>
                    <a:pt x="12981" y="10839"/>
                  </a:lnTo>
                  <a:cubicBezTo>
                    <a:pt x="13642" y="10839"/>
                    <a:pt x="14241" y="10272"/>
                    <a:pt x="14241" y="9578"/>
                  </a:cubicBezTo>
                  <a:lnTo>
                    <a:pt x="14241" y="1261"/>
                  </a:lnTo>
                  <a:cubicBezTo>
                    <a:pt x="14146" y="600"/>
                    <a:pt x="13579" y="1"/>
                    <a:pt x="128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4" name="Google Shape;16654;p85"/>
            <p:cNvSpPr/>
            <p:nvPr/>
          </p:nvSpPr>
          <p:spPr>
            <a:xfrm>
              <a:off x="-13055400" y="2115150"/>
              <a:ext cx="271750" cy="187475"/>
            </a:xfrm>
            <a:custGeom>
              <a:avLst/>
              <a:gdLst/>
              <a:ahLst/>
              <a:cxnLst/>
              <a:rect l="l" t="t" r="r" b="b"/>
              <a:pathLst>
                <a:path w="10870" h="7499" extrusionOk="0">
                  <a:moveTo>
                    <a:pt x="3781" y="820"/>
                  </a:moveTo>
                  <a:cubicBezTo>
                    <a:pt x="4474" y="820"/>
                    <a:pt x="5041" y="1355"/>
                    <a:pt x="5041" y="2017"/>
                  </a:cubicBezTo>
                  <a:lnTo>
                    <a:pt x="5041" y="6648"/>
                  </a:lnTo>
                  <a:lnTo>
                    <a:pt x="882" y="6648"/>
                  </a:lnTo>
                  <a:lnTo>
                    <a:pt x="882" y="820"/>
                  </a:lnTo>
                  <a:close/>
                  <a:moveTo>
                    <a:pt x="10050" y="851"/>
                  </a:moveTo>
                  <a:lnTo>
                    <a:pt x="10050" y="6680"/>
                  </a:lnTo>
                  <a:lnTo>
                    <a:pt x="5892" y="6680"/>
                  </a:lnTo>
                  <a:lnTo>
                    <a:pt x="5892" y="2080"/>
                  </a:lnTo>
                  <a:cubicBezTo>
                    <a:pt x="5892" y="1418"/>
                    <a:pt x="6427" y="851"/>
                    <a:pt x="7152" y="851"/>
                  </a:cubicBezTo>
                  <a:close/>
                  <a:moveTo>
                    <a:pt x="441" y="1"/>
                  </a:moveTo>
                  <a:cubicBezTo>
                    <a:pt x="221" y="1"/>
                    <a:pt x="0" y="190"/>
                    <a:pt x="0" y="410"/>
                  </a:cubicBezTo>
                  <a:lnTo>
                    <a:pt x="0" y="7089"/>
                  </a:lnTo>
                  <a:cubicBezTo>
                    <a:pt x="0" y="7310"/>
                    <a:pt x="221" y="7499"/>
                    <a:pt x="441" y="7499"/>
                  </a:cubicBezTo>
                  <a:lnTo>
                    <a:pt x="10397" y="7499"/>
                  </a:lnTo>
                  <a:cubicBezTo>
                    <a:pt x="10649" y="7499"/>
                    <a:pt x="10838" y="7310"/>
                    <a:pt x="10838" y="7089"/>
                  </a:cubicBezTo>
                  <a:lnTo>
                    <a:pt x="10838" y="410"/>
                  </a:lnTo>
                  <a:cubicBezTo>
                    <a:pt x="10869" y="190"/>
                    <a:pt x="10680" y="1"/>
                    <a:pt x="10460" y="1"/>
                  </a:cubicBezTo>
                  <a:lnTo>
                    <a:pt x="7089" y="1"/>
                  </a:lnTo>
                  <a:cubicBezTo>
                    <a:pt x="6427" y="1"/>
                    <a:pt x="5829" y="316"/>
                    <a:pt x="5451" y="820"/>
                  </a:cubicBezTo>
                  <a:cubicBezTo>
                    <a:pt x="5041" y="284"/>
                    <a:pt x="4474"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5" name="Google Shape;16655;p85"/>
            <p:cNvSpPr/>
            <p:nvPr/>
          </p:nvSpPr>
          <p:spPr>
            <a:xfrm>
              <a:off x="-12887650" y="2156100"/>
              <a:ext cx="63050" cy="22100"/>
            </a:xfrm>
            <a:custGeom>
              <a:avLst/>
              <a:gdLst/>
              <a:ahLst/>
              <a:cxnLst/>
              <a:rect l="l" t="t" r="r" b="b"/>
              <a:pathLst>
                <a:path w="2522" h="884" extrusionOk="0">
                  <a:moveTo>
                    <a:pt x="442" y="1"/>
                  </a:moveTo>
                  <a:cubicBezTo>
                    <a:pt x="190" y="1"/>
                    <a:pt x="1" y="190"/>
                    <a:pt x="1" y="442"/>
                  </a:cubicBezTo>
                  <a:cubicBezTo>
                    <a:pt x="1" y="663"/>
                    <a:pt x="190" y="883"/>
                    <a:pt x="442" y="883"/>
                  </a:cubicBezTo>
                  <a:lnTo>
                    <a:pt x="2112" y="883"/>
                  </a:lnTo>
                  <a:cubicBezTo>
                    <a:pt x="2364" y="883"/>
                    <a:pt x="2521" y="663"/>
                    <a:pt x="2521" y="442"/>
                  </a:cubicBezTo>
                  <a:cubicBezTo>
                    <a:pt x="2521" y="190"/>
                    <a:pt x="2332" y="1"/>
                    <a:pt x="211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6" name="Google Shape;16656;p85"/>
            <p:cNvSpPr/>
            <p:nvPr/>
          </p:nvSpPr>
          <p:spPr>
            <a:xfrm>
              <a:off x="-12888425" y="2198650"/>
              <a:ext cx="63025" cy="21275"/>
            </a:xfrm>
            <a:custGeom>
              <a:avLst/>
              <a:gdLst/>
              <a:ahLst/>
              <a:cxnLst/>
              <a:rect l="l" t="t" r="r" b="b"/>
              <a:pathLst>
                <a:path w="2521" h="851" extrusionOk="0">
                  <a:moveTo>
                    <a:pt x="410" y="0"/>
                  </a:moveTo>
                  <a:cubicBezTo>
                    <a:pt x="189" y="0"/>
                    <a:pt x="0" y="189"/>
                    <a:pt x="0" y="410"/>
                  </a:cubicBezTo>
                  <a:cubicBezTo>
                    <a:pt x="0" y="662"/>
                    <a:pt x="189" y="851"/>
                    <a:pt x="410" y="851"/>
                  </a:cubicBezTo>
                  <a:lnTo>
                    <a:pt x="2111" y="851"/>
                  </a:lnTo>
                  <a:cubicBezTo>
                    <a:pt x="2363" y="851"/>
                    <a:pt x="2521" y="662"/>
                    <a:pt x="2521" y="410"/>
                  </a:cubicBezTo>
                  <a:cubicBezTo>
                    <a:pt x="2521" y="189"/>
                    <a:pt x="2363" y="0"/>
                    <a:pt x="21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7" name="Google Shape;16657;p85"/>
            <p:cNvSpPr/>
            <p:nvPr/>
          </p:nvSpPr>
          <p:spPr>
            <a:xfrm>
              <a:off x="-12888425" y="2239600"/>
              <a:ext cx="63025" cy="22075"/>
            </a:xfrm>
            <a:custGeom>
              <a:avLst/>
              <a:gdLst/>
              <a:ahLst/>
              <a:cxnLst/>
              <a:rect l="l" t="t" r="r" b="b"/>
              <a:pathLst>
                <a:path w="2521" h="883" extrusionOk="0">
                  <a:moveTo>
                    <a:pt x="410" y="0"/>
                  </a:moveTo>
                  <a:cubicBezTo>
                    <a:pt x="189" y="0"/>
                    <a:pt x="0" y="221"/>
                    <a:pt x="0" y="442"/>
                  </a:cubicBezTo>
                  <a:cubicBezTo>
                    <a:pt x="0" y="694"/>
                    <a:pt x="189" y="883"/>
                    <a:pt x="410" y="883"/>
                  </a:cubicBezTo>
                  <a:lnTo>
                    <a:pt x="2111" y="883"/>
                  </a:lnTo>
                  <a:cubicBezTo>
                    <a:pt x="2363" y="883"/>
                    <a:pt x="2521" y="694"/>
                    <a:pt x="2521" y="442"/>
                  </a:cubicBezTo>
                  <a:cubicBezTo>
                    <a:pt x="2521" y="221"/>
                    <a:pt x="2363" y="0"/>
                    <a:pt x="21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8" name="Google Shape;16658;p85"/>
            <p:cNvSpPr/>
            <p:nvPr/>
          </p:nvSpPr>
          <p:spPr>
            <a:xfrm>
              <a:off x="-13012875" y="2156100"/>
              <a:ext cx="63025" cy="22100"/>
            </a:xfrm>
            <a:custGeom>
              <a:avLst/>
              <a:gdLst/>
              <a:ahLst/>
              <a:cxnLst/>
              <a:rect l="l" t="t" r="r" b="b"/>
              <a:pathLst>
                <a:path w="2521" h="884" extrusionOk="0">
                  <a:moveTo>
                    <a:pt x="410" y="1"/>
                  </a:moveTo>
                  <a:cubicBezTo>
                    <a:pt x="158" y="1"/>
                    <a:pt x="1" y="190"/>
                    <a:pt x="1" y="442"/>
                  </a:cubicBezTo>
                  <a:cubicBezTo>
                    <a:pt x="1" y="663"/>
                    <a:pt x="190" y="883"/>
                    <a:pt x="410" y="883"/>
                  </a:cubicBezTo>
                  <a:lnTo>
                    <a:pt x="2080" y="883"/>
                  </a:lnTo>
                  <a:cubicBezTo>
                    <a:pt x="2332" y="883"/>
                    <a:pt x="2521" y="663"/>
                    <a:pt x="2521" y="442"/>
                  </a:cubicBezTo>
                  <a:cubicBezTo>
                    <a:pt x="2521" y="190"/>
                    <a:pt x="2332" y="1"/>
                    <a:pt x="208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9" name="Google Shape;16659;p85"/>
            <p:cNvSpPr/>
            <p:nvPr/>
          </p:nvSpPr>
          <p:spPr>
            <a:xfrm>
              <a:off x="-13012875" y="2198650"/>
              <a:ext cx="63025" cy="21275"/>
            </a:xfrm>
            <a:custGeom>
              <a:avLst/>
              <a:gdLst/>
              <a:ahLst/>
              <a:cxnLst/>
              <a:rect l="l" t="t" r="r" b="b"/>
              <a:pathLst>
                <a:path w="2521" h="851" extrusionOk="0">
                  <a:moveTo>
                    <a:pt x="410" y="0"/>
                  </a:moveTo>
                  <a:cubicBezTo>
                    <a:pt x="158" y="0"/>
                    <a:pt x="1" y="189"/>
                    <a:pt x="1" y="410"/>
                  </a:cubicBezTo>
                  <a:cubicBezTo>
                    <a:pt x="1" y="662"/>
                    <a:pt x="190" y="851"/>
                    <a:pt x="410" y="851"/>
                  </a:cubicBezTo>
                  <a:lnTo>
                    <a:pt x="2080" y="851"/>
                  </a:lnTo>
                  <a:cubicBezTo>
                    <a:pt x="2332" y="851"/>
                    <a:pt x="2521" y="662"/>
                    <a:pt x="2521" y="410"/>
                  </a:cubicBezTo>
                  <a:cubicBezTo>
                    <a:pt x="2521" y="189"/>
                    <a:pt x="2332"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0" name="Google Shape;16660;p85"/>
            <p:cNvSpPr/>
            <p:nvPr/>
          </p:nvSpPr>
          <p:spPr>
            <a:xfrm>
              <a:off x="-13012875" y="2239600"/>
              <a:ext cx="63025" cy="22075"/>
            </a:xfrm>
            <a:custGeom>
              <a:avLst/>
              <a:gdLst/>
              <a:ahLst/>
              <a:cxnLst/>
              <a:rect l="l" t="t" r="r" b="b"/>
              <a:pathLst>
                <a:path w="2521" h="883" extrusionOk="0">
                  <a:moveTo>
                    <a:pt x="410" y="0"/>
                  </a:moveTo>
                  <a:cubicBezTo>
                    <a:pt x="158" y="0"/>
                    <a:pt x="1" y="221"/>
                    <a:pt x="1" y="442"/>
                  </a:cubicBezTo>
                  <a:cubicBezTo>
                    <a:pt x="1" y="694"/>
                    <a:pt x="190" y="883"/>
                    <a:pt x="410" y="883"/>
                  </a:cubicBezTo>
                  <a:lnTo>
                    <a:pt x="2080" y="883"/>
                  </a:lnTo>
                  <a:cubicBezTo>
                    <a:pt x="2332" y="883"/>
                    <a:pt x="2521" y="694"/>
                    <a:pt x="2521" y="442"/>
                  </a:cubicBezTo>
                  <a:cubicBezTo>
                    <a:pt x="2521" y="221"/>
                    <a:pt x="2332"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61" name="Google Shape;16661;p85"/>
          <p:cNvSpPr/>
          <p:nvPr/>
        </p:nvSpPr>
        <p:spPr>
          <a:xfrm>
            <a:off x="7670899" y="3131598"/>
            <a:ext cx="455439" cy="454409"/>
          </a:xfrm>
          <a:custGeom>
            <a:avLst/>
            <a:gdLst/>
            <a:ahLst/>
            <a:cxnLst/>
            <a:rect l="l" t="t" r="r" b="b"/>
            <a:pathLst>
              <a:path w="14147" h="14115" extrusionOk="0">
                <a:moveTo>
                  <a:pt x="7058" y="851"/>
                </a:moveTo>
                <a:cubicBezTo>
                  <a:pt x="9294" y="851"/>
                  <a:pt x="10649" y="1386"/>
                  <a:pt x="10744" y="1670"/>
                </a:cubicBezTo>
                <a:cubicBezTo>
                  <a:pt x="10649" y="1922"/>
                  <a:pt x="9294" y="2489"/>
                  <a:pt x="7058" y="2489"/>
                </a:cubicBezTo>
                <a:cubicBezTo>
                  <a:pt x="4821" y="2489"/>
                  <a:pt x="3466" y="1922"/>
                  <a:pt x="3340" y="1670"/>
                </a:cubicBezTo>
                <a:cubicBezTo>
                  <a:pt x="3466" y="1386"/>
                  <a:pt x="4821" y="851"/>
                  <a:pt x="7058" y="851"/>
                </a:cubicBezTo>
                <a:close/>
                <a:moveTo>
                  <a:pt x="10681" y="2741"/>
                </a:moveTo>
                <a:lnTo>
                  <a:pt x="10114" y="8727"/>
                </a:lnTo>
                <a:cubicBezTo>
                  <a:pt x="9515" y="9042"/>
                  <a:pt x="8381" y="9200"/>
                  <a:pt x="7058" y="9200"/>
                </a:cubicBezTo>
                <a:cubicBezTo>
                  <a:pt x="5703" y="9200"/>
                  <a:pt x="4663" y="9010"/>
                  <a:pt x="4002" y="8727"/>
                </a:cubicBezTo>
                <a:lnTo>
                  <a:pt x="3435" y="2741"/>
                </a:lnTo>
                <a:lnTo>
                  <a:pt x="3435" y="2741"/>
                </a:lnTo>
                <a:cubicBezTo>
                  <a:pt x="4411" y="3214"/>
                  <a:pt x="5955" y="3308"/>
                  <a:pt x="7058" y="3308"/>
                </a:cubicBezTo>
                <a:cubicBezTo>
                  <a:pt x="8160" y="3308"/>
                  <a:pt x="9704" y="3151"/>
                  <a:pt x="10681" y="2741"/>
                </a:cubicBezTo>
                <a:close/>
                <a:moveTo>
                  <a:pt x="10051" y="9609"/>
                </a:moveTo>
                <a:lnTo>
                  <a:pt x="9956" y="10334"/>
                </a:lnTo>
                <a:cubicBezTo>
                  <a:pt x="9893" y="10397"/>
                  <a:pt x="9641" y="10523"/>
                  <a:pt x="9105" y="10649"/>
                </a:cubicBezTo>
                <a:cubicBezTo>
                  <a:pt x="8538" y="10775"/>
                  <a:pt x="7814" y="10838"/>
                  <a:pt x="7089" y="10838"/>
                </a:cubicBezTo>
                <a:cubicBezTo>
                  <a:pt x="6333" y="10838"/>
                  <a:pt x="5640" y="10775"/>
                  <a:pt x="5073" y="10649"/>
                </a:cubicBezTo>
                <a:cubicBezTo>
                  <a:pt x="4537" y="10523"/>
                  <a:pt x="4285" y="10397"/>
                  <a:pt x="4222" y="10334"/>
                </a:cubicBezTo>
                <a:lnTo>
                  <a:pt x="4128" y="9609"/>
                </a:lnTo>
                <a:lnTo>
                  <a:pt x="4128" y="9609"/>
                </a:lnTo>
                <a:cubicBezTo>
                  <a:pt x="5041" y="9924"/>
                  <a:pt x="6239" y="9987"/>
                  <a:pt x="7089" y="9987"/>
                </a:cubicBezTo>
                <a:cubicBezTo>
                  <a:pt x="7971" y="9987"/>
                  <a:pt x="9137" y="9893"/>
                  <a:pt x="10051" y="9609"/>
                </a:cubicBezTo>
                <a:close/>
                <a:moveTo>
                  <a:pt x="10964" y="9609"/>
                </a:moveTo>
                <a:cubicBezTo>
                  <a:pt x="12666" y="10082"/>
                  <a:pt x="13390" y="10712"/>
                  <a:pt x="13390" y="11247"/>
                </a:cubicBezTo>
                <a:cubicBezTo>
                  <a:pt x="13327" y="11720"/>
                  <a:pt x="12697" y="12224"/>
                  <a:pt x="11626" y="12602"/>
                </a:cubicBezTo>
                <a:cubicBezTo>
                  <a:pt x="10397" y="13043"/>
                  <a:pt x="8790" y="13327"/>
                  <a:pt x="7089" y="13327"/>
                </a:cubicBezTo>
                <a:cubicBezTo>
                  <a:pt x="5388" y="13327"/>
                  <a:pt x="3750" y="13075"/>
                  <a:pt x="2552" y="12602"/>
                </a:cubicBezTo>
                <a:cubicBezTo>
                  <a:pt x="1513" y="12224"/>
                  <a:pt x="883" y="11720"/>
                  <a:pt x="883" y="11247"/>
                </a:cubicBezTo>
                <a:cubicBezTo>
                  <a:pt x="883" y="10775"/>
                  <a:pt x="1639" y="10082"/>
                  <a:pt x="3309" y="9609"/>
                </a:cubicBezTo>
                <a:lnTo>
                  <a:pt x="3403" y="10397"/>
                </a:lnTo>
                <a:cubicBezTo>
                  <a:pt x="3435" y="11027"/>
                  <a:pt x="4380" y="11279"/>
                  <a:pt x="4695" y="11342"/>
                </a:cubicBezTo>
                <a:cubicBezTo>
                  <a:pt x="5356" y="11499"/>
                  <a:pt x="6239" y="11594"/>
                  <a:pt x="7152" y="11594"/>
                </a:cubicBezTo>
                <a:cubicBezTo>
                  <a:pt x="8034" y="11594"/>
                  <a:pt x="8916" y="11499"/>
                  <a:pt x="9578" y="11342"/>
                </a:cubicBezTo>
                <a:cubicBezTo>
                  <a:pt x="9893" y="11279"/>
                  <a:pt x="10838" y="11027"/>
                  <a:pt x="10870" y="10397"/>
                </a:cubicBezTo>
                <a:lnTo>
                  <a:pt x="10964" y="9609"/>
                </a:lnTo>
                <a:close/>
                <a:moveTo>
                  <a:pt x="7058" y="0"/>
                </a:moveTo>
                <a:cubicBezTo>
                  <a:pt x="5671" y="0"/>
                  <a:pt x="2521" y="284"/>
                  <a:pt x="2521" y="1670"/>
                </a:cubicBezTo>
                <a:cubicBezTo>
                  <a:pt x="2521" y="1733"/>
                  <a:pt x="2489" y="1197"/>
                  <a:pt x="3214" y="8790"/>
                </a:cubicBezTo>
                <a:cubicBezTo>
                  <a:pt x="1198" y="9294"/>
                  <a:pt x="1" y="10208"/>
                  <a:pt x="1" y="11247"/>
                </a:cubicBezTo>
                <a:cubicBezTo>
                  <a:pt x="1" y="12098"/>
                  <a:pt x="788" y="12854"/>
                  <a:pt x="2206" y="13358"/>
                </a:cubicBezTo>
                <a:cubicBezTo>
                  <a:pt x="3498" y="13831"/>
                  <a:pt x="5262" y="14114"/>
                  <a:pt x="7058" y="14114"/>
                </a:cubicBezTo>
                <a:cubicBezTo>
                  <a:pt x="8853" y="14114"/>
                  <a:pt x="10586" y="13831"/>
                  <a:pt x="11909" y="13358"/>
                </a:cubicBezTo>
                <a:cubicBezTo>
                  <a:pt x="13327" y="12823"/>
                  <a:pt x="14115" y="12066"/>
                  <a:pt x="14115" y="11247"/>
                </a:cubicBezTo>
                <a:cubicBezTo>
                  <a:pt x="14146" y="10208"/>
                  <a:pt x="12949" y="9357"/>
                  <a:pt x="10964" y="8790"/>
                </a:cubicBezTo>
                <a:cubicBezTo>
                  <a:pt x="11657" y="1197"/>
                  <a:pt x="11626" y="1733"/>
                  <a:pt x="11626" y="1670"/>
                </a:cubicBezTo>
                <a:cubicBezTo>
                  <a:pt x="11626" y="1481"/>
                  <a:pt x="11531" y="1166"/>
                  <a:pt x="11122" y="851"/>
                </a:cubicBezTo>
                <a:cubicBezTo>
                  <a:pt x="10177" y="158"/>
                  <a:pt x="8192" y="0"/>
                  <a:pt x="70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62" name="Google Shape;16662;p85"/>
          <p:cNvGrpSpPr/>
          <p:nvPr/>
        </p:nvGrpSpPr>
        <p:grpSpPr>
          <a:xfrm>
            <a:off x="10102383" y="2041980"/>
            <a:ext cx="457467" cy="456565"/>
            <a:chOff x="-11332875" y="1660700"/>
            <a:chExt cx="355250" cy="354550"/>
          </a:xfrm>
        </p:grpSpPr>
        <p:sp>
          <p:nvSpPr>
            <p:cNvPr id="16663" name="Google Shape;16663;p85"/>
            <p:cNvSpPr/>
            <p:nvPr/>
          </p:nvSpPr>
          <p:spPr>
            <a:xfrm>
              <a:off x="-11332875" y="1660700"/>
              <a:ext cx="355250" cy="354550"/>
            </a:xfrm>
            <a:custGeom>
              <a:avLst/>
              <a:gdLst/>
              <a:ahLst/>
              <a:cxnLst/>
              <a:rect l="l" t="t" r="r" b="b"/>
              <a:pathLst>
                <a:path w="14210" h="14182" extrusionOk="0">
                  <a:moveTo>
                    <a:pt x="7089" y="914"/>
                  </a:moveTo>
                  <a:cubicBezTo>
                    <a:pt x="7278" y="914"/>
                    <a:pt x="7436" y="1072"/>
                    <a:pt x="7467" y="1229"/>
                  </a:cubicBezTo>
                  <a:cubicBezTo>
                    <a:pt x="7538" y="1417"/>
                    <a:pt x="7713" y="1517"/>
                    <a:pt x="7889" y="1517"/>
                  </a:cubicBezTo>
                  <a:cubicBezTo>
                    <a:pt x="7949" y="1517"/>
                    <a:pt x="8010" y="1505"/>
                    <a:pt x="8066" y="1481"/>
                  </a:cubicBezTo>
                  <a:cubicBezTo>
                    <a:pt x="8124" y="1437"/>
                    <a:pt x="8203" y="1414"/>
                    <a:pt x="8284" y="1414"/>
                  </a:cubicBezTo>
                  <a:cubicBezTo>
                    <a:pt x="8376" y="1414"/>
                    <a:pt x="8471" y="1445"/>
                    <a:pt x="8538" y="1513"/>
                  </a:cubicBezTo>
                  <a:cubicBezTo>
                    <a:pt x="8696" y="1670"/>
                    <a:pt x="8664" y="1859"/>
                    <a:pt x="8570" y="1985"/>
                  </a:cubicBezTo>
                  <a:cubicBezTo>
                    <a:pt x="8444" y="2206"/>
                    <a:pt x="8570" y="2489"/>
                    <a:pt x="8822" y="2584"/>
                  </a:cubicBezTo>
                  <a:cubicBezTo>
                    <a:pt x="8980" y="2615"/>
                    <a:pt x="9137" y="2773"/>
                    <a:pt x="9137" y="2962"/>
                  </a:cubicBezTo>
                  <a:cubicBezTo>
                    <a:pt x="9137" y="3151"/>
                    <a:pt x="8980" y="3308"/>
                    <a:pt x="8822" y="3371"/>
                  </a:cubicBezTo>
                  <a:cubicBezTo>
                    <a:pt x="8570" y="3434"/>
                    <a:pt x="8444" y="3718"/>
                    <a:pt x="8570" y="3939"/>
                  </a:cubicBezTo>
                  <a:cubicBezTo>
                    <a:pt x="8664" y="4065"/>
                    <a:pt x="8664" y="4317"/>
                    <a:pt x="8538" y="4411"/>
                  </a:cubicBezTo>
                  <a:cubicBezTo>
                    <a:pt x="8454" y="4496"/>
                    <a:pt x="8360" y="4526"/>
                    <a:pt x="8272" y="4526"/>
                  </a:cubicBezTo>
                  <a:cubicBezTo>
                    <a:pt x="8196" y="4526"/>
                    <a:pt x="8124" y="4503"/>
                    <a:pt x="8066" y="4474"/>
                  </a:cubicBezTo>
                  <a:cubicBezTo>
                    <a:pt x="8006" y="4440"/>
                    <a:pt x="7941" y="4424"/>
                    <a:pt x="7876" y="4424"/>
                  </a:cubicBezTo>
                  <a:cubicBezTo>
                    <a:pt x="7704" y="4424"/>
                    <a:pt x="7536" y="4534"/>
                    <a:pt x="7467" y="4695"/>
                  </a:cubicBezTo>
                  <a:cubicBezTo>
                    <a:pt x="7436" y="4852"/>
                    <a:pt x="7278" y="5010"/>
                    <a:pt x="7089" y="5010"/>
                  </a:cubicBezTo>
                  <a:cubicBezTo>
                    <a:pt x="6869" y="5010"/>
                    <a:pt x="6711" y="4852"/>
                    <a:pt x="6680" y="4695"/>
                  </a:cubicBezTo>
                  <a:cubicBezTo>
                    <a:pt x="6634" y="4534"/>
                    <a:pt x="6472" y="4424"/>
                    <a:pt x="6290" y="4424"/>
                  </a:cubicBezTo>
                  <a:cubicBezTo>
                    <a:pt x="6221" y="4424"/>
                    <a:pt x="6150" y="4440"/>
                    <a:pt x="6081" y="4474"/>
                  </a:cubicBezTo>
                  <a:cubicBezTo>
                    <a:pt x="6042" y="4500"/>
                    <a:pt x="5976" y="4516"/>
                    <a:pt x="5903" y="4516"/>
                  </a:cubicBezTo>
                  <a:cubicBezTo>
                    <a:pt x="5799" y="4516"/>
                    <a:pt x="5682" y="4485"/>
                    <a:pt x="5609" y="4411"/>
                  </a:cubicBezTo>
                  <a:cubicBezTo>
                    <a:pt x="5451" y="4254"/>
                    <a:pt x="5514" y="4065"/>
                    <a:pt x="5577" y="3939"/>
                  </a:cubicBezTo>
                  <a:cubicBezTo>
                    <a:pt x="5703" y="3718"/>
                    <a:pt x="5577" y="3434"/>
                    <a:pt x="5356" y="3371"/>
                  </a:cubicBezTo>
                  <a:cubicBezTo>
                    <a:pt x="5199" y="3308"/>
                    <a:pt x="5041" y="3151"/>
                    <a:pt x="5041" y="2962"/>
                  </a:cubicBezTo>
                  <a:cubicBezTo>
                    <a:pt x="5041" y="2773"/>
                    <a:pt x="5199" y="2615"/>
                    <a:pt x="5356" y="2584"/>
                  </a:cubicBezTo>
                  <a:cubicBezTo>
                    <a:pt x="5609" y="2489"/>
                    <a:pt x="5735" y="2206"/>
                    <a:pt x="5577" y="1985"/>
                  </a:cubicBezTo>
                  <a:cubicBezTo>
                    <a:pt x="5514" y="1859"/>
                    <a:pt x="5514" y="1639"/>
                    <a:pt x="5609" y="1513"/>
                  </a:cubicBezTo>
                  <a:cubicBezTo>
                    <a:pt x="5703" y="1434"/>
                    <a:pt x="5798" y="1402"/>
                    <a:pt x="5880" y="1402"/>
                  </a:cubicBezTo>
                  <a:cubicBezTo>
                    <a:pt x="5963" y="1402"/>
                    <a:pt x="6034" y="1434"/>
                    <a:pt x="6081" y="1481"/>
                  </a:cubicBezTo>
                  <a:cubicBezTo>
                    <a:pt x="6145" y="1505"/>
                    <a:pt x="6212" y="1517"/>
                    <a:pt x="6276" y="1517"/>
                  </a:cubicBezTo>
                  <a:cubicBezTo>
                    <a:pt x="6464" y="1517"/>
                    <a:pt x="6633" y="1417"/>
                    <a:pt x="6680" y="1229"/>
                  </a:cubicBezTo>
                  <a:cubicBezTo>
                    <a:pt x="6711" y="1072"/>
                    <a:pt x="6869" y="914"/>
                    <a:pt x="7089" y="914"/>
                  </a:cubicBezTo>
                  <a:close/>
                  <a:moveTo>
                    <a:pt x="11374" y="1702"/>
                  </a:moveTo>
                  <a:cubicBezTo>
                    <a:pt x="11563" y="1702"/>
                    <a:pt x="11720" y="1859"/>
                    <a:pt x="11783" y="2017"/>
                  </a:cubicBezTo>
                  <a:cubicBezTo>
                    <a:pt x="11830" y="2204"/>
                    <a:pt x="12000" y="2305"/>
                    <a:pt x="12174" y="2305"/>
                  </a:cubicBezTo>
                  <a:cubicBezTo>
                    <a:pt x="12234" y="2305"/>
                    <a:pt x="12294" y="2293"/>
                    <a:pt x="12351" y="2269"/>
                  </a:cubicBezTo>
                  <a:cubicBezTo>
                    <a:pt x="12424" y="2225"/>
                    <a:pt x="12517" y="2201"/>
                    <a:pt x="12609" y="2201"/>
                  </a:cubicBezTo>
                  <a:cubicBezTo>
                    <a:pt x="12715" y="2201"/>
                    <a:pt x="12819" y="2233"/>
                    <a:pt x="12886" y="2300"/>
                  </a:cubicBezTo>
                  <a:cubicBezTo>
                    <a:pt x="13044" y="2458"/>
                    <a:pt x="12981" y="2647"/>
                    <a:pt x="12918" y="2773"/>
                  </a:cubicBezTo>
                  <a:cubicBezTo>
                    <a:pt x="12792" y="2993"/>
                    <a:pt x="12918" y="3277"/>
                    <a:pt x="13138" y="3371"/>
                  </a:cubicBezTo>
                  <a:cubicBezTo>
                    <a:pt x="13296" y="3403"/>
                    <a:pt x="13453" y="3560"/>
                    <a:pt x="13453" y="3750"/>
                  </a:cubicBezTo>
                  <a:cubicBezTo>
                    <a:pt x="13327" y="4002"/>
                    <a:pt x="13170" y="4159"/>
                    <a:pt x="13075" y="4191"/>
                  </a:cubicBezTo>
                  <a:cubicBezTo>
                    <a:pt x="12823" y="4254"/>
                    <a:pt x="12697" y="4537"/>
                    <a:pt x="12823" y="4789"/>
                  </a:cubicBezTo>
                  <a:cubicBezTo>
                    <a:pt x="12918" y="4884"/>
                    <a:pt x="12918" y="5136"/>
                    <a:pt x="12792" y="5262"/>
                  </a:cubicBezTo>
                  <a:cubicBezTo>
                    <a:pt x="12716" y="5318"/>
                    <a:pt x="12606" y="5364"/>
                    <a:pt x="12497" y="5364"/>
                  </a:cubicBezTo>
                  <a:cubicBezTo>
                    <a:pt x="12424" y="5364"/>
                    <a:pt x="12351" y="5344"/>
                    <a:pt x="12288" y="5293"/>
                  </a:cubicBezTo>
                  <a:cubicBezTo>
                    <a:pt x="12219" y="5259"/>
                    <a:pt x="12150" y="5243"/>
                    <a:pt x="12084" y="5243"/>
                  </a:cubicBezTo>
                  <a:cubicBezTo>
                    <a:pt x="11910" y="5243"/>
                    <a:pt x="11758" y="5354"/>
                    <a:pt x="11689" y="5514"/>
                  </a:cubicBezTo>
                  <a:cubicBezTo>
                    <a:pt x="11657" y="5671"/>
                    <a:pt x="11500" y="5829"/>
                    <a:pt x="11311" y="5829"/>
                  </a:cubicBezTo>
                  <a:cubicBezTo>
                    <a:pt x="11090" y="5829"/>
                    <a:pt x="10933" y="5671"/>
                    <a:pt x="10901" y="5514"/>
                  </a:cubicBezTo>
                  <a:cubicBezTo>
                    <a:pt x="10856" y="5354"/>
                    <a:pt x="10693" y="5243"/>
                    <a:pt x="10511" y="5243"/>
                  </a:cubicBezTo>
                  <a:cubicBezTo>
                    <a:pt x="10443" y="5243"/>
                    <a:pt x="10372" y="5259"/>
                    <a:pt x="10303" y="5293"/>
                  </a:cubicBezTo>
                  <a:cubicBezTo>
                    <a:pt x="10260" y="5322"/>
                    <a:pt x="10186" y="5337"/>
                    <a:pt x="10106" y="5337"/>
                  </a:cubicBezTo>
                  <a:cubicBezTo>
                    <a:pt x="10007" y="5337"/>
                    <a:pt x="9900" y="5314"/>
                    <a:pt x="9830" y="5262"/>
                  </a:cubicBezTo>
                  <a:cubicBezTo>
                    <a:pt x="9673" y="5104"/>
                    <a:pt x="9736" y="4884"/>
                    <a:pt x="9799" y="4789"/>
                  </a:cubicBezTo>
                  <a:cubicBezTo>
                    <a:pt x="9925" y="4569"/>
                    <a:pt x="9830" y="4317"/>
                    <a:pt x="9610" y="4191"/>
                  </a:cubicBezTo>
                  <a:lnTo>
                    <a:pt x="9610" y="3939"/>
                  </a:lnTo>
                  <a:cubicBezTo>
                    <a:pt x="9925" y="3718"/>
                    <a:pt x="10114" y="3371"/>
                    <a:pt x="10114" y="2962"/>
                  </a:cubicBezTo>
                  <a:cubicBezTo>
                    <a:pt x="10114" y="2741"/>
                    <a:pt x="10051" y="2489"/>
                    <a:pt x="9925" y="2300"/>
                  </a:cubicBezTo>
                  <a:cubicBezTo>
                    <a:pt x="10009" y="2233"/>
                    <a:pt x="10094" y="2201"/>
                    <a:pt x="10178" y="2201"/>
                  </a:cubicBezTo>
                  <a:cubicBezTo>
                    <a:pt x="10251" y="2201"/>
                    <a:pt x="10324" y="2225"/>
                    <a:pt x="10397" y="2269"/>
                  </a:cubicBezTo>
                  <a:cubicBezTo>
                    <a:pt x="10454" y="2293"/>
                    <a:pt x="10514" y="2305"/>
                    <a:pt x="10574" y="2305"/>
                  </a:cubicBezTo>
                  <a:cubicBezTo>
                    <a:pt x="10750" y="2305"/>
                    <a:pt x="10925" y="2204"/>
                    <a:pt x="10996" y="2017"/>
                  </a:cubicBezTo>
                  <a:cubicBezTo>
                    <a:pt x="11027" y="1859"/>
                    <a:pt x="11185" y="1702"/>
                    <a:pt x="11374" y="1702"/>
                  </a:cubicBezTo>
                  <a:close/>
                  <a:moveTo>
                    <a:pt x="2994" y="1796"/>
                  </a:moveTo>
                  <a:cubicBezTo>
                    <a:pt x="3183" y="1796"/>
                    <a:pt x="3340" y="1954"/>
                    <a:pt x="3372" y="2111"/>
                  </a:cubicBezTo>
                  <a:cubicBezTo>
                    <a:pt x="3440" y="2272"/>
                    <a:pt x="3592" y="2382"/>
                    <a:pt x="3767" y="2382"/>
                  </a:cubicBezTo>
                  <a:cubicBezTo>
                    <a:pt x="3832" y="2382"/>
                    <a:pt x="3901" y="2366"/>
                    <a:pt x="3970" y="2332"/>
                  </a:cubicBezTo>
                  <a:cubicBezTo>
                    <a:pt x="4027" y="2303"/>
                    <a:pt x="4096" y="2288"/>
                    <a:pt x="4170" y="2288"/>
                  </a:cubicBezTo>
                  <a:cubicBezTo>
                    <a:pt x="4260" y="2288"/>
                    <a:pt x="4356" y="2311"/>
                    <a:pt x="4443" y="2363"/>
                  </a:cubicBezTo>
                  <a:cubicBezTo>
                    <a:pt x="4317" y="2584"/>
                    <a:pt x="4254" y="2804"/>
                    <a:pt x="4254" y="3056"/>
                  </a:cubicBezTo>
                  <a:cubicBezTo>
                    <a:pt x="4254" y="3434"/>
                    <a:pt x="4443" y="3781"/>
                    <a:pt x="4758" y="4033"/>
                  </a:cubicBezTo>
                  <a:lnTo>
                    <a:pt x="4758" y="4254"/>
                  </a:lnTo>
                  <a:cubicBezTo>
                    <a:pt x="4506" y="4348"/>
                    <a:pt x="4443" y="4632"/>
                    <a:pt x="4569" y="4852"/>
                  </a:cubicBezTo>
                  <a:cubicBezTo>
                    <a:pt x="4632" y="4978"/>
                    <a:pt x="4632" y="5199"/>
                    <a:pt x="4506" y="5325"/>
                  </a:cubicBezTo>
                  <a:cubicBezTo>
                    <a:pt x="4427" y="5404"/>
                    <a:pt x="4340" y="5435"/>
                    <a:pt x="4258" y="5435"/>
                  </a:cubicBezTo>
                  <a:cubicBezTo>
                    <a:pt x="4175" y="5435"/>
                    <a:pt x="4096" y="5404"/>
                    <a:pt x="4033" y="5356"/>
                  </a:cubicBezTo>
                  <a:cubicBezTo>
                    <a:pt x="3977" y="5332"/>
                    <a:pt x="3916" y="5320"/>
                    <a:pt x="3857" y="5320"/>
                  </a:cubicBezTo>
                  <a:cubicBezTo>
                    <a:pt x="3682" y="5320"/>
                    <a:pt x="3513" y="5421"/>
                    <a:pt x="3466" y="5608"/>
                  </a:cubicBezTo>
                  <a:cubicBezTo>
                    <a:pt x="3435" y="5766"/>
                    <a:pt x="3246" y="5923"/>
                    <a:pt x="3057" y="5923"/>
                  </a:cubicBezTo>
                  <a:cubicBezTo>
                    <a:pt x="2868" y="5923"/>
                    <a:pt x="2710" y="5766"/>
                    <a:pt x="2679" y="5608"/>
                  </a:cubicBezTo>
                  <a:cubicBezTo>
                    <a:pt x="2562" y="5399"/>
                    <a:pt x="2378" y="5276"/>
                    <a:pt x="2188" y="5276"/>
                  </a:cubicBezTo>
                  <a:cubicBezTo>
                    <a:pt x="2120" y="5276"/>
                    <a:pt x="2052" y="5292"/>
                    <a:pt x="1985" y="5325"/>
                  </a:cubicBezTo>
                  <a:cubicBezTo>
                    <a:pt x="1912" y="5369"/>
                    <a:pt x="1826" y="5392"/>
                    <a:pt x="1741" y="5392"/>
                  </a:cubicBezTo>
                  <a:cubicBezTo>
                    <a:pt x="1644" y="5392"/>
                    <a:pt x="1549" y="5361"/>
                    <a:pt x="1481" y="5293"/>
                  </a:cubicBezTo>
                  <a:cubicBezTo>
                    <a:pt x="1324" y="5136"/>
                    <a:pt x="1355" y="4947"/>
                    <a:pt x="1450" y="4821"/>
                  </a:cubicBezTo>
                  <a:cubicBezTo>
                    <a:pt x="1576" y="4569"/>
                    <a:pt x="1450" y="4317"/>
                    <a:pt x="1229" y="4222"/>
                  </a:cubicBezTo>
                  <a:cubicBezTo>
                    <a:pt x="1072" y="4191"/>
                    <a:pt x="914" y="4033"/>
                    <a:pt x="914" y="3844"/>
                  </a:cubicBezTo>
                  <a:cubicBezTo>
                    <a:pt x="914" y="3624"/>
                    <a:pt x="1072" y="3466"/>
                    <a:pt x="1229" y="3434"/>
                  </a:cubicBezTo>
                  <a:cubicBezTo>
                    <a:pt x="1450" y="3371"/>
                    <a:pt x="1576" y="3088"/>
                    <a:pt x="1450" y="2836"/>
                  </a:cubicBezTo>
                  <a:cubicBezTo>
                    <a:pt x="1355" y="2741"/>
                    <a:pt x="1355" y="2489"/>
                    <a:pt x="1481" y="2363"/>
                  </a:cubicBezTo>
                  <a:cubicBezTo>
                    <a:pt x="1557" y="2307"/>
                    <a:pt x="1678" y="2261"/>
                    <a:pt x="1790" y="2261"/>
                  </a:cubicBezTo>
                  <a:cubicBezTo>
                    <a:pt x="1864" y="2261"/>
                    <a:pt x="1935" y="2281"/>
                    <a:pt x="1985" y="2332"/>
                  </a:cubicBezTo>
                  <a:cubicBezTo>
                    <a:pt x="2054" y="2366"/>
                    <a:pt x="2126" y="2382"/>
                    <a:pt x="2194" y="2382"/>
                  </a:cubicBezTo>
                  <a:cubicBezTo>
                    <a:pt x="2376" y="2382"/>
                    <a:pt x="2538" y="2272"/>
                    <a:pt x="2584" y="2111"/>
                  </a:cubicBezTo>
                  <a:cubicBezTo>
                    <a:pt x="2616" y="1954"/>
                    <a:pt x="2773" y="1796"/>
                    <a:pt x="2994" y="1796"/>
                  </a:cubicBezTo>
                  <a:close/>
                  <a:moveTo>
                    <a:pt x="8885" y="5199"/>
                  </a:moveTo>
                  <a:cubicBezTo>
                    <a:pt x="8917" y="5325"/>
                    <a:pt x="8980" y="5451"/>
                    <a:pt x="9011" y="5514"/>
                  </a:cubicBezTo>
                  <a:lnTo>
                    <a:pt x="7656" y="9200"/>
                  </a:lnTo>
                  <a:lnTo>
                    <a:pt x="5703" y="9200"/>
                  </a:lnTo>
                  <a:lnTo>
                    <a:pt x="3687" y="6427"/>
                  </a:lnTo>
                  <a:cubicBezTo>
                    <a:pt x="3813" y="6364"/>
                    <a:pt x="3939" y="6238"/>
                    <a:pt x="4002" y="6112"/>
                  </a:cubicBezTo>
                  <a:cubicBezTo>
                    <a:pt x="4091" y="6133"/>
                    <a:pt x="4179" y="6143"/>
                    <a:pt x="4264" y="6143"/>
                  </a:cubicBezTo>
                  <a:cubicBezTo>
                    <a:pt x="4571" y="6143"/>
                    <a:pt x="4851" y="6012"/>
                    <a:pt x="5073" y="5766"/>
                  </a:cubicBezTo>
                  <a:cubicBezTo>
                    <a:pt x="5199" y="5671"/>
                    <a:pt x="5293" y="5451"/>
                    <a:pt x="5356" y="5199"/>
                  </a:cubicBezTo>
                  <a:cubicBezTo>
                    <a:pt x="5525" y="5295"/>
                    <a:pt x="5730" y="5336"/>
                    <a:pt x="5944" y="5336"/>
                  </a:cubicBezTo>
                  <a:cubicBezTo>
                    <a:pt x="6010" y="5336"/>
                    <a:pt x="6077" y="5332"/>
                    <a:pt x="6144" y="5325"/>
                  </a:cubicBezTo>
                  <a:cubicBezTo>
                    <a:pt x="6365" y="5640"/>
                    <a:pt x="6711" y="5829"/>
                    <a:pt x="7121" y="5829"/>
                  </a:cubicBezTo>
                  <a:cubicBezTo>
                    <a:pt x="7499" y="5829"/>
                    <a:pt x="7877" y="5640"/>
                    <a:pt x="8097" y="5325"/>
                  </a:cubicBezTo>
                  <a:cubicBezTo>
                    <a:pt x="8164" y="5332"/>
                    <a:pt x="8231" y="5336"/>
                    <a:pt x="8297" y="5336"/>
                  </a:cubicBezTo>
                  <a:cubicBezTo>
                    <a:pt x="8511" y="5336"/>
                    <a:pt x="8717" y="5295"/>
                    <a:pt x="8885" y="5199"/>
                  </a:cubicBezTo>
                  <a:close/>
                  <a:moveTo>
                    <a:pt x="9673" y="6112"/>
                  </a:moveTo>
                  <a:cubicBezTo>
                    <a:pt x="9777" y="6164"/>
                    <a:pt x="9890" y="6188"/>
                    <a:pt x="10003" y="6188"/>
                  </a:cubicBezTo>
                  <a:cubicBezTo>
                    <a:pt x="10095" y="6188"/>
                    <a:pt x="10186" y="6172"/>
                    <a:pt x="10271" y="6144"/>
                  </a:cubicBezTo>
                  <a:cubicBezTo>
                    <a:pt x="10334" y="6270"/>
                    <a:pt x="10460" y="6396"/>
                    <a:pt x="10586" y="6459"/>
                  </a:cubicBezTo>
                  <a:lnTo>
                    <a:pt x="8570" y="9231"/>
                  </a:lnTo>
                  <a:lnTo>
                    <a:pt x="9673" y="6112"/>
                  </a:lnTo>
                  <a:close/>
                  <a:moveTo>
                    <a:pt x="8349" y="10050"/>
                  </a:moveTo>
                  <a:lnTo>
                    <a:pt x="8349" y="10870"/>
                  </a:lnTo>
                  <a:lnTo>
                    <a:pt x="5861" y="10870"/>
                  </a:lnTo>
                  <a:lnTo>
                    <a:pt x="5861" y="10050"/>
                  </a:lnTo>
                  <a:close/>
                  <a:moveTo>
                    <a:pt x="8538" y="11720"/>
                  </a:moveTo>
                  <a:lnTo>
                    <a:pt x="9295" y="12823"/>
                  </a:lnTo>
                  <a:cubicBezTo>
                    <a:pt x="9116" y="12781"/>
                    <a:pt x="8938" y="12760"/>
                    <a:pt x="8761" y="12760"/>
                  </a:cubicBezTo>
                  <a:cubicBezTo>
                    <a:pt x="8409" y="12760"/>
                    <a:pt x="8066" y="12844"/>
                    <a:pt x="7751" y="13012"/>
                  </a:cubicBezTo>
                  <a:cubicBezTo>
                    <a:pt x="7562" y="13106"/>
                    <a:pt x="7341" y="13154"/>
                    <a:pt x="7117" y="13154"/>
                  </a:cubicBezTo>
                  <a:cubicBezTo>
                    <a:pt x="6892" y="13154"/>
                    <a:pt x="6664" y="13106"/>
                    <a:pt x="6459" y="13012"/>
                  </a:cubicBezTo>
                  <a:cubicBezTo>
                    <a:pt x="6144" y="12854"/>
                    <a:pt x="5798" y="12760"/>
                    <a:pt x="5419" y="12760"/>
                  </a:cubicBezTo>
                  <a:cubicBezTo>
                    <a:pt x="5262" y="12760"/>
                    <a:pt x="5073" y="12760"/>
                    <a:pt x="4915" y="12823"/>
                  </a:cubicBezTo>
                  <a:lnTo>
                    <a:pt x="5672" y="11720"/>
                  </a:lnTo>
                  <a:close/>
                  <a:moveTo>
                    <a:pt x="7089" y="0"/>
                  </a:moveTo>
                  <a:cubicBezTo>
                    <a:pt x="6680" y="0"/>
                    <a:pt x="6333" y="189"/>
                    <a:pt x="6081" y="505"/>
                  </a:cubicBezTo>
                  <a:cubicBezTo>
                    <a:pt x="6018" y="494"/>
                    <a:pt x="5954" y="489"/>
                    <a:pt x="5890" y="489"/>
                  </a:cubicBezTo>
                  <a:cubicBezTo>
                    <a:pt x="5571" y="489"/>
                    <a:pt x="5251" y="620"/>
                    <a:pt x="5041" y="883"/>
                  </a:cubicBezTo>
                  <a:cubicBezTo>
                    <a:pt x="4884" y="1040"/>
                    <a:pt x="4758" y="1261"/>
                    <a:pt x="4726" y="1513"/>
                  </a:cubicBezTo>
                  <a:cubicBezTo>
                    <a:pt x="4534" y="1416"/>
                    <a:pt x="4341" y="1375"/>
                    <a:pt x="4135" y="1375"/>
                  </a:cubicBezTo>
                  <a:cubicBezTo>
                    <a:pt x="4071" y="1375"/>
                    <a:pt x="4006" y="1379"/>
                    <a:pt x="3939" y="1387"/>
                  </a:cubicBezTo>
                  <a:cubicBezTo>
                    <a:pt x="3687" y="1072"/>
                    <a:pt x="3340" y="883"/>
                    <a:pt x="2931" y="883"/>
                  </a:cubicBezTo>
                  <a:cubicBezTo>
                    <a:pt x="2553" y="883"/>
                    <a:pt x="2206" y="1072"/>
                    <a:pt x="1954" y="1387"/>
                  </a:cubicBezTo>
                  <a:cubicBezTo>
                    <a:pt x="1872" y="1366"/>
                    <a:pt x="1788" y="1356"/>
                    <a:pt x="1704" y="1356"/>
                  </a:cubicBezTo>
                  <a:cubicBezTo>
                    <a:pt x="1402" y="1356"/>
                    <a:pt x="1098" y="1487"/>
                    <a:pt x="851" y="1733"/>
                  </a:cubicBezTo>
                  <a:cubicBezTo>
                    <a:pt x="568" y="2017"/>
                    <a:pt x="473" y="2426"/>
                    <a:pt x="505" y="2804"/>
                  </a:cubicBezTo>
                  <a:cubicBezTo>
                    <a:pt x="190" y="3025"/>
                    <a:pt x="1" y="3403"/>
                    <a:pt x="1" y="3781"/>
                  </a:cubicBezTo>
                  <a:cubicBezTo>
                    <a:pt x="1" y="4191"/>
                    <a:pt x="190" y="4537"/>
                    <a:pt x="505" y="4789"/>
                  </a:cubicBezTo>
                  <a:cubicBezTo>
                    <a:pt x="410" y="5167"/>
                    <a:pt x="536" y="5577"/>
                    <a:pt x="851" y="5829"/>
                  </a:cubicBezTo>
                  <a:cubicBezTo>
                    <a:pt x="1106" y="6084"/>
                    <a:pt x="1489" y="6212"/>
                    <a:pt x="1839" y="6212"/>
                  </a:cubicBezTo>
                  <a:cubicBezTo>
                    <a:pt x="1878" y="6212"/>
                    <a:pt x="1916" y="6210"/>
                    <a:pt x="1954" y="6207"/>
                  </a:cubicBezTo>
                  <a:cubicBezTo>
                    <a:pt x="2143" y="6427"/>
                    <a:pt x="2427" y="6616"/>
                    <a:pt x="2710" y="6679"/>
                  </a:cubicBezTo>
                  <a:lnTo>
                    <a:pt x="5010" y="9767"/>
                  </a:lnTo>
                  <a:lnTo>
                    <a:pt x="5010" y="11153"/>
                  </a:lnTo>
                  <a:lnTo>
                    <a:pt x="3435" y="13516"/>
                  </a:lnTo>
                  <a:cubicBezTo>
                    <a:pt x="3309" y="13674"/>
                    <a:pt x="3340" y="13863"/>
                    <a:pt x="3466" y="14020"/>
                  </a:cubicBezTo>
                  <a:cubicBezTo>
                    <a:pt x="3526" y="14120"/>
                    <a:pt x="3636" y="14182"/>
                    <a:pt x="3757" y="14182"/>
                  </a:cubicBezTo>
                  <a:cubicBezTo>
                    <a:pt x="3827" y="14182"/>
                    <a:pt x="3901" y="14161"/>
                    <a:pt x="3970" y="14115"/>
                  </a:cubicBezTo>
                  <a:lnTo>
                    <a:pt x="4789" y="13674"/>
                  </a:lnTo>
                  <a:cubicBezTo>
                    <a:pt x="4994" y="13579"/>
                    <a:pt x="5215" y="13532"/>
                    <a:pt x="5435" y="13532"/>
                  </a:cubicBezTo>
                  <a:cubicBezTo>
                    <a:pt x="5656" y="13532"/>
                    <a:pt x="5876" y="13579"/>
                    <a:pt x="6081" y="13674"/>
                  </a:cubicBezTo>
                  <a:cubicBezTo>
                    <a:pt x="6396" y="13831"/>
                    <a:pt x="6743" y="13910"/>
                    <a:pt x="7089" y="13910"/>
                  </a:cubicBezTo>
                  <a:cubicBezTo>
                    <a:pt x="7436" y="13910"/>
                    <a:pt x="7782" y="13831"/>
                    <a:pt x="8097" y="13674"/>
                  </a:cubicBezTo>
                  <a:cubicBezTo>
                    <a:pt x="8302" y="13579"/>
                    <a:pt x="8523" y="13532"/>
                    <a:pt x="8743" y="13532"/>
                  </a:cubicBezTo>
                  <a:cubicBezTo>
                    <a:pt x="8964" y="13532"/>
                    <a:pt x="9184" y="13579"/>
                    <a:pt x="9389" y="13674"/>
                  </a:cubicBezTo>
                  <a:lnTo>
                    <a:pt x="10240" y="14115"/>
                  </a:lnTo>
                  <a:cubicBezTo>
                    <a:pt x="10292" y="14136"/>
                    <a:pt x="10348" y="14146"/>
                    <a:pt x="10405" y="14146"/>
                  </a:cubicBezTo>
                  <a:cubicBezTo>
                    <a:pt x="10520" y="14146"/>
                    <a:pt x="10639" y="14104"/>
                    <a:pt x="10744" y="14020"/>
                  </a:cubicBezTo>
                  <a:cubicBezTo>
                    <a:pt x="10870" y="13863"/>
                    <a:pt x="10901" y="13674"/>
                    <a:pt x="10775" y="13516"/>
                  </a:cubicBezTo>
                  <a:lnTo>
                    <a:pt x="9200" y="11153"/>
                  </a:lnTo>
                  <a:lnTo>
                    <a:pt x="9200" y="9767"/>
                  </a:lnTo>
                  <a:lnTo>
                    <a:pt x="11500" y="6679"/>
                  </a:lnTo>
                  <a:cubicBezTo>
                    <a:pt x="11815" y="6616"/>
                    <a:pt x="12067" y="6427"/>
                    <a:pt x="12225" y="6207"/>
                  </a:cubicBezTo>
                  <a:cubicBezTo>
                    <a:pt x="12293" y="6217"/>
                    <a:pt x="12360" y="6223"/>
                    <a:pt x="12427" y="6223"/>
                  </a:cubicBezTo>
                  <a:cubicBezTo>
                    <a:pt x="12758" y="6223"/>
                    <a:pt x="13065" y="6091"/>
                    <a:pt x="13327" y="5829"/>
                  </a:cubicBezTo>
                  <a:cubicBezTo>
                    <a:pt x="13611" y="5577"/>
                    <a:pt x="13737" y="5167"/>
                    <a:pt x="13705" y="4789"/>
                  </a:cubicBezTo>
                  <a:cubicBezTo>
                    <a:pt x="14020" y="4537"/>
                    <a:pt x="14209" y="4191"/>
                    <a:pt x="14209" y="3781"/>
                  </a:cubicBezTo>
                  <a:cubicBezTo>
                    <a:pt x="14178" y="3403"/>
                    <a:pt x="13957" y="3056"/>
                    <a:pt x="13674" y="2804"/>
                  </a:cubicBezTo>
                  <a:cubicBezTo>
                    <a:pt x="13737" y="2426"/>
                    <a:pt x="13611" y="2017"/>
                    <a:pt x="13296" y="1733"/>
                  </a:cubicBezTo>
                  <a:cubicBezTo>
                    <a:pt x="13047" y="1484"/>
                    <a:pt x="12700" y="1381"/>
                    <a:pt x="12342" y="1381"/>
                  </a:cubicBezTo>
                  <a:cubicBezTo>
                    <a:pt x="12292" y="1381"/>
                    <a:pt x="12243" y="1383"/>
                    <a:pt x="12193" y="1387"/>
                  </a:cubicBezTo>
                  <a:cubicBezTo>
                    <a:pt x="11973" y="1072"/>
                    <a:pt x="11594" y="883"/>
                    <a:pt x="11216" y="883"/>
                  </a:cubicBezTo>
                  <a:cubicBezTo>
                    <a:pt x="10807" y="883"/>
                    <a:pt x="10460" y="1072"/>
                    <a:pt x="10240" y="1387"/>
                  </a:cubicBezTo>
                  <a:cubicBezTo>
                    <a:pt x="10173" y="1379"/>
                    <a:pt x="10106" y="1375"/>
                    <a:pt x="10040" y="1375"/>
                  </a:cubicBezTo>
                  <a:cubicBezTo>
                    <a:pt x="9826" y="1375"/>
                    <a:pt x="9621" y="1416"/>
                    <a:pt x="9452" y="1513"/>
                  </a:cubicBezTo>
                  <a:cubicBezTo>
                    <a:pt x="9421" y="1261"/>
                    <a:pt x="9295" y="1072"/>
                    <a:pt x="9137" y="883"/>
                  </a:cubicBezTo>
                  <a:cubicBezTo>
                    <a:pt x="8882" y="627"/>
                    <a:pt x="8525" y="500"/>
                    <a:pt x="8180" y="500"/>
                  </a:cubicBezTo>
                  <a:cubicBezTo>
                    <a:pt x="8142" y="500"/>
                    <a:pt x="8104" y="501"/>
                    <a:pt x="8066" y="505"/>
                  </a:cubicBezTo>
                  <a:cubicBezTo>
                    <a:pt x="7845" y="189"/>
                    <a:pt x="7467" y="0"/>
                    <a:pt x="70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4" name="Google Shape;16664;p85"/>
            <p:cNvSpPr/>
            <p:nvPr/>
          </p:nvSpPr>
          <p:spPr>
            <a:xfrm>
              <a:off x="-11072175" y="1734725"/>
              <a:ext cx="41775" cy="41000"/>
            </a:xfrm>
            <a:custGeom>
              <a:avLst/>
              <a:gdLst/>
              <a:ahLst/>
              <a:cxnLst/>
              <a:rect l="l" t="t" r="r" b="b"/>
              <a:pathLst>
                <a:path w="1671" h="1640" extrusionOk="0">
                  <a:moveTo>
                    <a:pt x="820" y="1"/>
                  </a:moveTo>
                  <a:cubicBezTo>
                    <a:pt x="379" y="1"/>
                    <a:pt x="1" y="379"/>
                    <a:pt x="1" y="820"/>
                  </a:cubicBezTo>
                  <a:cubicBezTo>
                    <a:pt x="1" y="1293"/>
                    <a:pt x="379" y="1639"/>
                    <a:pt x="820" y="1639"/>
                  </a:cubicBezTo>
                  <a:cubicBezTo>
                    <a:pt x="1292" y="1639"/>
                    <a:pt x="1671" y="1293"/>
                    <a:pt x="1671" y="820"/>
                  </a:cubicBezTo>
                  <a:cubicBezTo>
                    <a:pt x="1671" y="379"/>
                    <a:pt x="1292"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5" name="Google Shape;16665;p85"/>
            <p:cNvSpPr/>
            <p:nvPr/>
          </p:nvSpPr>
          <p:spPr>
            <a:xfrm>
              <a:off x="-11278525" y="1734725"/>
              <a:ext cx="40975" cy="41000"/>
            </a:xfrm>
            <a:custGeom>
              <a:avLst/>
              <a:gdLst/>
              <a:ahLst/>
              <a:cxnLst/>
              <a:rect l="l" t="t" r="r" b="b"/>
              <a:pathLst>
                <a:path w="1639" h="1640" extrusionOk="0">
                  <a:moveTo>
                    <a:pt x="820" y="1"/>
                  </a:moveTo>
                  <a:cubicBezTo>
                    <a:pt x="347" y="1"/>
                    <a:pt x="0" y="379"/>
                    <a:pt x="0" y="820"/>
                  </a:cubicBezTo>
                  <a:cubicBezTo>
                    <a:pt x="0" y="1293"/>
                    <a:pt x="347"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6" name="Google Shape;16666;p85"/>
            <p:cNvSpPr/>
            <p:nvPr/>
          </p:nvSpPr>
          <p:spPr>
            <a:xfrm>
              <a:off x="-11175350" y="1714250"/>
              <a:ext cx="40975" cy="41000"/>
            </a:xfrm>
            <a:custGeom>
              <a:avLst/>
              <a:gdLst/>
              <a:ahLst/>
              <a:cxnLst/>
              <a:rect l="l" t="t" r="r" b="b"/>
              <a:pathLst>
                <a:path w="1639" h="1640" extrusionOk="0">
                  <a:moveTo>
                    <a:pt x="820" y="1"/>
                  </a:moveTo>
                  <a:cubicBezTo>
                    <a:pt x="379" y="1"/>
                    <a:pt x="1" y="379"/>
                    <a:pt x="1" y="820"/>
                  </a:cubicBezTo>
                  <a:cubicBezTo>
                    <a:pt x="1" y="1261"/>
                    <a:pt x="379" y="1639"/>
                    <a:pt x="820" y="1639"/>
                  </a:cubicBezTo>
                  <a:cubicBezTo>
                    <a:pt x="1261" y="1639"/>
                    <a:pt x="1639" y="1261"/>
                    <a:pt x="1639" y="820"/>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67" name="Google Shape;16667;p85"/>
          <p:cNvSpPr/>
          <p:nvPr/>
        </p:nvSpPr>
        <p:spPr>
          <a:xfrm>
            <a:off x="10100870" y="2587839"/>
            <a:ext cx="460493" cy="452381"/>
          </a:xfrm>
          <a:custGeom>
            <a:avLst/>
            <a:gdLst/>
            <a:ahLst/>
            <a:cxnLst/>
            <a:rect l="l" t="t" r="r" b="b"/>
            <a:pathLst>
              <a:path w="14304" h="14052" extrusionOk="0">
                <a:moveTo>
                  <a:pt x="12886" y="2489"/>
                </a:moveTo>
                <a:cubicBezTo>
                  <a:pt x="13106" y="2521"/>
                  <a:pt x="13295" y="2710"/>
                  <a:pt x="13295" y="2899"/>
                </a:cubicBezTo>
                <a:lnTo>
                  <a:pt x="13295" y="3875"/>
                </a:lnTo>
                <a:cubicBezTo>
                  <a:pt x="12933" y="3592"/>
                  <a:pt x="12500" y="3450"/>
                  <a:pt x="12067" y="3450"/>
                </a:cubicBezTo>
                <a:cubicBezTo>
                  <a:pt x="11633" y="3450"/>
                  <a:pt x="11200" y="3592"/>
                  <a:pt x="10838" y="3875"/>
                </a:cubicBezTo>
                <a:lnTo>
                  <a:pt x="10838" y="2899"/>
                </a:lnTo>
                <a:cubicBezTo>
                  <a:pt x="10838" y="2678"/>
                  <a:pt x="11027" y="2489"/>
                  <a:pt x="11216" y="2489"/>
                </a:cubicBezTo>
                <a:close/>
                <a:moveTo>
                  <a:pt x="2899" y="2521"/>
                </a:moveTo>
                <a:cubicBezTo>
                  <a:pt x="3151" y="2521"/>
                  <a:pt x="3308" y="2710"/>
                  <a:pt x="3308" y="2962"/>
                </a:cubicBezTo>
                <a:lnTo>
                  <a:pt x="3308" y="3907"/>
                </a:lnTo>
                <a:cubicBezTo>
                  <a:pt x="2962" y="3623"/>
                  <a:pt x="2521" y="3497"/>
                  <a:pt x="2048" y="3497"/>
                </a:cubicBezTo>
                <a:cubicBezTo>
                  <a:pt x="1575" y="3497"/>
                  <a:pt x="1166" y="3655"/>
                  <a:pt x="819" y="3907"/>
                </a:cubicBezTo>
                <a:lnTo>
                  <a:pt x="819" y="2962"/>
                </a:lnTo>
                <a:cubicBezTo>
                  <a:pt x="851" y="2710"/>
                  <a:pt x="1040" y="2521"/>
                  <a:pt x="1260" y="2521"/>
                </a:cubicBezTo>
                <a:close/>
                <a:moveTo>
                  <a:pt x="2079" y="4285"/>
                </a:moveTo>
                <a:cubicBezTo>
                  <a:pt x="2395" y="4285"/>
                  <a:pt x="2710" y="4411"/>
                  <a:pt x="2962" y="4663"/>
                </a:cubicBezTo>
                <a:lnTo>
                  <a:pt x="4411" y="6112"/>
                </a:lnTo>
                <a:cubicBezTo>
                  <a:pt x="4285" y="6301"/>
                  <a:pt x="2836" y="7719"/>
                  <a:pt x="2678" y="7876"/>
                </a:cubicBezTo>
                <a:lnTo>
                  <a:pt x="1229" y="6427"/>
                </a:lnTo>
                <a:cubicBezTo>
                  <a:pt x="756" y="5955"/>
                  <a:pt x="756" y="5167"/>
                  <a:pt x="1229" y="4663"/>
                </a:cubicBezTo>
                <a:cubicBezTo>
                  <a:pt x="1449" y="4411"/>
                  <a:pt x="1764" y="4285"/>
                  <a:pt x="2079" y="4285"/>
                </a:cubicBezTo>
                <a:close/>
                <a:moveTo>
                  <a:pt x="12055" y="4308"/>
                </a:moveTo>
                <a:cubicBezTo>
                  <a:pt x="12374" y="4308"/>
                  <a:pt x="12697" y="4427"/>
                  <a:pt x="12949" y="4663"/>
                </a:cubicBezTo>
                <a:cubicBezTo>
                  <a:pt x="13421" y="5167"/>
                  <a:pt x="13421" y="5955"/>
                  <a:pt x="12949" y="6427"/>
                </a:cubicBezTo>
                <a:lnTo>
                  <a:pt x="11499" y="7876"/>
                </a:lnTo>
                <a:lnTo>
                  <a:pt x="9735" y="6112"/>
                </a:lnTo>
                <a:lnTo>
                  <a:pt x="11184" y="4663"/>
                </a:lnTo>
                <a:cubicBezTo>
                  <a:pt x="11421" y="4427"/>
                  <a:pt x="11736" y="4308"/>
                  <a:pt x="12055" y="4308"/>
                </a:cubicBezTo>
                <a:close/>
                <a:moveTo>
                  <a:pt x="11657" y="819"/>
                </a:moveTo>
                <a:lnTo>
                  <a:pt x="11657" y="1701"/>
                </a:lnTo>
                <a:lnTo>
                  <a:pt x="11216" y="1701"/>
                </a:lnTo>
                <a:cubicBezTo>
                  <a:pt x="10554" y="1701"/>
                  <a:pt x="10019" y="2237"/>
                  <a:pt x="10019" y="2899"/>
                </a:cubicBezTo>
                <a:lnTo>
                  <a:pt x="10019" y="4663"/>
                </a:lnTo>
                <a:lnTo>
                  <a:pt x="8853" y="5797"/>
                </a:lnTo>
                <a:cubicBezTo>
                  <a:pt x="8696" y="5955"/>
                  <a:pt x="8696" y="6238"/>
                  <a:pt x="8853" y="6396"/>
                </a:cubicBezTo>
                <a:lnTo>
                  <a:pt x="9231" y="6742"/>
                </a:lnTo>
                <a:lnTo>
                  <a:pt x="7089" y="8443"/>
                </a:lnTo>
                <a:lnTo>
                  <a:pt x="4978" y="6742"/>
                </a:lnTo>
                <a:lnTo>
                  <a:pt x="5324" y="6396"/>
                </a:lnTo>
                <a:cubicBezTo>
                  <a:pt x="5482" y="6238"/>
                  <a:pt x="5482" y="5955"/>
                  <a:pt x="5324" y="5797"/>
                </a:cubicBezTo>
                <a:lnTo>
                  <a:pt x="4190" y="4663"/>
                </a:lnTo>
                <a:lnTo>
                  <a:pt x="4190" y="2899"/>
                </a:lnTo>
                <a:cubicBezTo>
                  <a:pt x="4190" y="2237"/>
                  <a:pt x="3623" y="1701"/>
                  <a:pt x="2962" y="1701"/>
                </a:cubicBezTo>
                <a:lnTo>
                  <a:pt x="2521" y="1701"/>
                </a:lnTo>
                <a:lnTo>
                  <a:pt x="2521" y="819"/>
                </a:lnTo>
                <a:close/>
                <a:moveTo>
                  <a:pt x="9767" y="7341"/>
                </a:moveTo>
                <a:lnTo>
                  <a:pt x="10176" y="7719"/>
                </a:lnTo>
                <a:lnTo>
                  <a:pt x="8506" y="9609"/>
                </a:lnTo>
                <a:lnTo>
                  <a:pt x="7719" y="8979"/>
                </a:lnTo>
                <a:lnTo>
                  <a:pt x="9767" y="7341"/>
                </a:lnTo>
                <a:close/>
                <a:moveTo>
                  <a:pt x="5545" y="10743"/>
                </a:moveTo>
                <a:lnTo>
                  <a:pt x="6553" y="11846"/>
                </a:lnTo>
                <a:lnTo>
                  <a:pt x="5230" y="13264"/>
                </a:lnTo>
                <a:lnTo>
                  <a:pt x="2426" y="13264"/>
                </a:lnTo>
                <a:lnTo>
                  <a:pt x="5545" y="10743"/>
                </a:lnTo>
                <a:close/>
                <a:moveTo>
                  <a:pt x="4379" y="7372"/>
                </a:moveTo>
                <a:lnTo>
                  <a:pt x="11751" y="13327"/>
                </a:lnTo>
                <a:lnTo>
                  <a:pt x="8948" y="13327"/>
                </a:lnTo>
                <a:lnTo>
                  <a:pt x="8948" y="13264"/>
                </a:lnTo>
                <a:lnTo>
                  <a:pt x="3970" y="7750"/>
                </a:lnTo>
                <a:lnTo>
                  <a:pt x="4379" y="7372"/>
                </a:lnTo>
                <a:close/>
                <a:moveTo>
                  <a:pt x="473" y="0"/>
                </a:moveTo>
                <a:cubicBezTo>
                  <a:pt x="252" y="0"/>
                  <a:pt x="32" y="189"/>
                  <a:pt x="32" y="441"/>
                </a:cubicBezTo>
                <a:cubicBezTo>
                  <a:pt x="32" y="662"/>
                  <a:pt x="252" y="819"/>
                  <a:pt x="473" y="819"/>
                </a:cubicBezTo>
                <a:lnTo>
                  <a:pt x="1733" y="819"/>
                </a:lnTo>
                <a:lnTo>
                  <a:pt x="1733" y="1701"/>
                </a:lnTo>
                <a:lnTo>
                  <a:pt x="1292" y="1701"/>
                </a:lnTo>
                <a:cubicBezTo>
                  <a:pt x="630" y="1701"/>
                  <a:pt x="32" y="2237"/>
                  <a:pt x="32" y="2899"/>
                </a:cubicBezTo>
                <a:lnTo>
                  <a:pt x="32" y="5387"/>
                </a:lnTo>
                <a:lnTo>
                  <a:pt x="32" y="5450"/>
                </a:lnTo>
                <a:cubicBezTo>
                  <a:pt x="0" y="5986"/>
                  <a:pt x="252" y="6553"/>
                  <a:pt x="630" y="6963"/>
                </a:cubicBezTo>
                <a:lnTo>
                  <a:pt x="2395" y="8758"/>
                </a:lnTo>
                <a:cubicBezTo>
                  <a:pt x="2473" y="8837"/>
                  <a:pt x="2584" y="8877"/>
                  <a:pt x="2694" y="8877"/>
                </a:cubicBezTo>
                <a:cubicBezTo>
                  <a:pt x="2804" y="8877"/>
                  <a:pt x="2914" y="8837"/>
                  <a:pt x="2993" y="8758"/>
                </a:cubicBezTo>
                <a:lnTo>
                  <a:pt x="3434" y="8317"/>
                </a:lnTo>
                <a:lnTo>
                  <a:pt x="5041" y="10082"/>
                </a:lnTo>
                <a:lnTo>
                  <a:pt x="1008" y="13327"/>
                </a:lnTo>
                <a:cubicBezTo>
                  <a:pt x="914" y="13421"/>
                  <a:pt x="819" y="13579"/>
                  <a:pt x="914" y="13768"/>
                </a:cubicBezTo>
                <a:cubicBezTo>
                  <a:pt x="945" y="13925"/>
                  <a:pt x="1103" y="14051"/>
                  <a:pt x="1292" y="14051"/>
                </a:cubicBezTo>
                <a:lnTo>
                  <a:pt x="5419" y="14051"/>
                </a:lnTo>
                <a:cubicBezTo>
                  <a:pt x="5545" y="14051"/>
                  <a:pt x="5671" y="14020"/>
                  <a:pt x="5734" y="13925"/>
                </a:cubicBezTo>
                <a:lnTo>
                  <a:pt x="7120" y="12413"/>
                </a:lnTo>
                <a:lnTo>
                  <a:pt x="8506" y="13925"/>
                </a:lnTo>
                <a:cubicBezTo>
                  <a:pt x="8569" y="14020"/>
                  <a:pt x="8696" y="14051"/>
                  <a:pt x="8822" y="14051"/>
                </a:cubicBezTo>
                <a:lnTo>
                  <a:pt x="12949" y="14051"/>
                </a:lnTo>
                <a:cubicBezTo>
                  <a:pt x="13106" y="14051"/>
                  <a:pt x="13264" y="13925"/>
                  <a:pt x="13358" y="13768"/>
                </a:cubicBezTo>
                <a:cubicBezTo>
                  <a:pt x="13390" y="13610"/>
                  <a:pt x="13358" y="13421"/>
                  <a:pt x="13232" y="13327"/>
                </a:cubicBezTo>
                <a:lnTo>
                  <a:pt x="9263" y="10082"/>
                </a:lnTo>
                <a:lnTo>
                  <a:pt x="10869" y="8286"/>
                </a:lnTo>
                <a:lnTo>
                  <a:pt x="11310" y="8695"/>
                </a:lnTo>
                <a:cubicBezTo>
                  <a:pt x="11389" y="8774"/>
                  <a:pt x="11492" y="8814"/>
                  <a:pt x="11594" y="8814"/>
                </a:cubicBezTo>
                <a:cubicBezTo>
                  <a:pt x="11696" y="8814"/>
                  <a:pt x="11799" y="8774"/>
                  <a:pt x="11878" y="8695"/>
                </a:cubicBezTo>
                <a:lnTo>
                  <a:pt x="13673" y="6931"/>
                </a:lnTo>
                <a:cubicBezTo>
                  <a:pt x="14083" y="6490"/>
                  <a:pt x="14303" y="5955"/>
                  <a:pt x="14240" y="5387"/>
                </a:cubicBezTo>
                <a:lnTo>
                  <a:pt x="14240" y="5356"/>
                </a:lnTo>
                <a:lnTo>
                  <a:pt x="14240" y="2867"/>
                </a:lnTo>
                <a:cubicBezTo>
                  <a:pt x="14240" y="2205"/>
                  <a:pt x="13705" y="1670"/>
                  <a:pt x="12980" y="1670"/>
                </a:cubicBezTo>
                <a:lnTo>
                  <a:pt x="12571" y="1670"/>
                </a:lnTo>
                <a:lnTo>
                  <a:pt x="12571" y="788"/>
                </a:lnTo>
                <a:lnTo>
                  <a:pt x="13736" y="788"/>
                </a:lnTo>
                <a:lnTo>
                  <a:pt x="13736" y="819"/>
                </a:lnTo>
                <a:cubicBezTo>
                  <a:pt x="13988" y="819"/>
                  <a:pt x="14177" y="630"/>
                  <a:pt x="14177" y="441"/>
                </a:cubicBezTo>
                <a:cubicBezTo>
                  <a:pt x="14177" y="189"/>
                  <a:pt x="13988" y="0"/>
                  <a:pt x="137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8" name="Google Shape;16668;p85"/>
          <p:cNvSpPr/>
          <p:nvPr/>
        </p:nvSpPr>
        <p:spPr>
          <a:xfrm>
            <a:off x="10101885" y="3159477"/>
            <a:ext cx="458465" cy="398651"/>
          </a:xfrm>
          <a:custGeom>
            <a:avLst/>
            <a:gdLst/>
            <a:ahLst/>
            <a:cxnLst/>
            <a:rect l="l" t="t" r="r" b="b"/>
            <a:pathLst>
              <a:path w="14241" h="12383" extrusionOk="0">
                <a:moveTo>
                  <a:pt x="9610" y="4128"/>
                </a:moveTo>
                <a:cubicBezTo>
                  <a:pt x="10271" y="4128"/>
                  <a:pt x="10870" y="4664"/>
                  <a:pt x="10870" y="5388"/>
                </a:cubicBezTo>
                <a:cubicBezTo>
                  <a:pt x="10870" y="6050"/>
                  <a:pt x="10303" y="6617"/>
                  <a:pt x="9610" y="6617"/>
                </a:cubicBezTo>
                <a:lnTo>
                  <a:pt x="8444" y="6617"/>
                </a:lnTo>
                <a:cubicBezTo>
                  <a:pt x="8412" y="6207"/>
                  <a:pt x="8381" y="5829"/>
                  <a:pt x="8381" y="5388"/>
                </a:cubicBezTo>
                <a:cubicBezTo>
                  <a:pt x="8381" y="4947"/>
                  <a:pt x="8412" y="4569"/>
                  <a:pt x="8444" y="4128"/>
                </a:cubicBezTo>
                <a:close/>
                <a:moveTo>
                  <a:pt x="3183" y="3309"/>
                </a:moveTo>
                <a:cubicBezTo>
                  <a:pt x="2773" y="3876"/>
                  <a:pt x="2553" y="4632"/>
                  <a:pt x="2553" y="5388"/>
                </a:cubicBezTo>
                <a:cubicBezTo>
                  <a:pt x="2553" y="6144"/>
                  <a:pt x="2773" y="6837"/>
                  <a:pt x="3183" y="7468"/>
                </a:cubicBezTo>
                <a:lnTo>
                  <a:pt x="2994" y="7468"/>
                </a:lnTo>
                <a:cubicBezTo>
                  <a:pt x="1765" y="7436"/>
                  <a:pt x="820" y="6459"/>
                  <a:pt x="883" y="5262"/>
                </a:cubicBezTo>
                <a:cubicBezTo>
                  <a:pt x="946" y="4191"/>
                  <a:pt x="1954" y="3309"/>
                  <a:pt x="3088" y="3309"/>
                </a:cubicBezTo>
                <a:close/>
                <a:moveTo>
                  <a:pt x="8129" y="2175"/>
                </a:moveTo>
                <a:lnTo>
                  <a:pt x="8129" y="2175"/>
                </a:lnTo>
                <a:cubicBezTo>
                  <a:pt x="7751" y="3088"/>
                  <a:pt x="7562" y="4160"/>
                  <a:pt x="7562" y="5294"/>
                </a:cubicBezTo>
                <a:cubicBezTo>
                  <a:pt x="7562" y="6428"/>
                  <a:pt x="7751" y="7499"/>
                  <a:pt x="8129" y="8413"/>
                </a:cubicBezTo>
                <a:lnTo>
                  <a:pt x="7908" y="8255"/>
                </a:lnTo>
                <a:cubicBezTo>
                  <a:pt x="6995" y="7783"/>
                  <a:pt x="5861" y="7436"/>
                  <a:pt x="4600" y="7436"/>
                </a:cubicBezTo>
                <a:lnTo>
                  <a:pt x="4254" y="7436"/>
                </a:lnTo>
                <a:cubicBezTo>
                  <a:pt x="3687" y="6869"/>
                  <a:pt x="3372" y="6144"/>
                  <a:pt x="3372" y="5357"/>
                </a:cubicBezTo>
                <a:cubicBezTo>
                  <a:pt x="3372" y="4569"/>
                  <a:pt x="3687" y="3813"/>
                  <a:pt x="4254" y="3246"/>
                </a:cubicBezTo>
                <a:lnTo>
                  <a:pt x="4632" y="3246"/>
                </a:lnTo>
                <a:cubicBezTo>
                  <a:pt x="5798" y="3246"/>
                  <a:pt x="6963" y="2931"/>
                  <a:pt x="7908" y="2332"/>
                </a:cubicBezTo>
                <a:lnTo>
                  <a:pt x="8129" y="2175"/>
                </a:lnTo>
                <a:close/>
                <a:moveTo>
                  <a:pt x="5041" y="8287"/>
                </a:moveTo>
                <a:cubicBezTo>
                  <a:pt x="5293" y="8287"/>
                  <a:pt x="5577" y="8350"/>
                  <a:pt x="5861" y="8413"/>
                </a:cubicBezTo>
                <a:lnTo>
                  <a:pt x="5861" y="8696"/>
                </a:lnTo>
                <a:cubicBezTo>
                  <a:pt x="5861" y="8917"/>
                  <a:pt x="5672" y="9137"/>
                  <a:pt x="5419" y="9137"/>
                </a:cubicBezTo>
                <a:lnTo>
                  <a:pt x="5041" y="9137"/>
                </a:lnTo>
                <a:lnTo>
                  <a:pt x="5041" y="8287"/>
                </a:lnTo>
                <a:close/>
                <a:moveTo>
                  <a:pt x="10870" y="757"/>
                </a:moveTo>
                <a:cubicBezTo>
                  <a:pt x="12193" y="757"/>
                  <a:pt x="13327" y="2868"/>
                  <a:pt x="13327" y="5325"/>
                </a:cubicBezTo>
                <a:cubicBezTo>
                  <a:pt x="13327" y="7814"/>
                  <a:pt x="12193" y="9925"/>
                  <a:pt x="10870" y="9925"/>
                </a:cubicBezTo>
                <a:cubicBezTo>
                  <a:pt x="10712" y="9925"/>
                  <a:pt x="10492" y="9862"/>
                  <a:pt x="10334" y="9799"/>
                </a:cubicBezTo>
                <a:lnTo>
                  <a:pt x="9862" y="9515"/>
                </a:lnTo>
                <a:cubicBezTo>
                  <a:pt x="9358" y="9074"/>
                  <a:pt x="8917" y="8350"/>
                  <a:pt x="8664" y="7436"/>
                </a:cubicBezTo>
                <a:lnTo>
                  <a:pt x="9610" y="7436"/>
                </a:lnTo>
                <a:cubicBezTo>
                  <a:pt x="10744" y="7436"/>
                  <a:pt x="11689" y="6491"/>
                  <a:pt x="11689" y="5325"/>
                </a:cubicBezTo>
                <a:cubicBezTo>
                  <a:pt x="11689" y="4191"/>
                  <a:pt x="10744" y="3246"/>
                  <a:pt x="9610" y="3246"/>
                </a:cubicBezTo>
                <a:lnTo>
                  <a:pt x="8664" y="3246"/>
                </a:lnTo>
                <a:cubicBezTo>
                  <a:pt x="8948" y="2332"/>
                  <a:pt x="9326" y="1608"/>
                  <a:pt x="9862" y="1167"/>
                </a:cubicBezTo>
                <a:lnTo>
                  <a:pt x="10334" y="883"/>
                </a:lnTo>
                <a:cubicBezTo>
                  <a:pt x="10523" y="820"/>
                  <a:pt x="10712" y="757"/>
                  <a:pt x="10870" y="757"/>
                </a:cubicBezTo>
                <a:close/>
                <a:moveTo>
                  <a:pt x="4222" y="8255"/>
                </a:moveTo>
                <a:lnTo>
                  <a:pt x="4222" y="11185"/>
                </a:lnTo>
                <a:cubicBezTo>
                  <a:pt x="4222" y="11406"/>
                  <a:pt x="4002" y="11595"/>
                  <a:pt x="3813" y="11595"/>
                </a:cubicBezTo>
                <a:cubicBezTo>
                  <a:pt x="3624" y="11595"/>
                  <a:pt x="3372" y="11406"/>
                  <a:pt x="3372" y="11185"/>
                </a:cubicBezTo>
                <a:lnTo>
                  <a:pt x="3372" y="8255"/>
                </a:lnTo>
                <a:close/>
                <a:moveTo>
                  <a:pt x="10870" y="1"/>
                </a:moveTo>
                <a:cubicBezTo>
                  <a:pt x="10303" y="1"/>
                  <a:pt x="9830" y="190"/>
                  <a:pt x="9389" y="536"/>
                </a:cubicBezTo>
                <a:lnTo>
                  <a:pt x="7467" y="1671"/>
                </a:lnTo>
                <a:cubicBezTo>
                  <a:pt x="6648" y="2206"/>
                  <a:pt x="5609" y="2458"/>
                  <a:pt x="4632" y="2458"/>
                </a:cubicBezTo>
                <a:lnTo>
                  <a:pt x="3088" y="2458"/>
                </a:lnTo>
                <a:cubicBezTo>
                  <a:pt x="1513" y="2458"/>
                  <a:pt x="158" y="3655"/>
                  <a:pt x="64" y="5231"/>
                </a:cubicBezTo>
                <a:cubicBezTo>
                  <a:pt x="1" y="6806"/>
                  <a:pt x="1135" y="8066"/>
                  <a:pt x="2553" y="8255"/>
                </a:cubicBezTo>
                <a:lnTo>
                  <a:pt x="2553" y="11185"/>
                </a:lnTo>
                <a:cubicBezTo>
                  <a:pt x="2553" y="11847"/>
                  <a:pt x="3088" y="12382"/>
                  <a:pt x="3813" y="12382"/>
                </a:cubicBezTo>
                <a:cubicBezTo>
                  <a:pt x="4474" y="12382"/>
                  <a:pt x="5073" y="11847"/>
                  <a:pt x="5073" y="11185"/>
                </a:cubicBezTo>
                <a:lnTo>
                  <a:pt x="5073" y="9925"/>
                </a:lnTo>
                <a:lnTo>
                  <a:pt x="5451" y="9925"/>
                </a:lnTo>
                <a:cubicBezTo>
                  <a:pt x="6144" y="9925"/>
                  <a:pt x="6711" y="9358"/>
                  <a:pt x="6711" y="8696"/>
                </a:cubicBezTo>
                <a:lnTo>
                  <a:pt x="6711" y="8665"/>
                </a:lnTo>
                <a:cubicBezTo>
                  <a:pt x="6995" y="8759"/>
                  <a:pt x="7278" y="8885"/>
                  <a:pt x="7562" y="9043"/>
                </a:cubicBezTo>
                <a:lnTo>
                  <a:pt x="9484" y="10177"/>
                </a:lnTo>
                <a:cubicBezTo>
                  <a:pt x="9925" y="10555"/>
                  <a:pt x="10397" y="10744"/>
                  <a:pt x="10933" y="10744"/>
                </a:cubicBezTo>
                <a:cubicBezTo>
                  <a:pt x="11878" y="10744"/>
                  <a:pt x="12697" y="10145"/>
                  <a:pt x="13327" y="9074"/>
                </a:cubicBezTo>
                <a:cubicBezTo>
                  <a:pt x="13926" y="8098"/>
                  <a:pt x="14241" y="6774"/>
                  <a:pt x="14241" y="5388"/>
                </a:cubicBezTo>
                <a:cubicBezTo>
                  <a:pt x="14178" y="2458"/>
                  <a:pt x="12792" y="1"/>
                  <a:pt x="1087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69" name="Google Shape;16669;p85"/>
          <p:cNvGrpSpPr/>
          <p:nvPr/>
        </p:nvGrpSpPr>
        <p:grpSpPr>
          <a:xfrm>
            <a:off x="7698795" y="3703997"/>
            <a:ext cx="399648" cy="458465"/>
            <a:chOff x="-9570950" y="1622100"/>
            <a:chExt cx="310350" cy="356025"/>
          </a:xfrm>
        </p:grpSpPr>
        <p:sp>
          <p:nvSpPr>
            <p:cNvPr id="16670" name="Google Shape;16670;p85"/>
            <p:cNvSpPr/>
            <p:nvPr/>
          </p:nvSpPr>
          <p:spPr>
            <a:xfrm>
              <a:off x="-9570950" y="1622100"/>
              <a:ext cx="310350" cy="356025"/>
            </a:xfrm>
            <a:custGeom>
              <a:avLst/>
              <a:gdLst/>
              <a:ahLst/>
              <a:cxnLst/>
              <a:rect l="l" t="t" r="r" b="b"/>
              <a:pathLst>
                <a:path w="12414" h="14241" extrusionOk="0">
                  <a:moveTo>
                    <a:pt x="7026" y="851"/>
                  </a:moveTo>
                  <a:cubicBezTo>
                    <a:pt x="7246" y="851"/>
                    <a:pt x="7404" y="1040"/>
                    <a:pt x="7404" y="1229"/>
                  </a:cubicBezTo>
                  <a:lnTo>
                    <a:pt x="7404" y="1670"/>
                  </a:lnTo>
                  <a:lnTo>
                    <a:pt x="4915" y="1670"/>
                  </a:lnTo>
                  <a:lnTo>
                    <a:pt x="4915" y="1229"/>
                  </a:lnTo>
                  <a:lnTo>
                    <a:pt x="4978" y="1229"/>
                  </a:lnTo>
                  <a:cubicBezTo>
                    <a:pt x="4978" y="1009"/>
                    <a:pt x="5167" y="851"/>
                    <a:pt x="5356" y="851"/>
                  </a:cubicBezTo>
                  <a:close/>
                  <a:moveTo>
                    <a:pt x="9987" y="2490"/>
                  </a:moveTo>
                  <a:lnTo>
                    <a:pt x="9987" y="7688"/>
                  </a:lnTo>
                  <a:lnTo>
                    <a:pt x="9924" y="7688"/>
                  </a:lnTo>
                  <a:lnTo>
                    <a:pt x="8160" y="5924"/>
                  </a:lnTo>
                  <a:cubicBezTo>
                    <a:pt x="8081" y="5845"/>
                    <a:pt x="7971" y="5805"/>
                    <a:pt x="7861" y="5805"/>
                  </a:cubicBezTo>
                  <a:cubicBezTo>
                    <a:pt x="7750" y="5805"/>
                    <a:pt x="7640" y="5845"/>
                    <a:pt x="7561" y="5924"/>
                  </a:cubicBezTo>
                  <a:lnTo>
                    <a:pt x="6396" y="7121"/>
                  </a:lnTo>
                  <a:lnTo>
                    <a:pt x="4883" y="5136"/>
                  </a:lnTo>
                  <a:cubicBezTo>
                    <a:pt x="4820" y="5010"/>
                    <a:pt x="4694" y="4978"/>
                    <a:pt x="4568" y="4978"/>
                  </a:cubicBezTo>
                  <a:cubicBezTo>
                    <a:pt x="4474" y="4978"/>
                    <a:pt x="4348" y="5073"/>
                    <a:pt x="4253" y="5136"/>
                  </a:cubicBezTo>
                  <a:lnTo>
                    <a:pt x="2521" y="7467"/>
                  </a:lnTo>
                  <a:lnTo>
                    <a:pt x="2521" y="2490"/>
                  </a:lnTo>
                  <a:close/>
                  <a:moveTo>
                    <a:pt x="4537" y="6081"/>
                  </a:moveTo>
                  <a:lnTo>
                    <a:pt x="6175" y="8286"/>
                  </a:lnTo>
                  <a:lnTo>
                    <a:pt x="2867" y="8286"/>
                  </a:lnTo>
                  <a:lnTo>
                    <a:pt x="4537" y="6081"/>
                  </a:lnTo>
                  <a:close/>
                  <a:moveTo>
                    <a:pt x="7845" y="6806"/>
                  </a:moveTo>
                  <a:lnTo>
                    <a:pt x="9326" y="8286"/>
                  </a:lnTo>
                  <a:lnTo>
                    <a:pt x="7215" y="8286"/>
                  </a:lnTo>
                  <a:lnTo>
                    <a:pt x="6868" y="7782"/>
                  </a:lnTo>
                  <a:lnTo>
                    <a:pt x="7845" y="6806"/>
                  </a:lnTo>
                  <a:close/>
                  <a:moveTo>
                    <a:pt x="1670" y="2458"/>
                  </a:moveTo>
                  <a:lnTo>
                    <a:pt x="1670" y="8696"/>
                  </a:lnTo>
                  <a:cubicBezTo>
                    <a:pt x="1670" y="8917"/>
                    <a:pt x="1859" y="9106"/>
                    <a:pt x="2080" y="9106"/>
                  </a:cubicBezTo>
                  <a:lnTo>
                    <a:pt x="10365" y="9106"/>
                  </a:lnTo>
                  <a:cubicBezTo>
                    <a:pt x="10586" y="9106"/>
                    <a:pt x="10806" y="8917"/>
                    <a:pt x="10743" y="8696"/>
                  </a:cubicBezTo>
                  <a:lnTo>
                    <a:pt x="10743" y="2490"/>
                  </a:lnTo>
                  <a:lnTo>
                    <a:pt x="11153" y="2490"/>
                  </a:lnTo>
                  <a:cubicBezTo>
                    <a:pt x="11374" y="2490"/>
                    <a:pt x="11594" y="2647"/>
                    <a:pt x="11594" y="2899"/>
                  </a:cubicBezTo>
                  <a:lnTo>
                    <a:pt x="11594" y="9515"/>
                  </a:lnTo>
                  <a:cubicBezTo>
                    <a:pt x="11594" y="9736"/>
                    <a:pt x="11374" y="9956"/>
                    <a:pt x="11184" y="9956"/>
                  </a:cubicBezTo>
                  <a:lnTo>
                    <a:pt x="1260" y="9956"/>
                  </a:lnTo>
                  <a:cubicBezTo>
                    <a:pt x="1040" y="9956"/>
                    <a:pt x="882" y="9736"/>
                    <a:pt x="882" y="9515"/>
                  </a:cubicBezTo>
                  <a:lnTo>
                    <a:pt x="882" y="2899"/>
                  </a:lnTo>
                  <a:cubicBezTo>
                    <a:pt x="882" y="2647"/>
                    <a:pt x="1071" y="2458"/>
                    <a:pt x="1260" y="2458"/>
                  </a:cubicBezTo>
                  <a:close/>
                  <a:moveTo>
                    <a:pt x="8286" y="10775"/>
                  </a:moveTo>
                  <a:lnTo>
                    <a:pt x="8286" y="11626"/>
                  </a:lnTo>
                  <a:lnTo>
                    <a:pt x="4127" y="11626"/>
                  </a:lnTo>
                  <a:lnTo>
                    <a:pt x="4127" y="10775"/>
                  </a:lnTo>
                  <a:close/>
                  <a:moveTo>
                    <a:pt x="3340" y="10775"/>
                  </a:moveTo>
                  <a:lnTo>
                    <a:pt x="3340" y="12886"/>
                  </a:lnTo>
                  <a:lnTo>
                    <a:pt x="3308" y="12886"/>
                  </a:lnTo>
                  <a:cubicBezTo>
                    <a:pt x="3308" y="13138"/>
                    <a:pt x="3119" y="13327"/>
                    <a:pt x="2930" y="13327"/>
                  </a:cubicBezTo>
                  <a:cubicBezTo>
                    <a:pt x="2710" y="13327"/>
                    <a:pt x="2521" y="13138"/>
                    <a:pt x="2521" y="12886"/>
                  </a:cubicBezTo>
                  <a:lnTo>
                    <a:pt x="2521" y="10775"/>
                  </a:lnTo>
                  <a:close/>
                  <a:moveTo>
                    <a:pt x="9956" y="10775"/>
                  </a:moveTo>
                  <a:lnTo>
                    <a:pt x="9956" y="12886"/>
                  </a:lnTo>
                  <a:lnTo>
                    <a:pt x="9924" y="12886"/>
                  </a:lnTo>
                  <a:cubicBezTo>
                    <a:pt x="9924" y="13138"/>
                    <a:pt x="9735" y="13327"/>
                    <a:pt x="9546" y="13327"/>
                  </a:cubicBezTo>
                  <a:cubicBezTo>
                    <a:pt x="9326" y="13327"/>
                    <a:pt x="9137" y="13138"/>
                    <a:pt x="9137" y="12886"/>
                  </a:cubicBezTo>
                  <a:lnTo>
                    <a:pt x="9137" y="10775"/>
                  </a:lnTo>
                  <a:close/>
                  <a:moveTo>
                    <a:pt x="5356" y="1"/>
                  </a:moveTo>
                  <a:cubicBezTo>
                    <a:pt x="4694" y="1"/>
                    <a:pt x="4127" y="568"/>
                    <a:pt x="4127" y="1292"/>
                  </a:cubicBezTo>
                  <a:lnTo>
                    <a:pt x="4127" y="1702"/>
                  </a:lnTo>
                  <a:lnTo>
                    <a:pt x="1229" y="1702"/>
                  </a:lnTo>
                  <a:cubicBezTo>
                    <a:pt x="567" y="1702"/>
                    <a:pt x="0" y="2269"/>
                    <a:pt x="0" y="2962"/>
                  </a:cubicBezTo>
                  <a:lnTo>
                    <a:pt x="0" y="9578"/>
                  </a:lnTo>
                  <a:cubicBezTo>
                    <a:pt x="0" y="10271"/>
                    <a:pt x="567" y="10838"/>
                    <a:pt x="1229" y="10838"/>
                  </a:cubicBezTo>
                  <a:lnTo>
                    <a:pt x="1607" y="10838"/>
                  </a:lnTo>
                  <a:lnTo>
                    <a:pt x="1607" y="12981"/>
                  </a:lnTo>
                  <a:cubicBezTo>
                    <a:pt x="1607" y="13642"/>
                    <a:pt x="2174" y="14241"/>
                    <a:pt x="2867" y="14241"/>
                  </a:cubicBezTo>
                  <a:cubicBezTo>
                    <a:pt x="3592" y="14241"/>
                    <a:pt x="4127" y="13674"/>
                    <a:pt x="4127" y="12981"/>
                  </a:cubicBezTo>
                  <a:lnTo>
                    <a:pt x="4127" y="12540"/>
                  </a:lnTo>
                  <a:lnTo>
                    <a:pt x="8286" y="12540"/>
                  </a:lnTo>
                  <a:lnTo>
                    <a:pt x="8286" y="12981"/>
                  </a:lnTo>
                  <a:cubicBezTo>
                    <a:pt x="8286" y="13642"/>
                    <a:pt x="8822" y="14241"/>
                    <a:pt x="9483" y="14241"/>
                  </a:cubicBezTo>
                  <a:cubicBezTo>
                    <a:pt x="10176" y="14241"/>
                    <a:pt x="10775" y="13674"/>
                    <a:pt x="10775" y="12981"/>
                  </a:cubicBezTo>
                  <a:lnTo>
                    <a:pt x="10775" y="10838"/>
                  </a:lnTo>
                  <a:lnTo>
                    <a:pt x="11153" y="10838"/>
                  </a:lnTo>
                  <a:cubicBezTo>
                    <a:pt x="11815" y="10838"/>
                    <a:pt x="12413" y="10303"/>
                    <a:pt x="12413" y="9578"/>
                  </a:cubicBezTo>
                  <a:lnTo>
                    <a:pt x="12413" y="2899"/>
                  </a:lnTo>
                  <a:cubicBezTo>
                    <a:pt x="12413" y="2238"/>
                    <a:pt x="11878" y="1639"/>
                    <a:pt x="11153" y="1639"/>
                  </a:cubicBezTo>
                  <a:lnTo>
                    <a:pt x="8286" y="1639"/>
                  </a:lnTo>
                  <a:lnTo>
                    <a:pt x="8286" y="1198"/>
                  </a:lnTo>
                  <a:cubicBezTo>
                    <a:pt x="8286" y="568"/>
                    <a:pt x="7687" y="1"/>
                    <a:pt x="702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1" name="Google Shape;16671;p85"/>
            <p:cNvSpPr/>
            <p:nvPr/>
          </p:nvSpPr>
          <p:spPr>
            <a:xfrm>
              <a:off x="-9426025" y="1695350"/>
              <a:ext cx="63025" cy="62250"/>
            </a:xfrm>
            <a:custGeom>
              <a:avLst/>
              <a:gdLst/>
              <a:ahLst/>
              <a:cxnLst/>
              <a:rect l="l" t="t" r="r" b="b"/>
              <a:pathLst>
                <a:path w="2521" h="2490" extrusionOk="0">
                  <a:moveTo>
                    <a:pt x="1260" y="820"/>
                  </a:moveTo>
                  <a:cubicBezTo>
                    <a:pt x="1449" y="820"/>
                    <a:pt x="1638" y="977"/>
                    <a:pt x="1638" y="1229"/>
                  </a:cubicBezTo>
                  <a:cubicBezTo>
                    <a:pt x="1638" y="1450"/>
                    <a:pt x="1449" y="1639"/>
                    <a:pt x="1260" y="1639"/>
                  </a:cubicBezTo>
                  <a:cubicBezTo>
                    <a:pt x="1071" y="1639"/>
                    <a:pt x="851" y="1450"/>
                    <a:pt x="851" y="1229"/>
                  </a:cubicBezTo>
                  <a:cubicBezTo>
                    <a:pt x="851" y="977"/>
                    <a:pt x="1071" y="820"/>
                    <a:pt x="1260" y="820"/>
                  </a:cubicBezTo>
                  <a:close/>
                  <a:moveTo>
                    <a:pt x="1260" y="1"/>
                  </a:moveTo>
                  <a:cubicBezTo>
                    <a:pt x="536" y="1"/>
                    <a:pt x="0" y="505"/>
                    <a:pt x="0" y="1229"/>
                  </a:cubicBezTo>
                  <a:cubicBezTo>
                    <a:pt x="0" y="1891"/>
                    <a:pt x="536" y="2490"/>
                    <a:pt x="1260" y="2490"/>
                  </a:cubicBezTo>
                  <a:cubicBezTo>
                    <a:pt x="1985" y="2490"/>
                    <a:pt x="2521" y="1922"/>
                    <a:pt x="2521" y="1229"/>
                  </a:cubicBezTo>
                  <a:cubicBezTo>
                    <a:pt x="2521" y="505"/>
                    <a:pt x="1985" y="1"/>
                    <a:pt x="12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72" name="Google Shape;16672;p85"/>
          <p:cNvGrpSpPr/>
          <p:nvPr/>
        </p:nvGrpSpPr>
        <p:grpSpPr>
          <a:xfrm>
            <a:off x="7670400" y="4249271"/>
            <a:ext cx="456437" cy="455439"/>
            <a:chOff x="-9594575" y="2056875"/>
            <a:chExt cx="354450" cy="353675"/>
          </a:xfrm>
        </p:grpSpPr>
        <p:sp>
          <p:nvSpPr>
            <p:cNvPr id="16673" name="Google Shape;16673;p85"/>
            <p:cNvSpPr/>
            <p:nvPr/>
          </p:nvSpPr>
          <p:spPr>
            <a:xfrm>
              <a:off x="-9594575" y="2056875"/>
              <a:ext cx="354450" cy="353675"/>
            </a:xfrm>
            <a:custGeom>
              <a:avLst/>
              <a:gdLst/>
              <a:ahLst/>
              <a:cxnLst/>
              <a:rect l="l" t="t" r="r" b="b"/>
              <a:pathLst>
                <a:path w="14178" h="14147" extrusionOk="0">
                  <a:moveTo>
                    <a:pt x="3781" y="819"/>
                  </a:moveTo>
                  <a:cubicBezTo>
                    <a:pt x="4442" y="819"/>
                    <a:pt x="5041" y="1387"/>
                    <a:pt x="5041" y="2080"/>
                  </a:cubicBezTo>
                  <a:cubicBezTo>
                    <a:pt x="4694" y="1796"/>
                    <a:pt x="4253" y="1639"/>
                    <a:pt x="3812" y="1639"/>
                  </a:cubicBezTo>
                  <a:cubicBezTo>
                    <a:pt x="3340" y="1639"/>
                    <a:pt x="2930" y="1796"/>
                    <a:pt x="2552" y="2048"/>
                  </a:cubicBezTo>
                  <a:cubicBezTo>
                    <a:pt x="2552" y="1387"/>
                    <a:pt x="3119" y="819"/>
                    <a:pt x="3781" y="819"/>
                  </a:cubicBezTo>
                  <a:close/>
                  <a:moveTo>
                    <a:pt x="10491" y="819"/>
                  </a:moveTo>
                  <a:cubicBezTo>
                    <a:pt x="11153" y="819"/>
                    <a:pt x="11688" y="1387"/>
                    <a:pt x="11751" y="2048"/>
                  </a:cubicBezTo>
                  <a:cubicBezTo>
                    <a:pt x="11373" y="1765"/>
                    <a:pt x="10964" y="1639"/>
                    <a:pt x="10491" y="1639"/>
                  </a:cubicBezTo>
                  <a:cubicBezTo>
                    <a:pt x="10019" y="1639"/>
                    <a:pt x="9578" y="1796"/>
                    <a:pt x="9263" y="2080"/>
                  </a:cubicBezTo>
                  <a:cubicBezTo>
                    <a:pt x="9231" y="1387"/>
                    <a:pt x="9767" y="819"/>
                    <a:pt x="10491" y="819"/>
                  </a:cubicBezTo>
                  <a:close/>
                  <a:moveTo>
                    <a:pt x="6742" y="5797"/>
                  </a:moveTo>
                  <a:lnTo>
                    <a:pt x="6742" y="7467"/>
                  </a:lnTo>
                  <a:lnTo>
                    <a:pt x="5860" y="7467"/>
                  </a:lnTo>
                  <a:lnTo>
                    <a:pt x="5860" y="5797"/>
                  </a:lnTo>
                  <a:close/>
                  <a:moveTo>
                    <a:pt x="8380" y="5766"/>
                  </a:moveTo>
                  <a:lnTo>
                    <a:pt x="8380" y="7467"/>
                  </a:lnTo>
                  <a:lnTo>
                    <a:pt x="7530" y="7467"/>
                  </a:lnTo>
                  <a:lnTo>
                    <a:pt x="7530" y="5766"/>
                  </a:lnTo>
                  <a:close/>
                  <a:moveTo>
                    <a:pt x="8380" y="8318"/>
                  </a:moveTo>
                  <a:lnTo>
                    <a:pt x="8380" y="9137"/>
                  </a:lnTo>
                  <a:lnTo>
                    <a:pt x="5860" y="9137"/>
                  </a:lnTo>
                  <a:lnTo>
                    <a:pt x="5860" y="8318"/>
                  </a:lnTo>
                  <a:close/>
                  <a:moveTo>
                    <a:pt x="3781" y="2489"/>
                  </a:moveTo>
                  <a:cubicBezTo>
                    <a:pt x="4442" y="2489"/>
                    <a:pt x="5041" y="3025"/>
                    <a:pt x="5041" y="3686"/>
                  </a:cubicBezTo>
                  <a:lnTo>
                    <a:pt x="5041" y="9168"/>
                  </a:lnTo>
                  <a:cubicBezTo>
                    <a:pt x="4537" y="8633"/>
                    <a:pt x="3781" y="8318"/>
                    <a:pt x="2962" y="8318"/>
                  </a:cubicBezTo>
                  <a:cubicBezTo>
                    <a:pt x="2363" y="8318"/>
                    <a:pt x="1859" y="8475"/>
                    <a:pt x="1386" y="8790"/>
                  </a:cubicBezTo>
                  <a:lnTo>
                    <a:pt x="2552" y="3497"/>
                  </a:lnTo>
                  <a:cubicBezTo>
                    <a:pt x="2678" y="2899"/>
                    <a:pt x="3182" y="2489"/>
                    <a:pt x="3781" y="2489"/>
                  </a:cubicBezTo>
                  <a:close/>
                  <a:moveTo>
                    <a:pt x="10491" y="2489"/>
                  </a:moveTo>
                  <a:cubicBezTo>
                    <a:pt x="11090" y="2489"/>
                    <a:pt x="11594" y="2899"/>
                    <a:pt x="11720" y="3497"/>
                  </a:cubicBezTo>
                  <a:lnTo>
                    <a:pt x="12886" y="8790"/>
                  </a:lnTo>
                  <a:cubicBezTo>
                    <a:pt x="12413" y="8444"/>
                    <a:pt x="11909" y="8318"/>
                    <a:pt x="11310" y="8318"/>
                  </a:cubicBezTo>
                  <a:cubicBezTo>
                    <a:pt x="10491" y="8318"/>
                    <a:pt x="9767" y="8633"/>
                    <a:pt x="9231" y="9168"/>
                  </a:cubicBezTo>
                  <a:lnTo>
                    <a:pt x="9231" y="3686"/>
                  </a:lnTo>
                  <a:cubicBezTo>
                    <a:pt x="9231" y="3025"/>
                    <a:pt x="9767" y="2489"/>
                    <a:pt x="10491" y="2489"/>
                  </a:cubicBezTo>
                  <a:close/>
                  <a:moveTo>
                    <a:pt x="2962" y="9074"/>
                  </a:moveTo>
                  <a:cubicBezTo>
                    <a:pt x="4096" y="9074"/>
                    <a:pt x="5041" y="10019"/>
                    <a:pt x="5041" y="11185"/>
                  </a:cubicBezTo>
                  <a:cubicBezTo>
                    <a:pt x="5041" y="12350"/>
                    <a:pt x="4096" y="13264"/>
                    <a:pt x="2962" y="13264"/>
                  </a:cubicBezTo>
                  <a:cubicBezTo>
                    <a:pt x="1827" y="13264"/>
                    <a:pt x="882" y="12319"/>
                    <a:pt x="882" y="11185"/>
                  </a:cubicBezTo>
                  <a:cubicBezTo>
                    <a:pt x="882" y="10019"/>
                    <a:pt x="1764" y="9074"/>
                    <a:pt x="2962" y="9074"/>
                  </a:cubicBezTo>
                  <a:close/>
                  <a:moveTo>
                    <a:pt x="11310" y="9074"/>
                  </a:moveTo>
                  <a:cubicBezTo>
                    <a:pt x="12445" y="9074"/>
                    <a:pt x="13390" y="9987"/>
                    <a:pt x="13390" y="11185"/>
                  </a:cubicBezTo>
                  <a:cubicBezTo>
                    <a:pt x="13358" y="12350"/>
                    <a:pt x="12445" y="13264"/>
                    <a:pt x="11310" y="13264"/>
                  </a:cubicBezTo>
                  <a:cubicBezTo>
                    <a:pt x="10176" y="13264"/>
                    <a:pt x="9231" y="12319"/>
                    <a:pt x="9231" y="11185"/>
                  </a:cubicBezTo>
                  <a:cubicBezTo>
                    <a:pt x="9231" y="10019"/>
                    <a:pt x="10176" y="9074"/>
                    <a:pt x="11310" y="9074"/>
                  </a:cubicBezTo>
                  <a:close/>
                  <a:moveTo>
                    <a:pt x="3749" y="0"/>
                  </a:moveTo>
                  <a:cubicBezTo>
                    <a:pt x="2615" y="0"/>
                    <a:pt x="1670" y="946"/>
                    <a:pt x="1670" y="2080"/>
                  </a:cubicBezTo>
                  <a:cubicBezTo>
                    <a:pt x="1670" y="2363"/>
                    <a:pt x="1733" y="2647"/>
                    <a:pt x="1827" y="2899"/>
                  </a:cubicBezTo>
                  <a:cubicBezTo>
                    <a:pt x="1733" y="3056"/>
                    <a:pt x="1701" y="3182"/>
                    <a:pt x="1701" y="3340"/>
                  </a:cubicBezTo>
                  <a:lnTo>
                    <a:pt x="63" y="10680"/>
                  </a:lnTo>
                  <a:cubicBezTo>
                    <a:pt x="0" y="10870"/>
                    <a:pt x="0" y="11027"/>
                    <a:pt x="0" y="11216"/>
                  </a:cubicBezTo>
                  <a:cubicBezTo>
                    <a:pt x="0" y="12823"/>
                    <a:pt x="1323" y="14146"/>
                    <a:pt x="2930" y="14146"/>
                  </a:cubicBezTo>
                  <a:cubicBezTo>
                    <a:pt x="4537" y="14146"/>
                    <a:pt x="5797" y="12823"/>
                    <a:pt x="5797" y="11216"/>
                  </a:cubicBezTo>
                  <a:lnTo>
                    <a:pt x="5797" y="9956"/>
                  </a:lnTo>
                  <a:lnTo>
                    <a:pt x="8317" y="9956"/>
                  </a:lnTo>
                  <a:lnTo>
                    <a:pt x="8317" y="11185"/>
                  </a:lnTo>
                  <a:cubicBezTo>
                    <a:pt x="8317" y="12791"/>
                    <a:pt x="9609" y="14083"/>
                    <a:pt x="11184" y="14083"/>
                  </a:cubicBezTo>
                  <a:cubicBezTo>
                    <a:pt x="12760" y="14083"/>
                    <a:pt x="14114" y="12791"/>
                    <a:pt x="14114" y="11185"/>
                  </a:cubicBezTo>
                  <a:cubicBezTo>
                    <a:pt x="14177" y="11027"/>
                    <a:pt x="14177" y="10870"/>
                    <a:pt x="14146" y="10680"/>
                  </a:cubicBezTo>
                  <a:cubicBezTo>
                    <a:pt x="14146" y="10680"/>
                    <a:pt x="12539" y="3466"/>
                    <a:pt x="12476" y="3340"/>
                  </a:cubicBezTo>
                  <a:cubicBezTo>
                    <a:pt x="12445" y="3182"/>
                    <a:pt x="12413" y="3025"/>
                    <a:pt x="12382" y="2899"/>
                  </a:cubicBezTo>
                  <a:cubicBezTo>
                    <a:pt x="12476" y="2647"/>
                    <a:pt x="12539" y="2363"/>
                    <a:pt x="12539" y="2080"/>
                  </a:cubicBezTo>
                  <a:cubicBezTo>
                    <a:pt x="12539" y="946"/>
                    <a:pt x="11594" y="0"/>
                    <a:pt x="10428" y="0"/>
                  </a:cubicBezTo>
                  <a:cubicBezTo>
                    <a:pt x="9294" y="0"/>
                    <a:pt x="8349" y="946"/>
                    <a:pt x="8349" y="2080"/>
                  </a:cubicBezTo>
                  <a:cubicBezTo>
                    <a:pt x="8349" y="2363"/>
                    <a:pt x="8443" y="2647"/>
                    <a:pt x="8506" y="2899"/>
                  </a:cubicBezTo>
                  <a:cubicBezTo>
                    <a:pt x="8412" y="3151"/>
                    <a:pt x="8349" y="3466"/>
                    <a:pt x="8349" y="3749"/>
                  </a:cubicBezTo>
                  <a:lnTo>
                    <a:pt x="8349" y="5010"/>
                  </a:lnTo>
                  <a:lnTo>
                    <a:pt x="5828" y="5010"/>
                  </a:lnTo>
                  <a:lnTo>
                    <a:pt x="5828" y="3749"/>
                  </a:lnTo>
                  <a:cubicBezTo>
                    <a:pt x="5828" y="3466"/>
                    <a:pt x="5765" y="3151"/>
                    <a:pt x="5671" y="2899"/>
                  </a:cubicBezTo>
                  <a:cubicBezTo>
                    <a:pt x="5797" y="2647"/>
                    <a:pt x="5828" y="2363"/>
                    <a:pt x="5828" y="2080"/>
                  </a:cubicBezTo>
                  <a:cubicBezTo>
                    <a:pt x="5828" y="946"/>
                    <a:pt x="4883" y="0"/>
                    <a:pt x="374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4" name="Google Shape;16674;p85"/>
            <p:cNvSpPr/>
            <p:nvPr/>
          </p:nvSpPr>
          <p:spPr>
            <a:xfrm>
              <a:off x="-9342550" y="2305750"/>
              <a:ext cx="62250" cy="62250"/>
            </a:xfrm>
            <a:custGeom>
              <a:avLst/>
              <a:gdLst/>
              <a:ahLst/>
              <a:cxnLst/>
              <a:rect l="l" t="t" r="r" b="b"/>
              <a:pathLst>
                <a:path w="2490" h="2490" extrusionOk="0">
                  <a:moveTo>
                    <a:pt x="1229" y="820"/>
                  </a:moveTo>
                  <a:cubicBezTo>
                    <a:pt x="1450" y="820"/>
                    <a:pt x="1670" y="1041"/>
                    <a:pt x="1670" y="1230"/>
                  </a:cubicBezTo>
                  <a:cubicBezTo>
                    <a:pt x="1607" y="1450"/>
                    <a:pt x="1418" y="1639"/>
                    <a:pt x="1229" y="1639"/>
                  </a:cubicBezTo>
                  <a:cubicBezTo>
                    <a:pt x="977" y="1639"/>
                    <a:pt x="820" y="1450"/>
                    <a:pt x="820" y="1230"/>
                  </a:cubicBezTo>
                  <a:cubicBezTo>
                    <a:pt x="820" y="978"/>
                    <a:pt x="1040" y="820"/>
                    <a:pt x="1229" y="820"/>
                  </a:cubicBezTo>
                  <a:close/>
                  <a:moveTo>
                    <a:pt x="1229" y="1"/>
                  </a:moveTo>
                  <a:cubicBezTo>
                    <a:pt x="568" y="1"/>
                    <a:pt x="1" y="568"/>
                    <a:pt x="1" y="1230"/>
                  </a:cubicBezTo>
                  <a:cubicBezTo>
                    <a:pt x="1" y="1891"/>
                    <a:pt x="568" y="2490"/>
                    <a:pt x="1229" y="2490"/>
                  </a:cubicBezTo>
                  <a:cubicBezTo>
                    <a:pt x="1891" y="2490"/>
                    <a:pt x="2490" y="1923"/>
                    <a:pt x="2490" y="1230"/>
                  </a:cubicBezTo>
                  <a:cubicBezTo>
                    <a:pt x="2458" y="568"/>
                    <a:pt x="1891"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5" name="Google Shape;16675;p85"/>
            <p:cNvSpPr/>
            <p:nvPr/>
          </p:nvSpPr>
          <p:spPr>
            <a:xfrm>
              <a:off x="-9552050" y="2305750"/>
              <a:ext cx="63025" cy="62250"/>
            </a:xfrm>
            <a:custGeom>
              <a:avLst/>
              <a:gdLst/>
              <a:ahLst/>
              <a:cxnLst/>
              <a:rect l="l" t="t" r="r" b="b"/>
              <a:pathLst>
                <a:path w="2521" h="2490" extrusionOk="0">
                  <a:moveTo>
                    <a:pt x="1261" y="820"/>
                  </a:moveTo>
                  <a:cubicBezTo>
                    <a:pt x="1481" y="820"/>
                    <a:pt x="1639" y="1041"/>
                    <a:pt x="1639" y="1230"/>
                  </a:cubicBezTo>
                  <a:cubicBezTo>
                    <a:pt x="1702" y="1450"/>
                    <a:pt x="1481" y="1639"/>
                    <a:pt x="1261" y="1639"/>
                  </a:cubicBezTo>
                  <a:cubicBezTo>
                    <a:pt x="1009" y="1639"/>
                    <a:pt x="819" y="1450"/>
                    <a:pt x="819" y="1230"/>
                  </a:cubicBezTo>
                  <a:cubicBezTo>
                    <a:pt x="819" y="978"/>
                    <a:pt x="1009" y="820"/>
                    <a:pt x="1261" y="820"/>
                  </a:cubicBezTo>
                  <a:close/>
                  <a:moveTo>
                    <a:pt x="1261" y="1"/>
                  </a:moveTo>
                  <a:cubicBezTo>
                    <a:pt x="599" y="1"/>
                    <a:pt x="0" y="568"/>
                    <a:pt x="0" y="1230"/>
                  </a:cubicBezTo>
                  <a:cubicBezTo>
                    <a:pt x="0" y="1891"/>
                    <a:pt x="536" y="2490"/>
                    <a:pt x="1261" y="2490"/>
                  </a:cubicBezTo>
                  <a:cubicBezTo>
                    <a:pt x="1922" y="2490"/>
                    <a:pt x="2489" y="1923"/>
                    <a:pt x="2489" y="1230"/>
                  </a:cubicBezTo>
                  <a:cubicBezTo>
                    <a:pt x="2521" y="568"/>
                    <a:pt x="1954"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76" name="Google Shape;16676;p85"/>
          <p:cNvSpPr/>
          <p:nvPr/>
        </p:nvSpPr>
        <p:spPr>
          <a:xfrm>
            <a:off x="9497336" y="4289855"/>
            <a:ext cx="456469" cy="374280"/>
          </a:xfrm>
          <a:custGeom>
            <a:avLst/>
            <a:gdLst/>
            <a:ahLst/>
            <a:cxnLst/>
            <a:rect l="l" t="t" r="r" b="b"/>
            <a:pathLst>
              <a:path w="14179" h="11626" extrusionOk="0">
                <a:moveTo>
                  <a:pt x="1009" y="4159"/>
                </a:moveTo>
                <a:lnTo>
                  <a:pt x="1009" y="4159"/>
                </a:lnTo>
                <a:cubicBezTo>
                  <a:pt x="1671" y="4317"/>
                  <a:pt x="2301" y="4695"/>
                  <a:pt x="2742" y="5230"/>
                </a:cubicBezTo>
                <a:lnTo>
                  <a:pt x="3214" y="6616"/>
                </a:lnTo>
                <a:lnTo>
                  <a:pt x="1608" y="6616"/>
                </a:lnTo>
                <a:lnTo>
                  <a:pt x="1009" y="4159"/>
                </a:lnTo>
                <a:close/>
                <a:moveTo>
                  <a:pt x="2710" y="2521"/>
                </a:moveTo>
                <a:lnTo>
                  <a:pt x="2710" y="2521"/>
                </a:lnTo>
                <a:cubicBezTo>
                  <a:pt x="3782" y="2678"/>
                  <a:pt x="4758" y="3182"/>
                  <a:pt x="5514" y="3970"/>
                </a:cubicBezTo>
                <a:lnTo>
                  <a:pt x="6491" y="6616"/>
                </a:lnTo>
                <a:lnTo>
                  <a:pt x="4097" y="6616"/>
                </a:lnTo>
                <a:cubicBezTo>
                  <a:pt x="4002" y="6396"/>
                  <a:pt x="2773" y="2678"/>
                  <a:pt x="2710" y="2521"/>
                </a:cubicBezTo>
                <a:close/>
                <a:moveTo>
                  <a:pt x="5199" y="851"/>
                </a:moveTo>
                <a:cubicBezTo>
                  <a:pt x="8224" y="1135"/>
                  <a:pt x="10618" y="3592"/>
                  <a:pt x="10807" y="6616"/>
                </a:cubicBezTo>
                <a:lnTo>
                  <a:pt x="7342" y="6616"/>
                </a:lnTo>
                <a:lnTo>
                  <a:pt x="5199" y="851"/>
                </a:lnTo>
                <a:close/>
                <a:moveTo>
                  <a:pt x="13170" y="4159"/>
                </a:moveTo>
                <a:lnTo>
                  <a:pt x="12603" y="6616"/>
                </a:lnTo>
                <a:lnTo>
                  <a:pt x="11658" y="6616"/>
                </a:lnTo>
                <a:cubicBezTo>
                  <a:pt x="11595" y="6144"/>
                  <a:pt x="11532" y="5703"/>
                  <a:pt x="11437" y="5262"/>
                </a:cubicBezTo>
                <a:cubicBezTo>
                  <a:pt x="11847" y="4695"/>
                  <a:pt x="12477" y="4317"/>
                  <a:pt x="13170" y="4159"/>
                </a:cubicBezTo>
                <a:close/>
                <a:moveTo>
                  <a:pt x="12477" y="7436"/>
                </a:moveTo>
                <a:lnTo>
                  <a:pt x="12477" y="9105"/>
                </a:lnTo>
                <a:lnTo>
                  <a:pt x="9957" y="9105"/>
                </a:lnTo>
                <a:lnTo>
                  <a:pt x="9957" y="8664"/>
                </a:lnTo>
                <a:cubicBezTo>
                  <a:pt x="9957" y="8475"/>
                  <a:pt x="9799" y="8255"/>
                  <a:pt x="9547" y="8255"/>
                </a:cubicBezTo>
                <a:cubicBezTo>
                  <a:pt x="9326" y="8255"/>
                  <a:pt x="9169" y="8475"/>
                  <a:pt x="9169" y="8664"/>
                </a:cubicBezTo>
                <a:lnTo>
                  <a:pt x="9169" y="9105"/>
                </a:lnTo>
                <a:lnTo>
                  <a:pt x="7499" y="9105"/>
                </a:lnTo>
                <a:lnTo>
                  <a:pt x="7499" y="8664"/>
                </a:lnTo>
                <a:cubicBezTo>
                  <a:pt x="7499" y="8412"/>
                  <a:pt x="7310" y="8255"/>
                  <a:pt x="7121" y="8255"/>
                </a:cubicBezTo>
                <a:cubicBezTo>
                  <a:pt x="6869" y="8255"/>
                  <a:pt x="6680" y="8475"/>
                  <a:pt x="6680" y="8664"/>
                </a:cubicBezTo>
                <a:lnTo>
                  <a:pt x="6680" y="9105"/>
                </a:lnTo>
                <a:lnTo>
                  <a:pt x="5042" y="9105"/>
                </a:lnTo>
                <a:lnTo>
                  <a:pt x="5042" y="8664"/>
                </a:lnTo>
                <a:cubicBezTo>
                  <a:pt x="5042" y="8412"/>
                  <a:pt x="4821" y="8255"/>
                  <a:pt x="4601" y="8255"/>
                </a:cubicBezTo>
                <a:cubicBezTo>
                  <a:pt x="4349" y="8255"/>
                  <a:pt x="4191" y="8475"/>
                  <a:pt x="4191" y="8664"/>
                </a:cubicBezTo>
                <a:lnTo>
                  <a:pt x="4191" y="9105"/>
                </a:lnTo>
                <a:lnTo>
                  <a:pt x="1671" y="9105"/>
                </a:lnTo>
                <a:lnTo>
                  <a:pt x="1671" y="7436"/>
                </a:lnTo>
                <a:close/>
                <a:moveTo>
                  <a:pt x="12855" y="9924"/>
                </a:moveTo>
                <a:cubicBezTo>
                  <a:pt x="13107" y="9924"/>
                  <a:pt x="13265" y="10113"/>
                  <a:pt x="13265" y="10365"/>
                </a:cubicBezTo>
                <a:lnTo>
                  <a:pt x="13265" y="10744"/>
                </a:lnTo>
                <a:lnTo>
                  <a:pt x="852" y="10744"/>
                </a:lnTo>
                <a:lnTo>
                  <a:pt x="852" y="10365"/>
                </a:lnTo>
                <a:cubicBezTo>
                  <a:pt x="852" y="10113"/>
                  <a:pt x="1041" y="9924"/>
                  <a:pt x="1261" y="9924"/>
                </a:cubicBezTo>
                <a:close/>
                <a:moveTo>
                  <a:pt x="4601" y="0"/>
                </a:moveTo>
                <a:cubicBezTo>
                  <a:pt x="4475" y="0"/>
                  <a:pt x="4317" y="63"/>
                  <a:pt x="4254" y="189"/>
                </a:cubicBezTo>
                <a:cubicBezTo>
                  <a:pt x="4160" y="315"/>
                  <a:pt x="4160" y="410"/>
                  <a:pt x="4191" y="568"/>
                </a:cubicBezTo>
                <a:lnTo>
                  <a:pt x="4916" y="2458"/>
                </a:lnTo>
                <a:cubicBezTo>
                  <a:pt x="4097" y="1954"/>
                  <a:pt x="3088" y="1670"/>
                  <a:pt x="2112" y="1670"/>
                </a:cubicBezTo>
                <a:cubicBezTo>
                  <a:pt x="1986" y="1670"/>
                  <a:pt x="1828" y="1765"/>
                  <a:pt x="1765" y="1828"/>
                </a:cubicBezTo>
                <a:cubicBezTo>
                  <a:pt x="1671" y="1954"/>
                  <a:pt x="1639" y="2080"/>
                  <a:pt x="1734" y="2206"/>
                </a:cubicBezTo>
                <a:lnTo>
                  <a:pt x="2238" y="3781"/>
                </a:lnTo>
                <a:cubicBezTo>
                  <a:pt x="1671" y="3466"/>
                  <a:pt x="1041" y="3308"/>
                  <a:pt x="411" y="3308"/>
                </a:cubicBezTo>
                <a:cubicBezTo>
                  <a:pt x="316" y="3308"/>
                  <a:pt x="190" y="3340"/>
                  <a:pt x="95" y="3466"/>
                </a:cubicBezTo>
                <a:cubicBezTo>
                  <a:pt x="32" y="3592"/>
                  <a:pt x="1" y="3686"/>
                  <a:pt x="32" y="3813"/>
                </a:cubicBezTo>
                <a:lnTo>
                  <a:pt x="852" y="7089"/>
                </a:lnTo>
                <a:lnTo>
                  <a:pt x="852" y="9168"/>
                </a:lnTo>
                <a:cubicBezTo>
                  <a:pt x="379" y="9326"/>
                  <a:pt x="32" y="9798"/>
                  <a:pt x="32" y="10365"/>
                </a:cubicBezTo>
                <a:lnTo>
                  <a:pt x="32" y="11185"/>
                </a:lnTo>
                <a:cubicBezTo>
                  <a:pt x="32" y="11405"/>
                  <a:pt x="221" y="11626"/>
                  <a:pt x="411" y="11626"/>
                </a:cubicBezTo>
                <a:lnTo>
                  <a:pt x="13706" y="11626"/>
                </a:lnTo>
                <a:cubicBezTo>
                  <a:pt x="13926" y="11626"/>
                  <a:pt x="14084" y="11405"/>
                  <a:pt x="14084" y="11185"/>
                </a:cubicBezTo>
                <a:lnTo>
                  <a:pt x="14084" y="10365"/>
                </a:lnTo>
                <a:cubicBezTo>
                  <a:pt x="14115" y="9798"/>
                  <a:pt x="13769" y="9326"/>
                  <a:pt x="13296" y="9168"/>
                </a:cubicBezTo>
                <a:lnTo>
                  <a:pt x="13296" y="7089"/>
                </a:lnTo>
                <a:lnTo>
                  <a:pt x="14115" y="3813"/>
                </a:lnTo>
                <a:cubicBezTo>
                  <a:pt x="14178" y="3686"/>
                  <a:pt x="14115" y="3592"/>
                  <a:pt x="14052" y="3466"/>
                </a:cubicBezTo>
                <a:cubicBezTo>
                  <a:pt x="13958" y="3340"/>
                  <a:pt x="13863" y="3308"/>
                  <a:pt x="13737" y="3308"/>
                </a:cubicBezTo>
                <a:cubicBezTo>
                  <a:pt x="12760" y="3308"/>
                  <a:pt x="11847" y="3686"/>
                  <a:pt x="11122" y="4348"/>
                </a:cubicBezTo>
                <a:cubicBezTo>
                  <a:pt x="10083" y="1796"/>
                  <a:pt x="7562" y="0"/>
                  <a:pt x="460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77" name="Google Shape;16677;p85"/>
          <p:cNvGrpSpPr/>
          <p:nvPr/>
        </p:nvGrpSpPr>
        <p:grpSpPr>
          <a:xfrm>
            <a:off x="8277976" y="2043058"/>
            <a:ext cx="456437" cy="454409"/>
            <a:chOff x="-12661600" y="1640225"/>
            <a:chExt cx="354450" cy="352875"/>
          </a:xfrm>
        </p:grpSpPr>
        <p:sp>
          <p:nvSpPr>
            <p:cNvPr id="16678" name="Google Shape;16678;p85"/>
            <p:cNvSpPr/>
            <p:nvPr/>
          </p:nvSpPr>
          <p:spPr>
            <a:xfrm>
              <a:off x="-12661600" y="1764675"/>
              <a:ext cx="188275" cy="228425"/>
            </a:xfrm>
            <a:custGeom>
              <a:avLst/>
              <a:gdLst/>
              <a:ahLst/>
              <a:cxnLst/>
              <a:rect l="l" t="t" r="r" b="b"/>
              <a:pathLst>
                <a:path w="7531" h="9137" extrusionOk="0">
                  <a:moveTo>
                    <a:pt x="5451" y="819"/>
                  </a:moveTo>
                  <a:cubicBezTo>
                    <a:pt x="5672" y="819"/>
                    <a:pt x="5829" y="1008"/>
                    <a:pt x="5829" y="1229"/>
                  </a:cubicBezTo>
                  <a:cubicBezTo>
                    <a:pt x="5829" y="1481"/>
                    <a:pt x="5640" y="1670"/>
                    <a:pt x="5451" y="1670"/>
                  </a:cubicBezTo>
                  <a:lnTo>
                    <a:pt x="2112" y="1670"/>
                  </a:lnTo>
                  <a:cubicBezTo>
                    <a:pt x="1860" y="1670"/>
                    <a:pt x="1671" y="1481"/>
                    <a:pt x="1671" y="1229"/>
                  </a:cubicBezTo>
                  <a:cubicBezTo>
                    <a:pt x="1671" y="1008"/>
                    <a:pt x="1860" y="819"/>
                    <a:pt x="2112" y="819"/>
                  </a:cubicBezTo>
                  <a:close/>
                  <a:moveTo>
                    <a:pt x="5010" y="2457"/>
                  </a:moveTo>
                  <a:lnTo>
                    <a:pt x="5010" y="3308"/>
                  </a:lnTo>
                  <a:lnTo>
                    <a:pt x="2490" y="3308"/>
                  </a:lnTo>
                  <a:lnTo>
                    <a:pt x="2490" y="2457"/>
                  </a:lnTo>
                  <a:close/>
                  <a:moveTo>
                    <a:pt x="5325" y="4159"/>
                  </a:moveTo>
                  <a:lnTo>
                    <a:pt x="6428" y="4726"/>
                  </a:lnTo>
                  <a:cubicBezTo>
                    <a:pt x="6585" y="4789"/>
                    <a:pt x="6680" y="4915"/>
                    <a:pt x="6680" y="5072"/>
                  </a:cubicBezTo>
                  <a:lnTo>
                    <a:pt x="6680" y="7876"/>
                  </a:lnTo>
                  <a:cubicBezTo>
                    <a:pt x="6680" y="8097"/>
                    <a:pt x="6459" y="8286"/>
                    <a:pt x="6239" y="8286"/>
                  </a:cubicBezTo>
                  <a:lnTo>
                    <a:pt x="1229" y="8286"/>
                  </a:lnTo>
                  <a:cubicBezTo>
                    <a:pt x="1009" y="8286"/>
                    <a:pt x="788" y="8097"/>
                    <a:pt x="788" y="7876"/>
                  </a:cubicBezTo>
                  <a:lnTo>
                    <a:pt x="788" y="5072"/>
                  </a:lnTo>
                  <a:lnTo>
                    <a:pt x="851" y="5072"/>
                  </a:lnTo>
                  <a:cubicBezTo>
                    <a:pt x="851" y="4915"/>
                    <a:pt x="914" y="4757"/>
                    <a:pt x="1072" y="4726"/>
                  </a:cubicBezTo>
                  <a:lnTo>
                    <a:pt x="2175" y="4159"/>
                  </a:lnTo>
                  <a:close/>
                  <a:moveTo>
                    <a:pt x="2112" y="0"/>
                  </a:moveTo>
                  <a:cubicBezTo>
                    <a:pt x="1418" y="0"/>
                    <a:pt x="851" y="536"/>
                    <a:pt x="851" y="1260"/>
                  </a:cubicBezTo>
                  <a:cubicBezTo>
                    <a:pt x="851" y="1796"/>
                    <a:pt x="1198" y="2237"/>
                    <a:pt x="1671" y="2426"/>
                  </a:cubicBezTo>
                  <a:lnTo>
                    <a:pt x="1671" y="3497"/>
                  </a:lnTo>
                  <a:lnTo>
                    <a:pt x="694" y="3970"/>
                  </a:lnTo>
                  <a:cubicBezTo>
                    <a:pt x="253" y="4159"/>
                    <a:pt x="1" y="4600"/>
                    <a:pt x="1" y="5072"/>
                  </a:cubicBezTo>
                  <a:lnTo>
                    <a:pt x="1" y="7876"/>
                  </a:lnTo>
                  <a:cubicBezTo>
                    <a:pt x="1" y="8538"/>
                    <a:pt x="568" y="9136"/>
                    <a:pt x="1261" y="9136"/>
                  </a:cubicBezTo>
                  <a:lnTo>
                    <a:pt x="6270" y="9136"/>
                  </a:lnTo>
                  <a:cubicBezTo>
                    <a:pt x="6963" y="9136"/>
                    <a:pt x="7530" y="8538"/>
                    <a:pt x="7530" y="7876"/>
                  </a:cubicBezTo>
                  <a:lnTo>
                    <a:pt x="7530" y="5072"/>
                  </a:lnTo>
                  <a:cubicBezTo>
                    <a:pt x="7530" y="4600"/>
                    <a:pt x="7247" y="4159"/>
                    <a:pt x="6869" y="3970"/>
                  </a:cubicBezTo>
                  <a:lnTo>
                    <a:pt x="5892" y="3497"/>
                  </a:lnTo>
                  <a:lnTo>
                    <a:pt x="5892" y="2426"/>
                  </a:lnTo>
                  <a:cubicBezTo>
                    <a:pt x="6365" y="2268"/>
                    <a:pt x="6711" y="1796"/>
                    <a:pt x="6711" y="1260"/>
                  </a:cubicBezTo>
                  <a:cubicBezTo>
                    <a:pt x="6711" y="567"/>
                    <a:pt x="6144" y="0"/>
                    <a:pt x="54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9" name="Google Shape;16679;p85"/>
            <p:cNvSpPr/>
            <p:nvPr/>
          </p:nvSpPr>
          <p:spPr>
            <a:xfrm>
              <a:off x="-12451300" y="1640225"/>
              <a:ext cx="144150" cy="350500"/>
            </a:xfrm>
            <a:custGeom>
              <a:avLst/>
              <a:gdLst/>
              <a:ahLst/>
              <a:cxnLst/>
              <a:rect l="l" t="t" r="r" b="b"/>
              <a:pathLst>
                <a:path w="5766" h="14020" extrusionOk="0">
                  <a:moveTo>
                    <a:pt x="2836" y="788"/>
                  </a:moveTo>
                  <a:cubicBezTo>
                    <a:pt x="3970" y="788"/>
                    <a:pt x="4915" y="1733"/>
                    <a:pt x="4915" y="2867"/>
                  </a:cubicBezTo>
                  <a:lnTo>
                    <a:pt x="4915" y="4285"/>
                  </a:lnTo>
                  <a:lnTo>
                    <a:pt x="3246" y="5388"/>
                  </a:lnTo>
                  <a:lnTo>
                    <a:pt x="3246" y="4569"/>
                  </a:lnTo>
                  <a:lnTo>
                    <a:pt x="3246" y="2048"/>
                  </a:lnTo>
                  <a:cubicBezTo>
                    <a:pt x="3246" y="1828"/>
                    <a:pt x="3057" y="1607"/>
                    <a:pt x="2836" y="1607"/>
                  </a:cubicBezTo>
                  <a:cubicBezTo>
                    <a:pt x="2584" y="1607"/>
                    <a:pt x="2426" y="1828"/>
                    <a:pt x="2426" y="2048"/>
                  </a:cubicBezTo>
                  <a:lnTo>
                    <a:pt x="2426" y="3781"/>
                  </a:lnTo>
                  <a:lnTo>
                    <a:pt x="788" y="2678"/>
                  </a:lnTo>
                  <a:cubicBezTo>
                    <a:pt x="914" y="1607"/>
                    <a:pt x="1765" y="788"/>
                    <a:pt x="2836" y="788"/>
                  </a:cubicBezTo>
                  <a:close/>
                  <a:moveTo>
                    <a:pt x="788" y="3655"/>
                  </a:moveTo>
                  <a:lnTo>
                    <a:pt x="2426" y="4758"/>
                  </a:lnTo>
                  <a:lnTo>
                    <a:pt x="2426" y="7089"/>
                  </a:lnTo>
                  <a:lnTo>
                    <a:pt x="788" y="5986"/>
                  </a:lnTo>
                  <a:lnTo>
                    <a:pt x="788" y="3655"/>
                  </a:lnTo>
                  <a:close/>
                  <a:moveTo>
                    <a:pt x="4915" y="5325"/>
                  </a:moveTo>
                  <a:lnTo>
                    <a:pt x="4915" y="7656"/>
                  </a:lnTo>
                  <a:lnTo>
                    <a:pt x="3277" y="8759"/>
                  </a:lnTo>
                  <a:lnTo>
                    <a:pt x="3277" y="6427"/>
                  </a:lnTo>
                  <a:lnTo>
                    <a:pt x="4915" y="5325"/>
                  </a:lnTo>
                  <a:close/>
                  <a:moveTo>
                    <a:pt x="788" y="7026"/>
                  </a:moveTo>
                  <a:lnTo>
                    <a:pt x="2426" y="8129"/>
                  </a:lnTo>
                  <a:lnTo>
                    <a:pt x="2426" y="11027"/>
                  </a:lnTo>
                  <a:lnTo>
                    <a:pt x="1355" y="9956"/>
                  </a:lnTo>
                  <a:cubicBezTo>
                    <a:pt x="977" y="9578"/>
                    <a:pt x="788" y="9074"/>
                    <a:pt x="788" y="8507"/>
                  </a:cubicBezTo>
                  <a:lnTo>
                    <a:pt x="788" y="7026"/>
                  </a:lnTo>
                  <a:close/>
                  <a:moveTo>
                    <a:pt x="4884" y="8664"/>
                  </a:moveTo>
                  <a:cubicBezTo>
                    <a:pt x="4884" y="9137"/>
                    <a:pt x="4632" y="9609"/>
                    <a:pt x="4285" y="9956"/>
                  </a:cubicBezTo>
                  <a:lnTo>
                    <a:pt x="3214" y="11027"/>
                  </a:lnTo>
                  <a:lnTo>
                    <a:pt x="3214" y="9767"/>
                  </a:lnTo>
                  <a:lnTo>
                    <a:pt x="4884" y="8664"/>
                  </a:lnTo>
                  <a:close/>
                  <a:moveTo>
                    <a:pt x="2868" y="0"/>
                  </a:moveTo>
                  <a:cubicBezTo>
                    <a:pt x="1292" y="0"/>
                    <a:pt x="1" y="1292"/>
                    <a:pt x="1" y="2930"/>
                  </a:cubicBezTo>
                  <a:lnTo>
                    <a:pt x="1" y="2962"/>
                  </a:lnTo>
                  <a:lnTo>
                    <a:pt x="1" y="8475"/>
                  </a:lnTo>
                  <a:cubicBezTo>
                    <a:pt x="1" y="9263"/>
                    <a:pt x="316" y="9956"/>
                    <a:pt x="851" y="10523"/>
                  </a:cubicBezTo>
                  <a:lnTo>
                    <a:pt x="2489" y="12130"/>
                  </a:lnTo>
                  <a:lnTo>
                    <a:pt x="2489" y="13642"/>
                  </a:lnTo>
                  <a:cubicBezTo>
                    <a:pt x="2489" y="13862"/>
                    <a:pt x="2679" y="14020"/>
                    <a:pt x="2868" y="14020"/>
                  </a:cubicBezTo>
                  <a:cubicBezTo>
                    <a:pt x="3057" y="14020"/>
                    <a:pt x="3309" y="13831"/>
                    <a:pt x="3309" y="13642"/>
                  </a:cubicBezTo>
                  <a:lnTo>
                    <a:pt x="3309" y="12130"/>
                  </a:lnTo>
                  <a:lnTo>
                    <a:pt x="4915" y="10523"/>
                  </a:lnTo>
                  <a:cubicBezTo>
                    <a:pt x="5451" y="9956"/>
                    <a:pt x="5766" y="9263"/>
                    <a:pt x="5766" y="8475"/>
                  </a:cubicBezTo>
                  <a:cubicBezTo>
                    <a:pt x="5734" y="8223"/>
                    <a:pt x="5734" y="3119"/>
                    <a:pt x="5734" y="2930"/>
                  </a:cubicBezTo>
                  <a:cubicBezTo>
                    <a:pt x="5734" y="1292"/>
                    <a:pt x="4443" y="0"/>
                    <a:pt x="28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0" name="Google Shape;16680;p85"/>
            <p:cNvSpPr/>
            <p:nvPr/>
          </p:nvSpPr>
          <p:spPr>
            <a:xfrm>
              <a:off x="-12619850" y="1887525"/>
              <a:ext cx="104000" cy="63050"/>
            </a:xfrm>
            <a:custGeom>
              <a:avLst/>
              <a:gdLst/>
              <a:ahLst/>
              <a:cxnLst/>
              <a:rect l="l" t="t" r="r" b="b"/>
              <a:pathLst>
                <a:path w="4160" h="2522" extrusionOk="0">
                  <a:moveTo>
                    <a:pt x="3340" y="851"/>
                  </a:moveTo>
                  <a:lnTo>
                    <a:pt x="3340" y="1702"/>
                  </a:lnTo>
                  <a:lnTo>
                    <a:pt x="820" y="1702"/>
                  </a:lnTo>
                  <a:lnTo>
                    <a:pt x="820" y="851"/>
                  </a:lnTo>
                  <a:close/>
                  <a:moveTo>
                    <a:pt x="442" y="1"/>
                  </a:moveTo>
                  <a:cubicBezTo>
                    <a:pt x="190" y="1"/>
                    <a:pt x="1" y="190"/>
                    <a:pt x="1" y="442"/>
                  </a:cubicBezTo>
                  <a:lnTo>
                    <a:pt x="1" y="2080"/>
                  </a:lnTo>
                  <a:cubicBezTo>
                    <a:pt x="1" y="2332"/>
                    <a:pt x="190" y="2521"/>
                    <a:pt x="442" y="2521"/>
                  </a:cubicBezTo>
                  <a:lnTo>
                    <a:pt x="3781" y="2521"/>
                  </a:lnTo>
                  <a:cubicBezTo>
                    <a:pt x="4002" y="2521"/>
                    <a:pt x="4159" y="2332"/>
                    <a:pt x="4159" y="2080"/>
                  </a:cubicBezTo>
                  <a:lnTo>
                    <a:pt x="4159" y="442"/>
                  </a:lnTo>
                  <a:cubicBezTo>
                    <a:pt x="4159" y="190"/>
                    <a:pt x="3970"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81" name="Google Shape;16681;p85"/>
          <p:cNvGrpSpPr/>
          <p:nvPr/>
        </p:nvGrpSpPr>
        <p:grpSpPr>
          <a:xfrm>
            <a:off x="8278477" y="2614442"/>
            <a:ext cx="455439" cy="399165"/>
            <a:chOff x="-12660025" y="2096250"/>
            <a:chExt cx="353675" cy="309975"/>
          </a:xfrm>
        </p:grpSpPr>
        <p:sp>
          <p:nvSpPr>
            <p:cNvPr id="16682" name="Google Shape;16682;p85"/>
            <p:cNvSpPr/>
            <p:nvPr/>
          </p:nvSpPr>
          <p:spPr>
            <a:xfrm>
              <a:off x="-12619850" y="2136425"/>
              <a:ext cx="63025" cy="62250"/>
            </a:xfrm>
            <a:custGeom>
              <a:avLst/>
              <a:gdLst/>
              <a:ahLst/>
              <a:cxnLst/>
              <a:rect l="l" t="t" r="r" b="b"/>
              <a:pathLst>
                <a:path w="2521" h="2490" extrusionOk="0">
                  <a:moveTo>
                    <a:pt x="1261" y="819"/>
                  </a:moveTo>
                  <a:cubicBezTo>
                    <a:pt x="1481" y="819"/>
                    <a:pt x="1702" y="1040"/>
                    <a:pt x="1702" y="1261"/>
                  </a:cubicBezTo>
                  <a:cubicBezTo>
                    <a:pt x="1702" y="1513"/>
                    <a:pt x="1481" y="1702"/>
                    <a:pt x="1261" y="1702"/>
                  </a:cubicBezTo>
                  <a:cubicBezTo>
                    <a:pt x="1040" y="1702"/>
                    <a:pt x="851" y="1513"/>
                    <a:pt x="851" y="1261"/>
                  </a:cubicBezTo>
                  <a:cubicBezTo>
                    <a:pt x="820" y="1040"/>
                    <a:pt x="1009" y="819"/>
                    <a:pt x="1261" y="819"/>
                  </a:cubicBezTo>
                  <a:close/>
                  <a:moveTo>
                    <a:pt x="1261" y="0"/>
                  </a:moveTo>
                  <a:cubicBezTo>
                    <a:pt x="568" y="0"/>
                    <a:pt x="1" y="567"/>
                    <a:pt x="1" y="1229"/>
                  </a:cubicBezTo>
                  <a:cubicBezTo>
                    <a:pt x="1" y="1922"/>
                    <a:pt x="568" y="2489"/>
                    <a:pt x="1261" y="2489"/>
                  </a:cubicBezTo>
                  <a:cubicBezTo>
                    <a:pt x="1922" y="2489"/>
                    <a:pt x="2521" y="1922"/>
                    <a:pt x="2521" y="1229"/>
                  </a:cubicBezTo>
                  <a:cubicBezTo>
                    <a:pt x="2521" y="567"/>
                    <a:pt x="1954"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3" name="Google Shape;16683;p85"/>
            <p:cNvSpPr/>
            <p:nvPr/>
          </p:nvSpPr>
          <p:spPr>
            <a:xfrm>
              <a:off x="-12496200" y="2136425"/>
              <a:ext cx="63050" cy="62250"/>
            </a:xfrm>
            <a:custGeom>
              <a:avLst/>
              <a:gdLst/>
              <a:ahLst/>
              <a:cxnLst/>
              <a:rect l="l" t="t" r="r" b="b"/>
              <a:pathLst>
                <a:path w="2522" h="2490" extrusionOk="0">
                  <a:moveTo>
                    <a:pt x="1261" y="819"/>
                  </a:moveTo>
                  <a:cubicBezTo>
                    <a:pt x="1513" y="819"/>
                    <a:pt x="1702" y="1040"/>
                    <a:pt x="1702" y="1261"/>
                  </a:cubicBezTo>
                  <a:cubicBezTo>
                    <a:pt x="1702" y="1513"/>
                    <a:pt x="1513" y="1702"/>
                    <a:pt x="1261" y="1702"/>
                  </a:cubicBezTo>
                  <a:cubicBezTo>
                    <a:pt x="1040" y="1702"/>
                    <a:pt x="883" y="1513"/>
                    <a:pt x="883" y="1261"/>
                  </a:cubicBezTo>
                  <a:cubicBezTo>
                    <a:pt x="851" y="1040"/>
                    <a:pt x="1040" y="819"/>
                    <a:pt x="1261" y="819"/>
                  </a:cubicBezTo>
                  <a:close/>
                  <a:moveTo>
                    <a:pt x="1261" y="0"/>
                  </a:moveTo>
                  <a:cubicBezTo>
                    <a:pt x="568" y="0"/>
                    <a:pt x="64" y="567"/>
                    <a:pt x="64" y="1229"/>
                  </a:cubicBezTo>
                  <a:cubicBezTo>
                    <a:pt x="1" y="1922"/>
                    <a:pt x="568" y="2489"/>
                    <a:pt x="1261" y="2489"/>
                  </a:cubicBezTo>
                  <a:cubicBezTo>
                    <a:pt x="1954" y="2489"/>
                    <a:pt x="2521" y="1922"/>
                    <a:pt x="2521" y="1229"/>
                  </a:cubicBezTo>
                  <a:cubicBezTo>
                    <a:pt x="2521" y="567"/>
                    <a:pt x="1986"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4" name="Google Shape;16684;p85"/>
            <p:cNvSpPr/>
            <p:nvPr/>
          </p:nvSpPr>
          <p:spPr>
            <a:xfrm>
              <a:off x="-12453650" y="2261650"/>
              <a:ext cx="19700" cy="19725"/>
            </a:xfrm>
            <a:custGeom>
              <a:avLst/>
              <a:gdLst/>
              <a:ahLst/>
              <a:cxnLst/>
              <a:rect l="l" t="t" r="r" b="b"/>
              <a:pathLst>
                <a:path w="788" h="789" extrusionOk="0">
                  <a:moveTo>
                    <a:pt x="410" y="1"/>
                  </a:moveTo>
                  <a:cubicBezTo>
                    <a:pt x="189" y="1"/>
                    <a:pt x="0" y="158"/>
                    <a:pt x="0" y="379"/>
                  </a:cubicBezTo>
                  <a:cubicBezTo>
                    <a:pt x="0" y="599"/>
                    <a:pt x="189" y="788"/>
                    <a:pt x="410" y="788"/>
                  </a:cubicBezTo>
                  <a:cubicBezTo>
                    <a:pt x="630" y="788"/>
                    <a:pt x="788" y="599"/>
                    <a:pt x="788" y="379"/>
                  </a:cubicBezTo>
                  <a:cubicBezTo>
                    <a:pt x="788" y="158"/>
                    <a:pt x="630"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5" name="Google Shape;16685;p85"/>
            <p:cNvSpPr/>
            <p:nvPr/>
          </p:nvSpPr>
          <p:spPr>
            <a:xfrm>
              <a:off x="-12494625" y="2261650"/>
              <a:ext cx="19725" cy="19725"/>
            </a:xfrm>
            <a:custGeom>
              <a:avLst/>
              <a:gdLst/>
              <a:ahLst/>
              <a:cxnLst/>
              <a:rect l="l" t="t" r="r" b="b"/>
              <a:pathLst>
                <a:path w="789" h="789" extrusionOk="0">
                  <a:moveTo>
                    <a:pt x="379" y="1"/>
                  </a:moveTo>
                  <a:cubicBezTo>
                    <a:pt x="158" y="1"/>
                    <a:pt x="1" y="158"/>
                    <a:pt x="1" y="379"/>
                  </a:cubicBezTo>
                  <a:cubicBezTo>
                    <a:pt x="1"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6" name="Google Shape;16686;p85"/>
            <p:cNvSpPr/>
            <p:nvPr/>
          </p:nvSpPr>
          <p:spPr>
            <a:xfrm>
              <a:off x="-12619850" y="2301825"/>
              <a:ext cx="103200" cy="60675"/>
            </a:xfrm>
            <a:custGeom>
              <a:avLst/>
              <a:gdLst/>
              <a:ahLst/>
              <a:cxnLst/>
              <a:rect l="l" t="t" r="r" b="b"/>
              <a:pathLst>
                <a:path w="4128" h="2427" extrusionOk="0">
                  <a:moveTo>
                    <a:pt x="3309" y="819"/>
                  </a:moveTo>
                  <a:lnTo>
                    <a:pt x="3309" y="1670"/>
                  </a:lnTo>
                  <a:lnTo>
                    <a:pt x="820" y="1670"/>
                  </a:lnTo>
                  <a:lnTo>
                    <a:pt x="820" y="819"/>
                  </a:lnTo>
                  <a:close/>
                  <a:moveTo>
                    <a:pt x="442" y="0"/>
                  </a:moveTo>
                  <a:cubicBezTo>
                    <a:pt x="190" y="0"/>
                    <a:pt x="1" y="189"/>
                    <a:pt x="1" y="410"/>
                  </a:cubicBezTo>
                  <a:lnTo>
                    <a:pt x="1" y="2048"/>
                  </a:lnTo>
                  <a:cubicBezTo>
                    <a:pt x="1" y="2269"/>
                    <a:pt x="190" y="2426"/>
                    <a:pt x="442" y="2426"/>
                  </a:cubicBezTo>
                  <a:lnTo>
                    <a:pt x="3750" y="2426"/>
                  </a:lnTo>
                  <a:cubicBezTo>
                    <a:pt x="3970" y="2426"/>
                    <a:pt x="4128" y="2237"/>
                    <a:pt x="4128" y="2048"/>
                  </a:cubicBezTo>
                  <a:lnTo>
                    <a:pt x="4128" y="410"/>
                  </a:lnTo>
                  <a:cubicBezTo>
                    <a:pt x="4128" y="189"/>
                    <a:pt x="3970" y="0"/>
                    <a:pt x="37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7" name="Google Shape;16687;p85"/>
            <p:cNvSpPr/>
            <p:nvPr/>
          </p:nvSpPr>
          <p:spPr>
            <a:xfrm>
              <a:off x="-12660025" y="2096250"/>
              <a:ext cx="353675" cy="309975"/>
            </a:xfrm>
            <a:custGeom>
              <a:avLst/>
              <a:gdLst/>
              <a:ahLst/>
              <a:cxnLst/>
              <a:rect l="l" t="t" r="r" b="b"/>
              <a:pathLst>
                <a:path w="14147" h="12399" extrusionOk="0">
                  <a:moveTo>
                    <a:pt x="5357" y="4317"/>
                  </a:moveTo>
                  <a:cubicBezTo>
                    <a:pt x="5451" y="4569"/>
                    <a:pt x="5609" y="4758"/>
                    <a:pt x="5766" y="4915"/>
                  </a:cubicBezTo>
                  <a:lnTo>
                    <a:pt x="4884" y="4915"/>
                  </a:lnTo>
                  <a:cubicBezTo>
                    <a:pt x="5042" y="4758"/>
                    <a:pt x="5199" y="4569"/>
                    <a:pt x="5357" y="4317"/>
                  </a:cubicBezTo>
                  <a:close/>
                  <a:moveTo>
                    <a:pt x="2868" y="788"/>
                  </a:moveTo>
                  <a:cubicBezTo>
                    <a:pt x="4002" y="788"/>
                    <a:pt x="4947" y="1733"/>
                    <a:pt x="4947" y="2868"/>
                  </a:cubicBezTo>
                  <a:cubicBezTo>
                    <a:pt x="4947" y="4002"/>
                    <a:pt x="4002" y="4947"/>
                    <a:pt x="2868" y="4947"/>
                  </a:cubicBezTo>
                  <a:cubicBezTo>
                    <a:pt x="1734" y="4915"/>
                    <a:pt x="788" y="4002"/>
                    <a:pt x="788" y="2868"/>
                  </a:cubicBezTo>
                  <a:cubicBezTo>
                    <a:pt x="788" y="1733"/>
                    <a:pt x="1734" y="788"/>
                    <a:pt x="2868" y="788"/>
                  </a:cubicBezTo>
                  <a:close/>
                  <a:moveTo>
                    <a:pt x="7814" y="788"/>
                  </a:moveTo>
                  <a:cubicBezTo>
                    <a:pt x="8980" y="788"/>
                    <a:pt x="9925" y="1733"/>
                    <a:pt x="9925" y="2868"/>
                  </a:cubicBezTo>
                  <a:cubicBezTo>
                    <a:pt x="9925" y="4002"/>
                    <a:pt x="8980" y="4947"/>
                    <a:pt x="7814" y="4947"/>
                  </a:cubicBezTo>
                  <a:cubicBezTo>
                    <a:pt x="6680" y="4947"/>
                    <a:pt x="5735" y="4002"/>
                    <a:pt x="5735" y="2868"/>
                  </a:cubicBezTo>
                  <a:cubicBezTo>
                    <a:pt x="5735" y="1733"/>
                    <a:pt x="6680" y="788"/>
                    <a:pt x="7814" y="788"/>
                  </a:cubicBezTo>
                  <a:close/>
                  <a:moveTo>
                    <a:pt x="13264" y="5987"/>
                  </a:moveTo>
                  <a:lnTo>
                    <a:pt x="13264" y="11311"/>
                  </a:lnTo>
                  <a:lnTo>
                    <a:pt x="10744" y="10051"/>
                  </a:lnTo>
                  <a:lnTo>
                    <a:pt x="10744" y="7247"/>
                  </a:lnTo>
                  <a:lnTo>
                    <a:pt x="13264" y="5987"/>
                  </a:lnTo>
                  <a:close/>
                  <a:moveTo>
                    <a:pt x="9484" y="5734"/>
                  </a:moveTo>
                  <a:cubicBezTo>
                    <a:pt x="9704" y="5734"/>
                    <a:pt x="9862" y="5955"/>
                    <a:pt x="9862" y="6176"/>
                  </a:cubicBezTo>
                  <a:lnTo>
                    <a:pt x="9862" y="11153"/>
                  </a:lnTo>
                  <a:cubicBezTo>
                    <a:pt x="9862" y="11374"/>
                    <a:pt x="9673" y="11563"/>
                    <a:pt x="9484" y="11563"/>
                  </a:cubicBezTo>
                  <a:lnTo>
                    <a:pt x="1198" y="11563"/>
                  </a:lnTo>
                  <a:cubicBezTo>
                    <a:pt x="977" y="11563"/>
                    <a:pt x="788" y="11374"/>
                    <a:pt x="788" y="11153"/>
                  </a:cubicBezTo>
                  <a:lnTo>
                    <a:pt x="788" y="6176"/>
                  </a:lnTo>
                  <a:cubicBezTo>
                    <a:pt x="788" y="5955"/>
                    <a:pt x="977" y="5734"/>
                    <a:pt x="1198" y="5734"/>
                  </a:cubicBezTo>
                  <a:close/>
                  <a:moveTo>
                    <a:pt x="2868" y="1"/>
                  </a:moveTo>
                  <a:cubicBezTo>
                    <a:pt x="1261" y="1"/>
                    <a:pt x="1" y="1292"/>
                    <a:pt x="1" y="2868"/>
                  </a:cubicBezTo>
                  <a:cubicBezTo>
                    <a:pt x="1" y="3687"/>
                    <a:pt x="347" y="4443"/>
                    <a:pt x="883" y="5010"/>
                  </a:cubicBezTo>
                  <a:cubicBezTo>
                    <a:pt x="379" y="5167"/>
                    <a:pt x="1" y="5640"/>
                    <a:pt x="1" y="6176"/>
                  </a:cubicBezTo>
                  <a:lnTo>
                    <a:pt x="1" y="11153"/>
                  </a:lnTo>
                  <a:cubicBezTo>
                    <a:pt x="1" y="11815"/>
                    <a:pt x="536" y="12382"/>
                    <a:pt x="1261" y="12382"/>
                  </a:cubicBezTo>
                  <a:lnTo>
                    <a:pt x="9515" y="12382"/>
                  </a:lnTo>
                  <a:cubicBezTo>
                    <a:pt x="10208" y="12382"/>
                    <a:pt x="10775" y="11846"/>
                    <a:pt x="10775" y="11153"/>
                  </a:cubicBezTo>
                  <a:lnTo>
                    <a:pt x="10775" y="10996"/>
                  </a:lnTo>
                  <a:lnTo>
                    <a:pt x="13548" y="12350"/>
                  </a:lnTo>
                  <a:cubicBezTo>
                    <a:pt x="13594" y="12385"/>
                    <a:pt x="13645" y="12399"/>
                    <a:pt x="13695" y="12399"/>
                  </a:cubicBezTo>
                  <a:cubicBezTo>
                    <a:pt x="13781" y="12399"/>
                    <a:pt x="13866" y="12359"/>
                    <a:pt x="13926" y="12319"/>
                  </a:cubicBezTo>
                  <a:cubicBezTo>
                    <a:pt x="14052" y="12256"/>
                    <a:pt x="14146" y="12130"/>
                    <a:pt x="14146" y="11972"/>
                  </a:cubicBezTo>
                  <a:lnTo>
                    <a:pt x="14146" y="5356"/>
                  </a:lnTo>
                  <a:cubicBezTo>
                    <a:pt x="14083" y="5199"/>
                    <a:pt x="14020" y="5073"/>
                    <a:pt x="13894" y="5010"/>
                  </a:cubicBezTo>
                  <a:cubicBezTo>
                    <a:pt x="13815" y="4950"/>
                    <a:pt x="13722" y="4928"/>
                    <a:pt x="13633" y="4928"/>
                  </a:cubicBezTo>
                  <a:cubicBezTo>
                    <a:pt x="13581" y="4928"/>
                    <a:pt x="13531" y="4935"/>
                    <a:pt x="13485" y="4947"/>
                  </a:cubicBezTo>
                  <a:lnTo>
                    <a:pt x="10744" y="6333"/>
                  </a:lnTo>
                  <a:lnTo>
                    <a:pt x="10744" y="6176"/>
                  </a:lnTo>
                  <a:cubicBezTo>
                    <a:pt x="10744" y="5577"/>
                    <a:pt x="10334" y="5104"/>
                    <a:pt x="9830" y="5010"/>
                  </a:cubicBezTo>
                  <a:cubicBezTo>
                    <a:pt x="10397" y="4474"/>
                    <a:pt x="10744" y="3750"/>
                    <a:pt x="10744" y="2868"/>
                  </a:cubicBezTo>
                  <a:cubicBezTo>
                    <a:pt x="10744" y="1261"/>
                    <a:pt x="9452" y="1"/>
                    <a:pt x="7814" y="1"/>
                  </a:cubicBezTo>
                  <a:cubicBezTo>
                    <a:pt x="6774" y="1"/>
                    <a:pt x="5861" y="536"/>
                    <a:pt x="5357" y="1418"/>
                  </a:cubicBezTo>
                  <a:cubicBezTo>
                    <a:pt x="4821" y="599"/>
                    <a:pt x="3939" y="1"/>
                    <a:pt x="28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88" name="Google Shape;16688;p85"/>
          <p:cNvGrpSpPr/>
          <p:nvPr/>
        </p:nvGrpSpPr>
        <p:grpSpPr>
          <a:xfrm>
            <a:off x="8276447" y="3130837"/>
            <a:ext cx="459496" cy="455921"/>
            <a:chOff x="-12663175" y="2506800"/>
            <a:chExt cx="356825" cy="354050"/>
          </a:xfrm>
        </p:grpSpPr>
        <p:sp>
          <p:nvSpPr>
            <p:cNvPr id="16689" name="Google Shape;16689;p85"/>
            <p:cNvSpPr/>
            <p:nvPr/>
          </p:nvSpPr>
          <p:spPr>
            <a:xfrm>
              <a:off x="-12663175" y="2506800"/>
              <a:ext cx="356825" cy="354050"/>
            </a:xfrm>
            <a:custGeom>
              <a:avLst/>
              <a:gdLst/>
              <a:ahLst/>
              <a:cxnLst/>
              <a:rect l="l" t="t" r="r" b="b"/>
              <a:pathLst>
                <a:path w="14273" h="14162" extrusionOk="0">
                  <a:moveTo>
                    <a:pt x="9074" y="969"/>
                  </a:moveTo>
                  <a:lnTo>
                    <a:pt x="9169" y="1095"/>
                  </a:lnTo>
                  <a:cubicBezTo>
                    <a:pt x="8980" y="1536"/>
                    <a:pt x="9011" y="2135"/>
                    <a:pt x="9421" y="2513"/>
                  </a:cubicBezTo>
                  <a:cubicBezTo>
                    <a:pt x="9658" y="2770"/>
                    <a:pt x="9969" y="2890"/>
                    <a:pt x="10284" y="2890"/>
                  </a:cubicBezTo>
                  <a:cubicBezTo>
                    <a:pt x="10472" y="2890"/>
                    <a:pt x="10662" y="2847"/>
                    <a:pt x="10838" y="2765"/>
                  </a:cubicBezTo>
                  <a:lnTo>
                    <a:pt x="11500" y="3427"/>
                  </a:lnTo>
                  <a:cubicBezTo>
                    <a:pt x="11280" y="3899"/>
                    <a:pt x="11343" y="4435"/>
                    <a:pt x="11752" y="4844"/>
                  </a:cubicBezTo>
                  <a:cubicBezTo>
                    <a:pt x="11988" y="5080"/>
                    <a:pt x="12297" y="5206"/>
                    <a:pt x="12603" y="5206"/>
                  </a:cubicBezTo>
                  <a:cubicBezTo>
                    <a:pt x="12788" y="5206"/>
                    <a:pt x="12972" y="5160"/>
                    <a:pt x="13138" y="5065"/>
                  </a:cubicBezTo>
                  <a:lnTo>
                    <a:pt x="13264" y="5191"/>
                  </a:lnTo>
                  <a:cubicBezTo>
                    <a:pt x="13107" y="5537"/>
                    <a:pt x="13107" y="5947"/>
                    <a:pt x="13264" y="6262"/>
                  </a:cubicBezTo>
                  <a:lnTo>
                    <a:pt x="12445" y="7081"/>
                  </a:lnTo>
                  <a:lnTo>
                    <a:pt x="12162" y="6798"/>
                  </a:lnTo>
                  <a:cubicBezTo>
                    <a:pt x="12083" y="6719"/>
                    <a:pt x="11981" y="6680"/>
                    <a:pt x="11874" y="6680"/>
                  </a:cubicBezTo>
                  <a:cubicBezTo>
                    <a:pt x="11768" y="6680"/>
                    <a:pt x="11658" y="6719"/>
                    <a:pt x="11563" y="6798"/>
                  </a:cubicBezTo>
                  <a:cubicBezTo>
                    <a:pt x="11406" y="6955"/>
                    <a:pt x="11406" y="7239"/>
                    <a:pt x="11563" y="7396"/>
                  </a:cubicBezTo>
                  <a:lnTo>
                    <a:pt x="11847" y="7680"/>
                  </a:lnTo>
                  <a:lnTo>
                    <a:pt x="6333" y="13193"/>
                  </a:lnTo>
                  <a:cubicBezTo>
                    <a:pt x="6160" y="13114"/>
                    <a:pt x="5971" y="13075"/>
                    <a:pt x="5786" y="13075"/>
                  </a:cubicBezTo>
                  <a:cubicBezTo>
                    <a:pt x="5601" y="13075"/>
                    <a:pt x="5420" y="13114"/>
                    <a:pt x="5262" y="13193"/>
                  </a:cubicBezTo>
                  <a:lnTo>
                    <a:pt x="5168" y="13067"/>
                  </a:lnTo>
                  <a:cubicBezTo>
                    <a:pt x="5357" y="12626"/>
                    <a:pt x="5325" y="12059"/>
                    <a:pt x="4916" y="11649"/>
                  </a:cubicBezTo>
                  <a:cubicBezTo>
                    <a:pt x="4680" y="11414"/>
                    <a:pt x="4371" y="11288"/>
                    <a:pt x="4057" y="11288"/>
                  </a:cubicBezTo>
                  <a:cubicBezTo>
                    <a:pt x="3867" y="11288"/>
                    <a:pt x="3676" y="11334"/>
                    <a:pt x="3498" y="11429"/>
                  </a:cubicBezTo>
                  <a:lnTo>
                    <a:pt x="2836" y="10736"/>
                  </a:lnTo>
                  <a:cubicBezTo>
                    <a:pt x="3088" y="10263"/>
                    <a:pt x="2994" y="9728"/>
                    <a:pt x="2616" y="9318"/>
                  </a:cubicBezTo>
                  <a:cubicBezTo>
                    <a:pt x="2360" y="9082"/>
                    <a:pt x="2056" y="8957"/>
                    <a:pt x="1748" y="8957"/>
                  </a:cubicBezTo>
                  <a:cubicBezTo>
                    <a:pt x="1563" y="8957"/>
                    <a:pt x="1376" y="9003"/>
                    <a:pt x="1198" y="9098"/>
                  </a:cubicBezTo>
                  <a:lnTo>
                    <a:pt x="1072" y="8971"/>
                  </a:lnTo>
                  <a:cubicBezTo>
                    <a:pt x="1229" y="8625"/>
                    <a:pt x="1229" y="8215"/>
                    <a:pt x="1072" y="7900"/>
                  </a:cubicBezTo>
                  <a:lnTo>
                    <a:pt x="6585" y="2387"/>
                  </a:lnTo>
                  <a:lnTo>
                    <a:pt x="6869" y="2671"/>
                  </a:lnTo>
                  <a:cubicBezTo>
                    <a:pt x="6948" y="2749"/>
                    <a:pt x="7050" y="2789"/>
                    <a:pt x="7152" y="2789"/>
                  </a:cubicBezTo>
                  <a:cubicBezTo>
                    <a:pt x="7255" y="2789"/>
                    <a:pt x="7357" y="2749"/>
                    <a:pt x="7436" y="2671"/>
                  </a:cubicBezTo>
                  <a:cubicBezTo>
                    <a:pt x="7593" y="2513"/>
                    <a:pt x="7593" y="2229"/>
                    <a:pt x="7436" y="2072"/>
                  </a:cubicBezTo>
                  <a:lnTo>
                    <a:pt x="7184" y="1820"/>
                  </a:lnTo>
                  <a:lnTo>
                    <a:pt x="8003" y="969"/>
                  </a:lnTo>
                  <a:cubicBezTo>
                    <a:pt x="8176" y="1048"/>
                    <a:pt x="8365" y="1087"/>
                    <a:pt x="8550" y="1087"/>
                  </a:cubicBezTo>
                  <a:cubicBezTo>
                    <a:pt x="8735" y="1087"/>
                    <a:pt x="8917" y="1048"/>
                    <a:pt x="9074" y="969"/>
                  </a:cubicBezTo>
                  <a:close/>
                  <a:moveTo>
                    <a:pt x="7893" y="0"/>
                  </a:moveTo>
                  <a:cubicBezTo>
                    <a:pt x="7782" y="0"/>
                    <a:pt x="7672" y="40"/>
                    <a:pt x="7593" y="119"/>
                  </a:cubicBezTo>
                  <a:lnTo>
                    <a:pt x="158" y="7554"/>
                  </a:lnTo>
                  <a:cubicBezTo>
                    <a:pt x="1" y="7711"/>
                    <a:pt x="1" y="7995"/>
                    <a:pt x="158" y="8152"/>
                  </a:cubicBezTo>
                  <a:cubicBezTo>
                    <a:pt x="316" y="8310"/>
                    <a:pt x="316" y="8593"/>
                    <a:pt x="158" y="8751"/>
                  </a:cubicBezTo>
                  <a:cubicBezTo>
                    <a:pt x="1" y="8908"/>
                    <a:pt x="1" y="9161"/>
                    <a:pt x="158" y="9318"/>
                  </a:cubicBezTo>
                  <a:lnTo>
                    <a:pt x="757" y="9917"/>
                  </a:lnTo>
                  <a:cubicBezTo>
                    <a:pt x="836" y="9995"/>
                    <a:pt x="938" y="10035"/>
                    <a:pt x="1040" y="10035"/>
                  </a:cubicBezTo>
                  <a:cubicBezTo>
                    <a:pt x="1143" y="10035"/>
                    <a:pt x="1245" y="9995"/>
                    <a:pt x="1324" y="9917"/>
                  </a:cubicBezTo>
                  <a:cubicBezTo>
                    <a:pt x="1418" y="9838"/>
                    <a:pt x="1529" y="9798"/>
                    <a:pt x="1635" y="9798"/>
                  </a:cubicBezTo>
                  <a:cubicBezTo>
                    <a:pt x="1741" y="9798"/>
                    <a:pt x="1844" y="9838"/>
                    <a:pt x="1923" y="9917"/>
                  </a:cubicBezTo>
                  <a:cubicBezTo>
                    <a:pt x="2080" y="10074"/>
                    <a:pt x="2080" y="10358"/>
                    <a:pt x="1923" y="10515"/>
                  </a:cubicBezTo>
                  <a:cubicBezTo>
                    <a:pt x="1765" y="10673"/>
                    <a:pt x="1765" y="10956"/>
                    <a:pt x="1923" y="11114"/>
                  </a:cubicBezTo>
                  <a:lnTo>
                    <a:pt x="3120" y="12279"/>
                  </a:lnTo>
                  <a:cubicBezTo>
                    <a:pt x="3199" y="12358"/>
                    <a:pt x="3301" y="12398"/>
                    <a:pt x="3403" y="12398"/>
                  </a:cubicBezTo>
                  <a:cubicBezTo>
                    <a:pt x="3506" y="12398"/>
                    <a:pt x="3608" y="12358"/>
                    <a:pt x="3687" y="12279"/>
                  </a:cubicBezTo>
                  <a:cubicBezTo>
                    <a:pt x="3781" y="12201"/>
                    <a:pt x="3892" y="12161"/>
                    <a:pt x="3998" y="12161"/>
                  </a:cubicBezTo>
                  <a:cubicBezTo>
                    <a:pt x="4104" y="12161"/>
                    <a:pt x="4207" y="12201"/>
                    <a:pt x="4285" y="12279"/>
                  </a:cubicBezTo>
                  <a:cubicBezTo>
                    <a:pt x="4443" y="12437"/>
                    <a:pt x="4443" y="12721"/>
                    <a:pt x="4285" y="12878"/>
                  </a:cubicBezTo>
                  <a:cubicBezTo>
                    <a:pt x="4128" y="13036"/>
                    <a:pt x="4128" y="13319"/>
                    <a:pt x="4285" y="13477"/>
                  </a:cubicBezTo>
                  <a:lnTo>
                    <a:pt x="4884" y="14044"/>
                  </a:lnTo>
                  <a:cubicBezTo>
                    <a:pt x="4963" y="14123"/>
                    <a:pt x="5073" y="14162"/>
                    <a:pt x="5183" y="14162"/>
                  </a:cubicBezTo>
                  <a:cubicBezTo>
                    <a:pt x="5294" y="14162"/>
                    <a:pt x="5404" y="14123"/>
                    <a:pt x="5483" y="14044"/>
                  </a:cubicBezTo>
                  <a:cubicBezTo>
                    <a:pt x="5561" y="13965"/>
                    <a:pt x="5664" y="13926"/>
                    <a:pt x="5766" y="13926"/>
                  </a:cubicBezTo>
                  <a:cubicBezTo>
                    <a:pt x="5869" y="13926"/>
                    <a:pt x="5971" y="13965"/>
                    <a:pt x="6050" y="14044"/>
                  </a:cubicBezTo>
                  <a:cubicBezTo>
                    <a:pt x="6144" y="14123"/>
                    <a:pt x="6254" y="14162"/>
                    <a:pt x="6361" y="14162"/>
                  </a:cubicBezTo>
                  <a:cubicBezTo>
                    <a:pt x="6467" y="14162"/>
                    <a:pt x="6570" y="14123"/>
                    <a:pt x="6648" y="14044"/>
                  </a:cubicBezTo>
                  <a:lnTo>
                    <a:pt x="14115" y="6609"/>
                  </a:lnTo>
                  <a:cubicBezTo>
                    <a:pt x="14272" y="6451"/>
                    <a:pt x="14272" y="6168"/>
                    <a:pt x="14115" y="6010"/>
                  </a:cubicBezTo>
                  <a:cubicBezTo>
                    <a:pt x="13926" y="5853"/>
                    <a:pt x="13926" y="5600"/>
                    <a:pt x="14115" y="5443"/>
                  </a:cubicBezTo>
                  <a:cubicBezTo>
                    <a:pt x="14241" y="5285"/>
                    <a:pt x="14241" y="5002"/>
                    <a:pt x="14115" y="4844"/>
                  </a:cubicBezTo>
                  <a:lnTo>
                    <a:pt x="13516" y="4246"/>
                  </a:lnTo>
                  <a:cubicBezTo>
                    <a:pt x="13438" y="4167"/>
                    <a:pt x="13327" y="4128"/>
                    <a:pt x="13217" y="4128"/>
                  </a:cubicBezTo>
                  <a:cubicBezTo>
                    <a:pt x="13107" y="4128"/>
                    <a:pt x="12997" y="4167"/>
                    <a:pt x="12918" y="4246"/>
                  </a:cubicBezTo>
                  <a:cubicBezTo>
                    <a:pt x="12839" y="4325"/>
                    <a:pt x="12729" y="4364"/>
                    <a:pt x="12618" y="4364"/>
                  </a:cubicBezTo>
                  <a:cubicBezTo>
                    <a:pt x="12508" y="4364"/>
                    <a:pt x="12398" y="4325"/>
                    <a:pt x="12319" y="4246"/>
                  </a:cubicBezTo>
                  <a:cubicBezTo>
                    <a:pt x="12162" y="4088"/>
                    <a:pt x="12162" y="3805"/>
                    <a:pt x="12319" y="3647"/>
                  </a:cubicBezTo>
                  <a:cubicBezTo>
                    <a:pt x="12477" y="3490"/>
                    <a:pt x="12477" y="3238"/>
                    <a:pt x="12319" y="3080"/>
                  </a:cubicBezTo>
                  <a:lnTo>
                    <a:pt x="11154" y="1883"/>
                  </a:lnTo>
                  <a:cubicBezTo>
                    <a:pt x="11075" y="1804"/>
                    <a:pt x="10964" y="1765"/>
                    <a:pt x="10854" y="1765"/>
                  </a:cubicBezTo>
                  <a:cubicBezTo>
                    <a:pt x="10744" y="1765"/>
                    <a:pt x="10634" y="1804"/>
                    <a:pt x="10555" y="1883"/>
                  </a:cubicBezTo>
                  <a:cubicBezTo>
                    <a:pt x="10476" y="1962"/>
                    <a:pt x="10366" y="2001"/>
                    <a:pt x="10256" y="2001"/>
                  </a:cubicBezTo>
                  <a:cubicBezTo>
                    <a:pt x="10145" y="2001"/>
                    <a:pt x="10035" y="1962"/>
                    <a:pt x="9956" y="1883"/>
                  </a:cubicBezTo>
                  <a:cubicBezTo>
                    <a:pt x="9799" y="1725"/>
                    <a:pt x="9799" y="1442"/>
                    <a:pt x="9956" y="1284"/>
                  </a:cubicBezTo>
                  <a:cubicBezTo>
                    <a:pt x="10114" y="1127"/>
                    <a:pt x="10114" y="875"/>
                    <a:pt x="9956" y="717"/>
                  </a:cubicBezTo>
                  <a:lnTo>
                    <a:pt x="9389" y="119"/>
                  </a:lnTo>
                  <a:cubicBezTo>
                    <a:pt x="9295" y="40"/>
                    <a:pt x="9184" y="0"/>
                    <a:pt x="9078" y="0"/>
                  </a:cubicBezTo>
                  <a:cubicBezTo>
                    <a:pt x="8972" y="0"/>
                    <a:pt x="8869" y="40"/>
                    <a:pt x="8791" y="119"/>
                  </a:cubicBezTo>
                  <a:cubicBezTo>
                    <a:pt x="8712" y="197"/>
                    <a:pt x="8602" y="237"/>
                    <a:pt x="8491" y="237"/>
                  </a:cubicBezTo>
                  <a:cubicBezTo>
                    <a:pt x="8381" y="237"/>
                    <a:pt x="8271" y="197"/>
                    <a:pt x="8192" y="119"/>
                  </a:cubicBezTo>
                  <a:cubicBezTo>
                    <a:pt x="8113" y="40"/>
                    <a:pt x="8003" y="0"/>
                    <a:pt x="789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0" name="Google Shape;16690;p85"/>
            <p:cNvSpPr/>
            <p:nvPr/>
          </p:nvSpPr>
          <p:spPr>
            <a:xfrm>
              <a:off x="-12466275" y="2586350"/>
              <a:ext cx="37850" cy="35850"/>
            </a:xfrm>
            <a:custGeom>
              <a:avLst/>
              <a:gdLst/>
              <a:ahLst/>
              <a:cxnLst/>
              <a:rect l="l" t="t" r="r" b="b"/>
              <a:pathLst>
                <a:path w="1514" h="1434" extrusionOk="0">
                  <a:moveTo>
                    <a:pt x="458" y="0"/>
                  </a:moveTo>
                  <a:cubicBezTo>
                    <a:pt x="348" y="0"/>
                    <a:pt x="237" y="40"/>
                    <a:pt x="159" y="119"/>
                  </a:cubicBezTo>
                  <a:cubicBezTo>
                    <a:pt x="1" y="276"/>
                    <a:pt x="1" y="560"/>
                    <a:pt x="159" y="717"/>
                  </a:cubicBezTo>
                  <a:lnTo>
                    <a:pt x="757" y="1316"/>
                  </a:lnTo>
                  <a:cubicBezTo>
                    <a:pt x="836" y="1395"/>
                    <a:pt x="938" y="1434"/>
                    <a:pt x="1041" y="1434"/>
                  </a:cubicBezTo>
                  <a:cubicBezTo>
                    <a:pt x="1143" y="1434"/>
                    <a:pt x="1245" y="1395"/>
                    <a:pt x="1324" y="1316"/>
                  </a:cubicBezTo>
                  <a:cubicBezTo>
                    <a:pt x="1513" y="1158"/>
                    <a:pt x="1513" y="875"/>
                    <a:pt x="1324" y="717"/>
                  </a:cubicBezTo>
                  <a:lnTo>
                    <a:pt x="757" y="119"/>
                  </a:lnTo>
                  <a:cubicBezTo>
                    <a:pt x="678" y="40"/>
                    <a:pt x="568" y="0"/>
                    <a:pt x="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1" name="Google Shape;16691;p85"/>
            <p:cNvSpPr/>
            <p:nvPr/>
          </p:nvSpPr>
          <p:spPr>
            <a:xfrm>
              <a:off x="-12422950" y="2630450"/>
              <a:ext cx="37825" cy="35875"/>
            </a:xfrm>
            <a:custGeom>
              <a:avLst/>
              <a:gdLst/>
              <a:ahLst/>
              <a:cxnLst/>
              <a:rect l="l" t="t" r="r" b="b"/>
              <a:pathLst>
                <a:path w="1513" h="1435" extrusionOk="0">
                  <a:moveTo>
                    <a:pt x="458" y="1"/>
                  </a:moveTo>
                  <a:cubicBezTo>
                    <a:pt x="347" y="1"/>
                    <a:pt x="237" y="40"/>
                    <a:pt x="158" y="119"/>
                  </a:cubicBezTo>
                  <a:cubicBezTo>
                    <a:pt x="1" y="276"/>
                    <a:pt x="1" y="560"/>
                    <a:pt x="158" y="717"/>
                  </a:cubicBezTo>
                  <a:lnTo>
                    <a:pt x="757" y="1316"/>
                  </a:lnTo>
                  <a:cubicBezTo>
                    <a:pt x="836" y="1395"/>
                    <a:pt x="938" y="1434"/>
                    <a:pt x="1044" y="1434"/>
                  </a:cubicBezTo>
                  <a:cubicBezTo>
                    <a:pt x="1151" y="1434"/>
                    <a:pt x="1261" y="1395"/>
                    <a:pt x="1355" y="1316"/>
                  </a:cubicBezTo>
                  <a:cubicBezTo>
                    <a:pt x="1513" y="1159"/>
                    <a:pt x="1513" y="875"/>
                    <a:pt x="1355" y="717"/>
                  </a:cubicBezTo>
                  <a:lnTo>
                    <a:pt x="757" y="119"/>
                  </a:lnTo>
                  <a:cubicBezTo>
                    <a:pt x="678" y="40"/>
                    <a:pt x="568" y="1"/>
                    <a:pt x="4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2" name="Google Shape;16692;p85"/>
            <p:cNvSpPr/>
            <p:nvPr/>
          </p:nvSpPr>
          <p:spPr>
            <a:xfrm>
              <a:off x="-12591500" y="2644250"/>
              <a:ext cx="192200" cy="142975"/>
            </a:xfrm>
            <a:custGeom>
              <a:avLst/>
              <a:gdLst/>
              <a:ahLst/>
              <a:cxnLst/>
              <a:rect l="l" t="t" r="r" b="b"/>
              <a:pathLst>
                <a:path w="7688" h="5719" extrusionOk="0">
                  <a:moveTo>
                    <a:pt x="1371" y="1780"/>
                  </a:moveTo>
                  <a:cubicBezTo>
                    <a:pt x="1481" y="1780"/>
                    <a:pt x="1592" y="1819"/>
                    <a:pt x="1670" y="1898"/>
                  </a:cubicBezTo>
                  <a:cubicBezTo>
                    <a:pt x="1828" y="2056"/>
                    <a:pt x="1828" y="2339"/>
                    <a:pt x="1670" y="2497"/>
                  </a:cubicBezTo>
                  <a:cubicBezTo>
                    <a:pt x="1592" y="2576"/>
                    <a:pt x="1481" y="2615"/>
                    <a:pt x="1371" y="2615"/>
                  </a:cubicBezTo>
                  <a:cubicBezTo>
                    <a:pt x="1261" y="2615"/>
                    <a:pt x="1151" y="2576"/>
                    <a:pt x="1072" y="2497"/>
                  </a:cubicBezTo>
                  <a:cubicBezTo>
                    <a:pt x="914" y="2339"/>
                    <a:pt x="914" y="2056"/>
                    <a:pt x="1072" y="1898"/>
                  </a:cubicBezTo>
                  <a:cubicBezTo>
                    <a:pt x="1151" y="1819"/>
                    <a:pt x="1261" y="1780"/>
                    <a:pt x="1371" y="1780"/>
                  </a:cubicBezTo>
                  <a:close/>
                  <a:moveTo>
                    <a:pt x="4317" y="985"/>
                  </a:moveTo>
                  <a:lnTo>
                    <a:pt x="6522" y="2308"/>
                  </a:lnTo>
                  <a:lnTo>
                    <a:pt x="5955" y="2843"/>
                  </a:lnTo>
                  <a:lnTo>
                    <a:pt x="3750" y="1552"/>
                  </a:lnTo>
                  <a:lnTo>
                    <a:pt x="4317" y="985"/>
                  </a:lnTo>
                  <a:close/>
                  <a:moveTo>
                    <a:pt x="3687" y="4111"/>
                  </a:moveTo>
                  <a:cubicBezTo>
                    <a:pt x="3789" y="4111"/>
                    <a:pt x="3892" y="4151"/>
                    <a:pt x="3970" y="4230"/>
                  </a:cubicBezTo>
                  <a:cubicBezTo>
                    <a:pt x="4159" y="4387"/>
                    <a:pt x="4159" y="4671"/>
                    <a:pt x="3970" y="4828"/>
                  </a:cubicBezTo>
                  <a:cubicBezTo>
                    <a:pt x="3892" y="4907"/>
                    <a:pt x="3789" y="4946"/>
                    <a:pt x="3687" y="4946"/>
                  </a:cubicBezTo>
                  <a:cubicBezTo>
                    <a:pt x="3584" y="4946"/>
                    <a:pt x="3482" y="4907"/>
                    <a:pt x="3403" y="4828"/>
                  </a:cubicBezTo>
                  <a:cubicBezTo>
                    <a:pt x="3246" y="4671"/>
                    <a:pt x="3246" y="4387"/>
                    <a:pt x="3403" y="4230"/>
                  </a:cubicBezTo>
                  <a:cubicBezTo>
                    <a:pt x="3482" y="4151"/>
                    <a:pt x="3584" y="4111"/>
                    <a:pt x="3687" y="4111"/>
                  </a:cubicBezTo>
                  <a:close/>
                  <a:moveTo>
                    <a:pt x="4302" y="0"/>
                  </a:moveTo>
                  <a:cubicBezTo>
                    <a:pt x="4187" y="0"/>
                    <a:pt x="4067" y="37"/>
                    <a:pt x="3970" y="134"/>
                  </a:cubicBezTo>
                  <a:lnTo>
                    <a:pt x="2490" y="1615"/>
                  </a:lnTo>
                  <a:lnTo>
                    <a:pt x="2269" y="1268"/>
                  </a:lnTo>
                  <a:cubicBezTo>
                    <a:pt x="2033" y="1032"/>
                    <a:pt x="1718" y="914"/>
                    <a:pt x="1395" y="914"/>
                  </a:cubicBezTo>
                  <a:cubicBezTo>
                    <a:pt x="1072" y="914"/>
                    <a:pt x="741" y="1032"/>
                    <a:pt x="473" y="1268"/>
                  </a:cubicBezTo>
                  <a:cubicBezTo>
                    <a:pt x="1" y="1741"/>
                    <a:pt x="1" y="2528"/>
                    <a:pt x="473" y="3032"/>
                  </a:cubicBezTo>
                  <a:cubicBezTo>
                    <a:pt x="710" y="3269"/>
                    <a:pt x="1025" y="3387"/>
                    <a:pt x="1348" y="3387"/>
                  </a:cubicBezTo>
                  <a:cubicBezTo>
                    <a:pt x="1670" y="3387"/>
                    <a:pt x="2001" y="3269"/>
                    <a:pt x="2269" y="3032"/>
                  </a:cubicBezTo>
                  <a:lnTo>
                    <a:pt x="3214" y="2087"/>
                  </a:lnTo>
                  <a:lnTo>
                    <a:pt x="5420" y="3410"/>
                  </a:lnTo>
                  <a:lnTo>
                    <a:pt x="4852" y="3946"/>
                  </a:lnTo>
                  <a:lnTo>
                    <a:pt x="4632" y="3600"/>
                  </a:lnTo>
                  <a:cubicBezTo>
                    <a:pt x="4396" y="3363"/>
                    <a:pt x="4081" y="3245"/>
                    <a:pt x="3758" y="3245"/>
                  </a:cubicBezTo>
                  <a:cubicBezTo>
                    <a:pt x="3435" y="3245"/>
                    <a:pt x="3104" y="3363"/>
                    <a:pt x="2836" y="3600"/>
                  </a:cubicBezTo>
                  <a:cubicBezTo>
                    <a:pt x="2364" y="4072"/>
                    <a:pt x="2364" y="4860"/>
                    <a:pt x="2836" y="5364"/>
                  </a:cubicBezTo>
                  <a:cubicBezTo>
                    <a:pt x="3072" y="5600"/>
                    <a:pt x="3387" y="5718"/>
                    <a:pt x="3710" y="5718"/>
                  </a:cubicBezTo>
                  <a:cubicBezTo>
                    <a:pt x="4033" y="5718"/>
                    <a:pt x="4364" y="5600"/>
                    <a:pt x="4632" y="5364"/>
                  </a:cubicBezTo>
                  <a:lnTo>
                    <a:pt x="7530" y="2465"/>
                  </a:lnTo>
                  <a:cubicBezTo>
                    <a:pt x="7688" y="2308"/>
                    <a:pt x="7656" y="1993"/>
                    <a:pt x="7404" y="1835"/>
                  </a:cubicBezTo>
                  <a:lnTo>
                    <a:pt x="4506" y="39"/>
                  </a:lnTo>
                  <a:cubicBezTo>
                    <a:pt x="4445" y="15"/>
                    <a:pt x="4374" y="0"/>
                    <a:pt x="43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93" name="Google Shape;16693;p85"/>
          <p:cNvGrpSpPr/>
          <p:nvPr/>
        </p:nvGrpSpPr>
        <p:grpSpPr>
          <a:xfrm>
            <a:off x="10696625" y="2042543"/>
            <a:ext cx="454409" cy="455439"/>
            <a:chOff x="-10896525" y="1663050"/>
            <a:chExt cx="352875" cy="353675"/>
          </a:xfrm>
        </p:grpSpPr>
        <p:sp>
          <p:nvSpPr>
            <p:cNvPr id="16694" name="Google Shape;16694;p85"/>
            <p:cNvSpPr/>
            <p:nvPr/>
          </p:nvSpPr>
          <p:spPr>
            <a:xfrm>
              <a:off x="-10896525" y="1663050"/>
              <a:ext cx="166200" cy="311925"/>
            </a:xfrm>
            <a:custGeom>
              <a:avLst/>
              <a:gdLst/>
              <a:ahLst/>
              <a:cxnLst/>
              <a:rect l="l" t="t" r="r" b="b"/>
              <a:pathLst>
                <a:path w="6648" h="12477" extrusionOk="0">
                  <a:moveTo>
                    <a:pt x="3308" y="820"/>
                  </a:moveTo>
                  <a:cubicBezTo>
                    <a:pt x="3781" y="820"/>
                    <a:pt x="4285" y="1230"/>
                    <a:pt x="4663" y="1923"/>
                  </a:cubicBezTo>
                  <a:lnTo>
                    <a:pt x="3308" y="2931"/>
                  </a:lnTo>
                  <a:lnTo>
                    <a:pt x="1922" y="1923"/>
                  </a:lnTo>
                  <a:cubicBezTo>
                    <a:pt x="2300" y="1230"/>
                    <a:pt x="2804" y="820"/>
                    <a:pt x="3308" y="820"/>
                  </a:cubicBezTo>
                  <a:close/>
                  <a:moveTo>
                    <a:pt x="1513" y="2679"/>
                  </a:moveTo>
                  <a:lnTo>
                    <a:pt x="2584" y="3466"/>
                  </a:lnTo>
                  <a:lnTo>
                    <a:pt x="977" y="4695"/>
                  </a:lnTo>
                  <a:cubicBezTo>
                    <a:pt x="1072" y="3939"/>
                    <a:pt x="1292" y="3277"/>
                    <a:pt x="1513" y="2679"/>
                  </a:cubicBezTo>
                  <a:close/>
                  <a:moveTo>
                    <a:pt x="5010" y="2679"/>
                  </a:moveTo>
                  <a:cubicBezTo>
                    <a:pt x="5262" y="3277"/>
                    <a:pt x="5451" y="3939"/>
                    <a:pt x="5577" y="4695"/>
                  </a:cubicBezTo>
                  <a:lnTo>
                    <a:pt x="3970" y="3466"/>
                  </a:lnTo>
                  <a:lnTo>
                    <a:pt x="5010" y="2679"/>
                  </a:lnTo>
                  <a:close/>
                  <a:moveTo>
                    <a:pt x="3308" y="4002"/>
                  </a:moveTo>
                  <a:lnTo>
                    <a:pt x="5734" y="5829"/>
                  </a:lnTo>
                  <a:lnTo>
                    <a:pt x="5734" y="5861"/>
                  </a:lnTo>
                  <a:cubicBezTo>
                    <a:pt x="5608" y="6302"/>
                    <a:pt x="5230" y="6617"/>
                    <a:pt x="4758" y="6617"/>
                  </a:cubicBezTo>
                  <a:lnTo>
                    <a:pt x="1891" y="6617"/>
                  </a:lnTo>
                  <a:cubicBezTo>
                    <a:pt x="1355" y="6617"/>
                    <a:pt x="977" y="6302"/>
                    <a:pt x="851" y="5829"/>
                  </a:cubicBezTo>
                  <a:lnTo>
                    <a:pt x="3308" y="4002"/>
                  </a:lnTo>
                  <a:close/>
                  <a:moveTo>
                    <a:pt x="756" y="7121"/>
                  </a:moveTo>
                  <a:lnTo>
                    <a:pt x="756" y="7121"/>
                  </a:lnTo>
                  <a:cubicBezTo>
                    <a:pt x="1072" y="7310"/>
                    <a:pt x="1450" y="7436"/>
                    <a:pt x="1796" y="7436"/>
                  </a:cubicBezTo>
                  <a:lnTo>
                    <a:pt x="4663" y="7436"/>
                  </a:lnTo>
                  <a:cubicBezTo>
                    <a:pt x="5073" y="7436"/>
                    <a:pt x="5419" y="7310"/>
                    <a:pt x="5703" y="7121"/>
                  </a:cubicBezTo>
                  <a:lnTo>
                    <a:pt x="5703" y="7121"/>
                  </a:lnTo>
                  <a:cubicBezTo>
                    <a:pt x="5734" y="8507"/>
                    <a:pt x="5545" y="9830"/>
                    <a:pt x="5136" y="10902"/>
                  </a:cubicBezTo>
                  <a:cubicBezTo>
                    <a:pt x="4978" y="11374"/>
                    <a:pt x="4537" y="11626"/>
                    <a:pt x="3970" y="11626"/>
                  </a:cubicBezTo>
                  <a:lnTo>
                    <a:pt x="2395" y="11626"/>
                  </a:lnTo>
                  <a:cubicBezTo>
                    <a:pt x="1954" y="11626"/>
                    <a:pt x="1544" y="11343"/>
                    <a:pt x="1387" y="10902"/>
                  </a:cubicBezTo>
                  <a:cubicBezTo>
                    <a:pt x="1009" y="9830"/>
                    <a:pt x="820" y="8507"/>
                    <a:pt x="756" y="7121"/>
                  </a:cubicBezTo>
                  <a:close/>
                  <a:moveTo>
                    <a:pt x="3308" y="1"/>
                  </a:moveTo>
                  <a:cubicBezTo>
                    <a:pt x="2269" y="1"/>
                    <a:pt x="1450" y="946"/>
                    <a:pt x="1009" y="1891"/>
                  </a:cubicBezTo>
                  <a:cubicBezTo>
                    <a:pt x="252" y="3372"/>
                    <a:pt x="0" y="5262"/>
                    <a:pt x="0" y="6932"/>
                  </a:cubicBezTo>
                  <a:cubicBezTo>
                    <a:pt x="0" y="8507"/>
                    <a:pt x="221" y="9988"/>
                    <a:pt x="662" y="11217"/>
                  </a:cubicBezTo>
                  <a:cubicBezTo>
                    <a:pt x="946" y="11973"/>
                    <a:pt x="1639" y="12477"/>
                    <a:pt x="2426" y="12477"/>
                  </a:cubicBezTo>
                  <a:lnTo>
                    <a:pt x="4002" y="12477"/>
                  </a:lnTo>
                  <a:cubicBezTo>
                    <a:pt x="4947" y="12477"/>
                    <a:pt x="5703" y="12004"/>
                    <a:pt x="5986" y="11217"/>
                  </a:cubicBezTo>
                  <a:cubicBezTo>
                    <a:pt x="6396" y="10051"/>
                    <a:pt x="6648" y="8507"/>
                    <a:pt x="6648" y="6932"/>
                  </a:cubicBezTo>
                  <a:cubicBezTo>
                    <a:pt x="6585" y="3183"/>
                    <a:pt x="5230" y="1"/>
                    <a:pt x="33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5" name="Google Shape;16695;p85"/>
            <p:cNvSpPr/>
            <p:nvPr/>
          </p:nvSpPr>
          <p:spPr>
            <a:xfrm>
              <a:off x="-10709850" y="1704025"/>
              <a:ext cx="166200" cy="312700"/>
            </a:xfrm>
            <a:custGeom>
              <a:avLst/>
              <a:gdLst/>
              <a:ahLst/>
              <a:cxnLst/>
              <a:rect l="l" t="t" r="r" b="b"/>
              <a:pathLst>
                <a:path w="6648" h="12508" extrusionOk="0">
                  <a:moveTo>
                    <a:pt x="3308" y="851"/>
                  </a:moveTo>
                  <a:cubicBezTo>
                    <a:pt x="3781" y="851"/>
                    <a:pt x="4285" y="1229"/>
                    <a:pt x="4694" y="1954"/>
                  </a:cubicBezTo>
                  <a:lnTo>
                    <a:pt x="3308" y="2962"/>
                  </a:lnTo>
                  <a:lnTo>
                    <a:pt x="1922" y="1954"/>
                  </a:lnTo>
                  <a:cubicBezTo>
                    <a:pt x="2363" y="1229"/>
                    <a:pt x="2835" y="851"/>
                    <a:pt x="3308" y="851"/>
                  </a:cubicBezTo>
                  <a:close/>
                  <a:moveTo>
                    <a:pt x="1575" y="2678"/>
                  </a:moveTo>
                  <a:lnTo>
                    <a:pt x="2646" y="3466"/>
                  </a:lnTo>
                  <a:lnTo>
                    <a:pt x="1040" y="4694"/>
                  </a:lnTo>
                  <a:cubicBezTo>
                    <a:pt x="1134" y="3938"/>
                    <a:pt x="1355" y="3277"/>
                    <a:pt x="1575" y="2678"/>
                  </a:cubicBezTo>
                  <a:close/>
                  <a:moveTo>
                    <a:pt x="5072" y="2678"/>
                  </a:moveTo>
                  <a:cubicBezTo>
                    <a:pt x="5324" y="3277"/>
                    <a:pt x="5513" y="3938"/>
                    <a:pt x="5639" y="4694"/>
                  </a:cubicBezTo>
                  <a:lnTo>
                    <a:pt x="4001" y="3466"/>
                  </a:lnTo>
                  <a:lnTo>
                    <a:pt x="5072" y="2678"/>
                  </a:lnTo>
                  <a:close/>
                  <a:moveTo>
                    <a:pt x="3308" y="4033"/>
                  </a:moveTo>
                  <a:lnTo>
                    <a:pt x="5765" y="5829"/>
                  </a:lnTo>
                  <a:lnTo>
                    <a:pt x="5765" y="5892"/>
                  </a:lnTo>
                  <a:cubicBezTo>
                    <a:pt x="5639" y="6301"/>
                    <a:pt x="5230" y="6616"/>
                    <a:pt x="4757" y="6616"/>
                  </a:cubicBezTo>
                  <a:lnTo>
                    <a:pt x="1859" y="6616"/>
                  </a:lnTo>
                  <a:cubicBezTo>
                    <a:pt x="1418" y="6616"/>
                    <a:pt x="977" y="6301"/>
                    <a:pt x="851" y="5829"/>
                  </a:cubicBezTo>
                  <a:lnTo>
                    <a:pt x="3308" y="4033"/>
                  </a:lnTo>
                  <a:close/>
                  <a:moveTo>
                    <a:pt x="819" y="7152"/>
                  </a:moveTo>
                  <a:lnTo>
                    <a:pt x="819" y="7152"/>
                  </a:lnTo>
                  <a:cubicBezTo>
                    <a:pt x="1134" y="7341"/>
                    <a:pt x="1512" y="7467"/>
                    <a:pt x="1859" y="7467"/>
                  </a:cubicBezTo>
                  <a:lnTo>
                    <a:pt x="4757" y="7467"/>
                  </a:lnTo>
                  <a:cubicBezTo>
                    <a:pt x="5167" y="7467"/>
                    <a:pt x="5513" y="7341"/>
                    <a:pt x="5797" y="7152"/>
                  </a:cubicBezTo>
                  <a:lnTo>
                    <a:pt x="5797" y="7152"/>
                  </a:lnTo>
                  <a:cubicBezTo>
                    <a:pt x="5797" y="8507"/>
                    <a:pt x="5545" y="9861"/>
                    <a:pt x="5198" y="10932"/>
                  </a:cubicBezTo>
                  <a:cubicBezTo>
                    <a:pt x="5041" y="11405"/>
                    <a:pt x="4600" y="11625"/>
                    <a:pt x="4001" y="11625"/>
                  </a:cubicBezTo>
                  <a:lnTo>
                    <a:pt x="2426" y="11625"/>
                  </a:lnTo>
                  <a:cubicBezTo>
                    <a:pt x="2016" y="11625"/>
                    <a:pt x="1607" y="11342"/>
                    <a:pt x="1449" y="10932"/>
                  </a:cubicBezTo>
                  <a:cubicBezTo>
                    <a:pt x="1071" y="9861"/>
                    <a:pt x="851" y="8507"/>
                    <a:pt x="819" y="7152"/>
                  </a:cubicBezTo>
                  <a:close/>
                  <a:moveTo>
                    <a:pt x="3308" y="0"/>
                  </a:moveTo>
                  <a:cubicBezTo>
                    <a:pt x="2174" y="0"/>
                    <a:pt x="1355" y="1103"/>
                    <a:pt x="851" y="2174"/>
                  </a:cubicBezTo>
                  <a:cubicBezTo>
                    <a:pt x="315" y="3466"/>
                    <a:pt x="0" y="5167"/>
                    <a:pt x="0" y="6931"/>
                  </a:cubicBezTo>
                  <a:cubicBezTo>
                    <a:pt x="0" y="8507"/>
                    <a:pt x="221" y="10019"/>
                    <a:pt x="662" y="11247"/>
                  </a:cubicBezTo>
                  <a:cubicBezTo>
                    <a:pt x="945" y="11972"/>
                    <a:pt x="1638" y="12508"/>
                    <a:pt x="2426" y="12508"/>
                  </a:cubicBezTo>
                  <a:lnTo>
                    <a:pt x="4001" y="12508"/>
                  </a:lnTo>
                  <a:cubicBezTo>
                    <a:pt x="4978" y="12508"/>
                    <a:pt x="5702" y="12035"/>
                    <a:pt x="5986" y="11247"/>
                  </a:cubicBezTo>
                  <a:cubicBezTo>
                    <a:pt x="6427" y="10050"/>
                    <a:pt x="6648" y="8507"/>
                    <a:pt x="6648" y="6931"/>
                  </a:cubicBezTo>
                  <a:cubicBezTo>
                    <a:pt x="6616" y="3214"/>
                    <a:pt x="5293" y="0"/>
                    <a:pt x="3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96" name="Google Shape;16696;p85"/>
          <p:cNvSpPr/>
          <p:nvPr/>
        </p:nvSpPr>
        <p:spPr>
          <a:xfrm>
            <a:off x="10748858" y="2586212"/>
            <a:ext cx="349941" cy="455632"/>
          </a:xfrm>
          <a:custGeom>
            <a:avLst/>
            <a:gdLst/>
            <a:ahLst/>
            <a:cxnLst/>
            <a:rect l="l" t="t" r="r" b="b"/>
            <a:pathLst>
              <a:path w="10870" h="14153" extrusionOk="0">
                <a:moveTo>
                  <a:pt x="8286" y="1702"/>
                </a:moveTo>
                <a:lnTo>
                  <a:pt x="8286" y="4222"/>
                </a:lnTo>
                <a:lnTo>
                  <a:pt x="2521" y="4222"/>
                </a:lnTo>
                <a:lnTo>
                  <a:pt x="2521" y="1702"/>
                </a:lnTo>
                <a:close/>
                <a:moveTo>
                  <a:pt x="8286" y="5041"/>
                </a:moveTo>
                <a:lnTo>
                  <a:pt x="8286" y="6680"/>
                </a:lnTo>
                <a:lnTo>
                  <a:pt x="2521" y="6680"/>
                </a:lnTo>
                <a:lnTo>
                  <a:pt x="2521" y="5041"/>
                </a:lnTo>
                <a:close/>
                <a:moveTo>
                  <a:pt x="1733" y="5262"/>
                </a:moveTo>
                <a:lnTo>
                  <a:pt x="1733" y="6680"/>
                </a:lnTo>
                <a:lnTo>
                  <a:pt x="1292" y="6680"/>
                </a:lnTo>
                <a:cubicBezTo>
                  <a:pt x="1134" y="6680"/>
                  <a:pt x="1008" y="6711"/>
                  <a:pt x="914" y="6774"/>
                </a:cubicBezTo>
                <a:lnTo>
                  <a:pt x="914" y="5703"/>
                </a:lnTo>
                <a:lnTo>
                  <a:pt x="1733" y="5262"/>
                </a:lnTo>
                <a:close/>
                <a:moveTo>
                  <a:pt x="9137" y="5262"/>
                </a:moveTo>
                <a:lnTo>
                  <a:pt x="9956" y="5703"/>
                </a:lnTo>
                <a:lnTo>
                  <a:pt x="9956" y="6774"/>
                </a:lnTo>
                <a:cubicBezTo>
                  <a:pt x="9830" y="6743"/>
                  <a:pt x="9672" y="6680"/>
                  <a:pt x="9515" y="6680"/>
                </a:cubicBezTo>
                <a:lnTo>
                  <a:pt x="9137" y="6680"/>
                </a:lnTo>
                <a:lnTo>
                  <a:pt x="9137" y="5262"/>
                </a:lnTo>
                <a:close/>
                <a:moveTo>
                  <a:pt x="9578" y="7467"/>
                </a:moveTo>
                <a:cubicBezTo>
                  <a:pt x="9798" y="7467"/>
                  <a:pt x="9987" y="7688"/>
                  <a:pt x="9987" y="7908"/>
                </a:cubicBezTo>
                <a:cubicBezTo>
                  <a:pt x="9956" y="8160"/>
                  <a:pt x="9798" y="8349"/>
                  <a:pt x="9578" y="8349"/>
                </a:cubicBezTo>
                <a:lnTo>
                  <a:pt x="1292" y="8349"/>
                </a:lnTo>
                <a:cubicBezTo>
                  <a:pt x="1071" y="8349"/>
                  <a:pt x="914" y="8160"/>
                  <a:pt x="914" y="7908"/>
                </a:cubicBezTo>
                <a:cubicBezTo>
                  <a:pt x="914" y="7688"/>
                  <a:pt x="1103" y="7467"/>
                  <a:pt x="1292" y="7467"/>
                </a:cubicBezTo>
                <a:close/>
                <a:moveTo>
                  <a:pt x="7467" y="9169"/>
                </a:moveTo>
                <a:lnTo>
                  <a:pt x="5419" y="10712"/>
                </a:lnTo>
                <a:lnTo>
                  <a:pt x="3340" y="9169"/>
                </a:lnTo>
                <a:close/>
                <a:moveTo>
                  <a:pt x="2048" y="1"/>
                </a:moveTo>
                <a:cubicBezTo>
                  <a:pt x="1796" y="1"/>
                  <a:pt x="1638" y="190"/>
                  <a:pt x="1638" y="442"/>
                </a:cubicBezTo>
                <a:lnTo>
                  <a:pt x="1638" y="4380"/>
                </a:lnTo>
                <a:lnTo>
                  <a:pt x="221" y="5073"/>
                </a:lnTo>
                <a:cubicBezTo>
                  <a:pt x="63" y="5167"/>
                  <a:pt x="0" y="5325"/>
                  <a:pt x="0" y="5419"/>
                </a:cubicBezTo>
                <a:lnTo>
                  <a:pt x="0" y="7908"/>
                </a:lnTo>
                <a:cubicBezTo>
                  <a:pt x="0" y="8570"/>
                  <a:pt x="536" y="9137"/>
                  <a:pt x="1260" y="9137"/>
                </a:cubicBezTo>
                <a:lnTo>
                  <a:pt x="1953" y="9137"/>
                </a:lnTo>
                <a:lnTo>
                  <a:pt x="4726" y="11216"/>
                </a:lnTo>
                <a:lnTo>
                  <a:pt x="1859" y="13390"/>
                </a:lnTo>
                <a:cubicBezTo>
                  <a:pt x="1638" y="13516"/>
                  <a:pt x="1607" y="13768"/>
                  <a:pt x="1764" y="13989"/>
                </a:cubicBezTo>
                <a:cubicBezTo>
                  <a:pt x="1836" y="14096"/>
                  <a:pt x="1958" y="14153"/>
                  <a:pt x="2085" y="14153"/>
                </a:cubicBezTo>
                <a:cubicBezTo>
                  <a:pt x="2182" y="14153"/>
                  <a:pt x="2281" y="14120"/>
                  <a:pt x="2363" y="14052"/>
                </a:cubicBezTo>
                <a:lnTo>
                  <a:pt x="5419" y="11783"/>
                </a:lnTo>
                <a:lnTo>
                  <a:pt x="8506" y="14052"/>
                </a:lnTo>
                <a:cubicBezTo>
                  <a:pt x="8591" y="14108"/>
                  <a:pt x="8689" y="14140"/>
                  <a:pt x="8785" y="14140"/>
                </a:cubicBezTo>
                <a:cubicBezTo>
                  <a:pt x="8903" y="14140"/>
                  <a:pt x="9018" y="14093"/>
                  <a:pt x="9105" y="13989"/>
                </a:cubicBezTo>
                <a:cubicBezTo>
                  <a:pt x="9200" y="13768"/>
                  <a:pt x="9200" y="13548"/>
                  <a:pt x="9011" y="13390"/>
                </a:cubicBezTo>
                <a:lnTo>
                  <a:pt x="6144" y="11216"/>
                </a:lnTo>
                <a:lnTo>
                  <a:pt x="8885" y="9137"/>
                </a:lnTo>
                <a:lnTo>
                  <a:pt x="9609" y="9137"/>
                </a:lnTo>
                <a:cubicBezTo>
                  <a:pt x="10271" y="9137"/>
                  <a:pt x="10869" y="8570"/>
                  <a:pt x="10869" y="7908"/>
                </a:cubicBezTo>
                <a:lnTo>
                  <a:pt x="10869" y="5419"/>
                </a:lnTo>
                <a:cubicBezTo>
                  <a:pt x="10869" y="5262"/>
                  <a:pt x="10775" y="5104"/>
                  <a:pt x="10617" y="5073"/>
                </a:cubicBezTo>
                <a:lnTo>
                  <a:pt x="9200" y="4380"/>
                </a:lnTo>
                <a:lnTo>
                  <a:pt x="9200" y="442"/>
                </a:lnTo>
                <a:lnTo>
                  <a:pt x="9137" y="442"/>
                </a:lnTo>
                <a:cubicBezTo>
                  <a:pt x="9137" y="190"/>
                  <a:pt x="8916" y="1"/>
                  <a:pt x="8695" y="1"/>
                </a:cubicBezTo>
                <a:cubicBezTo>
                  <a:pt x="8475" y="1"/>
                  <a:pt x="8254" y="190"/>
                  <a:pt x="8254" y="442"/>
                </a:cubicBezTo>
                <a:lnTo>
                  <a:pt x="8254" y="820"/>
                </a:lnTo>
                <a:lnTo>
                  <a:pt x="2489" y="820"/>
                </a:lnTo>
                <a:lnTo>
                  <a:pt x="2489" y="442"/>
                </a:lnTo>
                <a:cubicBezTo>
                  <a:pt x="2489" y="190"/>
                  <a:pt x="2268"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97" name="Google Shape;16697;p85"/>
          <p:cNvGrpSpPr/>
          <p:nvPr/>
        </p:nvGrpSpPr>
        <p:grpSpPr>
          <a:xfrm>
            <a:off x="10696110" y="3145790"/>
            <a:ext cx="455439" cy="426015"/>
            <a:chOff x="-10898100" y="2542050"/>
            <a:chExt cx="353675" cy="330825"/>
          </a:xfrm>
        </p:grpSpPr>
        <p:sp>
          <p:nvSpPr>
            <p:cNvPr id="16698" name="Google Shape;16698;p85"/>
            <p:cNvSpPr/>
            <p:nvPr/>
          </p:nvSpPr>
          <p:spPr>
            <a:xfrm>
              <a:off x="-10772875" y="2583800"/>
              <a:ext cx="82725" cy="82725"/>
            </a:xfrm>
            <a:custGeom>
              <a:avLst/>
              <a:gdLst/>
              <a:ahLst/>
              <a:cxnLst/>
              <a:rect l="l" t="t" r="r" b="b"/>
              <a:pathLst>
                <a:path w="3309" h="3309" extrusionOk="0">
                  <a:moveTo>
                    <a:pt x="1639" y="819"/>
                  </a:moveTo>
                  <a:cubicBezTo>
                    <a:pt x="2111" y="819"/>
                    <a:pt x="2490" y="1166"/>
                    <a:pt x="2490" y="1638"/>
                  </a:cubicBezTo>
                  <a:cubicBezTo>
                    <a:pt x="2490" y="2111"/>
                    <a:pt x="2111" y="2457"/>
                    <a:pt x="1639" y="2457"/>
                  </a:cubicBezTo>
                  <a:cubicBezTo>
                    <a:pt x="1166"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9" name="Google Shape;16699;p85"/>
            <p:cNvSpPr/>
            <p:nvPr/>
          </p:nvSpPr>
          <p:spPr>
            <a:xfrm>
              <a:off x="-10772875" y="2749200"/>
              <a:ext cx="82725" cy="81950"/>
            </a:xfrm>
            <a:custGeom>
              <a:avLst/>
              <a:gdLst/>
              <a:ahLst/>
              <a:cxnLst/>
              <a:rect l="l" t="t" r="r" b="b"/>
              <a:pathLst>
                <a:path w="3309" h="3278" extrusionOk="0">
                  <a:moveTo>
                    <a:pt x="1639" y="819"/>
                  </a:moveTo>
                  <a:cubicBezTo>
                    <a:pt x="2111" y="819"/>
                    <a:pt x="2490" y="1166"/>
                    <a:pt x="2490" y="1638"/>
                  </a:cubicBezTo>
                  <a:cubicBezTo>
                    <a:pt x="2490" y="2111"/>
                    <a:pt x="2111" y="2457"/>
                    <a:pt x="1639" y="2457"/>
                  </a:cubicBezTo>
                  <a:cubicBezTo>
                    <a:pt x="1229" y="2457"/>
                    <a:pt x="820" y="2079"/>
                    <a:pt x="820" y="1638"/>
                  </a:cubicBezTo>
                  <a:cubicBezTo>
                    <a:pt x="820" y="1166"/>
                    <a:pt x="1198" y="819"/>
                    <a:pt x="1639" y="819"/>
                  </a:cubicBezTo>
                  <a:close/>
                  <a:moveTo>
                    <a:pt x="1639" y="0"/>
                  </a:moveTo>
                  <a:cubicBezTo>
                    <a:pt x="757" y="0"/>
                    <a:pt x="1" y="725"/>
                    <a:pt x="1" y="1638"/>
                  </a:cubicBezTo>
                  <a:cubicBezTo>
                    <a:pt x="1" y="2552"/>
                    <a:pt x="757" y="3277"/>
                    <a:pt x="1639" y="3277"/>
                  </a:cubicBezTo>
                  <a:cubicBezTo>
                    <a:pt x="1658" y="3277"/>
                    <a:pt x="1677" y="3278"/>
                    <a:pt x="1696" y="3278"/>
                  </a:cubicBezTo>
                  <a:cubicBezTo>
                    <a:pt x="2613" y="3278"/>
                    <a:pt x="3309" y="2534"/>
                    <a:pt x="3309" y="1638"/>
                  </a:cubicBezTo>
                  <a:cubicBezTo>
                    <a:pt x="3309" y="725"/>
                    <a:pt x="2553" y="0"/>
                    <a:pt x="16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0" name="Google Shape;16700;p85"/>
            <p:cNvSpPr/>
            <p:nvPr/>
          </p:nvSpPr>
          <p:spPr>
            <a:xfrm>
              <a:off x="-10855575" y="2666500"/>
              <a:ext cx="82725" cy="81925"/>
            </a:xfrm>
            <a:custGeom>
              <a:avLst/>
              <a:gdLst/>
              <a:ahLst/>
              <a:cxnLst/>
              <a:rect l="l" t="t" r="r" b="b"/>
              <a:pathLst>
                <a:path w="3309" h="3277" extrusionOk="0">
                  <a:moveTo>
                    <a:pt x="1670" y="819"/>
                  </a:moveTo>
                  <a:cubicBezTo>
                    <a:pt x="2143" y="819"/>
                    <a:pt x="2490" y="1166"/>
                    <a:pt x="2490" y="1638"/>
                  </a:cubicBezTo>
                  <a:cubicBezTo>
                    <a:pt x="2490" y="2079"/>
                    <a:pt x="2111" y="2457"/>
                    <a:pt x="1670" y="2457"/>
                  </a:cubicBezTo>
                  <a:cubicBezTo>
                    <a:pt x="1166" y="2457"/>
                    <a:pt x="820" y="2111"/>
                    <a:pt x="820" y="1638"/>
                  </a:cubicBezTo>
                  <a:cubicBezTo>
                    <a:pt x="820" y="1166"/>
                    <a:pt x="1198" y="819"/>
                    <a:pt x="1670" y="819"/>
                  </a:cubicBezTo>
                  <a:close/>
                  <a:moveTo>
                    <a:pt x="1670" y="0"/>
                  </a:moveTo>
                  <a:cubicBezTo>
                    <a:pt x="757" y="0"/>
                    <a:pt x="1" y="725"/>
                    <a:pt x="1" y="1638"/>
                  </a:cubicBezTo>
                  <a:cubicBezTo>
                    <a:pt x="1" y="2552"/>
                    <a:pt x="757" y="3277"/>
                    <a:pt x="1670" y="3277"/>
                  </a:cubicBezTo>
                  <a:cubicBezTo>
                    <a:pt x="2553" y="3277"/>
                    <a:pt x="3309" y="2552"/>
                    <a:pt x="3309" y="1638"/>
                  </a:cubicBezTo>
                  <a:cubicBezTo>
                    <a:pt x="3309" y="725"/>
                    <a:pt x="2584" y="0"/>
                    <a:pt x="1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1" name="Google Shape;16701;p85"/>
            <p:cNvSpPr/>
            <p:nvPr/>
          </p:nvSpPr>
          <p:spPr>
            <a:xfrm>
              <a:off x="-10690175" y="2666500"/>
              <a:ext cx="82725" cy="82725"/>
            </a:xfrm>
            <a:custGeom>
              <a:avLst/>
              <a:gdLst/>
              <a:ahLst/>
              <a:cxnLst/>
              <a:rect l="l" t="t" r="r" b="b"/>
              <a:pathLst>
                <a:path w="3309" h="3309" extrusionOk="0">
                  <a:moveTo>
                    <a:pt x="1639" y="819"/>
                  </a:moveTo>
                  <a:cubicBezTo>
                    <a:pt x="2143" y="819"/>
                    <a:pt x="2490" y="1166"/>
                    <a:pt x="2490" y="1638"/>
                  </a:cubicBezTo>
                  <a:cubicBezTo>
                    <a:pt x="2490" y="2111"/>
                    <a:pt x="2112" y="2457"/>
                    <a:pt x="1639" y="2457"/>
                  </a:cubicBezTo>
                  <a:cubicBezTo>
                    <a:pt x="1198"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2" name="Google Shape;16702;p85"/>
            <p:cNvSpPr/>
            <p:nvPr/>
          </p:nvSpPr>
          <p:spPr>
            <a:xfrm>
              <a:off x="-10752400" y="2686975"/>
              <a:ext cx="41775" cy="40975"/>
            </a:xfrm>
            <a:custGeom>
              <a:avLst/>
              <a:gdLst/>
              <a:ahLst/>
              <a:cxnLst/>
              <a:rect l="l" t="t" r="r" b="b"/>
              <a:pathLst>
                <a:path w="1671" h="1639" extrusionOk="0">
                  <a:moveTo>
                    <a:pt x="851" y="0"/>
                  </a:moveTo>
                  <a:cubicBezTo>
                    <a:pt x="379" y="0"/>
                    <a:pt x="1" y="378"/>
                    <a:pt x="1" y="819"/>
                  </a:cubicBezTo>
                  <a:cubicBezTo>
                    <a:pt x="1" y="1260"/>
                    <a:pt x="379" y="1638"/>
                    <a:pt x="851" y="1638"/>
                  </a:cubicBezTo>
                  <a:cubicBezTo>
                    <a:pt x="1292" y="1638"/>
                    <a:pt x="1671" y="1260"/>
                    <a:pt x="1671" y="819"/>
                  </a:cubicBezTo>
                  <a:cubicBezTo>
                    <a:pt x="1671" y="378"/>
                    <a:pt x="1292" y="0"/>
                    <a:pt x="8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3" name="Google Shape;16703;p85"/>
            <p:cNvSpPr/>
            <p:nvPr/>
          </p:nvSpPr>
          <p:spPr>
            <a:xfrm>
              <a:off x="-10898100" y="2542050"/>
              <a:ext cx="353675" cy="330825"/>
            </a:xfrm>
            <a:custGeom>
              <a:avLst/>
              <a:gdLst/>
              <a:ahLst/>
              <a:cxnLst/>
              <a:rect l="l" t="t" r="r" b="b"/>
              <a:pathLst>
                <a:path w="14147" h="13233" extrusionOk="0">
                  <a:moveTo>
                    <a:pt x="6711" y="819"/>
                  </a:moveTo>
                  <a:cubicBezTo>
                    <a:pt x="9893" y="819"/>
                    <a:pt x="12476" y="3434"/>
                    <a:pt x="12476" y="6616"/>
                  </a:cubicBezTo>
                  <a:cubicBezTo>
                    <a:pt x="12476" y="9798"/>
                    <a:pt x="9893" y="12413"/>
                    <a:pt x="6711" y="12413"/>
                  </a:cubicBezTo>
                  <a:cubicBezTo>
                    <a:pt x="3466" y="12413"/>
                    <a:pt x="883" y="9798"/>
                    <a:pt x="883" y="6616"/>
                  </a:cubicBezTo>
                  <a:cubicBezTo>
                    <a:pt x="883" y="3434"/>
                    <a:pt x="3466" y="819"/>
                    <a:pt x="6711" y="819"/>
                  </a:cubicBezTo>
                  <a:close/>
                  <a:moveTo>
                    <a:pt x="13358" y="10743"/>
                  </a:moveTo>
                  <a:lnTo>
                    <a:pt x="13358" y="12413"/>
                  </a:lnTo>
                  <a:lnTo>
                    <a:pt x="9893" y="12413"/>
                  </a:lnTo>
                  <a:cubicBezTo>
                    <a:pt x="10649" y="12004"/>
                    <a:pt x="11311" y="11468"/>
                    <a:pt x="11846" y="10743"/>
                  </a:cubicBezTo>
                  <a:close/>
                  <a:moveTo>
                    <a:pt x="6648" y="0"/>
                  </a:moveTo>
                  <a:cubicBezTo>
                    <a:pt x="2993" y="0"/>
                    <a:pt x="0" y="2962"/>
                    <a:pt x="0" y="6616"/>
                  </a:cubicBezTo>
                  <a:cubicBezTo>
                    <a:pt x="0" y="10082"/>
                    <a:pt x="2678" y="12917"/>
                    <a:pt x="6112" y="13201"/>
                  </a:cubicBezTo>
                  <a:cubicBezTo>
                    <a:pt x="6144" y="13201"/>
                    <a:pt x="6175" y="13232"/>
                    <a:pt x="6238" y="13232"/>
                  </a:cubicBezTo>
                  <a:lnTo>
                    <a:pt x="13705" y="13232"/>
                  </a:lnTo>
                  <a:cubicBezTo>
                    <a:pt x="13957" y="13232"/>
                    <a:pt x="14146" y="13043"/>
                    <a:pt x="14146" y="12791"/>
                  </a:cubicBezTo>
                  <a:lnTo>
                    <a:pt x="14146" y="10302"/>
                  </a:lnTo>
                  <a:cubicBezTo>
                    <a:pt x="14146" y="10082"/>
                    <a:pt x="13957" y="9924"/>
                    <a:pt x="13737" y="9924"/>
                  </a:cubicBezTo>
                  <a:lnTo>
                    <a:pt x="12413" y="9924"/>
                  </a:lnTo>
                  <a:cubicBezTo>
                    <a:pt x="13012" y="8948"/>
                    <a:pt x="13264" y="7814"/>
                    <a:pt x="13264" y="6616"/>
                  </a:cubicBezTo>
                  <a:cubicBezTo>
                    <a:pt x="13264" y="2962"/>
                    <a:pt x="10334" y="0"/>
                    <a:pt x="66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04" name="Google Shape;16704;p85"/>
          <p:cNvGrpSpPr/>
          <p:nvPr/>
        </p:nvGrpSpPr>
        <p:grpSpPr>
          <a:xfrm>
            <a:off x="8279489" y="3706943"/>
            <a:ext cx="453411" cy="452573"/>
            <a:chOff x="-9157450" y="1622750"/>
            <a:chExt cx="352100" cy="351450"/>
          </a:xfrm>
        </p:grpSpPr>
        <p:sp>
          <p:nvSpPr>
            <p:cNvPr id="16705" name="Google Shape;16705;p85"/>
            <p:cNvSpPr/>
            <p:nvPr/>
          </p:nvSpPr>
          <p:spPr>
            <a:xfrm>
              <a:off x="-9034575" y="1706075"/>
              <a:ext cx="229225" cy="268125"/>
            </a:xfrm>
            <a:custGeom>
              <a:avLst/>
              <a:gdLst/>
              <a:ahLst/>
              <a:cxnLst/>
              <a:rect l="l" t="t" r="r" b="b"/>
              <a:pathLst>
                <a:path w="9169" h="10725" extrusionOk="0">
                  <a:moveTo>
                    <a:pt x="8317" y="989"/>
                  </a:moveTo>
                  <a:lnTo>
                    <a:pt x="8317" y="1777"/>
                  </a:lnTo>
                  <a:lnTo>
                    <a:pt x="3308" y="3195"/>
                  </a:lnTo>
                  <a:lnTo>
                    <a:pt x="3308" y="2407"/>
                  </a:lnTo>
                  <a:lnTo>
                    <a:pt x="8317" y="989"/>
                  </a:lnTo>
                  <a:close/>
                  <a:moveTo>
                    <a:pt x="7498" y="6629"/>
                  </a:moveTo>
                  <a:cubicBezTo>
                    <a:pt x="7971" y="6629"/>
                    <a:pt x="8317" y="6975"/>
                    <a:pt x="8317" y="7448"/>
                  </a:cubicBezTo>
                  <a:cubicBezTo>
                    <a:pt x="8317" y="7920"/>
                    <a:pt x="7971" y="8267"/>
                    <a:pt x="7498" y="8267"/>
                  </a:cubicBezTo>
                  <a:cubicBezTo>
                    <a:pt x="7026" y="8267"/>
                    <a:pt x="6679" y="7920"/>
                    <a:pt x="6679" y="7448"/>
                  </a:cubicBezTo>
                  <a:cubicBezTo>
                    <a:pt x="6679" y="6975"/>
                    <a:pt x="7026" y="6629"/>
                    <a:pt x="7498" y="6629"/>
                  </a:cubicBezTo>
                  <a:close/>
                  <a:moveTo>
                    <a:pt x="1670" y="8267"/>
                  </a:moveTo>
                  <a:cubicBezTo>
                    <a:pt x="2142" y="8267"/>
                    <a:pt x="2489" y="8645"/>
                    <a:pt x="2489" y="9118"/>
                  </a:cubicBezTo>
                  <a:cubicBezTo>
                    <a:pt x="2489" y="9590"/>
                    <a:pt x="2111" y="9937"/>
                    <a:pt x="1670" y="9937"/>
                  </a:cubicBezTo>
                  <a:cubicBezTo>
                    <a:pt x="1197" y="9937"/>
                    <a:pt x="851" y="9590"/>
                    <a:pt x="851" y="9118"/>
                  </a:cubicBezTo>
                  <a:cubicBezTo>
                    <a:pt x="851" y="8645"/>
                    <a:pt x="1197" y="8267"/>
                    <a:pt x="1670" y="8267"/>
                  </a:cubicBezTo>
                  <a:close/>
                  <a:moveTo>
                    <a:pt x="8733" y="0"/>
                  </a:moveTo>
                  <a:cubicBezTo>
                    <a:pt x="8700" y="0"/>
                    <a:pt x="8666" y="4"/>
                    <a:pt x="8632" y="13"/>
                  </a:cubicBezTo>
                  <a:lnTo>
                    <a:pt x="2804" y="1651"/>
                  </a:lnTo>
                  <a:cubicBezTo>
                    <a:pt x="2615" y="1714"/>
                    <a:pt x="2489" y="1872"/>
                    <a:pt x="2489" y="2061"/>
                  </a:cubicBezTo>
                  <a:lnTo>
                    <a:pt x="2489" y="7637"/>
                  </a:lnTo>
                  <a:cubicBezTo>
                    <a:pt x="2268" y="7479"/>
                    <a:pt x="1985" y="7416"/>
                    <a:pt x="1670" y="7416"/>
                  </a:cubicBezTo>
                  <a:cubicBezTo>
                    <a:pt x="756" y="7416"/>
                    <a:pt x="0" y="8172"/>
                    <a:pt x="0" y="9055"/>
                  </a:cubicBezTo>
                  <a:cubicBezTo>
                    <a:pt x="0" y="9968"/>
                    <a:pt x="756" y="10724"/>
                    <a:pt x="1670" y="10724"/>
                  </a:cubicBezTo>
                  <a:cubicBezTo>
                    <a:pt x="2584" y="10724"/>
                    <a:pt x="3340" y="9968"/>
                    <a:pt x="3340" y="9055"/>
                  </a:cubicBezTo>
                  <a:lnTo>
                    <a:pt x="3340" y="3982"/>
                  </a:lnTo>
                  <a:lnTo>
                    <a:pt x="8317" y="2565"/>
                  </a:lnTo>
                  <a:lnTo>
                    <a:pt x="8317" y="5967"/>
                  </a:lnTo>
                  <a:cubicBezTo>
                    <a:pt x="8097" y="5810"/>
                    <a:pt x="7813" y="5715"/>
                    <a:pt x="7498" y="5715"/>
                  </a:cubicBezTo>
                  <a:cubicBezTo>
                    <a:pt x="6585" y="5715"/>
                    <a:pt x="5860" y="6471"/>
                    <a:pt x="5860" y="7385"/>
                  </a:cubicBezTo>
                  <a:cubicBezTo>
                    <a:pt x="5860" y="8267"/>
                    <a:pt x="6585" y="9023"/>
                    <a:pt x="7498" y="9023"/>
                  </a:cubicBezTo>
                  <a:cubicBezTo>
                    <a:pt x="8412" y="9023"/>
                    <a:pt x="9168" y="8267"/>
                    <a:pt x="9168" y="7385"/>
                  </a:cubicBezTo>
                  <a:lnTo>
                    <a:pt x="9168" y="359"/>
                  </a:lnTo>
                  <a:cubicBezTo>
                    <a:pt x="9137" y="296"/>
                    <a:pt x="9105" y="170"/>
                    <a:pt x="8979" y="76"/>
                  </a:cubicBezTo>
                  <a:cubicBezTo>
                    <a:pt x="8910" y="30"/>
                    <a:pt x="8824" y="0"/>
                    <a:pt x="8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6" name="Google Shape;16706;p85"/>
            <p:cNvSpPr/>
            <p:nvPr/>
          </p:nvSpPr>
          <p:spPr>
            <a:xfrm>
              <a:off x="-9157450" y="1622750"/>
              <a:ext cx="164625" cy="249850"/>
            </a:xfrm>
            <a:custGeom>
              <a:avLst/>
              <a:gdLst/>
              <a:ahLst/>
              <a:cxnLst/>
              <a:rect l="l" t="t" r="r" b="b"/>
              <a:pathLst>
                <a:path w="6585" h="9994" extrusionOk="0">
                  <a:moveTo>
                    <a:pt x="1607" y="7473"/>
                  </a:moveTo>
                  <a:cubicBezTo>
                    <a:pt x="2080" y="7473"/>
                    <a:pt x="2458" y="7819"/>
                    <a:pt x="2458" y="8292"/>
                  </a:cubicBezTo>
                  <a:cubicBezTo>
                    <a:pt x="2458" y="8765"/>
                    <a:pt x="2048" y="9143"/>
                    <a:pt x="1607" y="9143"/>
                  </a:cubicBezTo>
                  <a:cubicBezTo>
                    <a:pt x="1135" y="9143"/>
                    <a:pt x="788" y="8765"/>
                    <a:pt x="788" y="8292"/>
                  </a:cubicBezTo>
                  <a:cubicBezTo>
                    <a:pt x="788" y="7819"/>
                    <a:pt x="1135" y="7473"/>
                    <a:pt x="1607" y="7473"/>
                  </a:cubicBezTo>
                  <a:close/>
                  <a:moveTo>
                    <a:pt x="2922" y="0"/>
                  </a:moveTo>
                  <a:cubicBezTo>
                    <a:pt x="2874" y="0"/>
                    <a:pt x="2825" y="12"/>
                    <a:pt x="2773" y="38"/>
                  </a:cubicBezTo>
                  <a:cubicBezTo>
                    <a:pt x="2615" y="69"/>
                    <a:pt x="2489" y="227"/>
                    <a:pt x="2489" y="416"/>
                  </a:cubicBezTo>
                  <a:lnTo>
                    <a:pt x="2489" y="6906"/>
                  </a:lnTo>
                  <a:cubicBezTo>
                    <a:pt x="2237" y="6748"/>
                    <a:pt x="1985" y="6685"/>
                    <a:pt x="1670" y="6685"/>
                  </a:cubicBezTo>
                  <a:cubicBezTo>
                    <a:pt x="756" y="6685"/>
                    <a:pt x="0" y="7441"/>
                    <a:pt x="0" y="8355"/>
                  </a:cubicBezTo>
                  <a:cubicBezTo>
                    <a:pt x="0" y="9237"/>
                    <a:pt x="756" y="9993"/>
                    <a:pt x="1670" y="9993"/>
                  </a:cubicBezTo>
                  <a:cubicBezTo>
                    <a:pt x="2552" y="9993"/>
                    <a:pt x="3308" y="9237"/>
                    <a:pt x="3308" y="8355"/>
                  </a:cubicBezTo>
                  <a:lnTo>
                    <a:pt x="3308" y="1739"/>
                  </a:lnTo>
                  <a:cubicBezTo>
                    <a:pt x="3812" y="2369"/>
                    <a:pt x="4443" y="2999"/>
                    <a:pt x="5293" y="3566"/>
                  </a:cubicBezTo>
                  <a:cubicBezTo>
                    <a:pt x="5608" y="3818"/>
                    <a:pt x="5797" y="4165"/>
                    <a:pt x="5797" y="4574"/>
                  </a:cubicBezTo>
                  <a:cubicBezTo>
                    <a:pt x="5797" y="5236"/>
                    <a:pt x="5230" y="5835"/>
                    <a:pt x="4569" y="5835"/>
                  </a:cubicBezTo>
                  <a:cubicBezTo>
                    <a:pt x="4348" y="5835"/>
                    <a:pt x="4190" y="6024"/>
                    <a:pt x="4190" y="6244"/>
                  </a:cubicBezTo>
                  <a:cubicBezTo>
                    <a:pt x="4190" y="6496"/>
                    <a:pt x="4380" y="6654"/>
                    <a:pt x="4569" y="6654"/>
                  </a:cubicBezTo>
                  <a:cubicBezTo>
                    <a:pt x="5640" y="6654"/>
                    <a:pt x="6585" y="5740"/>
                    <a:pt x="6585" y="4606"/>
                  </a:cubicBezTo>
                  <a:cubicBezTo>
                    <a:pt x="6585" y="3944"/>
                    <a:pt x="6270" y="3314"/>
                    <a:pt x="5766" y="2936"/>
                  </a:cubicBezTo>
                  <a:cubicBezTo>
                    <a:pt x="4852" y="2275"/>
                    <a:pt x="4190" y="1613"/>
                    <a:pt x="3718" y="888"/>
                  </a:cubicBezTo>
                  <a:lnTo>
                    <a:pt x="3245" y="195"/>
                  </a:lnTo>
                  <a:cubicBezTo>
                    <a:pt x="3154" y="81"/>
                    <a:pt x="3046" y="0"/>
                    <a:pt x="292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07" name="Google Shape;16707;p85"/>
          <p:cNvGrpSpPr/>
          <p:nvPr/>
        </p:nvGrpSpPr>
        <p:grpSpPr>
          <a:xfrm>
            <a:off x="8330212" y="4251299"/>
            <a:ext cx="351969" cy="451383"/>
            <a:chOff x="-9119650" y="2056875"/>
            <a:chExt cx="273325" cy="350525"/>
          </a:xfrm>
        </p:grpSpPr>
        <p:sp>
          <p:nvSpPr>
            <p:cNvPr id="16708" name="Google Shape;16708;p85"/>
            <p:cNvSpPr/>
            <p:nvPr/>
          </p:nvSpPr>
          <p:spPr>
            <a:xfrm>
              <a:off x="-9023550" y="2056875"/>
              <a:ext cx="82725" cy="82725"/>
            </a:xfrm>
            <a:custGeom>
              <a:avLst/>
              <a:gdLst/>
              <a:ahLst/>
              <a:cxnLst/>
              <a:rect l="l" t="t" r="r" b="b"/>
              <a:pathLst>
                <a:path w="3309" h="3309" extrusionOk="0">
                  <a:moveTo>
                    <a:pt x="1670" y="819"/>
                  </a:moveTo>
                  <a:cubicBezTo>
                    <a:pt x="2143" y="819"/>
                    <a:pt x="2489" y="1166"/>
                    <a:pt x="2489" y="1639"/>
                  </a:cubicBezTo>
                  <a:cubicBezTo>
                    <a:pt x="2489" y="2080"/>
                    <a:pt x="2143" y="2489"/>
                    <a:pt x="1670" y="2489"/>
                  </a:cubicBezTo>
                  <a:cubicBezTo>
                    <a:pt x="1197" y="2489"/>
                    <a:pt x="819" y="2111"/>
                    <a:pt x="819" y="1639"/>
                  </a:cubicBezTo>
                  <a:cubicBezTo>
                    <a:pt x="819" y="1166"/>
                    <a:pt x="1197" y="819"/>
                    <a:pt x="1670" y="819"/>
                  </a:cubicBezTo>
                  <a:close/>
                  <a:moveTo>
                    <a:pt x="1670" y="0"/>
                  </a:moveTo>
                  <a:cubicBezTo>
                    <a:pt x="756" y="0"/>
                    <a:pt x="0" y="756"/>
                    <a:pt x="0" y="1639"/>
                  </a:cubicBezTo>
                  <a:cubicBezTo>
                    <a:pt x="0" y="2552"/>
                    <a:pt x="756" y="3308"/>
                    <a:pt x="1670" y="3308"/>
                  </a:cubicBezTo>
                  <a:cubicBezTo>
                    <a:pt x="2552" y="3308"/>
                    <a:pt x="3308" y="2552"/>
                    <a:pt x="3308" y="1639"/>
                  </a:cubicBezTo>
                  <a:cubicBezTo>
                    <a:pt x="3308" y="756"/>
                    <a:pt x="2552" y="0"/>
                    <a:pt x="1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9" name="Google Shape;16709;p85"/>
            <p:cNvSpPr/>
            <p:nvPr/>
          </p:nvSpPr>
          <p:spPr>
            <a:xfrm>
              <a:off x="-9119650" y="2137200"/>
              <a:ext cx="273325" cy="270200"/>
            </a:xfrm>
            <a:custGeom>
              <a:avLst/>
              <a:gdLst/>
              <a:ahLst/>
              <a:cxnLst/>
              <a:rect l="l" t="t" r="r" b="b"/>
              <a:pathLst>
                <a:path w="10933" h="10808" extrusionOk="0">
                  <a:moveTo>
                    <a:pt x="9641" y="915"/>
                  </a:moveTo>
                  <a:cubicBezTo>
                    <a:pt x="9862" y="915"/>
                    <a:pt x="10082" y="1104"/>
                    <a:pt x="10082" y="1356"/>
                  </a:cubicBezTo>
                  <a:cubicBezTo>
                    <a:pt x="10082" y="1576"/>
                    <a:pt x="9862" y="1734"/>
                    <a:pt x="9641" y="1734"/>
                  </a:cubicBezTo>
                  <a:lnTo>
                    <a:pt x="6333" y="1734"/>
                  </a:lnTo>
                  <a:cubicBezTo>
                    <a:pt x="6081" y="1734"/>
                    <a:pt x="5924" y="1923"/>
                    <a:pt x="5924" y="2175"/>
                  </a:cubicBezTo>
                  <a:lnTo>
                    <a:pt x="5924" y="9641"/>
                  </a:lnTo>
                  <a:cubicBezTo>
                    <a:pt x="5924" y="9893"/>
                    <a:pt x="5734" y="10051"/>
                    <a:pt x="5514" y="10051"/>
                  </a:cubicBezTo>
                  <a:cubicBezTo>
                    <a:pt x="5262" y="10051"/>
                    <a:pt x="5104" y="9862"/>
                    <a:pt x="5104" y="9641"/>
                  </a:cubicBezTo>
                  <a:lnTo>
                    <a:pt x="5104" y="5703"/>
                  </a:lnTo>
                  <a:cubicBezTo>
                    <a:pt x="5104" y="5459"/>
                    <a:pt x="4917" y="5293"/>
                    <a:pt x="4707" y="5293"/>
                  </a:cubicBezTo>
                  <a:cubicBezTo>
                    <a:pt x="4619" y="5293"/>
                    <a:pt x="4527" y="5323"/>
                    <a:pt x="4443" y="5388"/>
                  </a:cubicBezTo>
                  <a:lnTo>
                    <a:pt x="1639" y="7531"/>
                  </a:lnTo>
                  <a:cubicBezTo>
                    <a:pt x="1557" y="7585"/>
                    <a:pt x="1464" y="7616"/>
                    <a:pt x="1372" y="7616"/>
                  </a:cubicBezTo>
                  <a:cubicBezTo>
                    <a:pt x="1250" y="7616"/>
                    <a:pt x="1130" y="7562"/>
                    <a:pt x="1040" y="7436"/>
                  </a:cubicBezTo>
                  <a:cubicBezTo>
                    <a:pt x="946" y="7247"/>
                    <a:pt x="946" y="7026"/>
                    <a:pt x="1135" y="6869"/>
                  </a:cubicBezTo>
                  <a:lnTo>
                    <a:pt x="4947" y="4033"/>
                  </a:lnTo>
                  <a:cubicBezTo>
                    <a:pt x="5073" y="3939"/>
                    <a:pt x="5104" y="3844"/>
                    <a:pt x="5104" y="3718"/>
                  </a:cubicBezTo>
                  <a:lnTo>
                    <a:pt x="5104" y="2206"/>
                  </a:lnTo>
                  <a:cubicBezTo>
                    <a:pt x="5104" y="1986"/>
                    <a:pt x="4915" y="1765"/>
                    <a:pt x="4726" y="1765"/>
                  </a:cubicBezTo>
                  <a:lnTo>
                    <a:pt x="1418" y="1765"/>
                  </a:lnTo>
                  <a:cubicBezTo>
                    <a:pt x="1166" y="1765"/>
                    <a:pt x="1009" y="1576"/>
                    <a:pt x="1009" y="1387"/>
                  </a:cubicBezTo>
                  <a:cubicBezTo>
                    <a:pt x="1009" y="1135"/>
                    <a:pt x="1198" y="946"/>
                    <a:pt x="1418" y="946"/>
                  </a:cubicBezTo>
                  <a:lnTo>
                    <a:pt x="9641" y="946"/>
                  </a:lnTo>
                  <a:lnTo>
                    <a:pt x="9641" y="915"/>
                  </a:lnTo>
                  <a:close/>
                  <a:moveTo>
                    <a:pt x="1355" y="1"/>
                  </a:moveTo>
                  <a:cubicBezTo>
                    <a:pt x="694" y="95"/>
                    <a:pt x="158" y="631"/>
                    <a:pt x="158" y="1293"/>
                  </a:cubicBezTo>
                  <a:cubicBezTo>
                    <a:pt x="158" y="1986"/>
                    <a:pt x="694" y="2521"/>
                    <a:pt x="1355" y="2521"/>
                  </a:cubicBezTo>
                  <a:lnTo>
                    <a:pt x="4285" y="2521"/>
                  </a:lnTo>
                  <a:lnTo>
                    <a:pt x="4285" y="3403"/>
                  </a:lnTo>
                  <a:lnTo>
                    <a:pt x="662" y="6113"/>
                  </a:lnTo>
                  <a:cubicBezTo>
                    <a:pt x="95" y="6491"/>
                    <a:pt x="1" y="7278"/>
                    <a:pt x="410" y="7846"/>
                  </a:cubicBezTo>
                  <a:cubicBezTo>
                    <a:pt x="651" y="8160"/>
                    <a:pt x="1022" y="8333"/>
                    <a:pt x="1396" y="8333"/>
                  </a:cubicBezTo>
                  <a:cubicBezTo>
                    <a:pt x="1658" y="8333"/>
                    <a:pt x="1922" y="8248"/>
                    <a:pt x="2143" y="8066"/>
                  </a:cubicBezTo>
                  <a:lnTo>
                    <a:pt x="4317" y="6459"/>
                  </a:lnTo>
                  <a:lnTo>
                    <a:pt x="4317" y="9578"/>
                  </a:lnTo>
                  <a:cubicBezTo>
                    <a:pt x="4317" y="10240"/>
                    <a:pt x="4884" y="10807"/>
                    <a:pt x="5545" y="10807"/>
                  </a:cubicBezTo>
                  <a:cubicBezTo>
                    <a:pt x="6207" y="10807"/>
                    <a:pt x="6806" y="10240"/>
                    <a:pt x="6806" y="9578"/>
                  </a:cubicBezTo>
                  <a:lnTo>
                    <a:pt x="6806" y="2490"/>
                  </a:lnTo>
                  <a:lnTo>
                    <a:pt x="9673" y="2490"/>
                  </a:lnTo>
                  <a:cubicBezTo>
                    <a:pt x="10334" y="2490"/>
                    <a:pt x="10933" y="1923"/>
                    <a:pt x="10933" y="1261"/>
                  </a:cubicBezTo>
                  <a:cubicBezTo>
                    <a:pt x="10933" y="599"/>
                    <a:pt x="10397" y="1"/>
                    <a:pt x="96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10" name="Google Shape;16710;p85"/>
          <p:cNvSpPr/>
          <p:nvPr/>
        </p:nvSpPr>
        <p:spPr>
          <a:xfrm>
            <a:off x="10697123" y="4289866"/>
            <a:ext cx="453411" cy="455407"/>
          </a:xfrm>
          <a:custGeom>
            <a:avLst/>
            <a:gdLst/>
            <a:ahLst/>
            <a:cxnLst/>
            <a:rect l="l" t="t" r="r" b="b"/>
            <a:pathLst>
              <a:path w="14084" h="14146" extrusionOk="0">
                <a:moveTo>
                  <a:pt x="5829" y="5261"/>
                </a:moveTo>
                <a:lnTo>
                  <a:pt x="6963" y="6585"/>
                </a:lnTo>
                <a:lnTo>
                  <a:pt x="5829" y="6585"/>
                </a:lnTo>
                <a:lnTo>
                  <a:pt x="5829" y="5261"/>
                </a:lnTo>
                <a:close/>
                <a:moveTo>
                  <a:pt x="6333" y="788"/>
                </a:moveTo>
                <a:cubicBezTo>
                  <a:pt x="6648" y="788"/>
                  <a:pt x="6963" y="914"/>
                  <a:pt x="7215" y="1166"/>
                </a:cubicBezTo>
                <a:lnTo>
                  <a:pt x="7877" y="1827"/>
                </a:lnTo>
                <a:cubicBezTo>
                  <a:pt x="8287" y="2205"/>
                  <a:pt x="8791" y="2426"/>
                  <a:pt x="9326" y="2426"/>
                </a:cubicBezTo>
                <a:lnTo>
                  <a:pt x="10334" y="2426"/>
                </a:lnTo>
                <a:cubicBezTo>
                  <a:pt x="11469" y="2426"/>
                  <a:pt x="12414" y="3371"/>
                  <a:pt x="12414" y="4505"/>
                </a:cubicBezTo>
                <a:cubicBezTo>
                  <a:pt x="12414" y="5639"/>
                  <a:pt x="11469" y="6585"/>
                  <a:pt x="10334" y="6585"/>
                </a:cubicBezTo>
                <a:lnTo>
                  <a:pt x="8003" y="6585"/>
                </a:lnTo>
                <a:lnTo>
                  <a:pt x="5766" y="4033"/>
                </a:lnTo>
                <a:lnTo>
                  <a:pt x="5766" y="2048"/>
                </a:lnTo>
                <a:cubicBezTo>
                  <a:pt x="5766" y="1827"/>
                  <a:pt x="5546" y="1670"/>
                  <a:pt x="5357" y="1670"/>
                </a:cubicBezTo>
                <a:cubicBezTo>
                  <a:pt x="5168" y="1670"/>
                  <a:pt x="4979" y="1859"/>
                  <a:pt x="4979" y="2048"/>
                </a:cubicBezTo>
                <a:lnTo>
                  <a:pt x="4979" y="3087"/>
                </a:lnTo>
                <a:lnTo>
                  <a:pt x="2994" y="788"/>
                </a:lnTo>
                <a:close/>
                <a:moveTo>
                  <a:pt x="13233" y="7341"/>
                </a:moveTo>
                <a:lnTo>
                  <a:pt x="13233" y="9451"/>
                </a:lnTo>
                <a:lnTo>
                  <a:pt x="13264" y="9451"/>
                </a:lnTo>
                <a:cubicBezTo>
                  <a:pt x="13264" y="9704"/>
                  <a:pt x="13075" y="9893"/>
                  <a:pt x="12886" y="9893"/>
                </a:cubicBezTo>
                <a:lnTo>
                  <a:pt x="820" y="9893"/>
                </a:lnTo>
                <a:lnTo>
                  <a:pt x="820" y="9451"/>
                </a:lnTo>
                <a:cubicBezTo>
                  <a:pt x="820" y="9231"/>
                  <a:pt x="1009" y="9042"/>
                  <a:pt x="1230" y="9042"/>
                </a:cubicBezTo>
                <a:lnTo>
                  <a:pt x="2049" y="9042"/>
                </a:lnTo>
                <a:cubicBezTo>
                  <a:pt x="2269" y="9042"/>
                  <a:pt x="2427" y="8821"/>
                  <a:pt x="2427" y="8601"/>
                </a:cubicBezTo>
                <a:lnTo>
                  <a:pt x="2427" y="7782"/>
                </a:lnTo>
                <a:cubicBezTo>
                  <a:pt x="2427" y="7530"/>
                  <a:pt x="2647" y="7341"/>
                  <a:pt x="2836" y="7341"/>
                </a:cubicBezTo>
                <a:close/>
                <a:moveTo>
                  <a:pt x="2427" y="10712"/>
                </a:moveTo>
                <a:lnTo>
                  <a:pt x="2112" y="13232"/>
                </a:lnTo>
                <a:lnTo>
                  <a:pt x="2049" y="13232"/>
                </a:lnTo>
                <a:lnTo>
                  <a:pt x="1734" y="10712"/>
                </a:lnTo>
                <a:close/>
                <a:moveTo>
                  <a:pt x="9043" y="10712"/>
                </a:moveTo>
                <a:lnTo>
                  <a:pt x="8728" y="13232"/>
                </a:lnTo>
                <a:lnTo>
                  <a:pt x="8665" y="13232"/>
                </a:lnTo>
                <a:lnTo>
                  <a:pt x="8350" y="10712"/>
                </a:lnTo>
                <a:close/>
                <a:moveTo>
                  <a:pt x="12414" y="10712"/>
                </a:moveTo>
                <a:lnTo>
                  <a:pt x="12099" y="13232"/>
                </a:lnTo>
                <a:lnTo>
                  <a:pt x="12004" y="13232"/>
                </a:lnTo>
                <a:lnTo>
                  <a:pt x="11689" y="10712"/>
                </a:lnTo>
                <a:close/>
                <a:moveTo>
                  <a:pt x="2080" y="0"/>
                </a:moveTo>
                <a:cubicBezTo>
                  <a:pt x="1923" y="0"/>
                  <a:pt x="1765" y="95"/>
                  <a:pt x="1702" y="252"/>
                </a:cubicBezTo>
                <a:cubicBezTo>
                  <a:pt x="1608" y="410"/>
                  <a:pt x="1639" y="567"/>
                  <a:pt x="1765" y="662"/>
                </a:cubicBezTo>
                <a:lnTo>
                  <a:pt x="4947" y="4348"/>
                </a:lnTo>
                <a:lnTo>
                  <a:pt x="4947" y="6616"/>
                </a:lnTo>
                <a:lnTo>
                  <a:pt x="2868" y="6616"/>
                </a:lnTo>
                <a:cubicBezTo>
                  <a:pt x="2206" y="6616"/>
                  <a:pt x="1608" y="7183"/>
                  <a:pt x="1608" y="7876"/>
                </a:cubicBezTo>
                <a:lnTo>
                  <a:pt x="1608" y="8286"/>
                </a:lnTo>
                <a:lnTo>
                  <a:pt x="1230" y="8286"/>
                </a:lnTo>
                <a:cubicBezTo>
                  <a:pt x="536" y="8286"/>
                  <a:pt x="1" y="8821"/>
                  <a:pt x="1" y="9546"/>
                </a:cubicBezTo>
                <a:lnTo>
                  <a:pt x="1" y="10365"/>
                </a:lnTo>
                <a:cubicBezTo>
                  <a:pt x="1" y="10586"/>
                  <a:pt x="190" y="10806"/>
                  <a:pt x="379" y="10806"/>
                </a:cubicBezTo>
                <a:lnTo>
                  <a:pt x="851" y="10806"/>
                </a:lnTo>
                <a:lnTo>
                  <a:pt x="1230" y="13799"/>
                </a:lnTo>
                <a:cubicBezTo>
                  <a:pt x="1261" y="13988"/>
                  <a:pt x="1419" y="14146"/>
                  <a:pt x="1608" y="14146"/>
                </a:cubicBezTo>
                <a:lnTo>
                  <a:pt x="2427" y="14146"/>
                </a:lnTo>
                <a:cubicBezTo>
                  <a:pt x="2647" y="14146"/>
                  <a:pt x="2836" y="13988"/>
                  <a:pt x="2836" y="13799"/>
                </a:cubicBezTo>
                <a:lnTo>
                  <a:pt x="3183" y="10806"/>
                </a:lnTo>
                <a:lnTo>
                  <a:pt x="7436" y="10806"/>
                </a:lnTo>
                <a:lnTo>
                  <a:pt x="7783" y="13799"/>
                </a:lnTo>
                <a:cubicBezTo>
                  <a:pt x="7846" y="13988"/>
                  <a:pt x="8003" y="14146"/>
                  <a:pt x="8192" y="14146"/>
                </a:cubicBezTo>
                <a:lnTo>
                  <a:pt x="9011" y="14146"/>
                </a:lnTo>
                <a:cubicBezTo>
                  <a:pt x="9200" y="14146"/>
                  <a:pt x="9421" y="13988"/>
                  <a:pt x="9421" y="13799"/>
                </a:cubicBezTo>
                <a:lnTo>
                  <a:pt x="9767" y="10806"/>
                </a:lnTo>
                <a:lnTo>
                  <a:pt x="10713" y="10806"/>
                </a:lnTo>
                <a:lnTo>
                  <a:pt x="11059" y="13799"/>
                </a:lnTo>
                <a:cubicBezTo>
                  <a:pt x="11091" y="13988"/>
                  <a:pt x="11248" y="14146"/>
                  <a:pt x="11469" y="14146"/>
                </a:cubicBezTo>
                <a:lnTo>
                  <a:pt x="12288" y="14146"/>
                </a:lnTo>
                <a:cubicBezTo>
                  <a:pt x="12477" y="14146"/>
                  <a:pt x="12666" y="13988"/>
                  <a:pt x="12666" y="13799"/>
                </a:cubicBezTo>
                <a:lnTo>
                  <a:pt x="13075" y="10712"/>
                </a:lnTo>
                <a:cubicBezTo>
                  <a:pt x="13579" y="10554"/>
                  <a:pt x="13926" y="10082"/>
                  <a:pt x="13926" y="9546"/>
                </a:cubicBezTo>
                <a:lnTo>
                  <a:pt x="13926" y="7057"/>
                </a:lnTo>
                <a:cubicBezTo>
                  <a:pt x="14084" y="6742"/>
                  <a:pt x="13926" y="6585"/>
                  <a:pt x="13705" y="6585"/>
                </a:cubicBezTo>
                <a:lnTo>
                  <a:pt x="12414" y="6585"/>
                </a:lnTo>
                <a:cubicBezTo>
                  <a:pt x="12949" y="6080"/>
                  <a:pt x="13264" y="5324"/>
                  <a:pt x="13264" y="4505"/>
                </a:cubicBezTo>
                <a:cubicBezTo>
                  <a:pt x="13264" y="2898"/>
                  <a:pt x="11973" y="1607"/>
                  <a:pt x="10366" y="1607"/>
                </a:cubicBezTo>
                <a:lnTo>
                  <a:pt x="9389" y="1607"/>
                </a:lnTo>
                <a:cubicBezTo>
                  <a:pt x="9074" y="1607"/>
                  <a:pt x="8728" y="1512"/>
                  <a:pt x="8507" y="1260"/>
                </a:cubicBezTo>
                <a:lnTo>
                  <a:pt x="7846" y="599"/>
                </a:lnTo>
                <a:cubicBezTo>
                  <a:pt x="7436" y="189"/>
                  <a:pt x="6932" y="0"/>
                  <a:pt x="63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11" name="Google Shape;16711;p85"/>
          <p:cNvSpPr/>
          <p:nvPr/>
        </p:nvSpPr>
        <p:spPr>
          <a:xfrm>
            <a:off x="9524750" y="3705530"/>
            <a:ext cx="401644" cy="455407"/>
          </a:xfrm>
          <a:custGeom>
            <a:avLst/>
            <a:gdLst/>
            <a:ahLst/>
            <a:cxnLst/>
            <a:rect l="l" t="t" r="r" b="b"/>
            <a:pathLst>
              <a:path w="12476" h="14146" extrusionOk="0">
                <a:moveTo>
                  <a:pt x="2552" y="819"/>
                </a:moveTo>
                <a:cubicBezTo>
                  <a:pt x="3056" y="819"/>
                  <a:pt x="3403" y="1198"/>
                  <a:pt x="3403" y="1670"/>
                </a:cubicBezTo>
                <a:lnTo>
                  <a:pt x="1733" y="1670"/>
                </a:lnTo>
                <a:cubicBezTo>
                  <a:pt x="1733" y="1198"/>
                  <a:pt x="2079" y="819"/>
                  <a:pt x="2552" y="819"/>
                </a:cubicBezTo>
                <a:close/>
                <a:moveTo>
                  <a:pt x="10019" y="819"/>
                </a:moveTo>
                <a:cubicBezTo>
                  <a:pt x="10491" y="819"/>
                  <a:pt x="10838" y="1198"/>
                  <a:pt x="10838" y="1670"/>
                </a:cubicBezTo>
                <a:lnTo>
                  <a:pt x="9168" y="1670"/>
                </a:lnTo>
                <a:cubicBezTo>
                  <a:pt x="9168" y="1198"/>
                  <a:pt x="9578" y="819"/>
                  <a:pt x="10019" y="819"/>
                </a:cubicBezTo>
                <a:close/>
                <a:moveTo>
                  <a:pt x="8286" y="2489"/>
                </a:moveTo>
                <a:lnTo>
                  <a:pt x="7593" y="5829"/>
                </a:lnTo>
                <a:lnTo>
                  <a:pt x="4978" y="5829"/>
                </a:lnTo>
                <a:lnTo>
                  <a:pt x="4285" y="2489"/>
                </a:lnTo>
                <a:cubicBezTo>
                  <a:pt x="4978" y="2489"/>
                  <a:pt x="5545" y="2710"/>
                  <a:pt x="5986" y="3182"/>
                </a:cubicBezTo>
                <a:cubicBezTo>
                  <a:pt x="6065" y="3261"/>
                  <a:pt x="6175" y="3300"/>
                  <a:pt x="6285" y="3300"/>
                </a:cubicBezTo>
                <a:cubicBezTo>
                  <a:pt x="6396" y="3300"/>
                  <a:pt x="6506" y="3261"/>
                  <a:pt x="6585" y="3182"/>
                </a:cubicBezTo>
                <a:cubicBezTo>
                  <a:pt x="7026" y="2773"/>
                  <a:pt x="7656" y="2489"/>
                  <a:pt x="8286" y="2489"/>
                </a:cubicBezTo>
                <a:close/>
                <a:moveTo>
                  <a:pt x="7120" y="6648"/>
                </a:moveTo>
                <a:cubicBezTo>
                  <a:pt x="7341" y="6648"/>
                  <a:pt x="7530" y="6648"/>
                  <a:pt x="7719" y="6711"/>
                </a:cubicBezTo>
                <a:lnTo>
                  <a:pt x="8443" y="8066"/>
                </a:lnTo>
                <a:cubicBezTo>
                  <a:pt x="8506" y="8223"/>
                  <a:pt x="8664" y="8318"/>
                  <a:pt x="8790" y="8318"/>
                </a:cubicBezTo>
                <a:cubicBezTo>
                  <a:pt x="8853" y="8318"/>
                  <a:pt x="8916" y="8318"/>
                  <a:pt x="8979" y="8286"/>
                </a:cubicBezTo>
                <a:cubicBezTo>
                  <a:pt x="9168" y="8160"/>
                  <a:pt x="9262" y="7908"/>
                  <a:pt x="9168" y="7719"/>
                </a:cubicBezTo>
                <a:lnTo>
                  <a:pt x="8821" y="6963"/>
                </a:lnTo>
                <a:lnTo>
                  <a:pt x="8821" y="6963"/>
                </a:lnTo>
                <a:cubicBezTo>
                  <a:pt x="10523" y="7656"/>
                  <a:pt x="11751" y="9294"/>
                  <a:pt x="11751" y="11216"/>
                </a:cubicBezTo>
                <a:lnTo>
                  <a:pt x="11751" y="11626"/>
                </a:lnTo>
                <a:lnTo>
                  <a:pt x="977" y="11626"/>
                </a:lnTo>
                <a:lnTo>
                  <a:pt x="977" y="11216"/>
                </a:lnTo>
                <a:cubicBezTo>
                  <a:pt x="914" y="9294"/>
                  <a:pt x="2142" y="7593"/>
                  <a:pt x="3812" y="6963"/>
                </a:cubicBezTo>
                <a:lnTo>
                  <a:pt x="3812" y="6963"/>
                </a:lnTo>
                <a:lnTo>
                  <a:pt x="3466" y="7719"/>
                </a:lnTo>
                <a:cubicBezTo>
                  <a:pt x="3340" y="7908"/>
                  <a:pt x="3466" y="8160"/>
                  <a:pt x="3655" y="8286"/>
                </a:cubicBezTo>
                <a:cubicBezTo>
                  <a:pt x="3749" y="8318"/>
                  <a:pt x="3781" y="8318"/>
                  <a:pt x="3875" y="8318"/>
                </a:cubicBezTo>
                <a:cubicBezTo>
                  <a:pt x="4033" y="8318"/>
                  <a:pt x="4190" y="8223"/>
                  <a:pt x="4222" y="8066"/>
                </a:cubicBezTo>
                <a:lnTo>
                  <a:pt x="4915" y="6711"/>
                </a:lnTo>
                <a:cubicBezTo>
                  <a:pt x="5135" y="6648"/>
                  <a:pt x="5324" y="6648"/>
                  <a:pt x="5513" y="6648"/>
                </a:cubicBezTo>
                <a:lnTo>
                  <a:pt x="5923" y="6648"/>
                </a:lnTo>
                <a:lnTo>
                  <a:pt x="5923" y="8759"/>
                </a:lnTo>
                <a:cubicBezTo>
                  <a:pt x="5923" y="8979"/>
                  <a:pt x="6112" y="9168"/>
                  <a:pt x="6333" y="9168"/>
                </a:cubicBezTo>
                <a:cubicBezTo>
                  <a:pt x="6585" y="9168"/>
                  <a:pt x="6742" y="8979"/>
                  <a:pt x="6742" y="8759"/>
                </a:cubicBezTo>
                <a:lnTo>
                  <a:pt x="6742" y="6648"/>
                </a:lnTo>
                <a:close/>
                <a:moveTo>
                  <a:pt x="11657" y="12445"/>
                </a:moveTo>
                <a:lnTo>
                  <a:pt x="11657" y="13264"/>
                </a:lnTo>
                <a:lnTo>
                  <a:pt x="914" y="13264"/>
                </a:lnTo>
                <a:lnTo>
                  <a:pt x="914" y="12445"/>
                </a:lnTo>
                <a:close/>
                <a:moveTo>
                  <a:pt x="2520" y="0"/>
                </a:moveTo>
                <a:cubicBezTo>
                  <a:pt x="1607" y="0"/>
                  <a:pt x="882" y="756"/>
                  <a:pt x="882" y="1670"/>
                </a:cubicBezTo>
                <a:lnTo>
                  <a:pt x="882" y="2048"/>
                </a:lnTo>
                <a:cubicBezTo>
                  <a:pt x="882" y="2269"/>
                  <a:pt x="1071" y="2489"/>
                  <a:pt x="1260" y="2489"/>
                </a:cubicBezTo>
                <a:lnTo>
                  <a:pt x="3403" y="2489"/>
                </a:lnTo>
                <a:lnTo>
                  <a:pt x="4096" y="5986"/>
                </a:lnTo>
                <a:cubicBezTo>
                  <a:pt x="1764" y="6585"/>
                  <a:pt x="0" y="8696"/>
                  <a:pt x="0" y="11216"/>
                </a:cubicBezTo>
                <a:lnTo>
                  <a:pt x="0" y="13705"/>
                </a:lnTo>
                <a:cubicBezTo>
                  <a:pt x="0" y="13925"/>
                  <a:pt x="189" y="14146"/>
                  <a:pt x="410" y="14146"/>
                </a:cubicBezTo>
                <a:lnTo>
                  <a:pt x="11972" y="14146"/>
                </a:lnTo>
                <a:cubicBezTo>
                  <a:pt x="12224" y="14146"/>
                  <a:pt x="12413" y="13925"/>
                  <a:pt x="12413" y="13705"/>
                </a:cubicBezTo>
                <a:lnTo>
                  <a:pt x="12413" y="11216"/>
                </a:lnTo>
                <a:cubicBezTo>
                  <a:pt x="12476" y="8696"/>
                  <a:pt x="10743" y="6585"/>
                  <a:pt x="8443" y="5986"/>
                </a:cubicBezTo>
                <a:lnTo>
                  <a:pt x="9136" y="2489"/>
                </a:lnTo>
                <a:lnTo>
                  <a:pt x="11279" y="2489"/>
                </a:lnTo>
                <a:cubicBezTo>
                  <a:pt x="11499" y="2489"/>
                  <a:pt x="11657" y="2269"/>
                  <a:pt x="11657" y="2048"/>
                </a:cubicBezTo>
                <a:lnTo>
                  <a:pt x="11657" y="1670"/>
                </a:lnTo>
                <a:cubicBezTo>
                  <a:pt x="11657" y="756"/>
                  <a:pt x="10901" y="0"/>
                  <a:pt x="10019" y="0"/>
                </a:cubicBezTo>
                <a:cubicBezTo>
                  <a:pt x="9105" y="0"/>
                  <a:pt x="8349" y="756"/>
                  <a:pt x="8349" y="1670"/>
                </a:cubicBezTo>
                <a:lnTo>
                  <a:pt x="8286" y="1670"/>
                </a:lnTo>
                <a:cubicBezTo>
                  <a:pt x="7530" y="1670"/>
                  <a:pt x="6868" y="1891"/>
                  <a:pt x="6269" y="2332"/>
                </a:cubicBezTo>
                <a:cubicBezTo>
                  <a:pt x="5702" y="1891"/>
                  <a:pt x="5009" y="1670"/>
                  <a:pt x="4253" y="1670"/>
                </a:cubicBezTo>
                <a:lnTo>
                  <a:pt x="4190" y="1670"/>
                </a:lnTo>
                <a:cubicBezTo>
                  <a:pt x="4190" y="756"/>
                  <a:pt x="3434" y="0"/>
                  <a:pt x="25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12" name="Google Shape;16712;p85"/>
          <p:cNvGrpSpPr/>
          <p:nvPr/>
        </p:nvGrpSpPr>
        <p:grpSpPr>
          <a:xfrm>
            <a:off x="10102387" y="4290506"/>
            <a:ext cx="457459" cy="455425"/>
            <a:chOff x="6001575" y="3119050"/>
            <a:chExt cx="315025" cy="313625"/>
          </a:xfrm>
        </p:grpSpPr>
        <p:sp>
          <p:nvSpPr>
            <p:cNvPr id="16713" name="Google Shape;16713;p85"/>
            <p:cNvSpPr/>
            <p:nvPr/>
          </p:nvSpPr>
          <p:spPr>
            <a:xfrm>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14" name="Google Shape;16714;p85"/>
            <p:cNvSpPr/>
            <p:nvPr/>
          </p:nvSpPr>
          <p:spPr>
            <a:xfrm flipH="1">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6718"/>
        <p:cNvGrpSpPr/>
        <p:nvPr/>
      </p:nvGrpSpPr>
      <p:grpSpPr>
        <a:xfrm>
          <a:off x="0" y="0"/>
          <a:ext cx="0" cy="0"/>
          <a:chOff x="0" y="0"/>
          <a:chExt cx="0" cy="0"/>
        </a:xfrm>
      </p:grpSpPr>
      <p:sp>
        <p:nvSpPr>
          <p:cNvPr id="16719" name="Google Shape;16719;p86"/>
          <p:cNvSpPr/>
          <p:nvPr/>
        </p:nvSpPr>
        <p:spPr>
          <a:xfrm>
            <a:off x="1201981" y="2251279"/>
            <a:ext cx="481667" cy="631893"/>
          </a:xfrm>
          <a:custGeom>
            <a:avLst/>
            <a:gdLst/>
            <a:ahLst/>
            <a:cxnLst/>
            <a:rect l="l" t="t" r="r" b="b"/>
            <a:pathLst>
              <a:path w="9295" h="12194" extrusionOk="0">
                <a:moveTo>
                  <a:pt x="4568" y="662"/>
                </a:moveTo>
                <a:cubicBezTo>
                  <a:pt x="5167" y="662"/>
                  <a:pt x="5639" y="1135"/>
                  <a:pt x="5639" y="1734"/>
                </a:cubicBezTo>
                <a:cubicBezTo>
                  <a:pt x="5639" y="2301"/>
                  <a:pt x="5167" y="2773"/>
                  <a:pt x="4568" y="2773"/>
                </a:cubicBezTo>
                <a:cubicBezTo>
                  <a:pt x="3970" y="2773"/>
                  <a:pt x="3497" y="2301"/>
                  <a:pt x="3497" y="1734"/>
                </a:cubicBezTo>
                <a:cubicBezTo>
                  <a:pt x="3497" y="1135"/>
                  <a:pt x="3970" y="662"/>
                  <a:pt x="4568" y="662"/>
                </a:cubicBezTo>
                <a:close/>
                <a:moveTo>
                  <a:pt x="7750" y="3529"/>
                </a:moveTo>
                <a:cubicBezTo>
                  <a:pt x="8160" y="3529"/>
                  <a:pt x="8475" y="3844"/>
                  <a:pt x="8475" y="4254"/>
                </a:cubicBezTo>
                <a:cubicBezTo>
                  <a:pt x="8475" y="4632"/>
                  <a:pt x="8160" y="4947"/>
                  <a:pt x="7750" y="4947"/>
                </a:cubicBezTo>
                <a:cubicBezTo>
                  <a:pt x="7372" y="4947"/>
                  <a:pt x="7057" y="4632"/>
                  <a:pt x="7057" y="4254"/>
                </a:cubicBezTo>
                <a:cubicBezTo>
                  <a:pt x="7057" y="3876"/>
                  <a:pt x="7372" y="3529"/>
                  <a:pt x="7750" y="3529"/>
                </a:cubicBezTo>
                <a:close/>
                <a:moveTo>
                  <a:pt x="1733" y="4254"/>
                </a:moveTo>
                <a:cubicBezTo>
                  <a:pt x="2836" y="4254"/>
                  <a:pt x="3812" y="4979"/>
                  <a:pt x="4127" y="6018"/>
                </a:cubicBezTo>
                <a:lnTo>
                  <a:pt x="2678" y="5042"/>
                </a:lnTo>
                <a:cubicBezTo>
                  <a:pt x="2615" y="4991"/>
                  <a:pt x="2537" y="4966"/>
                  <a:pt x="2460" y="4966"/>
                </a:cubicBezTo>
                <a:cubicBezTo>
                  <a:pt x="2344" y="4966"/>
                  <a:pt x="2231" y="5023"/>
                  <a:pt x="2174" y="5136"/>
                </a:cubicBezTo>
                <a:cubicBezTo>
                  <a:pt x="2048" y="5294"/>
                  <a:pt x="2079" y="5546"/>
                  <a:pt x="2268" y="5672"/>
                </a:cubicBezTo>
                <a:lnTo>
                  <a:pt x="3434" y="6459"/>
                </a:lnTo>
                <a:lnTo>
                  <a:pt x="3182" y="6459"/>
                </a:lnTo>
                <a:cubicBezTo>
                  <a:pt x="1890" y="6396"/>
                  <a:pt x="819" y="5451"/>
                  <a:pt x="662" y="4254"/>
                </a:cubicBezTo>
                <a:close/>
                <a:moveTo>
                  <a:pt x="1355" y="7814"/>
                </a:moveTo>
                <a:cubicBezTo>
                  <a:pt x="1733" y="7814"/>
                  <a:pt x="2048" y="8129"/>
                  <a:pt x="2048" y="8539"/>
                </a:cubicBezTo>
                <a:cubicBezTo>
                  <a:pt x="2048" y="8917"/>
                  <a:pt x="1733" y="9232"/>
                  <a:pt x="1355" y="9232"/>
                </a:cubicBezTo>
                <a:cubicBezTo>
                  <a:pt x="945" y="9232"/>
                  <a:pt x="630" y="8917"/>
                  <a:pt x="630" y="8539"/>
                </a:cubicBezTo>
                <a:cubicBezTo>
                  <a:pt x="630" y="8129"/>
                  <a:pt x="945" y="7814"/>
                  <a:pt x="1355" y="7814"/>
                </a:cubicBezTo>
                <a:close/>
                <a:moveTo>
                  <a:pt x="8506" y="8476"/>
                </a:moveTo>
                <a:cubicBezTo>
                  <a:pt x="8317" y="9767"/>
                  <a:pt x="7246" y="10681"/>
                  <a:pt x="5986" y="10681"/>
                </a:cubicBezTo>
                <a:lnTo>
                  <a:pt x="5734" y="10681"/>
                </a:lnTo>
                <a:lnTo>
                  <a:pt x="6900" y="9893"/>
                </a:lnTo>
                <a:cubicBezTo>
                  <a:pt x="7057" y="9799"/>
                  <a:pt x="7089" y="9578"/>
                  <a:pt x="7026" y="9389"/>
                </a:cubicBezTo>
                <a:cubicBezTo>
                  <a:pt x="6940" y="9282"/>
                  <a:pt x="6809" y="9233"/>
                  <a:pt x="6675" y="9233"/>
                </a:cubicBezTo>
                <a:cubicBezTo>
                  <a:pt x="6613" y="9233"/>
                  <a:pt x="6550" y="9243"/>
                  <a:pt x="6490" y="9263"/>
                </a:cubicBezTo>
                <a:lnTo>
                  <a:pt x="5041" y="10271"/>
                </a:lnTo>
                <a:cubicBezTo>
                  <a:pt x="5356" y="9232"/>
                  <a:pt x="6301" y="8476"/>
                  <a:pt x="7435" y="8476"/>
                </a:cubicBezTo>
                <a:close/>
                <a:moveTo>
                  <a:pt x="4600" y="1"/>
                </a:moveTo>
                <a:cubicBezTo>
                  <a:pt x="3623" y="1"/>
                  <a:pt x="2836" y="788"/>
                  <a:pt x="2836" y="1765"/>
                </a:cubicBezTo>
                <a:cubicBezTo>
                  <a:pt x="2836" y="2616"/>
                  <a:pt x="3466" y="3340"/>
                  <a:pt x="4253" y="3498"/>
                </a:cubicBezTo>
                <a:lnTo>
                  <a:pt x="4253" y="4758"/>
                </a:lnTo>
                <a:cubicBezTo>
                  <a:pt x="3655" y="4033"/>
                  <a:pt x="2741" y="3561"/>
                  <a:pt x="1764" y="3561"/>
                </a:cubicBezTo>
                <a:lnTo>
                  <a:pt x="347" y="3561"/>
                </a:lnTo>
                <a:cubicBezTo>
                  <a:pt x="158" y="3561"/>
                  <a:pt x="0" y="3718"/>
                  <a:pt x="0" y="3939"/>
                </a:cubicBezTo>
                <a:cubicBezTo>
                  <a:pt x="0" y="5703"/>
                  <a:pt x="1449" y="7152"/>
                  <a:pt x="3214" y="7152"/>
                </a:cubicBezTo>
                <a:lnTo>
                  <a:pt x="4285" y="7152"/>
                </a:lnTo>
                <a:lnTo>
                  <a:pt x="4285" y="9988"/>
                </a:lnTo>
                <a:cubicBezTo>
                  <a:pt x="3844" y="9547"/>
                  <a:pt x="3340" y="9232"/>
                  <a:pt x="2804" y="9074"/>
                </a:cubicBezTo>
                <a:cubicBezTo>
                  <a:pt x="2836" y="8917"/>
                  <a:pt x="2867" y="8759"/>
                  <a:pt x="2867" y="8602"/>
                </a:cubicBezTo>
                <a:cubicBezTo>
                  <a:pt x="2867" y="7814"/>
                  <a:pt x="2237" y="7184"/>
                  <a:pt x="1449" y="7184"/>
                </a:cubicBezTo>
                <a:cubicBezTo>
                  <a:pt x="662" y="7184"/>
                  <a:pt x="32" y="7814"/>
                  <a:pt x="32" y="8602"/>
                </a:cubicBezTo>
                <a:cubicBezTo>
                  <a:pt x="32" y="9389"/>
                  <a:pt x="662" y="10019"/>
                  <a:pt x="1449" y="10019"/>
                </a:cubicBezTo>
                <a:cubicBezTo>
                  <a:pt x="1796" y="10019"/>
                  <a:pt x="2111" y="9893"/>
                  <a:pt x="2363" y="9673"/>
                </a:cubicBezTo>
                <a:cubicBezTo>
                  <a:pt x="3182" y="9862"/>
                  <a:pt x="3907" y="10429"/>
                  <a:pt x="4285" y="11153"/>
                </a:cubicBezTo>
                <a:lnTo>
                  <a:pt x="4285" y="11847"/>
                </a:lnTo>
                <a:cubicBezTo>
                  <a:pt x="4285" y="12036"/>
                  <a:pt x="4442" y="12193"/>
                  <a:pt x="4631" y="12193"/>
                </a:cubicBezTo>
                <a:cubicBezTo>
                  <a:pt x="4852" y="12193"/>
                  <a:pt x="5009" y="12036"/>
                  <a:pt x="5009" y="11847"/>
                </a:cubicBezTo>
                <a:lnTo>
                  <a:pt x="5009" y="11437"/>
                </a:lnTo>
                <a:lnTo>
                  <a:pt x="6049" y="11437"/>
                </a:lnTo>
                <a:cubicBezTo>
                  <a:pt x="7845" y="11437"/>
                  <a:pt x="9294" y="9988"/>
                  <a:pt x="9294" y="8224"/>
                </a:cubicBezTo>
                <a:cubicBezTo>
                  <a:pt x="9231" y="7971"/>
                  <a:pt x="9042" y="7814"/>
                  <a:pt x="8853" y="7814"/>
                </a:cubicBezTo>
                <a:lnTo>
                  <a:pt x="7435" y="7814"/>
                </a:lnTo>
                <a:cubicBezTo>
                  <a:pt x="6427" y="7814"/>
                  <a:pt x="5545" y="8287"/>
                  <a:pt x="4946" y="9011"/>
                </a:cubicBezTo>
                <a:lnTo>
                  <a:pt x="4946" y="6837"/>
                </a:lnTo>
                <a:cubicBezTo>
                  <a:pt x="5356" y="6081"/>
                  <a:pt x="6081" y="5546"/>
                  <a:pt x="6900" y="5357"/>
                </a:cubicBezTo>
                <a:cubicBezTo>
                  <a:pt x="7120" y="5546"/>
                  <a:pt x="7467" y="5703"/>
                  <a:pt x="7813" y="5703"/>
                </a:cubicBezTo>
                <a:cubicBezTo>
                  <a:pt x="8601" y="5703"/>
                  <a:pt x="9231" y="5073"/>
                  <a:pt x="9231" y="4285"/>
                </a:cubicBezTo>
                <a:cubicBezTo>
                  <a:pt x="9231" y="3498"/>
                  <a:pt x="8601" y="2868"/>
                  <a:pt x="7813" y="2868"/>
                </a:cubicBezTo>
                <a:cubicBezTo>
                  <a:pt x="7026" y="2868"/>
                  <a:pt x="6396" y="3498"/>
                  <a:pt x="6396" y="4285"/>
                </a:cubicBezTo>
                <a:cubicBezTo>
                  <a:pt x="6396" y="4443"/>
                  <a:pt x="6427" y="4600"/>
                  <a:pt x="6459" y="4758"/>
                </a:cubicBezTo>
                <a:cubicBezTo>
                  <a:pt x="5860" y="4947"/>
                  <a:pt x="5356" y="5262"/>
                  <a:pt x="4946" y="5672"/>
                </a:cubicBezTo>
                <a:lnTo>
                  <a:pt x="4946" y="3498"/>
                </a:lnTo>
                <a:cubicBezTo>
                  <a:pt x="5797" y="3340"/>
                  <a:pt x="6364" y="2584"/>
                  <a:pt x="6364" y="1765"/>
                </a:cubicBezTo>
                <a:cubicBezTo>
                  <a:pt x="6364" y="788"/>
                  <a:pt x="5576" y="1"/>
                  <a:pt x="460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20" name="Google Shape;16720;p86"/>
          <p:cNvGrpSpPr/>
          <p:nvPr/>
        </p:nvGrpSpPr>
        <p:grpSpPr>
          <a:xfrm>
            <a:off x="1126978" y="3030927"/>
            <a:ext cx="635105" cy="634951"/>
            <a:chOff x="-21298675" y="2414425"/>
            <a:chExt cx="306400" cy="306325"/>
          </a:xfrm>
        </p:grpSpPr>
        <p:sp>
          <p:nvSpPr>
            <p:cNvPr id="16721" name="Google Shape;16721;p86"/>
            <p:cNvSpPr/>
            <p:nvPr/>
          </p:nvSpPr>
          <p:spPr>
            <a:xfrm>
              <a:off x="-21083650" y="2444575"/>
              <a:ext cx="20500" cy="18525"/>
            </a:xfrm>
            <a:custGeom>
              <a:avLst/>
              <a:gdLst/>
              <a:ahLst/>
              <a:cxnLst/>
              <a:rect l="l" t="t" r="r" b="b"/>
              <a:pathLst>
                <a:path w="820" h="741" extrusionOk="0">
                  <a:moveTo>
                    <a:pt x="410" y="1"/>
                  </a:moveTo>
                  <a:cubicBezTo>
                    <a:pt x="323" y="1"/>
                    <a:pt x="237" y="40"/>
                    <a:pt x="158" y="119"/>
                  </a:cubicBezTo>
                  <a:cubicBezTo>
                    <a:pt x="0" y="276"/>
                    <a:pt x="0" y="465"/>
                    <a:pt x="158" y="623"/>
                  </a:cubicBezTo>
                  <a:cubicBezTo>
                    <a:pt x="237" y="702"/>
                    <a:pt x="331" y="741"/>
                    <a:pt x="422" y="741"/>
                  </a:cubicBezTo>
                  <a:cubicBezTo>
                    <a:pt x="512" y="741"/>
                    <a:pt x="599" y="702"/>
                    <a:pt x="662" y="623"/>
                  </a:cubicBezTo>
                  <a:cubicBezTo>
                    <a:pt x="819" y="465"/>
                    <a:pt x="819" y="276"/>
                    <a:pt x="662" y="119"/>
                  </a:cubicBezTo>
                  <a:cubicBezTo>
                    <a:pt x="583" y="40"/>
                    <a:pt x="496"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2" name="Google Shape;16722;p86"/>
            <p:cNvSpPr/>
            <p:nvPr/>
          </p:nvSpPr>
          <p:spPr>
            <a:xfrm>
              <a:off x="-21298675" y="2414425"/>
              <a:ext cx="306400" cy="306325"/>
            </a:xfrm>
            <a:custGeom>
              <a:avLst/>
              <a:gdLst/>
              <a:ahLst/>
              <a:cxnLst/>
              <a:rect l="l" t="t" r="r" b="b"/>
              <a:pathLst>
                <a:path w="12256" h="12253" extrusionOk="0">
                  <a:moveTo>
                    <a:pt x="9420" y="695"/>
                  </a:moveTo>
                  <a:cubicBezTo>
                    <a:pt x="9704" y="695"/>
                    <a:pt x="9924" y="695"/>
                    <a:pt x="10176" y="726"/>
                  </a:cubicBezTo>
                  <a:cubicBezTo>
                    <a:pt x="10429" y="789"/>
                    <a:pt x="10555" y="1136"/>
                    <a:pt x="10365" y="1325"/>
                  </a:cubicBezTo>
                  <a:cubicBezTo>
                    <a:pt x="10208" y="1482"/>
                    <a:pt x="10208" y="1671"/>
                    <a:pt x="10365" y="1829"/>
                  </a:cubicBezTo>
                  <a:cubicBezTo>
                    <a:pt x="10444" y="1908"/>
                    <a:pt x="10531" y="1947"/>
                    <a:pt x="10618" y="1947"/>
                  </a:cubicBezTo>
                  <a:cubicBezTo>
                    <a:pt x="10704" y="1947"/>
                    <a:pt x="10791" y="1908"/>
                    <a:pt x="10870" y="1829"/>
                  </a:cubicBezTo>
                  <a:cubicBezTo>
                    <a:pt x="10942" y="1767"/>
                    <a:pt x="11027" y="1739"/>
                    <a:pt x="11111" y="1739"/>
                  </a:cubicBezTo>
                  <a:cubicBezTo>
                    <a:pt x="11283" y="1739"/>
                    <a:pt x="11447" y="1858"/>
                    <a:pt x="11468" y="2049"/>
                  </a:cubicBezTo>
                  <a:cubicBezTo>
                    <a:pt x="11594" y="2711"/>
                    <a:pt x="11563" y="3719"/>
                    <a:pt x="11248" y="4727"/>
                  </a:cubicBezTo>
                  <a:cubicBezTo>
                    <a:pt x="11060" y="4761"/>
                    <a:pt x="10872" y="4778"/>
                    <a:pt x="10684" y="4778"/>
                  </a:cubicBezTo>
                  <a:cubicBezTo>
                    <a:pt x="9833" y="4778"/>
                    <a:pt x="9006" y="4433"/>
                    <a:pt x="8412" y="3814"/>
                  </a:cubicBezTo>
                  <a:cubicBezTo>
                    <a:pt x="7656" y="3058"/>
                    <a:pt x="7341" y="1986"/>
                    <a:pt x="7499" y="978"/>
                  </a:cubicBezTo>
                  <a:cubicBezTo>
                    <a:pt x="8129" y="789"/>
                    <a:pt x="8822" y="695"/>
                    <a:pt x="9420" y="695"/>
                  </a:cubicBezTo>
                  <a:close/>
                  <a:moveTo>
                    <a:pt x="5102" y="1271"/>
                  </a:moveTo>
                  <a:cubicBezTo>
                    <a:pt x="5187" y="1271"/>
                    <a:pt x="5273" y="1278"/>
                    <a:pt x="5356" y="1293"/>
                  </a:cubicBezTo>
                  <a:cubicBezTo>
                    <a:pt x="5293" y="1356"/>
                    <a:pt x="5167" y="1451"/>
                    <a:pt x="5104" y="1514"/>
                  </a:cubicBezTo>
                  <a:cubicBezTo>
                    <a:pt x="4348" y="2270"/>
                    <a:pt x="3781" y="3373"/>
                    <a:pt x="3466" y="4822"/>
                  </a:cubicBezTo>
                  <a:cubicBezTo>
                    <a:pt x="3182" y="4475"/>
                    <a:pt x="3088" y="4034"/>
                    <a:pt x="3088" y="3562"/>
                  </a:cubicBezTo>
                  <a:cubicBezTo>
                    <a:pt x="3088" y="2900"/>
                    <a:pt x="3340" y="2270"/>
                    <a:pt x="3844" y="1797"/>
                  </a:cubicBezTo>
                  <a:cubicBezTo>
                    <a:pt x="4163" y="1478"/>
                    <a:pt x="4639" y="1271"/>
                    <a:pt x="5102" y="1271"/>
                  </a:cubicBezTo>
                  <a:close/>
                  <a:moveTo>
                    <a:pt x="6711" y="1293"/>
                  </a:moveTo>
                  <a:lnTo>
                    <a:pt x="6711" y="1293"/>
                  </a:lnTo>
                  <a:cubicBezTo>
                    <a:pt x="6616" y="2427"/>
                    <a:pt x="7026" y="3530"/>
                    <a:pt x="7845" y="4318"/>
                  </a:cubicBezTo>
                  <a:cubicBezTo>
                    <a:pt x="8562" y="5035"/>
                    <a:pt x="9540" y="5465"/>
                    <a:pt x="10565" y="5465"/>
                  </a:cubicBezTo>
                  <a:cubicBezTo>
                    <a:pt x="10666" y="5465"/>
                    <a:pt x="10768" y="5460"/>
                    <a:pt x="10870" y="5452"/>
                  </a:cubicBezTo>
                  <a:lnTo>
                    <a:pt x="10870" y="5452"/>
                  </a:lnTo>
                  <a:cubicBezTo>
                    <a:pt x="10681" y="5893"/>
                    <a:pt x="10429" y="6303"/>
                    <a:pt x="10082" y="6618"/>
                  </a:cubicBezTo>
                  <a:cubicBezTo>
                    <a:pt x="8444" y="8256"/>
                    <a:pt x="4852" y="8413"/>
                    <a:pt x="3749" y="8413"/>
                  </a:cubicBezTo>
                  <a:cubicBezTo>
                    <a:pt x="3749" y="7311"/>
                    <a:pt x="3907" y="3719"/>
                    <a:pt x="5545" y="2081"/>
                  </a:cubicBezTo>
                  <a:cubicBezTo>
                    <a:pt x="5860" y="1766"/>
                    <a:pt x="6270" y="1482"/>
                    <a:pt x="6711" y="1293"/>
                  </a:cubicBezTo>
                  <a:close/>
                  <a:moveTo>
                    <a:pt x="10838" y="6838"/>
                  </a:moveTo>
                  <a:cubicBezTo>
                    <a:pt x="10964" y="7405"/>
                    <a:pt x="10775" y="7941"/>
                    <a:pt x="10365" y="8382"/>
                  </a:cubicBezTo>
                  <a:cubicBezTo>
                    <a:pt x="9888" y="8860"/>
                    <a:pt x="9239" y="9101"/>
                    <a:pt x="8593" y="9101"/>
                  </a:cubicBezTo>
                  <a:cubicBezTo>
                    <a:pt x="8132" y="9101"/>
                    <a:pt x="7672" y="8978"/>
                    <a:pt x="7278" y="8728"/>
                  </a:cubicBezTo>
                  <a:cubicBezTo>
                    <a:pt x="8759" y="8382"/>
                    <a:pt x="9893" y="7878"/>
                    <a:pt x="10586" y="7122"/>
                  </a:cubicBezTo>
                  <a:cubicBezTo>
                    <a:pt x="10681" y="7027"/>
                    <a:pt x="10775" y="6933"/>
                    <a:pt x="10838" y="6838"/>
                  </a:cubicBezTo>
                  <a:close/>
                  <a:moveTo>
                    <a:pt x="1902" y="8486"/>
                  </a:moveTo>
                  <a:cubicBezTo>
                    <a:pt x="2355" y="8486"/>
                    <a:pt x="2810" y="8652"/>
                    <a:pt x="3151" y="9012"/>
                  </a:cubicBezTo>
                  <a:cubicBezTo>
                    <a:pt x="3718" y="9611"/>
                    <a:pt x="3812" y="10461"/>
                    <a:pt x="3466" y="11123"/>
                  </a:cubicBezTo>
                  <a:cubicBezTo>
                    <a:pt x="3151" y="10619"/>
                    <a:pt x="2804" y="10178"/>
                    <a:pt x="2426" y="9768"/>
                  </a:cubicBezTo>
                  <a:cubicBezTo>
                    <a:pt x="2017" y="9358"/>
                    <a:pt x="1544" y="9012"/>
                    <a:pt x="1040" y="8697"/>
                  </a:cubicBezTo>
                  <a:cubicBezTo>
                    <a:pt x="1304" y="8559"/>
                    <a:pt x="1603" y="8486"/>
                    <a:pt x="1902" y="8486"/>
                  </a:cubicBezTo>
                  <a:close/>
                  <a:moveTo>
                    <a:pt x="9468" y="0"/>
                  </a:moveTo>
                  <a:cubicBezTo>
                    <a:pt x="8905" y="0"/>
                    <a:pt x="8299" y="77"/>
                    <a:pt x="7719" y="222"/>
                  </a:cubicBezTo>
                  <a:cubicBezTo>
                    <a:pt x="7247" y="348"/>
                    <a:pt x="6711" y="537"/>
                    <a:pt x="6112" y="852"/>
                  </a:cubicBezTo>
                  <a:cubicBezTo>
                    <a:pt x="5784" y="699"/>
                    <a:pt x="5436" y="625"/>
                    <a:pt x="5090" y="625"/>
                  </a:cubicBezTo>
                  <a:cubicBezTo>
                    <a:pt x="4442" y="625"/>
                    <a:pt x="3802" y="884"/>
                    <a:pt x="3308" y="1356"/>
                  </a:cubicBezTo>
                  <a:cubicBezTo>
                    <a:pt x="2741" y="1955"/>
                    <a:pt x="2363" y="2774"/>
                    <a:pt x="2363" y="3656"/>
                  </a:cubicBezTo>
                  <a:cubicBezTo>
                    <a:pt x="2363" y="4475"/>
                    <a:pt x="2678" y="5263"/>
                    <a:pt x="3277" y="5893"/>
                  </a:cubicBezTo>
                  <a:cubicBezTo>
                    <a:pt x="3151" y="6649"/>
                    <a:pt x="3088" y="7405"/>
                    <a:pt x="3088" y="8130"/>
                  </a:cubicBezTo>
                  <a:cubicBezTo>
                    <a:pt x="2722" y="7947"/>
                    <a:pt x="2319" y="7854"/>
                    <a:pt x="1916" y="7854"/>
                  </a:cubicBezTo>
                  <a:cubicBezTo>
                    <a:pt x="1278" y="7854"/>
                    <a:pt x="641" y="8088"/>
                    <a:pt x="158" y="8571"/>
                  </a:cubicBezTo>
                  <a:cubicBezTo>
                    <a:pt x="0" y="8728"/>
                    <a:pt x="63" y="9043"/>
                    <a:pt x="252" y="9169"/>
                  </a:cubicBezTo>
                  <a:cubicBezTo>
                    <a:pt x="1481" y="9800"/>
                    <a:pt x="2489" y="10808"/>
                    <a:pt x="3119" y="12036"/>
                  </a:cubicBezTo>
                  <a:cubicBezTo>
                    <a:pt x="3191" y="12180"/>
                    <a:pt x="3315" y="12252"/>
                    <a:pt x="3443" y="12252"/>
                  </a:cubicBezTo>
                  <a:cubicBezTo>
                    <a:pt x="3539" y="12252"/>
                    <a:pt x="3637" y="12212"/>
                    <a:pt x="3718" y="12131"/>
                  </a:cubicBezTo>
                  <a:cubicBezTo>
                    <a:pt x="4506" y="11343"/>
                    <a:pt x="4663" y="10146"/>
                    <a:pt x="4159" y="9201"/>
                  </a:cubicBezTo>
                  <a:cubicBezTo>
                    <a:pt x="4884" y="9201"/>
                    <a:pt x="5671" y="9138"/>
                    <a:pt x="6396" y="9012"/>
                  </a:cubicBezTo>
                  <a:cubicBezTo>
                    <a:pt x="7026" y="9611"/>
                    <a:pt x="7814" y="9926"/>
                    <a:pt x="8633" y="9926"/>
                  </a:cubicBezTo>
                  <a:cubicBezTo>
                    <a:pt x="9452" y="9926"/>
                    <a:pt x="10271" y="9611"/>
                    <a:pt x="10933" y="8980"/>
                  </a:cubicBezTo>
                  <a:cubicBezTo>
                    <a:pt x="11657" y="8224"/>
                    <a:pt x="11878" y="7122"/>
                    <a:pt x="11437" y="6176"/>
                  </a:cubicBezTo>
                  <a:cubicBezTo>
                    <a:pt x="11752" y="5609"/>
                    <a:pt x="11941" y="5042"/>
                    <a:pt x="12067" y="4570"/>
                  </a:cubicBezTo>
                  <a:cubicBezTo>
                    <a:pt x="12224" y="3625"/>
                    <a:pt x="12256" y="2616"/>
                    <a:pt x="12130" y="1923"/>
                  </a:cubicBezTo>
                  <a:cubicBezTo>
                    <a:pt x="12067" y="1419"/>
                    <a:pt x="11626" y="1041"/>
                    <a:pt x="11153" y="1041"/>
                  </a:cubicBezTo>
                  <a:cubicBezTo>
                    <a:pt x="11122" y="537"/>
                    <a:pt x="10775" y="159"/>
                    <a:pt x="10302" y="65"/>
                  </a:cubicBezTo>
                  <a:cubicBezTo>
                    <a:pt x="10043" y="21"/>
                    <a:pt x="9761" y="0"/>
                    <a:pt x="94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3" name="Google Shape;16723;p86"/>
            <p:cNvSpPr/>
            <p:nvPr/>
          </p:nvSpPr>
          <p:spPr>
            <a:xfrm>
              <a:off x="-21171875" y="2521375"/>
              <a:ext cx="73275" cy="66100"/>
            </a:xfrm>
            <a:custGeom>
              <a:avLst/>
              <a:gdLst/>
              <a:ahLst/>
              <a:cxnLst/>
              <a:rect l="l" t="t" r="r" b="b"/>
              <a:pathLst>
                <a:path w="2931" h="2644" extrusionOk="0">
                  <a:moveTo>
                    <a:pt x="1499" y="0"/>
                  </a:moveTo>
                  <a:cubicBezTo>
                    <a:pt x="1471" y="0"/>
                    <a:pt x="1444" y="3"/>
                    <a:pt x="1418" y="8"/>
                  </a:cubicBezTo>
                  <a:lnTo>
                    <a:pt x="1009" y="166"/>
                  </a:lnTo>
                  <a:cubicBezTo>
                    <a:pt x="253" y="386"/>
                    <a:pt x="1" y="1394"/>
                    <a:pt x="568" y="1930"/>
                  </a:cubicBezTo>
                  <a:lnTo>
                    <a:pt x="977" y="2340"/>
                  </a:lnTo>
                  <a:cubicBezTo>
                    <a:pt x="1182" y="2544"/>
                    <a:pt x="1451" y="2643"/>
                    <a:pt x="1720" y="2643"/>
                  </a:cubicBezTo>
                  <a:cubicBezTo>
                    <a:pt x="2154" y="2643"/>
                    <a:pt x="2586" y="2385"/>
                    <a:pt x="2742" y="1898"/>
                  </a:cubicBezTo>
                  <a:lnTo>
                    <a:pt x="2899" y="1457"/>
                  </a:lnTo>
                  <a:cubicBezTo>
                    <a:pt x="2931" y="1268"/>
                    <a:pt x="2805" y="1016"/>
                    <a:pt x="2616" y="985"/>
                  </a:cubicBezTo>
                  <a:cubicBezTo>
                    <a:pt x="2577" y="972"/>
                    <a:pt x="2537" y="966"/>
                    <a:pt x="2498" y="966"/>
                  </a:cubicBezTo>
                  <a:cubicBezTo>
                    <a:pt x="2344" y="966"/>
                    <a:pt x="2200" y="1061"/>
                    <a:pt x="2175" y="1237"/>
                  </a:cubicBezTo>
                  <a:lnTo>
                    <a:pt x="2017" y="1646"/>
                  </a:lnTo>
                  <a:cubicBezTo>
                    <a:pt x="1977" y="1806"/>
                    <a:pt x="1836" y="1890"/>
                    <a:pt x="1682" y="1890"/>
                  </a:cubicBezTo>
                  <a:cubicBezTo>
                    <a:pt x="1593" y="1890"/>
                    <a:pt x="1499" y="1862"/>
                    <a:pt x="1418" y="1804"/>
                  </a:cubicBezTo>
                  <a:lnTo>
                    <a:pt x="1040" y="1426"/>
                  </a:lnTo>
                  <a:cubicBezTo>
                    <a:pt x="851" y="1237"/>
                    <a:pt x="914" y="922"/>
                    <a:pt x="1198" y="827"/>
                  </a:cubicBezTo>
                  <a:lnTo>
                    <a:pt x="1639" y="670"/>
                  </a:lnTo>
                  <a:cubicBezTo>
                    <a:pt x="1828" y="607"/>
                    <a:pt x="1891" y="386"/>
                    <a:pt x="1859" y="229"/>
                  </a:cubicBezTo>
                  <a:cubicBezTo>
                    <a:pt x="1807" y="70"/>
                    <a:pt x="1643" y="0"/>
                    <a:pt x="14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24" name="Google Shape;16724;p86"/>
          <p:cNvGrpSpPr/>
          <p:nvPr/>
        </p:nvGrpSpPr>
        <p:grpSpPr>
          <a:xfrm>
            <a:off x="1126149" y="3820171"/>
            <a:ext cx="636764" cy="593909"/>
            <a:chOff x="-21299475" y="2798025"/>
            <a:chExt cx="307200" cy="286525"/>
          </a:xfrm>
        </p:grpSpPr>
        <p:sp>
          <p:nvSpPr>
            <p:cNvPr id="16725" name="Google Shape;16725;p86"/>
            <p:cNvSpPr/>
            <p:nvPr/>
          </p:nvSpPr>
          <p:spPr>
            <a:xfrm>
              <a:off x="-21153750" y="2798025"/>
              <a:ext cx="17350" cy="53575"/>
            </a:xfrm>
            <a:custGeom>
              <a:avLst/>
              <a:gdLst/>
              <a:ahLst/>
              <a:cxnLst/>
              <a:rect l="l" t="t" r="r" b="b"/>
              <a:pathLst>
                <a:path w="694" h="2143" extrusionOk="0">
                  <a:moveTo>
                    <a:pt x="347" y="0"/>
                  </a:moveTo>
                  <a:cubicBezTo>
                    <a:pt x="158" y="0"/>
                    <a:pt x="0" y="158"/>
                    <a:pt x="0" y="347"/>
                  </a:cubicBezTo>
                  <a:lnTo>
                    <a:pt x="0" y="1765"/>
                  </a:lnTo>
                  <a:cubicBezTo>
                    <a:pt x="0" y="1985"/>
                    <a:pt x="158" y="2143"/>
                    <a:pt x="347" y="2143"/>
                  </a:cubicBezTo>
                  <a:cubicBezTo>
                    <a:pt x="536" y="2143"/>
                    <a:pt x="693" y="1985"/>
                    <a:pt x="693" y="1765"/>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6" name="Google Shape;16726;p86"/>
            <p:cNvSpPr/>
            <p:nvPr/>
          </p:nvSpPr>
          <p:spPr>
            <a:xfrm>
              <a:off x="-21256925" y="2838400"/>
              <a:ext cx="45700" cy="44525"/>
            </a:xfrm>
            <a:custGeom>
              <a:avLst/>
              <a:gdLst/>
              <a:ahLst/>
              <a:cxnLst/>
              <a:rect l="l" t="t" r="r" b="b"/>
              <a:pathLst>
                <a:path w="1828" h="1781" extrusionOk="0">
                  <a:moveTo>
                    <a:pt x="410" y="0"/>
                  </a:moveTo>
                  <a:cubicBezTo>
                    <a:pt x="323" y="0"/>
                    <a:pt x="236" y="39"/>
                    <a:pt x="158" y="118"/>
                  </a:cubicBezTo>
                  <a:cubicBezTo>
                    <a:pt x="0" y="276"/>
                    <a:pt x="0" y="465"/>
                    <a:pt x="158" y="622"/>
                  </a:cubicBezTo>
                  <a:lnTo>
                    <a:pt x="1166" y="1662"/>
                  </a:lnTo>
                  <a:cubicBezTo>
                    <a:pt x="1245" y="1741"/>
                    <a:pt x="1331" y="1780"/>
                    <a:pt x="1418" y="1780"/>
                  </a:cubicBezTo>
                  <a:cubicBezTo>
                    <a:pt x="1504" y="1780"/>
                    <a:pt x="1591" y="1741"/>
                    <a:pt x="1670" y="1662"/>
                  </a:cubicBezTo>
                  <a:cubicBezTo>
                    <a:pt x="1827" y="1504"/>
                    <a:pt x="1827" y="1315"/>
                    <a:pt x="1670" y="1158"/>
                  </a:cubicBezTo>
                  <a:lnTo>
                    <a:pt x="662" y="118"/>
                  </a:lnTo>
                  <a:cubicBezTo>
                    <a:pt x="583" y="39"/>
                    <a:pt x="496"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7" name="Google Shape;16727;p86"/>
            <p:cNvSpPr/>
            <p:nvPr/>
          </p:nvSpPr>
          <p:spPr>
            <a:xfrm>
              <a:off x="-21079725" y="2838400"/>
              <a:ext cx="45700" cy="44525"/>
            </a:xfrm>
            <a:custGeom>
              <a:avLst/>
              <a:gdLst/>
              <a:ahLst/>
              <a:cxnLst/>
              <a:rect l="l" t="t" r="r" b="b"/>
              <a:pathLst>
                <a:path w="1828" h="1781" extrusionOk="0">
                  <a:moveTo>
                    <a:pt x="1418" y="0"/>
                  </a:moveTo>
                  <a:cubicBezTo>
                    <a:pt x="1332" y="0"/>
                    <a:pt x="1245" y="39"/>
                    <a:pt x="1166" y="118"/>
                  </a:cubicBezTo>
                  <a:lnTo>
                    <a:pt x="158" y="1158"/>
                  </a:lnTo>
                  <a:cubicBezTo>
                    <a:pt x="1" y="1315"/>
                    <a:pt x="1" y="1504"/>
                    <a:pt x="158" y="1662"/>
                  </a:cubicBezTo>
                  <a:cubicBezTo>
                    <a:pt x="237" y="1741"/>
                    <a:pt x="324" y="1780"/>
                    <a:pt x="410" y="1780"/>
                  </a:cubicBezTo>
                  <a:cubicBezTo>
                    <a:pt x="497" y="1780"/>
                    <a:pt x="584" y="1741"/>
                    <a:pt x="662" y="1662"/>
                  </a:cubicBezTo>
                  <a:lnTo>
                    <a:pt x="1671" y="622"/>
                  </a:lnTo>
                  <a:cubicBezTo>
                    <a:pt x="1828" y="465"/>
                    <a:pt x="1828" y="276"/>
                    <a:pt x="1671" y="118"/>
                  </a:cubicBezTo>
                  <a:cubicBezTo>
                    <a:pt x="1592" y="39"/>
                    <a:pt x="1505" y="0"/>
                    <a:pt x="14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8" name="Google Shape;16728;p86"/>
            <p:cNvSpPr/>
            <p:nvPr/>
          </p:nvSpPr>
          <p:spPr>
            <a:xfrm>
              <a:off x="-21113575" y="2825000"/>
              <a:ext cx="26800" cy="35050"/>
            </a:xfrm>
            <a:custGeom>
              <a:avLst/>
              <a:gdLst/>
              <a:ahLst/>
              <a:cxnLst/>
              <a:rect l="l" t="t" r="r" b="b"/>
              <a:pathLst>
                <a:path w="1072" h="1402" extrusionOk="0">
                  <a:moveTo>
                    <a:pt x="647" y="0"/>
                  </a:moveTo>
                  <a:cubicBezTo>
                    <a:pt x="510" y="0"/>
                    <a:pt x="386" y="71"/>
                    <a:pt x="315" y="213"/>
                  </a:cubicBezTo>
                  <a:lnTo>
                    <a:pt x="32" y="906"/>
                  </a:lnTo>
                  <a:cubicBezTo>
                    <a:pt x="0" y="1095"/>
                    <a:pt x="95" y="1284"/>
                    <a:pt x="252" y="1379"/>
                  </a:cubicBezTo>
                  <a:cubicBezTo>
                    <a:pt x="298" y="1394"/>
                    <a:pt x="344" y="1402"/>
                    <a:pt x="388" y="1402"/>
                  </a:cubicBezTo>
                  <a:cubicBezTo>
                    <a:pt x="527" y="1402"/>
                    <a:pt x="653" y="1325"/>
                    <a:pt x="725" y="1158"/>
                  </a:cubicBezTo>
                  <a:lnTo>
                    <a:pt x="977" y="497"/>
                  </a:lnTo>
                  <a:cubicBezTo>
                    <a:pt x="1071" y="308"/>
                    <a:pt x="977" y="119"/>
                    <a:pt x="788" y="24"/>
                  </a:cubicBezTo>
                  <a:cubicBezTo>
                    <a:pt x="740" y="8"/>
                    <a:pt x="693" y="0"/>
                    <a:pt x="6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9" name="Google Shape;16729;p86"/>
            <p:cNvSpPr/>
            <p:nvPr/>
          </p:nvSpPr>
          <p:spPr>
            <a:xfrm>
              <a:off x="-21204175" y="2825000"/>
              <a:ext cx="27600" cy="35050"/>
            </a:xfrm>
            <a:custGeom>
              <a:avLst/>
              <a:gdLst/>
              <a:ahLst/>
              <a:cxnLst/>
              <a:rect l="l" t="t" r="r" b="b"/>
              <a:pathLst>
                <a:path w="1104" h="1402" extrusionOk="0">
                  <a:moveTo>
                    <a:pt x="429" y="0"/>
                  </a:moveTo>
                  <a:cubicBezTo>
                    <a:pt x="381" y="0"/>
                    <a:pt x="332" y="8"/>
                    <a:pt x="285" y="24"/>
                  </a:cubicBezTo>
                  <a:cubicBezTo>
                    <a:pt x="95" y="119"/>
                    <a:pt x="1" y="308"/>
                    <a:pt x="95" y="497"/>
                  </a:cubicBezTo>
                  <a:lnTo>
                    <a:pt x="348" y="1158"/>
                  </a:lnTo>
                  <a:cubicBezTo>
                    <a:pt x="419" y="1325"/>
                    <a:pt x="545" y="1402"/>
                    <a:pt x="684" y="1402"/>
                  </a:cubicBezTo>
                  <a:cubicBezTo>
                    <a:pt x="728" y="1402"/>
                    <a:pt x="774" y="1394"/>
                    <a:pt x="820" y="1379"/>
                  </a:cubicBezTo>
                  <a:cubicBezTo>
                    <a:pt x="1041" y="1284"/>
                    <a:pt x="1104" y="1095"/>
                    <a:pt x="1041" y="906"/>
                  </a:cubicBezTo>
                  <a:lnTo>
                    <a:pt x="757" y="213"/>
                  </a:lnTo>
                  <a:cubicBezTo>
                    <a:pt x="710" y="71"/>
                    <a:pt x="574" y="0"/>
                    <a:pt x="4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0" name="Google Shape;16730;p86"/>
            <p:cNvSpPr/>
            <p:nvPr/>
          </p:nvSpPr>
          <p:spPr>
            <a:xfrm>
              <a:off x="-21297900" y="2940575"/>
              <a:ext cx="54375" cy="18150"/>
            </a:xfrm>
            <a:custGeom>
              <a:avLst/>
              <a:gdLst/>
              <a:ahLst/>
              <a:cxnLst/>
              <a:rect l="l" t="t" r="r" b="b"/>
              <a:pathLst>
                <a:path w="2175" h="726" extrusionOk="0">
                  <a:moveTo>
                    <a:pt x="379" y="1"/>
                  </a:moveTo>
                  <a:cubicBezTo>
                    <a:pt x="158" y="1"/>
                    <a:pt x="1" y="158"/>
                    <a:pt x="1" y="379"/>
                  </a:cubicBezTo>
                  <a:cubicBezTo>
                    <a:pt x="1" y="568"/>
                    <a:pt x="158" y="725"/>
                    <a:pt x="379" y="725"/>
                  </a:cubicBezTo>
                  <a:lnTo>
                    <a:pt x="1828" y="725"/>
                  </a:lnTo>
                  <a:cubicBezTo>
                    <a:pt x="2017" y="725"/>
                    <a:pt x="2175" y="568"/>
                    <a:pt x="2175" y="379"/>
                  </a:cubicBezTo>
                  <a:cubicBezTo>
                    <a:pt x="2175" y="158"/>
                    <a:pt x="2017" y="1"/>
                    <a:pt x="18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1" name="Google Shape;16731;p86"/>
            <p:cNvSpPr/>
            <p:nvPr/>
          </p:nvSpPr>
          <p:spPr>
            <a:xfrm>
              <a:off x="-21047425" y="2940575"/>
              <a:ext cx="54375" cy="18150"/>
            </a:xfrm>
            <a:custGeom>
              <a:avLst/>
              <a:gdLst/>
              <a:ahLst/>
              <a:cxnLst/>
              <a:rect l="l" t="t" r="r" b="b"/>
              <a:pathLst>
                <a:path w="2175" h="726" extrusionOk="0">
                  <a:moveTo>
                    <a:pt x="347" y="1"/>
                  </a:moveTo>
                  <a:cubicBezTo>
                    <a:pt x="158" y="1"/>
                    <a:pt x="0" y="158"/>
                    <a:pt x="0" y="379"/>
                  </a:cubicBezTo>
                  <a:cubicBezTo>
                    <a:pt x="0" y="568"/>
                    <a:pt x="158" y="725"/>
                    <a:pt x="347" y="725"/>
                  </a:cubicBezTo>
                  <a:lnTo>
                    <a:pt x="1796" y="725"/>
                  </a:lnTo>
                  <a:cubicBezTo>
                    <a:pt x="2017" y="725"/>
                    <a:pt x="2174" y="568"/>
                    <a:pt x="2174" y="379"/>
                  </a:cubicBezTo>
                  <a:cubicBezTo>
                    <a:pt x="2174" y="158"/>
                    <a:pt x="2017" y="1"/>
                    <a:pt x="17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2" name="Google Shape;16732;p86"/>
            <p:cNvSpPr/>
            <p:nvPr/>
          </p:nvSpPr>
          <p:spPr>
            <a:xfrm>
              <a:off x="-21056100" y="2892750"/>
              <a:ext cx="37050" cy="25150"/>
            </a:xfrm>
            <a:custGeom>
              <a:avLst/>
              <a:gdLst/>
              <a:ahLst/>
              <a:cxnLst/>
              <a:rect l="l" t="t" r="r" b="b"/>
              <a:pathLst>
                <a:path w="1482" h="1006" extrusionOk="0">
                  <a:moveTo>
                    <a:pt x="1082" y="0"/>
                  </a:moveTo>
                  <a:cubicBezTo>
                    <a:pt x="1038" y="0"/>
                    <a:pt x="992" y="8"/>
                    <a:pt x="946" y="23"/>
                  </a:cubicBezTo>
                  <a:lnTo>
                    <a:pt x="284" y="307"/>
                  </a:lnTo>
                  <a:cubicBezTo>
                    <a:pt x="64" y="433"/>
                    <a:pt x="1" y="622"/>
                    <a:pt x="64" y="780"/>
                  </a:cubicBezTo>
                  <a:cubicBezTo>
                    <a:pt x="133" y="918"/>
                    <a:pt x="253" y="1006"/>
                    <a:pt x="386" y="1006"/>
                  </a:cubicBezTo>
                  <a:cubicBezTo>
                    <a:pt x="435" y="1006"/>
                    <a:pt x="486" y="994"/>
                    <a:pt x="536" y="969"/>
                  </a:cubicBezTo>
                  <a:lnTo>
                    <a:pt x="1198" y="717"/>
                  </a:lnTo>
                  <a:cubicBezTo>
                    <a:pt x="1419" y="622"/>
                    <a:pt x="1482" y="433"/>
                    <a:pt x="1419" y="244"/>
                  </a:cubicBezTo>
                  <a:cubicBezTo>
                    <a:pt x="1347" y="77"/>
                    <a:pt x="1221" y="0"/>
                    <a:pt x="10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3" name="Google Shape;16733;p86"/>
            <p:cNvSpPr/>
            <p:nvPr/>
          </p:nvSpPr>
          <p:spPr>
            <a:xfrm>
              <a:off x="-21271100" y="2893975"/>
              <a:ext cx="37825" cy="25150"/>
            </a:xfrm>
            <a:custGeom>
              <a:avLst/>
              <a:gdLst/>
              <a:ahLst/>
              <a:cxnLst/>
              <a:rect l="l" t="t" r="r" b="b"/>
              <a:pathLst>
                <a:path w="1513" h="1006" extrusionOk="0">
                  <a:moveTo>
                    <a:pt x="398" y="0"/>
                  </a:moveTo>
                  <a:cubicBezTo>
                    <a:pt x="254" y="0"/>
                    <a:pt x="141" y="88"/>
                    <a:pt x="95" y="227"/>
                  </a:cubicBezTo>
                  <a:cubicBezTo>
                    <a:pt x="0" y="416"/>
                    <a:pt x="95" y="605"/>
                    <a:pt x="284" y="699"/>
                  </a:cubicBezTo>
                  <a:lnTo>
                    <a:pt x="945" y="983"/>
                  </a:lnTo>
                  <a:cubicBezTo>
                    <a:pt x="991" y="998"/>
                    <a:pt x="1039" y="1006"/>
                    <a:pt x="1086" y="1006"/>
                  </a:cubicBezTo>
                  <a:cubicBezTo>
                    <a:pt x="1232" y="1006"/>
                    <a:pt x="1370" y="929"/>
                    <a:pt x="1418" y="762"/>
                  </a:cubicBezTo>
                  <a:cubicBezTo>
                    <a:pt x="1512" y="573"/>
                    <a:pt x="1418" y="384"/>
                    <a:pt x="1229" y="290"/>
                  </a:cubicBezTo>
                  <a:lnTo>
                    <a:pt x="567" y="37"/>
                  </a:lnTo>
                  <a:cubicBezTo>
                    <a:pt x="508" y="12"/>
                    <a:pt x="451"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4" name="Google Shape;16734;p86"/>
            <p:cNvSpPr/>
            <p:nvPr/>
          </p:nvSpPr>
          <p:spPr>
            <a:xfrm>
              <a:off x="-21298675" y="3049275"/>
              <a:ext cx="306400" cy="35275"/>
            </a:xfrm>
            <a:custGeom>
              <a:avLst/>
              <a:gdLst/>
              <a:ahLst/>
              <a:cxnLst/>
              <a:rect l="l" t="t" r="r" b="b"/>
              <a:pathLst>
                <a:path w="12256" h="1411" extrusionOk="0">
                  <a:moveTo>
                    <a:pt x="1832" y="0"/>
                  </a:moveTo>
                  <a:cubicBezTo>
                    <a:pt x="1379" y="0"/>
                    <a:pt x="930" y="126"/>
                    <a:pt x="567" y="378"/>
                  </a:cubicBezTo>
                  <a:cubicBezTo>
                    <a:pt x="473" y="441"/>
                    <a:pt x="347" y="505"/>
                    <a:pt x="284" y="536"/>
                  </a:cubicBezTo>
                  <a:cubicBezTo>
                    <a:pt x="95" y="631"/>
                    <a:pt x="0" y="820"/>
                    <a:pt x="95" y="1009"/>
                  </a:cubicBezTo>
                  <a:cubicBezTo>
                    <a:pt x="143" y="1176"/>
                    <a:pt x="263" y="1252"/>
                    <a:pt x="414" y="1252"/>
                  </a:cubicBezTo>
                  <a:cubicBezTo>
                    <a:pt x="462" y="1252"/>
                    <a:pt x="514" y="1244"/>
                    <a:pt x="567" y="1229"/>
                  </a:cubicBezTo>
                  <a:cubicBezTo>
                    <a:pt x="725" y="1166"/>
                    <a:pt x="819" y="1103"/>
                    <a:pt x="946" y="1009"/>
                  </a:cubicBezTo>
                  <a:cubicBezTo>
                    <a:pt x="1198" y="835"/>
                    <a:pt x="1505" y="749"/>
                    <a:pt x="1816" y="749"/>
                  </a:cubicBezTo>
                  <a:cubicBezTo>
                    <a:pt x="2127" y="749"/>
                    <a:pt x="2442" y="835"/>
                    <a:pt x="2710" y="1009"/>
                  </a:cubicBezTo>
                  <a:cubicBezTo>
                    <a:pt x="3104" y="1276"/>
                    <a:pt x="3553" y="1410"/>
                    <a:pt x="3994" y="1410"/>
                  </a:cubicBezTo>
                  <a:cubicBezTo>
                    <a:pt x="4435" y="1410"/>
                    <a:pt x="4868" y="1276"/>
                    <a:pt x="5230" y="1009"/>
                  </a:cubicBezTo>
                  <a:cubicBezTo>
                    <a:pt x="5498" y="835"/>
                    <a:pt x="5805" y="749"/>
                    <a:pt x="6108" y="749"/>
                  </a:cubicBezTo>
                  <a:cubicBezTo>
                    <a:pt x="6412" y="749"/>
                    <a:pt x="6711" y="835"/>
                    <a:pt x="6963" y="1009"/>
                  </a:cubicBezTo>
                  <a:cubicBezTo>
                    <a:pt x="7357" y="1276"/>
                    <a:pt x="7806" y="1410"/>
                    <a:pt x="8247" y="1410"/>
                  </a:cubicBezTo>
                  <a:cubicBezTo>
                    <a:pt x="8688" y="1410"/>
                    <a:pt x="9121" y="1276"/>
                    <a:pt x="9483" y="1009"/>
                  </a:cubicBezTo>
                  <a:cubicBezTo>
                    <a:pt x="9751" y="835"/>
                    <a:pt x="10058" y="749"/>
                    <a:pt x="10369" y="749"/>
                  </a:cubicBezTo>
                  <a:cubicBezTo>
                    <a:pt x="10681" y="749"/>
                    <a:pt x="10996" y="835"/>
                    <a:pt x="11279" y="1009"/>
                  </a:cubicBezTo>
                  <a:cubicBezTo>
                    <a:pt x="11437" y="1103"/>
                    <a:pt x="11531" y="1166"/>
                    <a:pt x="11689" y="1261"/>
                  </a:cubicBezTo>
                  <a:cubicBezTo>
                    <a:pt x="11736" y="1274"/>
                    <a:pt x="11782" y="1280"/>
                    <a:pt x="11825" y="1280"/>
                  </a:cubicBezTo>
                  <a:cubicBezTo>
                    <a:pt x="11984" y="1280"/>
                    <a:pt x="12112" y="1195"/>
                    <a:pt x="12161" y="1072"/>
                  </a:cubicBezTo>
                  <a:cubicBezTo>
                    <a:pt x="12256" y="820"/>
                    <a:pt x="12161" y="599"/>
                    <a:pt x="11972" y="536"/>
                  </a:cubicBezTo>
                  <a:cubicBezTo>
                    <a:pt x="11846" y="505"/>
                    <a:pt x="11783" y="473"/>
                    <a:pt x="11657" y="378"/>
                  </a:cubicBezTo>
                  <a:cubicBezTo>
                    <a:pt x="11279" y="126"/>
                    <a:pt x="10830" y="0"/>
                    <a:pt x="10381" y="0"/>
                  </a:cubicBezTo>
                  <a:cubicBezTo>
                    <a:pt x="9932" y="0"/>
                    <a:pt x="9483" y="126"/>
                    <a:pt x="9105" y="378"/>
                  </a:cubicBezTo>
                  <a:cubicBezTo>
                    <a:pt x="8853" y="568"/>
                    <a:pt x="8546" y="662"/>
                    <a:pt x="8239" y="662"/>
                  </a:cubicBezTo>
                  <a:cubicBezTo>
                    <a:pt x="7932" y="662"/>
                    <a:pt x="7625" y="568"/>
                    <a:pt x="7373" y="378"/>
                  </a:cubicBezTo>
                  <a:cubicBezTo>
                    <a:pt x="6979" y="126"/>
                    <a:pt x="6538" y="0"/>
                    <a:pt x="6101" y="0"/>
                  </a:cubicBezTo>
                  <a:cubicBezTo>
                    <a:pt x="5663" y="0"/>
                    <a:pt x="5230" y="126"/>
                    <a:pt x="4852" y="378"/>
                  </a:cubicBezTo>
                  <a:cubicBezTo>
                    <a:pt x="4600" y="568"/>
                    <a:pt x="4293" y="662"/>
                    <a:pt x="3986" y="662"/>
                  </a:cubicBezTo>
                  <a:cubicBezTo>
                    <a:pt x="3679" y="662"/>
                    <a:pt x="3371" y="568"/>
                    <a:pt x="3119" y="378"/>
                  </a:cubicBezTo>
                  <a:cubicBezTo>
                    <a:pt x="2741" y="126"/>
                    <a:pt x="2284" y="0"/>
                    <a:pt x="18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5" name="Google Shape;16735;p86"/>
            <p:cNvSpPr/>
            <p:nvPr/>
          </p:nvSpPr>
          <p:spPr>
            <a:xfrm>
              <a:off x="-21298675" y="3013050"/>
              <a:ext cx="306400" cy="34675"/>
            </a:xfrm>
            <a:custGeom>
              <a:avLst/>
              <a:gdLst/>
              <a:ahLst/>
              <a:cxnLst/>
              <a:rect l="l" t="t" r="r" b="b"/>
              <a:pathLst>
                <a:path w="12256" h="1387" extrusionOk="0">
                  <a:moveTo>
                    <a:pt x="1832" y="0"/>
                  </a:moveTo>
                  <a:cubicBezTo>
                    <a:pt x="1379" y="0"/>
                    <a:pt x="930" y="126"/>
                    <a:pt x="567" y="378"/>
                  </a:cubicBezTo>
                  <a:cubicBezTo>
                    <a:pt x="473" y="410"/>
                    <a:pt x="347" y="504"/>
                    <a:pt x="284" y="536"/>
                  </a:cubicBezTo>
                  <a:cubicBezTo>
                    <a:pt x="95" y="599"/>
                    <a:pt x="0" y="819"/>
                    <a:pt x="95" y="1008"/>
                  </a:cubicBezTo>
                  <a:cubicBezTo>
                    <a:pt x="141" y="1147"/>
                    <a:pt x="255" y="1234"/>
                    <a:pt x="399" y="1234"/>
                  </a:cubicBezTo>
                  <a:cubicBezTo>
                    <a:pt x="452" y="1234"/>
                    <a:pt x="508" y="1223"/>
                    <a:pt x="567" y="1197"/>
                  </a:cubicBezTo>
                  <a:cubicBezTo>
                    <a:pt x="725" y="1166"/>
                    <a:pt x="819" y="1071"/>
                    <a:pt x="946" y="1008"/>
                  </a:cubicBezTo>
                  <a:cubicBezTo>
                    <a:pt x="1198" y="835"/>
                    <a:pt x="1505" y="748"/>
                    <a:pt x="1816" y="748"/>
                  </a:cubicBezTo>
                  <a:cubicBezTo>
                    <a:pt x="2127" y="748"/>
                    <a:pt x="2442" y="835"/>
                    <a:pt x="2710" y="1008"/>
                  </a:cubicBezTo>
                  <a:cubicBezTo>
                    <a:pt x="3104" y="1260"/>
                    <a:pt x="3553" y="1386"/>
                    <a:pt x="3994" y="1386"/>
                  </a:cubicBezTo>
                  <a:cubicBezTo>
                    <a:pt x="4435" y="1386"/>
                    <a:pt x="4868" y="1260"/>
                    <a:pt x="5230" y="1008"/>
                  </a:cubicBezTo>
                  <a:cubicBezTo>
                    <a:pt x="5498" y="835"/>
                    <a:pt x="5805" y="748"/>
                    <a:pt x="6108" y="748"/>
                  </a:cubicBezTo>
                  <a:cubicBezTo>
                    <a:pt x="6412" y="748"/>
                    <a:pt x="6711" y="835"/>
                    <a:pt x="6963" y="1008"/>
                  </a:cubicBezTo>
                  <a:cubicBezTo>
                    <a:pt x="7357" y="1260"/>
                    <a:pt x="7806" y="1386"/>
                    <a:pt x="8247" y="1386"/>
                  </a:cubicBezTo>
                  <a:cubicBezTo>
                    <a:pt x="8688" y="1386"/>
                    <a:pt x="9121" y="1260"/>
                    <a:pt x="9483" y="1008"/>
                  </a:cubicBezTo>
                  <a:cubicBezTo>
                    <a:pt x="9751" y="835"/>
                    <a:pt x="10058" y="748"/>
                    <a:pt x="10369" y="748"/>
                  </a:cubicBezTo>
                  <a:cubicBezTo>
                    <a:pt x="10681" y="748"/>
                    <a:pt x="10996" y="835"/>
                    <a:pt x="11279" y="1008"/>
                  </a:cubicBezTo>
                  <a:cubicBezTo>
                    <a:pt x="11437" y="1071"/>
                    <a:pt x="11531" y="1166"/>
                    <a:pt x="11689" y="1229"/>
                  </a:cubicBezTo>
                  <a:cubicBezTo>
                    <a:pt x="11741" y="1251"/>
                    <a:pt x="11792" y="1261"/>
                    <a:pt x="11840" y="1261"/>
                  </a:cubicBezTo>
                  <a:cubicBezTo>
                    <a:pt x="11992" y="1261"/>
                    <a:pt x="12113" y="1160"/>
                    <a:pt x="12161" y="1040"/>
                  </a:cubicBezTo>
                  <a:cubicBezTo>
                    <a:pt x="12256" y="819"/>
                    <a:pt x="12161" y="630"/>
                    <a:pt x="11972" y="536"/>
                  </a:cubicBezTo>
                  <a:cubicBezTo>
                    <a:pt x="11846" y="504"/>
                    <a:pt x="11783" y="473"/>
                    <a:pt x="11657" y="378"/>
                  </a:cubicBezTo>
                  <a:cubicBezTo>
                    <a:pt x="11279" y="126"/>
                    <a:pt x="10830" y="0"/>
                    <a:pt x="10381" y="0"/>
                  </a:cubicBezTo>
                  <a:cubicBezTo>
                    <a:pt x="9932" y="0"/>
                    <a:pt x="9483" y="126"/>
                    <a:pt x="9105" y="378"/>
                  </a:cubicBezTo>
                  <a:cubicBezTo>
                    <a:pt x="8853" y="552"/>
                    <a:pt x="8546" y="638"/>
                    <a:pt x="8239" y="638"/>
                  </a:cubicBezTo>
                  <a:cubicBezTo>
                    <a:pt x="7932" y="638"/>
                    <a:pt x="7625" y="552"/>
                    <a:pt x="7373" y="378"/>
                  </a:cubicBezTo>
                  <a:cubicBezTo>
                    <a:pt x="6979" y="126"/>
                    <a:pt x="6538" y="0"/>
                    <a:pt x="6101" y="0"/>
                  </a:cubicBezTo>
                  <a:cubicBezTo>
                    <a:pt x="5663" y="0"/>
                    <a:pt x="5230" y="126"/>
                    <a:pt x="4852" y="378"/>
                  </a:cubicBezTo>
                  <a:cubicBezTo>
                    <a:pt x="4600" y="552"/>
                    <a:pt x="4293" y="638"/>
                    <a:pt x="3986" y="638"/>
                  </a:cubicBezTo>
                  <a:cubicBezTo>
                    <a:pt x="3679" y="638"/>
                    <a:pt x="3371" y="552"/>
                    <a:pt x="3119" y="378"/>
                  </a:cubicBezTo>
                  <a:cubicBezTo>
                    <a:pt x="2741" y="126"/>
                    <a:pt x="2284" y="0"/>
                    <a:pt x="18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6" name="Google Shape;16736;p86"/>
            <p:cNvSpPr/>
            <p:nvPr/>
          </p:nvSpPr>
          <p:spPr>
            <a:xfrm>
              <a:off x="-21299475" y="2868125"/>
              <a:ext cx="307200" cy="143375"/>
            </a:xfrm>
            <a:custGeom>
              <a:avLst/>
              <a:gdLst/>
              <a:ahLst/>
              <a:cxnLst/>
              <a:rect l="l" t="t" r="r" b="b"/>
              <a:pathLst>
                <a:path w="12288" h="5735" extrusionOk="0">
                  <a:moveTo>
                    <a:pt x="6144" y="788"/>
                  </a:moveTo>
                  <a:cubicBezTo>
                    <a:pt x="7531" y="788"/>
                    <a:pt x="8633" y="1891"/>
                    <a:pt x="8633" y="3245"/>
                  </a:cubicBezTo>
                  <a:cubicBezTo>
                    <a:pt x="8633" y="3938"/>
                    <a:pt x="8350" y="4506"/>
                    <a:pt x="7909" y="5010"/>
                  </a:cubicBezTo>
                  <a:cubicBezTo>
                    <a:pt x="7720" y="4947"/>
                    <a:pt x="7562" y="4884"/>
                    <a:pt x="7373" y="4758"/>
                  </a:cubicBezTo>
                  <a:cubicBezTo>
                    <a:pt x="7011" y="4506"/>
                    <a:pt x="6578" y="4379"/>
                    <a:pt x="6140" y="4379"/>
                  </a:cubicBezTo>
                  <a:cubicBezTo>
                    <a:pt x="5703" y="4379"/>
                    <a:pt x="5262" y="4506"/>
                    <a:pt x="4884" y="4758"/>
                  </a:cubicBezTo>
                  <a:cubicBezTo>
                    <a:pt x="4727" y="4884"/>
                    <a:pt x="4569" y="4947"/>
                    <a:pt x="4380" y="5010"/>
                  </a:cubicBezTo>
                  <a:cubicBezTo>
                    <a:pt x="3939" y="4537"/>
                    <a:pt x="3655" y="3875"/>
                    <a:pt x="3655" y="3245"/>
                  </a:cubicBezTo>
                  <a:cubicBezTo>
                    <a:pt x="3655" y="1891"/>
                    <a:pt x="4758" y="788"/>
                    <a:pt x="6144" y="788"/>
                  </a:cubicBezTo>
                  <a:close/>
                  <a:moveTo>
                    <a:pt x="6144" y="0"/>
                  </a:moveTo>
                  <a:cubicBezTo>
                    <a:pt x="4380" y="0"/>
                    <a:pt x="2931" y="1450"/>
                    <a:pt x="2931" y="3214"/>
                  </a:cubicBezTo>
                  <a:cubicBezTo>
                    <a:pt x="2931" y="3812"/>
                    <a:pt x="3088" y="4411"/>
                    <a:pt x="3372" y="4884"/>
                  </a:cubicBezTo>
                  <a:cubicBezTo>
                    <a:pt x="3277" y="4852"/>
                    <a:pt x="3183" y="4789"/>
                    <a:pt x="3120" y="4726"/>
                  </a:cubicBezTo>
                  <a:cubicBezTo>
                    <a:pt x="2742" y="4474"/>
                    <a:pt x="2285" y="4348"/>
                    <a:pt x="1832" y="4348"/>
                  </a:cubicBezTo>
                  <a:cubicBezTo>
                    <a:pt x="1379" y="4348"/>
                    <a:pt x="930" y="4474"/>
                    <a:pt x="568" y="4726"/>
                  </a:cubicBezTo>
                  <a:cubicBezTo>
                    <a:pt x="473" y="4758"/>
                    <a:pt x="347" y="4852"/>
                    <a:pt x="284" y="4884"/>
                  </a:cubicBezTo>
                  <a:cubicBezTo>
                    <a:pt x="95" y="4947"/>
                    <a:pt x="1" y="5167"/>
                    <a:pt x="95" y="5356"/>
                  </a:cubicBezTo>
                  <a:cubicBezTo>
                    <a:pt x="143" y="5498"/>
                    <a:pt x="261" y="5569"/>
                    <a:pt x="410" y="5569"/>
                  </a:cubicBezTo>
                  <a:cubicBezTo>
                    <a:pt x="460" y="5569"/>
                    <a:pt x="513" y="5561"/>
                    <a:pt x="568" y="5545"/>
                  </a:cubicBezTo>
                  <a:cubicBezTo>
                    <a:pt x="725" y="5514"/>
                    <a:pt x="820" y="5419"/>
                    <a:pt x="946" y="5356"/>
                  </a:cubicBezTo>
                  <a:cubicBezTo>
                    <a:pt x="1198" y="5183"/>
                    <a:pt x="1505" y="5096"/>
                    <a:pt x="1816" y="5096"/>
                  </a:cubicBezTo>
                  <a:cubicBezTo>
                    <a:pt x="2127" y="5096"/>
                    <a:pt x="2442" y="5183"/>
                    <a:pt x="2710" y="5356"/>
                  </a:cubicBezTo>
                  <a:cubicBezTo>
                    <a:pt x="3104" y="5608"/>
                    <a:pt x="3553" y="5734"/>
                    <a:pt x="3994" y="5734"/>
                  </a:cubicBezTo>
                  <a:cubicBezTo>
                    <a:pt x="4435" y="5734"/>
                    <a:pt x="4868" y="5608"/>
                    <a:pt x="5231" y="5356"/>
                  </a:cubicBezTo>
                  <a:cubicBezTo>
                    <a:pt x="5498" y="5183"/>
                    <a:pt x="5806" y="5096"/>
                    <a:pt x="6109" y="5096"/>
                  </a:cubicBezTo>
                  <a:cubicBezTo>
                    <a:pt x="6412" y="5096"/>
                    <a:pt x="6711" y="5183"/>
                    <a:pt x="6963" y="5356"/>
                  </a:cubicBezTo>
                  <a:cubicBezTo>
                    <a:pt x="7357" y="5608"/>
                    <a:pt x="7806" y="5734"/>
                    <a:pt x="8247" y="5734"/>
                  </a:cubicBezTo>
                  <a:cubicBezTo>
                    <a:pt x="8688" y="5734"/>
                    <a:pt x="9122" y="5608"/>
                    <a:pt x="9484" y="5356"/>
                  </a:cubicBezTo>
                  <a:cubicBezTo>
                    <a:pt x="9752" y="5183"/>
                    <a:pt x="10059" y="5096"/>
                    <a:pt x="10370" y="5096"/>
                  </a:cubicBezTo>
                  <a:cubicBezTo>
                    <a:pt x="10681" y="5096"/>
                    <a:pt x="10996" y="5183"/>
                    <a:pt x="11280" y="5356"/>
                  </a:cubicBezTo>
                  <a:cubicBezTo>
                    <a:pt x="11437" y="5419"/>
                    <a:pt x="11532" y="5514"/>
                    <a:pt x="11689" y="5577"/>
                  </a:cubicBezTo>
                  <a:cubicBezTo>
                    <a:pt x="11742" y="5599"/>
                    <a:pt x="11793" y="5609"/>
                    <a:pt x="11840" y="5609"/>
                  </a:cubicBezTo>
                  <a:cubicBezTo>
                    <a:pt x="11993" y="5609"/>
                    <a:pt x="12114" y="5508"/>
                    <a:pt x="12162" y="5388"/>
                  </a:cubicBezTo>
                  <a:cubicBezTo>
                    <a:pt x="12288" y="5199"/>
                    <a:pt x="12193" y="5010"/>
                    <a:pt x="12004" y="4915"/>
                  </a:cubicBezTo>
                  <a:cubicBezTo>
                    <a:pt x="11878" y="4884"/>
                    <a:pt x="11815" y="4852"/>
                    <a:pt x="11689" y="4758"/>
                  </a:cubicBezTo>
                  <a:cubicBezTo>
                    <a:pt x="11311" y="4506"/>
                    <a:pt x="10862" y="4379"/>
                    <a:pt x="10413" y="4379"/>
                  </a:cubicBezTo>
                  <a:cubicBezTo>
                    <a:pt x="9964" y="4379"/>
                    <a:pt x="9515" y="4506"/>
                    <a:pt x="9137" y="4758"/>
                  </a:cubicBezTo>
                  <a:lnTo>
                    <a:pt x="8885" y="4884"/>
                  </a:lnTo>
                  <a:cubicBezTo>
                    <a:pt x="9169" y="4379"/>
                    <a:pt x="9358" y="3812"/>
                    <a:pt x="9358" y="3214"/>
                  </a:cubicBezTo>
                  <a:cubicBezTo>
                    <a:pt x="9358" y="1450"/>
                    <a:pt x="7909" y="0"/>
                    <a:pt x="61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37" name="Google Shape;16737;p86"/>
          <p:cNvSpPr/>
          <p:nvPr/>
        </p:nvSpPr>
        <p:spPr>
          <a:xfrm>
            <a:off x="5021557" y="2253118"/>
            <a:ext cx="630235" cy="628213"/>
          </a:xfrm>
          <a:custGeom>
            <a:avLst/>
            <a:gdLst/>
            <a:ahLst/>
            <a:cxnLst/>
            <a:rect l="l" t="t" r="r" b="b"/>
            <a:pathLst>
              <a:path w="12162" h="12123" extrusionOk="0">
                <a:moveTo>
                  <a:pt x="8192" y="3616"/>
                </a:moveTo>
                <a:cubicBezTo>
                  <a:pt x="8381" y="3616"/>
                  <a:pt x="8539" y="3805"/>
                  <a:pt x="8539" y="3994"/>
                </a:cubicBezTo>
                <a:cubicBezTo>
                  <a:pt x="8539" y="4183"/>
                  <a:pt x="8381" y="4341"/>
                  <a:pt x="8192" y="4341"/>
                </a:cubicBezTo>
                <a:lnTo>
                  <a:pt x="3907" y="4341"/>
                </a:lnTo>
                <a:cubicBezTo>
                  <a:pt x="3687" y="4341"/>
                  <a:pt x="3529" y="4183"/>
                  <a:pt x="3529" y="3994"/>
                </a:cubicBezTo>
                <a:cubicBezTo>
                  <a:pt x="3529" y="3805"/>
                  <a:pt x="3687" y="3616"/>
                  <a:pt x="3907" y="3616"/>
                </a:cubicBezTo>
                <a:close/>
                <a:moveTo>
                  <a:pt x="8948" y="5097"/>
                </a:moveTo>
                <a:cubicBezTo>
                  <a:pt x="9137" y="5097"/>
                  <a:pt x="9295" y="5254"/>
                  <a:pt x="9295" y="5443"/>
                </a:cubicBezTo>
                <a:cubicBezTo>
                  <a:pt x="9295" y="5632"/>
                  <a:pt x="9137" y="5790"/>
                  <a:pt x="8948" y="5790"/>
                </a:cubicBezTo>
                <a:lnTo>
                  <a:pt x="3214" y="5790"/>
                </a:lnTo>
                <a:cubicBezTo>
                  <a:pt x="3025" y="5790"/>
                  <a:pt x="2868" y="5632"/>
                  <a:pt x="2868" y="5443"/>
                </a:cubicBezTo>
                <a:cubicBezTo>
                  <a:pt x="2868" y="5254"/>
                  <a:pt x="3025" y="5097"/>
                  <a:pt x="3214" y="5097"/>
                </a:cubicBezTo>
                <a:close/>
                <a:moveTo>
                  <a:pt x="4600" y="6514"/>
                </a:moveTo>
                <a:cubicBezTo>
                  <a:pt x="4443" y="6703"/>
                  <a:pt x="4317" y="6987"/>
                  <a:pt x="4285" y="7207"/>
                </a:cubicBezTo>
                <a:lnTo>
                  <a:pt x="2490" y="7207"/>
                </a:lnTo>
                <a:cubicBezTo>
                  <a:pt x="2269" y="7207"/>
                  <a:pt x="2112" y="7050"/>
                  <a:pt x="2112" y="6861"/>
                </a:cubicBezTo>
                <a:cubicBezTo>
                  <a:pt x="2112" y="6672"/>
                  <a:pt x="2269" y="6514"/>
                  <a:pt x="2490" y="6514"/>
                </a:cubicBezTo>
                <a:close/>
                <a:moveTo>
                  <a:pt x="9641" y="6514"/>
                </a:moveTo>
                <a:cubicBezTo>
                  <a:pt x="9830" y="6514"/>
                  <a:pt x="9988" y="6672"/>
                  <a:pt x="9988" y="6861"/>
                </a:cubicBezTo>
                <a:cubicBezTo>
                  <a:pt x="9988" y="7050"/>
                  <a:pt x="9830" y="7207"/>
                  <a:pt x="9641" y="7207"/>
                </a:cubicBezTo>
                <a:lnTo>
                  <a:pt x="7845" y="7207"/>
                </a:lnTo>
                <a:cubicBezTo>
                  <a:pt x="7782" y="6955"/>
                  <a:pt x="7688" y="6703"/>
                  <a:pt x="7530" y="6514"/>
                </a:cubicBezTo>
                <a:close/>
                <a:moveTo>
                  <a:pt x="4317" y="7932"/>
                </a:moveTo>
                <a:cubicBezTo>
                  <a:pt x="4380" y="8184"/>
                  <a:pt x="4506" y="8436"/>
                  <a:pt x="4632" y="8625"/>
                </a:cubicBezTo>
                <a:lnTo>
                  <a:pt x="3246" y="8625"/>
                </a:lnTo>
                <a:cubicBezTo>
                  <a:pt x="3025" y="8625"/>
                  <a:pt x="2868" y="8468"/>
                  <a:pt x="2868" y="8279"/>
                </a:cubicBezTo>
                <a:cubicBezTo>
                  <a:pt x="2868" y="8090"/>
                  <a:pt x="3025" y="7932"/>
                  <a:pt x="3246" y="7932"/>
                </a:cubicBezTo>
                <a:close/>
                <a:moveTo>
                  <a:pt x="6050" y="6514"/>
                </a:moveTo>
                <a:cubicBezTo>
                  <a:pt x="6648" y="6514"/>
                  <a:pt x="7121" y="6987"/>
                  <a:pt x="7121" y="7554"/>
                </a:cubicBezTo>
                <a:cubicBezTo>
                  <a:pt x="7121" y="8153"/>
                  <a:pt x="6648" y="8625"/>
                  <a:pt x="6050" y="8625"/>
                </a:cubicBezTo>
                <a:cubicBezTo>
                  <a:pt x="5483" y="8625"/>
                  <a:pt x="5010" y="8153"/>
                  <a:pt x="5010" y="7554"/>
                </a:cubicBezTo>
                <a:cubicBezTo>
                  <a:pt x="5010" y="6987"/>
                  <a:pt x="5483" y="6514"/>
                  <a:pt x="6050" y="6514"/>
                </a:cubicBezTo>
                <a:close/>
                <a:moveTo>
                  <a:pt x="8948" y="7932"/>
                </a:moveTo>
                <a:cubicBezTo>
                  <a:pt x="9137" y="7932"/>
                  <a:pt x="9295" y="8090"/>
                  <a:pt x="9295" y="8279"/>
                </a:cubicBezTo>
                <a:cubicBezTo>
                  <a:pt x="9295" y="8468"/>
                  <a:pt x="9137" y="8625"/>
                  <a:pt x="8948" y="8625"/>
                </a:cubicBezTo>
                <a:lnTo>
                  <a:pt x="7530" y="8625"/>
                </a:lnTo>
                <a:cubicBezTo>
                  <a:pt x="7688" y="8436"/>
                  <a:pt x="7782" y="8216"/>
                  <a:pt x="7845" y="7932"/>
                </a:cubicBezTo>
                <a:close/>
                <a:moveTo>
                  <a:pt x="8192" y="9350"/>
                </a:moveTo>
                <a:cubicBezTo>
                  <a:pt x="8381" y="9350"/>
                  <a:pt x="8539" y="9507"/>
                  <a:pt x="8539" y="9696"/>
                </a:cubicBezTo>
                <a:cubicBezTo>
                  <a:pt x="8539" y="9885"/>
                  <a:pt x="8381" y="10043"/>
                  <a:pt x="8192" y="10043"/>
                </a:cubicBezTo>
                <a:lnTo>
                  <a:pt x="3907" y="10043"/>
                </a:lnTo>
                <a:cubicBezTo>
                  <a:pt x="3687" y="10043"/>
                  <a:pt x="3529" y="9885"/>
                  <a:pt x="3529" y="9696"/>
                </a:cubicBezTo>
                <a:cubicBezTo>
                  <a:pt x="3529" y="9507"/>
                  <a:pt x="3687" y="9350"/>
                  <a:pt x="3907" y="9350"/>
                </a:cubicBezTo>
                <a:close/>
                <a:moveTo>
                  <a:pt x="7467" y="10799"/>
                </a:moveTo>
                <a:cubicBezTo>
                  <a:pt x="7688" y="10799"/>
                  <a:pt x="7845" y="10957"/>
                  <a:pt x="7845" y="11146"/>
                </a:cubicBezTo>
                <a:cubicBezTo>
                  <a:pt x="7845" y="11366"/>
                  <a:pt x="7688" y="11492"/>
                  <a:pt x="7467" y="11492"/>
                </a:cubicBezTo>
                <a:lnTo>
                  <a:pt x="4632" y="11492"/>
                </a:lnTo>
                <a:cubicBezTo>
                  <a:pt x="4443" y="11492"/>
                  <a:pt x="4285" y="11335"/>
                  <a:pt x="4285" y="11146"/>
                </a:cubicBezTo>
                <a:cubicBezTo>
                  <a:pt x="4285" y="10957"/>
                  <a:pt x="4443" y="10799"/>
                  <a:pt x="4632" y="10799"/>
                </a:cubicBezTo>
                <a:close/>
                <a:moveTo>
                  <a:pt x="8917" y="1"/>
                </a:moveTo>
                <a:cubicBezTo>
                  <a:pt x="8830" y="1"/>
                  <a:pt x="8743" y="40"/>
                  <a:pt x="8665" y="119"/>
                </a:cubicBezTo>
                <a:cubicBezTo>
                  <a:pt x="8507" y="276"/>
                  <a:pt x="8507" y="497"/>
                  <a:pt x="8665" y="654"/>
                </a:cubicBezTo>
                <a:lnTo>
                  <a:pt x="9484" y="1474"/>
                </a:lnTo>
                <a:lnTo>
                  <a:pt x="347" y="1474"/>
                </a:lnTo>
                <a:cubicBezTo>
                  <a:pt x="158" y="1474"/>
                  <a:pt x="1" y="1631"/>
                  <a:pt x="1" y="1820"/>
                </a:cubicBezTo>
                <a:cubicBezTo>
                  <a:pt x="1" y="2009"/>
                  <a:pt x="158" y="2167"/>
                  <a:pt x="347" y="2167"/>
                </a:cubicBezTo>
                <a:lnTo>
                  <a:pt x="1639" y="2167"/>
                </a:lnTo>
                <a:lnTo>
                  <a:pt x="820" y="3017"/>
                </a:lnTo>
                <a:cubicBezTo>
                  <a:pt x="662" y="3175"/>
                  <a:pt x="662" y="3364"/>
                  <a:pt x="820" y="3521"/>
                </a:cubicBezTo>
                <a:cubicBezTo>
                  <a:pt x="899" y="3600"/>
                  <a:pt x="985" y="3640"/>
                  <a:pt x="1072" y="3640"/>
                </a:cubicBezTo>
                <a:cubicBezTo>
                  <a:pt x="1159" y="3640"/>
                  <a:pt x="1245" y="3600"/>
                  <a:pt x="1324" y="3521"/>
                </a:cubicBezTo>
                <a:lnTo>
                  <a:pt x="2679" y="2167"/>
                </a:lnTo>
                <a:lnTo>
                  <a:pt x="5735" y="2167"/>
                </a:lnTo>
                <a:lnTo>
                  <a:pt x="5735" y="2923"/>
                </a:lnTo>
                <a:lnTo>
                  <a:pt x="3970" y="2923"/>
                </a:lnTo>
                <a:cubicBezTo>
                  <a:pt x="3372" y="2923"/>
                  <a:pt x="2899" y="3395"/>
                  <a:pt x="2899" y="3994"/>
                </a:cubicBezTo>
                <a:cubicBezTo>
                  <a:pt x="2899" y="4152"/>
                  <a:pt x="2962" y="4246"/>
                  <a:pt x="2994" y="4372"/>
                </a:cubicBezTo>
                <a:cubicBezTo>
                  <a:pt x="2521" y="4498"/>
                  <a:pt x="2206" y="4939"/>
                  <a:pt x="2206" y="5412"/>
                </a:cubicBezTo>
                <a:cubicBezTo>
                  <a:pt x="2206" y="5569"/>
                  <a:pt x="2238" y="5664"/>
                  <a:pt x="2269" y="5790"/>
                </a:cubicBezTo>
                <a:cubicBezTo>
                  <a:pt x="1797" y="5916"/>
                  <a:pt x="1481" y="6357"/>
                  <a:pt x="1481" y="6829"/>
                </a:cubicBezTo>
                <a:cubicBezTo>
                  <a:pt x="1481" y="7334"/>
                  <a:pt x="1797" y="7743"/>
                  <a:pt x="2269" y="7838"/>
                </a:cubicBezTo>
                <a:cubicBezTo>
                  <a:pt x="2238" y="7964"/>
                  <a:pt x="2206" y="8090"/>
                  <a:pt x="2206" y="8247"/>
                </a:cubicBezTo>
                <a:cubicBezTo>
                  <a:pt x="2206" y="8751"/>
                  <a:pt x="2553" y="9129"/>
                  <a:pt x="2994" y="9255"/>
                </a:cubicBezTo>
                <a:cubicBezTo>
                  <a:pt x="2962" y="9381"/>
                  <a:pt x="2899" y="9507"/>
                  <a:pt x="2899" y="9665"/>
                </a:cubicBezTo>
                <a:cubicBezTo>
                  <a:pt x="2899" y="10169"/>
                  <a:pt x="3277" y="10547"/>
                  <a:pt x="3687" y="10673"/>
                </a:cubicBezTo>
                <a:cubicBezTo>
                  <a:pt x="3655" y="10799"/>
                  <a:pt x="3624" y="10925"/>
                  <a:pt x="3624" y="11083"/>
                </a:cubicBezTo>
                <a:cubicBezTo>
                  <a:pt x="3624" y="11650"/>
                  <a:pt x="4096" y="12122"/>
                  <a:pt x="4695" y="12122"/>
                </a:cubicBezTo>
                <a:lnTo>
                  <a:pt x="7530" y="12122"/>
                </a:lnTo>
                <a:cubicBezTo>
                  <a:pt x="8097" y="12122"/>
                  <a:pt x="8570" y="11650"/>
                  <a:pt x="8570" y="11083"/>
                </a:cubicBezTo>
                <a:cubicBezTo>
                  <a:pt x="8570" y="10925"/>
                  <a:pt x="8539" y="10799"/>
                  <a:pt x="8507" y="10673"/>
                </a:cubicBezTo>
                <a:cubicBezTo>
                  <a:pt x="8980" y="10547"/>
                  <a:pt x="9295" y="10137"/>
                  <a:pt x="9295" y="9665"/>
                </a:cubicBezTo>
                <a:cubicBezTo>
                  <a:pt x="9295" y="9507"/>
                  <a:pt x="9263" y="9381"/>
                  <a:pt x="9200" y="9255"/>
                </a:cubicBezTo>
                <a:cubicBezTo>
                  <a:pt x="9673" y="9129"/>
                  <a:pt x="9988" y="8720"/>
                  <a:pt x="9988" y="8247"/>
                </a:cubicBezTo>
                <a:cubicBezTo>
                  <a:pt x="9988" y="8090"/>
                  <a:pt x="9956" y="7964"/>
                  <a:pt x="9925" y="7838"/>
                </a:cubicBezTo>
                <a:cubicBezTo>
                  <a:pt x="10397" y="7712"/>
                  <a:pt x="10712" y="7302"/>
                  <a:pt x="10712" y="6829"/>
                </a:cubicBezTo>
                <a:cubicBezTo>
                  <a:pt x="10712" y="6294"/>
                  <a:pt x="10366" y="5916"/>
                  <a:pt x="9925" y="5790"/>
                </a:cubicBezTo>
                <a:cubicBezTo>
                  <a:pt x="9956" y="5664"/>
                  <a:pt x="9988" y="5569"/>
                  <a:pt x="9988" y="5412"/>
                </a:cubicBezTo>
                <a:cubicBezTo>
                  <a:pt x="9988" y="4876"/>
                  <a:pt x="9641" y="4498"/>
                  <a:pt x="9200" y="4372"/>
                </a:cubicBezTo>
                <a:cubicBezTo>
                  <a:pt x="9263" y="4246"/>
                  <a:pt x="9295" y="4152"/>
                  <a:pt x="9295" y="3994"/>
                </a:cubicBezTo>
                <a:cubicBezTo>
                  <a:pt x="9295" y="3395"/>
                  <a:pt x="8822" y="2923"/>
                  <a:pt x="8224" y="2923"/>
                </a:cubicBezTo>
                <a:lnTo>
                  <a:pt x="6459" y="2923"/>
                </a:lnTo>
                <a:lnTo>
                  <a:pt x="6459" y="2167"/>
                </a:lnTo>
                <a:lnTo>
                  <a:pt x="11815" y="2167"/>
                </a:lnTo>
                <a:cubicBezTo>
                  <a:pt x="12004" y="2167"/>
                  <a:pt x="12162" y="2009"/>
                  <a:pt x="12162" y="1820"/>
                </a:cubicBezTo>
                <a:cubicBezTo>
                  <a:pt x="12162" y="1631"/>
                  <a:pt x="12004" y="1474"/>
                  <a:pt x="11815" y="1474"/>
                </a:cubicBezTo>
                <a:lnTo>
                  <a:pt x="10523" y="1474"/>
                </a:lnTo>
                <a:lnTo>
                  <a:pt x="9169" y="119"/>
                </a:lnTo>
                <a:cubicBezTo>
                  <a:pt x="9090" y="40"/>
                  <a:pt x="9003" y="1"/>
                  <a:pt x="89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8" name="Google Shape;16738;p86"/>
          <p:cNvSpPr/>
          <p:nvPr/>
        </p:nvSpPr>
        <p:spPr>
          <a:xfrm>
            <a:off x="5020756" y="3031910"/>
            <a:ext cx="631841" cy="633500"/>
          </a:xfrm>
          <a:custGeom>
            <a:avLst/>
            <a:gdLst/>
            <a:ahLst/>
            <a:cxnLst/>
            <a:rect l="l" t="t" r="r" b="b"/>
            <a:pathLst>
              <a:path w="12193" h="12225" extrusionOk="0">
                <a:moveTo>
                  <a:pt x="8601" y="694"/>
                </a:moveTo>
                <a:cubicBezTo>
                  <a:pt x="9011" y="694"/>
                  <a:pt x="9326" y="1009"/>
                  <a:pt x="9326" y="1418"/>
                </a:cubicBezTo>
                <a:cubicBezTo>
                  <a:pt x="9326" y="1796"/>
                  <a:pt x="9011" y="2111"/>
                  <a:pt x="8601" y="2111"/>
                </a:cubicBezTo>
                <a:cubicBezTo>
                  <a:pt x="8223" y="2111"/>
                  <a:pt x="7908" y="1796"/>
                  <a:pt x="7908" y="1418"/>
                </a:cubicBezTo>
                <a:cubicBezTo>
                  <a:pt x="7908" y="1009"/>
                  <a:pt x="8223" y="694"/>
                  <a:pt x="8601" y="694"/>
                </a:cubicBezTo>
                <a:close/>
                <a:moveTo>
                  <a:pt x="10428" y="1418"/>
                </a:moveTo>
                <a:cubicBezTo>
                  <a:pt x="11027" y="1418"/>
                  <a:pt x="11500" y="1891"/>
                  <a:pt x="11500" y="2458"/>
                </a:cubicBezTo>
                <a:cubicBezTo>
                  <a:pt x="11058" y="2238"/>
                  <a:pt x="10586" y="2111"/>
                  <a:pt x="10113" y="2111"/>
                </a:cubicBezTo>
                <a:lnTo>
                  <a:pt x="9861" y="2111"/>
                </a:lnTo>
                <a:cubicBezTo>
                  <a:pt x="9987" y="1922"/>
                  <a:pt x="10082" y="1639"/>
                  <a:pt x="10082" y="1418"/>
                </a:cubicBezTo>
                <a:close/>
                <a:moveTo>
                  <a:pt x="7624" y="2427"/>
                </a:moveTo>
                <a:lnTo>
                  <a:pt x="7624" y="2427"/>
                </a:lnTo>
                <a:cubicBezTo>
                  <a:pt x="7782" y="2616"/>
                  <a:pt x="8034" y="2742"/>
                  <a:pt x="8255" y="2836"/>
                </a:cubicBezTo>
                <a:cubicBezTo>
                  <a:pt x="8223" y="3088"/>
                  <a:pt x="8286" y="3340"/>
                  <a:pt x="8412" y="3466"/>
                </a:cubicBezTo>
                <a:lnTo>
                  <a:pt x="9704" y="4915"/>
                </a:lnTo>
                <a:cubicBezTo>
                  <a:pt x="10239" y="5483"/>
                  <a:pt x="10334" y="6270"/>
                  <a:pt x="9987" y="6932"/>
                </a:cubicBezTo>
                <a:cubicBezTo>
                  <a:pt x="9672" y="7530"/>
                  <a:pt x="9074" y="7877"/>
                  <a:pt x="8412" y="7877"/>
                </a:cubicBezTo>
                <a:lnTo>
                  <a:pt x="7750" y="7877"/>
                </a:lnTo>
                <a:cubicBezTo>
                  <a:pt x="7813" y="7688"/>
                  <a:pt x="7908" y="7467"/>
                  <a:pt x="7908" y="7278"/>
                </a:cubicBezTo>
                <a:lnTo>
                  <a:pt x="7908" y="7152"/>
                </a:lnTo>
                <a:lnTo>
                  <a:pt x="8475" y="7152"/>
                </a:lnTo>
                <a:cubicBezTo>
                  <a:pt x="8853" y="7152"/>
                  <a:pt x="9200" y="6963"/>
                  <a:pt x="9420" y="6617"/>
                </a:cubicBezTo>
                <a:cubicBezTo>
                  <a:pt x="9672" y="6144"/>
                  <a:pt x="9483" y="5609"/>
                  <a:pt x="9326" y="5451"/>
                </a:cubicBezTo>
                <a:lnTo>
                  <a:pt x="7908" y="3970"/>
                </a:lnTo>
                <a:cubicBezTo>
                  <a:pt x="7530" y="3561"/>
                  <a:pt x="7435" y="2931"/>
                  <a:pt x="7624" y="2427"/>
                </a:cubicBezTo>
                <a:close/>
                <a:moveTo>
                  <a:pt x="4398" y="4298"/>
                </a:moveTo>
                <a:cubicBezTo>
                  <a:pt x="4581" y="4298"/>
                  <a:pt x="4764" y="4315"/>
                  <a:pt x="4946" y="4348"/>
                </a:cubicBezTo>
                <a:cubicBezTo>
                  <a:pt x="6238" y="4632"/>
                  <a:pt x="7183" y="5861"/>
                  <a:pt x="7183" y="7278"/>
                </a:cubicBezTo>
                <a:cubicBezTo>
                  <a:pt x="7183" y="7593"/>
                  <a:pt x="6931" y="7877"/>
                  <a:pt x="6616" y="7877"/>
                </a:cubicBezTo>
                <a:lnTo>
                  <a:pt x="2143" y="7877"/>
                </a:lnTo>
                <a:cubicBezTo>
                  <a:pt x="1607" y="7877"/>
                  <a:pt x="1134" y="8003"/>
                  <a:pt x="725" y="8223"/>
                </a:cubicBezTo>
                <a:cubicBezTo>
                  <a:pt x="725" y="7625"/>
                  <a:pt x="1197" y="7152"/>
                  <a:pt x="1796" y="7152"/>
                </a:cubicBezTo>
                <a:lnTo>
                  <a:pt x="5388" y="7152"/>
                </a:lnTo>
                <a:cubicBezTo>
                  <a:pt x="5577" y="7152"/>
                  <a:pt x="5734" y="6995"/>
                  <a:pt x="5734" y="6806"/>
                </a:cubicBezTo>
                <a:cubicBezTo>
                  <a:pt x="5734" y="6617"/>
                  <a:pt x="5577" y="6459"/>
                  <a:pt x="5388" y="6459"/>
                </a:cubicBezTo>
                <a:lnTo>
                  <a:pt x="2930" y="6459"/>
                </a:lnTo>
                <a:cubicBezTo>
                  <a:pt x="3088" y="6018"/>
                  <a:pt x="3497" y="5735"/>
                  <a:pt x="3970" y="5735"/>
                </a:cubicBezTo>
                <a:lnTo>
                  <a:pt x="4663" y="5735"/>
                </a:lnTo>
                <a:cubicBezTo>
                  <a:pt x="4883" y="5735"/>
                  <a:pt x="5041" y="5577"/>
                  <a:pt x="5041" y="5388"/>
                </a:cubicBezTo>
                <a:cubicBezTo>
                  <a:pt x="5041" y="5199"/>
                  <a:pt x="4883" y="5041"/>
                  <a:pt x="4663" y="5041"/>
                </a:cubicBezTo>
                <a:lnTo>
                  <a:pt x="3970" y="5041"/>
                </a:lnTo>
                <a:cubicBezTo>
                  <a:pt x="3088" y="5041"/>
                  <a:pt x="2395" y="5672"/>
                  <a:pt x="2237" y="6459"/>
                </a:cubicBezTo>
                <a:lnTo>
                  <a:pt x="1796" y="6459"/>
                </a:lnTo>
                <a:cubicBezTo>
                  <a:pt x="1733" y="6459"/>
                  <a:pt x="1607" y="6459"/>
                  <a:pt x="1512" y="6491"/>
                </a:cubicBezTo>
                <a:cubicBezTo>
                  <a:pt x="1670" y="5861"/>
                  <a:pt x="2048" y="5293"/>
                  <a:pt x="2552" y="4915"/>
                </a:cubicBezTo>
                <a:cubicBezTo>
                  <a:pt x="3072" y="4519"/>
                  <a:pt x="3728" y="4298"/>
                  <a:pt x="4398" y="4298"/>
                </a:cubicBezTo>
                <a:close/>
                <a:moveTo>
                  <a:pt x="5041" y="8728"/>
                </a:moveTo>
                <a:lnTo>
                  <a:pt x="5041" y="9295"/>
                </a:lnTo>
                <a:lnTo>
                  <a:pt x="4316" y="9295"/>
                </a:lnTo>
                <a:lnTo>
                  <a:pt x="5041" y="8728"/>
                </a:lnTo>
                <a:close/>
                <a:moveTo>
                  <a:pt x="8601" y="1"/>
                </a:moveTo>
                <a:cubicBezTo>
                  <a:pt x="7750" y="1"/>
                  <a:pt x="7089" y="757"/>
                  <a:pt x="7215" y="1607"/>
                </a:cubicBezTo>
                <a:cubicBezTo>
                  <a:pt x="6585" y="2458"/>
                  <a:pt x="6616" y="3655"/>
                  <a:pt x="7309" y="4443"/>
                </a:cubicBezTo>
                <a:lnTo>
                  <a:pt x="8727" y="5955"/>
                </a:lnTo>
                <a:cubicBezTo>
                  <a:pt x="8853" y="6176"/>
                  <a:pt x="8696" y="6491"/>
                  <a:pt x="8412" y="6491"/>
                </a:cubicBezTo>
                <a:lnTo>
                  <a:pt x="7782" y="6491"/>
                </a:lnTo>
                <a:cubicBezTo>
                  <a:pt x="7467" y="5104"/>
                  <a:pt x="6459" y="4002"/>
                  <a:pt x="5073" y="3750"/>
                </a:cubicBezTo>
                <a:cubicBezTo>
                  <a:pt x="4809" y="3688"/>
                  <a:pt x="4546" y="3658"/>
                  <a:pt x="4286" y="3658"/>
                </a:cubicBezTo>
                <a:cubicBezTo>
                  <a:pt x="3490" y="3658"/>
                  <a:pt x="2729" y="3936"/>
                  <a:pt x="2111" y="4411"/>
                </a:cubicBezTo>
                <a:cubicBezTo>
                  <a:pt x="1323" y="5010"/>
                  <a:pt x="851" y="5892"/>
                  <a:pt x="725" y="6837"/>
                </a:cubicBezTo>
                <a:cubicBezTo>
                  <a:pt x="315" y="7152"/>
                  <a:pt x="0" y="7719"/>
                  <a:pt x="0" y="8286"/>
                </a:cubicBezTo>
                <a:lnTo>
                  <a:pt x="0" y="9011"/>
                </a:lnTo>
                <a:cubicBezTo>
                  <a:pt x="0" y="9218"/>
                  <a:pt x="163" y="9357"/>
                  <a:pt x="328" y="9357"/>
                </a:cubicBezTo>
                <a:cubicBezTo>
                  <a:pt x="415" y="9357"/>
                  <a:pt x="502" y="9318"/>
                  <a:pt x="567" y="9232"/>
                </a:cubicBezTo>
                <a:cubicBezTo>
                  <a:pt x="977" y="8854"/>
                  <a:pt x="1512" y="8664"/>
                  <a:pt x="2080" y="8664"/>
                </a:cubicBezTo>
                <a:lnTo>
                  <a:pt x="4033" y="8664"/>
                </a:lnTo>
                <a:lnTo>
                  <a:pt x="2993" y="9452"/>
                </a:lnTo>
                <a:cubicBezTo>
                  <a:pt x="2710" y="9641"/>
                  <a:pt x="2867" y="10082"/>
                  <a:pt x="3182" y="10082"/>
                </a:cubicBezTo>
                <a:lnTo>
                  <a:pt x="4946" y="10082"/>
                </a:lnTo>
                <a:lnTo>
                  <a:pt x="4946" y="11878"/>
                </a:lnTo>
                <a:cubicBezTo>
                  <a:pt x="4946" y="12067"/>
                  <a:pt x="5104" y="12225"/>
                  <a:pt x="5293" y="12225"/>
                </a:cubicBezTo>
                <a:cubicBezTo>
                  <a:pt x="5514" y="12225"/>
                  <a:pt x="5671" y="12067"/>
                  <a:pt x="5671" y="11878"/>
                </a:cubicBezTo>
                <a:lnTo>
                  <a:pt x="5671" y="10082"/>
                </a:lnTo>
                <a:lnTo>
                  <a:pt x="6364" y="10082"/>
                </a:lnTo>
                <a:lnTo>
                  <a:pt x="6364" y="10429"/>
                </a:lnTo>
                <a:cubicBezTo>
                  <a:pt x="6364" y="10618"/>
                  <a:pt x="6522" y="10775"/>
                  <a:pt x="6711" y="10775"/>
                </a:cubicBezTo>
                <a:cubicBezTo>
                  <a:pt x="6931" y="10775"/>
                  <a:pt x="7089" y="10618"/>
                  <a:pt x="7089" y="10429"/>
                </a:cubicBezTo>
                <a:lnTo>
                  <a:pt x="7089" y="9704"/>
                </a:lnTo>
                <a:cubicBezTo>
                  <a:pt x="7089" y="9515"/>
                  <a:pt x="6931" y="9358"/>
                  <a:pt x="6711" y="9358"/>
                </a:cubicBezTo>
                <a:lnTo>
                  <a:pt x="5671" y="9358"/>
                </a:lnTo>
                <a:lnTo>
                  <a:pt x="5671" y="8664"/>
                </a:lnTo>
                <a:lnTo>
                  <a:pt x="8349" y="8664"/>
                </a:lnTo>
                <a:cubicBezTo>
                  <a:pt x="9231" y="8664"/>
                  <a:pt x="10113" y="8129"/>
                  <a:pt x="10554" y="7341"/>
                </a:cubicBezTo>
                <a:cubicBezTo>
                  <a:pt x="11027" y="6396"/>
                  <a:pt x="10901" y="5293"/>
                  <a:pt x="10145" y="4506"/>
                </a:cubicBezTo>
                <a:lnTo>
                  <a:pt x="8822" y="3057"/>
                </a:lnTo>
                <a:lnTo>
                  <a:pt x="8822" y="2994"/>
                </a:lnTo>
                <a:cubicBezTo>
                  <a:pt x="8853" y="2931"/>
                  <a:pt x="8759" y="2931"/>
                  <a:pt x="9987" y="2931"/>
                </a:cubicBezTo>
                <a:cubicBezTo>
                  <a:pt x="10554" y="2931"/>
                  <a:pt x="11058" y="3151"/>
                  <a:pt x="11437" y="3529"/>
                </a:cubicBezTo>
                <a:cubicBezTo>
                  <a:pt x="11523" y="3616"/>
                  <a:pt x="11621" y="3654"/>
                  <a:pt x="11712" y="3654"/>
                </a:cubicBezTo>
                <a:cubicBezTo>
                  <a:pt x="11886" y="3654"/>
                  <a:pt x="12035" y="3515"/>
                  <a:pt x="12035" y="3309"/>
                </a:cubicBezTo>
                <a:lnTo>
                  <a:pt x="12035" y="2584"/>
                </a:lnTo>
                <a:cubicBezTo>
                  <a:pt x="12193" y="1481"/>
                  <a:pt x="11374" y="694"/>
                  <a:pt x="10397" y="694"/>
                </a:cubicBezTo>
                <a:lnTo>
                  <a:pt x="9830" y="694"/>
                </a:lnTo>
                <a:cubicBezTo>
                  <a:pt x="9609" y="284"/>
                  <a:pt x="9137" y="1"/>
                  <a:pt x="86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9" name="Google Shape;16739;p86"/>
          <p:cNvSpPr/>
          <p:nvPr/>
        </p:nvSpPr>
        <p:spPr>
          <a:xfrm>
            <a:off x="5010131" y="3801502"/>
            <a:ext cx="653088" cy="631841"/>
          </a:xfrm>
          <a:custGeom>
            <a:avLst/>
            <a:gdLst/>
            <a:ahLst/>
            <a:cxnLst/>
            <a:rect l="l" t="t" r="r" b="b"/>
            <a:pathLst>
              <a:path w="12603" h="12193" extrusionOk="0">
                <a:moveTo>
                  <a:pt x="9547" y="5986"/>
                </a:moveTo>
                <a:cubicBezTo>
                  <a:pt x="9767" y="6364"/>
                  <a:pt x="9925" y="6742"/>
                  <a:pt x="10019" y="7152"/>
                </a:cubicBezTo>
                <a:lnTo>
                  <a:pt x="8381" y="7152"/>
                </a:lnTo>
                <a:lnTo>
                  <a:pt x="9547" y="5986"/>
                </a:lnTo>
                <a:close/>
                <a:moveTo>
                  <a:pt x="9988" y="7845"/>
                </a:moveTo>
                <a:cubicBezTo>
                  <a:pt x="9925" y="8255"/>
                  <a:pt x="9767" y="8633"/>
                  <a:pt x="9515" y="8979"/>
                </a:cubicBezTo>
                <a:lnTo>
                  <a:pt x="8381" y="7845"/>
                </a:lnTo>
                <a:close/>
                <a:moveTo>
                  <a:pt x="7152" y="8349"/>
                </a:moveTo>
                <a:lnTo>
                  <a:pt x="7152" y="9987"/>
                </a:lnTo>
                <a:cubicBezTo>
                  <a:pt x="6774" y="9924"/>
                  <a:pt x="6365" y="9767"/>
                  <a:pt x="6018" y="9515"/>
                </a:cubicBezTo>
                <a:lnTo>
                  <a:pt x="7152" y="8349"/>
                </a:lnTo>
                <a:close/>
                <a:moveTo>
                  <a:pt x="7877" y="8349"/>
                </a:moveTo>
                <a:lnTo>
                  <a:pt x="9011" y="9515"/>
                </a:lnTo>
                <a:cubicBezTo>
                  <a:pt x="8665" y="9735"/>
                  <a:pt x="8255" y="9893"/>
                  <a:pt x="7877" y="9987"/>
                </a:cubicBezTo>
                <a:lnTo>
                  <a:pt x="7877" y="8349"/>
                </a:lnTo>
                <a:close/>
                <a:moveTo>
                  <a:pt x="10555" y="4947"/>
                </a:moveTo>
                <a:cubicBezTo>
                  <a:pt x="11815" y="6522"/>
                  <a:pt x="11721" y="8790"/>
                  <a:pt x="10271" y="10240"/>
                </a:cubicBezTo>
                <a:cubicBezTo>
                  <a:pt x="9506" y="11022"/>
                  <a:pt x="8502" y="11409"/>
                  <a:pt x="7503" y="11409"/>
                </a:cubicBezTo>
                <a:cubicBezTo>
                  <a:pt x="6611" y="11409"/>
                  <a:pt x="5723" y="11101"/>
                  <a:pt x="5010" y="10492"/>
                </a:cubicBezTo>
                <a:lnTo>
                  <a:pt x="5514" y="9987"/>
                </a:lnTo>
                <a:cubicBezTo>
                  <a:pt x="6089" y="10447"/>
                  <a:pt x="6788" y="10671"/>
                  <a:pt x="7489" y="10671"/>
                </a:cubicBezTo>
                <a:cubicBezTo>
                  <a:pt x="8325" y="10671"/>
                  <a:pt x="9165" y="10352"/>
                  <a:pt x="9799" y="9735"/>
                </a:cubicBezTo>
                <a:cubicBezTo>
                  <a:pt x="10996" y="8570"/>
                  <a:pt x="11059" y="6711"/>
                  <a:pt x="10051" y="5451"/>
                </a:cubicBezTo>
                <a:lnTo>
                  <a:pt x="10555" y="4947"/>
                </a:lnTo>
                <a:close/>
                <a:moveTo>
                  <a:pt x="5703" y="2143"/>
                </a:moveTo>
                <a:cubicBezTo>
                  <a:pt x="7404" y="2269"/>
                  <a:pt x="8948" y="3371"/>
                  <a:pt x="9641" y="4947"/>
                </a:cubicBezTo>
                <a:lnTo>
                  <a:pt x="4254" y="10334"/>
                </a:lnTo>
                <a:cubicBezTo>
                  <a:pt x="4096" y="10492"/>
                  <a:pt x="4096" y="10681"/>
                  <a:pt x="4254" y="10838"/>
                </a:cubicBezTo>
                <a:cubicBezTo>
                  <a:pt x="4506" y="11090"/>
                  <a:pt x="4758" y="11279"/>
                  <a:pt x="5042" y="11468"/>
                </a:cubicBezTo>
                <a:cubicBezTo>
                  <a:pt x="2584" y="11185"/>
                  <a:pt x="694" y="9137"/>
                  <a:pt x="694" y="6742"/>
                </a:cubicBezTo>
                <a:cubicBezTo>
                  <a:pt x="694" y="4317"/>
                  <a:pt x="2584" y="2300"/>
                  <a:pt x="5010" y="2143"/>
                </a:cubicBezTo>
                <a:lnTo>
                  <a:pt x="5010" y="3056"/>
                </a:lnTo>
                <a:cubicBezTo>
                  <a:pt x="4979" y="2993"/>
                  <a:pt x="4915" y="2993"/>
                  <a:pt x="4884" y="2962"/>
                </a:cubicBezTo>
                <a:cubicBezTo>
                  <a:pt x="4805" y="2883"/>
                  <a:pt x="4719" y="2844"/>
                  <a:pt x="4632" y="2844"/>
                </a:cubicBezTo>
                <a:cubicBezTo>
                  <a:pt x="4545" y="2844"/>
                  <a:pt x="4459" y="2883"/>
                  <a:pt x="4380" y="2962"/>
                </a:cubicBezTo>
                <a:cubicBezTo>
                  <a:pt x="4222" y="3119"/>
                  <a:pt x="4222" y="3308"/>
                  <a:pt x="4380" y="3466"/>
                </a:cubicBezTo>
                <a:cubicBezTo>
                  <a:pt x="4663" y="3750"/>
                  <a:pt x="4979" y="3876"/>
                  <a:pt x="5357" y="3876"/>
                </a:cubicBezTo>
                <a:cubicBezTo>
                  <a:pt x="5766" y="3876"/>
                  <a:pt x="6081" y="3718"/>
                  <a:pt x="6333" y="3466"/>
                </a:cubicBezTo>
                <a:cubicBezTo>
                  <a:pt x="6491" y="3308"/>
                  <a:pt x="6491" y="3119"/>
                  <a:pt x="6333" y="2962"/>
                </a:cubicBezTo>
                <a:cubicBezTo>
                  <a:pt x="6254" y="2883"/>
                  <a:pt x="6168" y="2844"/>
                  <a:pt x="6081" y="2844"/>
                </a:cubicBezTo>
                <a:cubicBezTo>
                  <a:pt x="5995" y="2844"/>
                  <a:pt x="5908" y="2883"/>
                  <a:pt x="5829" y="2962"/>
                </a:cubicBezTo>
                <a:cubicBezTo>
                  <a:pt x="5798" y="2993"/>
                  <a:pt x="5766" y="3056"/>
                  <a:pt x="5703" y="3056"/>
                </a:cubicBezTo>
                <a:lnTo>
                  <a:pt x="5703" y="2143"/>
                </a:lnTo>
                <a:close/>
                <a:moveTo>
                  <a:pt x="3907" y="0"/>
                </a:moveTo>
                <a:cubicBezTo>
                  <a:pt x="3687" y="0"/>
                  <a:pt x="3529" y="158"/>
                  <a:pt x="3529" y="379"/>
                </a:cubicBezTo>
                <a:cubicBezTo>
                  <a:pt x="3529" y="568"/>
                  <a:pt x="3687" y="725"/>
                  <a:pt x="3907" y="725"/>
                </a:cubicBezTo>
                <a:cubicBezTo>
                  <a:pt x="4380" y="725"/>
                  <a:pt x="4758" y="1040"/>
                  <a:pt x="4915" y="1481"/>
                </a:cubicBezTo>
                <a:cubicBezTo>
                  <a:pt x="2175" y="1670"/>
                  <a:pt x="1" y="4002"/>
                  <a:pt x="1" y="6774"/>
                </a:cubicBezTo>
                <a:cubicBezTo>
                  <a:pt x="1" y="9735"/>
                  <a:pt x="2427" y="12193"/>
                  <a:pt x="5420" y="12193"/>
                </a:cubicBezTo>
                <a:cubicBezTo>
                  <a:pt x="5798" y="12193"/>
                  <a:pt x="6144" y="12130"/>
                  <a:pt x="6522" y="12067"/>
                </a:cubicBezTo>
                <a:cubicBezTo>
                  <a:pt x="6858" y="12144"/>
                  <a:pt x="7200" y="12182"/>
                  <a:pt x="7541" y="12182"/>
                </a:cubicBezTo>
                <a:cubicBezTo>
                  <a:pt x="8738" y="12182"/>
                  <a:pt x="9931" y="11714"/>
                  <a:pt x="10838" y="10807"/>
                </a:cubicBezTo>
                <a:cubicBezTo>
                  <a:pt x="12603" y="8948"/>
                  <a:pt x="12603" y="6049"/>
                  <a:pt x="10775" y="4222"/>
                </a:cubicBezTo>
                <a:cubicBezTo>
                  <a:pt x="10697" y="4143"/>
                  <a:pt x="10610" y="4104"/>
                  <a:pt x="10523" y="4104"/>
                </a:cubicBezTo>
                <a:cubicBezTo>
                  <a:pt x="10437" y="4104"/>
                  <a:pt x="10350" y="4143"/>
                  <a:pt x="10271" y="4222"/>
                </a:cubicBezTo>
                <a:lnTo>
                  <a:pt x="10114" y="4380"/>
                </a:lnTo>
                <a:cubicBezTo>
                  <a:pt x="9295" y="2741"/>
                  <a:pt x="7593" y="1544"/>
                  <a:pt x="5640" y="1418"/>
                </a:cubicBezTo>
                <a:cubicBezTo>
                  <a:pt x="5483" y="599"/>
                  <a:pt x="4758" y="0"/>
                  <a:pt x="39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40" name="Google Shape;16740;p86"/>
          <p:cNvGrpSpPr/>
          <p:nvPr/>
        </p:nvGrpSpPr>
        <p:grpSpPr>
          <a:xfrm>
            <a:off x="8951955" y="2251889"/>
            <a:ext cx="551883" cy="630235"/>
            <a:chOff x="-17545650" y="2051350"/>
            <a:chExt cx="266250" cy="304050"/>
          </a:xfrm>
        </p:grpSpPr>
        <p:sp>
          <p:nvSpPr>
            <p:cNvPr id="16741" name="Google Shape;16741;p86"/>
            <p:cNvSpPr/>
            <p:nvPr/>
          </p:nvSpPr>
          <p:spPr>
            <a:xfrm>
              <a:off x="-17475550" y="22301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2" name="Google Shape;16742;p86"/>
            <p:cNvSpPr/>
            <p:nvPr/>
          </p:nvSpPr>
          <p:spPr>
            <a:xfrm>
              <a:off x="-1745822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3" name="Google Shape;16743;p86"/>
            <p:cNvSpPr/>
            <p:nvPr/>
          </p:nvSpPr>
          <p:spPr>
            <a:xfrm>
              <a:off x="-1749367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4" name="Google Shape;16744;p86"/>
            <p:cNvSpPr/>
            <p:nvPr/>
          </p:nvSpPr>
          <p:spPr>
            <a:xfrm>
              <a:off x="-17545650" y="2051350"/>
              <a:ext cx="266250" cy="304050"/>
            </a:xfrm>
            <a:custGeom>
              <a:avLst/>
              <a:gdLst/>
              <a:ahLst/>
              <a:cxnLst/>
              <a:rect l="l" t="t" r="r" b="b"/>
              <a:pathLst>
                <a:path w="10650" h="12162" extrusionOk="0">
                  <a:moveTo>
                    <a:pt x="5640" y="694"/>
                  </a:moveTo>
                  <a:lnTo>
                    <a:pt x="5640" y="1072"/>
                  </a:lnTo>
                  <a:cubicBezTo>
                    <a:pt x="5640" y="1387"/>
                    <a:pt x="5797" y="1671"/>
                    <a:pt x="5986" y="1860"/>
                  </a:cubicBezTo>
                  <a:cubicBezTo>
                    <a:pt x="5797" y="2017"/>
                    <a:pt x="5577" y="2143"/>
                    <a:pt x="5293" y="2143"/>
                  </a:cubicBezTo>
                  <a:cubicBezTo>
                    <a:pt x="5010" y="2143"/>
                    <a:pt x="4789" y="2017"/>
                    <a:pt x="4569" y="1860"/>
                  </a:cubicBezTo>
                  <a:cubicBezTo>
                    <a:pt x="4821" y="1702"/>
                    <a:pt x="4915" y="1387"/>
                    <a:pt x="4915" y="1072"/>
                  </a:cubicBezTo>
                  <a:lnTo>
                    <a:pt x="4915" y="694"/>
                  </a:lnTo>
                  <a:close/>
                  <a:moveTo>
                    <a:pt x="7404" y="2143"/>
                  </a:moveTo>
                  <a:cubicBezTo>
                    <a:pt x="8507" y="2143"/>
                    <a:pt x="9452" y="2868"/>
                    <a:pt x="9799" y="3844"/>
                  </a:cubicBezTo>
                  <a:cubicBezTo>
                    <a:pt x="9893" y="4065"/>
                    <a:pt x="9704" y="4285"/>
                    <a:pt x="9452" y="4285"/>
                  </a:cubicBezTo>
                  <a:lnTo>
                    <a:pt x="8475" y="4285"/>
                  </a:lnTo>
                  <a:cubicBezTo>
                    <a:pt x="8381" y="3403"/>
                    <a:pt x="7971" y="2647"/>
                    <a:pt x="7278" y="2143"/>
                  </a:cubicBezTo>
                  <a:close/>
                  <a:moveTo>
                    <a:pt x="3277" y="2143"/>
                  </a:moveTo>
                  <a:cubicBezTo>
                    <a:pt x="2615" y="2647"/>
                    <a:pt x="2206" y="3435"/>
                    <a:pt x="2080" y="4285"/>
                  </a:cubicBezTo>
                  <a:lnTo>
                    <a:pt x="1103" y="4285"/>
                  </a:lnTo>
                  <a:cubicBezTo>
                    <a:pt x="1092" y="4287"/>
                    <a:pt x="1081" y="4288"/>
                    <a:pt x="1071" y="4288"/>
                  </a:cubicBezTo>
                  <a:cubicBezTo>
                    <a:pt x="893" y="4288"/>
                    <a:pt x="729" y="4052"/>
                    <a:pt x="788" y="3844"/>
                  </a:cubicBezTo>
                  <a:cubicBezTo>
                    <a:pt x="1135" y="2805"/>
                    <a:pt x="2080" y="2143"/>
                    <a:pt x="3151" y="2143"/>
                  </a:cubicBezTo>
                  <a:close/>
                  <a:moveTo>
                    <a:pt x="6428" y="2458"/>
                  </a:moveTo>
                  <a:cubicBezTo>
                    <a:pt x="7152" y="2805"/>
                    <a:pt x="7625" y="3529"/>
                    <a:pt x="7719" y="4317"/>
                  </a:cubicBezTo>
                  <a:lnTo>
                    <a:pt x="2773" y="4317"/>
                  </a:lnTo>
                  <a:cubicBezTo>
                    <a:pt x="2962" y="3529"/>
                    <a:pt x="3435" y="2805"/>
                    <a:pt x="4128" y="2458"/>
                  </a:cubicBezTo>
                  <a:cubicBezTo>
                    <a:pt x="4443" y="2742"/>
                    <a:pt x="4852" y="2899"/>
                    <a:pt x="5293" y="2899"/>
                  </a:cubicBezTo>
                  <a:cubicBezTo>
                    <a:pt x="5734" y="2899"/>
                    <a:pt x="6112" y="2742"/>
                    <a:pt x="6428" y="2458"/>
                  </a:cubicBezTo>
                  <a:close/>
                  <a:moveTo>
                    <a:pt x="9168" y="5010"/>
                  </a:moveTo>
                  <a:lnTo>
                    <a:pt x="9168" y="5861"/>
                  </a:lnTo>
                  <a:lnTo>
                    <a:pt x="9231" y="5861"/>
                  </a:lnTo>
                  <a:cubicBezTo>
                    <a:pt x="9231" y="8381"/>
                    <a:pt x="7656" y="10618"/>
                    <a:pt x="5293" y="11437"/>
                  </a:cubicBezTo>
                  <a:cubicBezTo>
                    <a:pt x="2930" y="10618"/>
                    <a:pt x="1355" y="8350"/>
                    <a:pt x="1355" y="5861"/>
                  </a:cubicBezTo>
                  <a:lnTo>
                    <a:pt x="1355" y="5010"/>
                  </a:lnTo>
                  <a:close/>
                  <a:moveTo>
                    <a:pt x="4600" y="1"/>
                  </a:moveTo>
                  <a:cubicBezTo>
                    <a:pt x="4411" y="1"/>
                    <a:pt x="4254" y="190"/>
                    <a:pt x="4254" y="379"/>
                  </a:cubicBezTo>
                  <a:lnTo>
                    <a:pt x="4254" y="1135"/>
                  </a:lnTo>
                  <a:cubicBezTo>
                    <a:pt x="4254" y="1324"/>
                    <a:pt x="4096" y="1482"/>
                    <a:pt x="3907" y="1482"/>
                  </a:cubicBezTo>
                  <a:lnTo>
                    <a:pt x="3183" y="1482"/>
                  </a:lnTo>
                  <a:cubicBezTo>
                    <a:pt x="1828" y="1482"/>
                    <a:pt x="599" y="2332"/>
                    <a:pt x="158" y="3655"/>
                  </a:cubicBezTo>
                  <a:cubicBezTo>
                    <a:pt x="1" y="4159"/>
                    <a:pt x="253" y="4695"/>
                    <a:pt x="725" y="4916"/>
                  </a:cubicBezTo>
                  <a:lnTo>
                    <a:pt x="725" y="5861"/>
                  </a:lnTo>
                  <a:cubicBezTo>
                    <a:pt x="725" y="7278"/>
                    <a:pt x="1135" y="8602"/>
                    <a:pt x="1985" y="9736"/>
                  </a:cubicBezTo>
                  <a:cubicBezTo>
                    <a:pt x="2804" y="10901"/>
                    <a:pt x="3939" y="11721"/>
                    <a:pt x="5230" y="12162"/>
                  </a:cubicBezTo>
                  <a:lnTo>
                    <a:pt x="5482" y="12162"/>
                  </a:lnTo>
                  <a:cubicBezTo>
                    <a:pt x="6806" y="11721"/>
                    <a:pt x="7908" y="10901"/>
                    <a:pt x="8759" y="9736"/>
                  </a:cubicBezTo>
                  <a:cubicBezTo>
                    <a:pt x="9578" y="8602"/>
                    <a:pt x="10019" y="7278"/>
                    <a:pt x="10019" y="5861"/>
                  </a:cubicBezTo>
                  <a:lnTo>
                    <a:pt x="10019" y="4916"/>
                  </a:lnTo>
                  <a:cubicBezTo>
                    <a:pt x="10397" y="4664"/>
                    <a:pt x="10649" y="4159"/>
                    <a:pt x="10492" y="3655"/>
                  </a:cubicBezTo>
                  <a:cubicBezTo>
                    <a:pt x="10051" y="2332"/>
                    <a:pt x="8822" y="1482"/>
                    <a:pt x="7436" y="1482"/>
                  </a:cubicBezTo>
                  <a:lnTo>
                    <a:pt x="6743" y="1482"/>
                  </a:lnTo>
                  <a:cubicBezTo>
                    <a:pt x="6554" y="1482"/>
                    <a:pt x="6396" y="1324"/>
                    <a:pt x="6396" y="1135"/>
                  </a:cubicBezTo>
                  <a:lnTo>
                    <a:pt x="6396" y="379"/>
                  </a:lnTo>
                  <a:cubicBezTo>
                    <a:pt x="6396" y="190"/>
                    <a:pt x="6238"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45" name="Google Shape;16745;p86"/>
          <p:cNvSpPr/>
          <p:nvPr/>
        </p:nvSpPr>
        <p:spPr>
          <a:xfrm>
            <a:off x="8910560" y="3031935"/>
            <a:ext cx="631841" cy="633448"/>
          </a:xfrm>
          <a:custGeom>
            <a:avLst/>
            <a:gdLst/>
            <a:ahLst/>
            <a:cxnLst/>
            <a:rect l="l" t="t" r="r" b="b"/>
            <a:pathLst>
              <a:path w="12193" h="12224" extrusionOk="0">
                <a:moveTo>
                  <a:pt x="6144" y="788"/>
                </a:moveTo>
                <a:cubicBezTo>
                  <a:pt x="6805" y="788"/>
                  <a:pt x="7467" y="914"/>
                  <a:pt x="8097" y="1229"/>
                </a:cubicBezTo>
                <a:cubicBezTo>
                  <a:pt x="7625" y="1859"/>
                  <a:pt x="6931" y="2205"/>
                  <a:pt x="6144" y="2205"/>
                </a:cubicBezTo>
                <a:cubicBezTo>
                  <a:pt x="5356" y="2205"/>
                  <a:pt x="4632" y="1859"/>
                  <a:pt x="4159" y="1229"/>
                </a:cubicBezTo>
                <a:cubicBezTo>
                  <a:pt x="4758" y="945"/>
                  <a:pt x="5482" y="788"/>
                  <a:pt x="6144" y="788"/>
                </a:cubicBezTo>
                <a:close/>
                <a:moveTo>
                  <a:pt x="8727" y="1544"/>
                </a:moveTo>
                <a:cubicBezTo>
                  <a:pt x="9767" y="2268"/>
                  <a:pt x="10523" y="3371"/>
                  <a:pt x="10744" y="4663"/>
                </a:cubicBezTo>
                <a:cubicBezTo>
                  <a:pt x="10775" y="4852"/>
                  <a:pt x="10586" y="5041"/>
                  <a:pt x="10397" y="5041"/>
                </a:cubicBezTo>
                <a:lnTo>
                  <a:pt x="1922" y="5041"/>
                </a:lnTo>
                <a:cubicBezTo>
                  <a:pt x="1639" y="5041"/>
                  <a:pt x="1481" y="4883"/>
                  <a:pt x="1544" y="4663"/>
                </a:cubicBezTo>
                <a:cubicBezTo>
                  <a:pt x="1733" y="3371"/>
                  <a:pt x="2489" y="2268"/>
                  <a:pt x="3529" y="1544"/>
                </a:cubicBezTo>
                <a:cubicBezTo>
                  <a:pt x="4128" y="2363"/>
                  <a:pt x="5104" y="2899"/>
                  <a:pt x="6144" y="2899"/>
                </a:cubicBezTo>
                <a:cubicBezTo>
                  <a:pt x="7152" y="2899"/>
                  <a:pt x="8160" y="2426"/>
                  <a:pt x="8727" y="1544"/>
                </a:cubicBezTo>
                <a:close/>
                <a:moveTo>
                  <a:pt x="10082" y="5765"/>
                </a:moveTo>
                <a:lnTo>
                  <a:pt x="10082" y="6144"/>
                </a:lnTo>
                <a:cubicBezTo>
                  <a:pt x="10082" y="6364"/>
                  <a:pt x="9924" y="6522"/>
                  <a:pt x="9735" y="6522"/>
                </a:cubicBezTo>
                <a:lnTo>
                  <a:pt x="2552" y="6522"/>
                </a:lnTo>
                <a:cubicBezTo>
                  <a:pt x="2363" y="6522"/>
                  <a:pt x="2206" y="6364"/>
                  <a:pt x="2206" y="6144"/>
                </a:cubicBezTo>
                <a:lnTo>
                  <a:pt x="2206" y="5765"/>
                </a:lnTo>
                <a:close/>
                <a:moveTo>
                  <a:pt x="6112" y="0"/>
                </a:moveTo>
                <a:cubicBezTo>
                  <a:pt x="3466" y="0"/>
                  <a:pt x="1229" y="1985"/>
                  <a:pt x="788" y="4505"/>
                </a:cubicBezTo>
                <a:cubicBezTo>
                  <a:pt x="693" y="4978"/>
                  <a:pt x="977" y="5450"/>
                  <a:pt x="1418" y="5639"/>
                </a:cubicBezTo>
                <a:lnTo>
                  <a:pt x="1418" y="6112"/>
                </a:lnTo>
                <a:cubicBezTo>
                  <a:pt x="1418" y="6585"/>
                  <a:pt x="1733" y="6994"/>
                  <a:pt x="2111" y="7152"/>
                </a:cubicBezTo>
                <a:lnTo>
                  <a:pt x="2111" y="7939"/>
                </a:lnTo>
                <a:cubicBezTo>
                  <a:pt x="2111" y="8317"/>
                  <a:pt x="1796" y="8632"/>
                  <a:pt x="1418" y="8632"/>
                </a:cubicBezTo>
                <a:cubicBezTo>
                  <a:pt x="1009" y="8632"/>
                  <a:pt x="693" y="8317"/>
                  <a:pt x="693" y="7939"/>
                </a:cubicBezTo>
                <a:lnTo>
                  <a:pt x="693" y="7561"/>
                </a:lnTo>
                <a:cubicBezTo>
                  <a:pt x="693" y="7372"/>
                  <a:pt x="536" y="7215"/>
                  <a:pt x="347" y="7215"/>
                </a:cubicBezTo>
                <a:cubicBezTo>
                  <a:pt x="158" y="7215"/>
                  <a:pt x="0" y="7372"/>
                  <a:pt x="0" y="7561"/>
                </a:cubicBezTo>
                <a:lnTo>
                  <a:pt x="0" y="7939"/>
                </a:lnTo>
                <a:cubicBezTo>
                  <a:pt x="0" y="8727"/>
                  <a:pt x="630" y="9357"/>
                  <a:pt x="1418" y="9357"/>
                </a:cubicBezTo>
                <a:cubicBezTo>
                  <a:pt x="2206" y="9357"/>
                  <a:pt x="2836" y="8727"/>
                  <a:pt x="2836" y="7939"/>
                </a:cubicBezTo>
                <a:lnTo>
                  <a:pt x="2836" y="7215"/>
                </a:lnTo>
                <a:lnTo>
                  <a:pt x="4285" y="7215"/>
                </a:lnTo>
                <a:lnTo>
                  <a:pt x="4285" y="10806"/>
                </a:lnTo>
                <a:cubicBezTo>
                  <a:pt x="4285" y="11184"/>
                  <a:pt x="3970" y="11499"/>
                  <a:pt x="3592" y="11499"/>
                </a:cubicBezTo>
                <a:cubicBezTo>
                  <a:pt x="3182" y="11499"/>
                  <a:pt x="2867" y="11184"/>
                  <a:pt x="2867" y="10806"/>
                </a:cubicBezTo>
                <a:lnTo>
                  <a:pt x="2867" y="10460"/>
                </a:lnTo>
                <a:cubicBezTo>
                  <a:pt x="2867" y="10239"/>
                  <a:pt x="2710" y="10082"/>
                  <a:pt x="2521" y="10082"/>
                </a:cubicBezTo>
                <a:cubicBezTo>
                  <a:pt x="2332" y="10082"/>
                  <a:pt x="2174" y="10239"/>
                  <a:pt x="2174" y="10460"/>
                </a:cubicBezTo>
                <a:lnTo>
                  <a:pt x="2174" y="10806"/>
                </a:lnTo>
                <a:cubicBezTo>
                  <a:pt x="2174" y="11594"/>
                  <a:pt x="2804" y="12224"/>
                  <a:pt x="3592" y="12224"/>
                </a:cubicBezTo>
                <a:cubicBezTo>
                  <a:pt x="4380" y="12224"/>
                  <a:pt x="5010" y="11594"/>
                  <a:pt x="5010" y="10806"/>
                </a:cubicBezTo>
                <a:lnTo>
                  <a:pt x="5010" y="7215"/>
                </a:lnTo>
                <a:lnTo>
                  <a:pt x="7120" y="7215"/>
                </a:lnTo>
                <a:lnTo>
                  <a:pt x="7120" y="10806"/>
                </a:lnTo>
                <a:cubicBezTo>
                  <a:pt x="7120" y="11594"/>
                  <a:pt x="7751" y="12224"/>
                  <a:pt x="8538" y="12224"/>
                </a:cubicBezTo>
                <a:cubicBezTo>
                  <a:pt x="9326" y="12224"/>
                  <a:pt x="9956" y="11594"/>
                  <a:pt x="9956" y="10806"/>
                </a:cubicBezTo>
                <a:lnTo>
                  <a:pt x="9956" y="10460"/>
                </a:lnTo>
                <a:cubicBezTo>
                  <a:pt x="9956" y="10239"/>
                  <a:pt x="9798" y="10082"/>
                  <a:pt x="9609" y="10082"/>
                </a:cubicBezTo>
                <a:cubicBezTo>
                  <a:pt x="9420" y="10082"/>
                  <a:pt x="9263" y="10239"/>
                  <a:pt x="9263" y="10460"/>
                </a:cubicBezTo>
                <a:lnTo>
                  <a:pt x="9263" y="10806"/>
                </a:lnTo>
                <a:cubicBezTo>
                  <a:pt x="9263" y="11184"/>
                  <a:pt x="8948" y="11499"/>
                  <a:pt x="8538" y="11499"/>
                </a:cubicBezTo>
                <a:cubicBezTo>
                  <a:pt x="8160" y="11499"/>
                  <a:pt x="7845" y="11184"/>
                  <a:pt x="7845" y="10806"/>
                </a:cubicBezTo>
                <a:lnTo>
                  <a:pt x="7845" y="7215"/>
                </a:lnTo>
                <a:lnTo>
                  <a:pt x="9294" y="7215"/>
                </a:lnTo>
                <a:lnTo>
                  <a:pt x="9294" y="7939"/>
                </a:lnTo>
                <a:cubicBezTo>
                  <a:pt x="9294" y="8727"/>
                  <a:pt x="9924" y="9357"/>
                  <a:pt x="10712" y="9357"/>
                </a:cubicBezTo>
                <a:cubicBezTo>
                  <a:pt x="11500" y="9357"/>
                  <a:pt x="12130" y="8727"/>
                  <a:pt x="12130" y="7939"/>
                </a:cubicBezTo>
                <a:lnTo>
                  <a:pt x="12130" y="7561"/>
                </a:lnTo>
                <a:cubicBezTo>
                  <a:pt x="12193" y="7372"/>
                  <a:pt x="12035" y="7215"/>
                  <a:pt x="11846" y="7215"/>
                </a:cubicBezTo>
                <a:cubicBezTo>
                  <a:pt x="11657" y="7215"/>
                  <a:pt x="11500" y="7372"/>
                  <a:pt x="11500" y="7561"/>
                </a:cubicBezTo>
                <a:lnTo>
                  <a:pt x="11500" y="7939"/>
                </a:lnTo>
                <a:cubicBezTo>
                  <a:pt x="11500" y="8317"/>
                  <a:pt x="11185" y="8632"/>
                  <a:pt x="10775" y="8632"/>
                </a:cubicBezTo>
                <a:cubicBezTo>
                  <a:pt x="10397" y="8632"/>
                  <a:pt x="10082" y="8317"/>
                  <a:pt x="10082" y="7939"/>
                </a:cubicBezTo>
                <a:lnTo>
                  <a:pt x="10082" y="7152"/>
                </a:lnTo>
                <a:cubicBezTo>
                  <a:pt x="10523" y="6994"/>
                  <a:pt x="10775" y="6585"/>
                  <a:pt x="10775" y="6112"/>
                </a:cubicBezTo>
                <a:lnTo>
                  <a:pt x="10775" y="5639"/>
                </a:lnTo>
                <a:cubicBezTo>
                  <a:pt x="11216" y="5450"/>
                  <a:pt x="11500" y="4978"/>
                  <a:pt x="11405" y="4505"/>
                </a:cubicBezTo>
                <a:cubicBezTo>
                  <a:pt x="10996" y="1953"/>
                  <a:pt x="8727" y="0"/>
                  <a:pt x="61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46" name="Google Shape;16746;p86"/>
          <p:cNvGrpSpPr/>
          <p:nvPr/>
        </p:nvGrpSpPr>
        <p:grpSpPr>
          <a:xfrm>
            <a:off x="8912779" y="3820766"/>
            <a:ext cx="630235" cy="592717"/>
            <a:chOff x="-17565350" y="2809825"/>
            <a:chExt cx="304050" cy="285950"/>
          </a:xfrm>
        </p:grpSpPr>
        <p:sp>
          <p:nvSpPr>
            <p:cNvPr id="16747" name="Google Shape;16747;p86"/>
            <p:cNvSpPr/>
            <p:nvPr/>
          </p:nvSpPr>
          <p:spPr>
            <a:xfrm>
              <a:off x="-17458225" y="2970500"/>
              <a:ext cx="18150" cy="17375"/>
            </a:xfrm>
            <a:custGeom>
              <a:avLst/>
              <a:gdLst/>
              <a:ahLst/>
              <a:cxnLst/>
              <a:rect l="l" t="t" r="r" b="b"/>
              <a:pathLst>
                <a:path w="726" h="695" extrusionOk="0">
                  <a:moveTo>
                    <a:pt x="379" y="1"/>
                  </a:moveTo>
                  <a:cubicBezTo>
                    <a:pt x="158" y="1"/>
                    <a:pt x="1" y="158"/>
                    <a:pt x="1" y="347"/>
                  </a:cubicBezTo>
                  <a:cubicBezTo>
                    <a:pt x="1" y="537"/>
                    <a:pt x="158" y="694"/>
                    <a:pt x="379" y="694"/>
                  </a:cubicBezTo>
                  <a:cubicBezTo>
                    <a:pt x="568" y="694"/>
                    <a:pt x="725" y="537"/>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8" name="Google Shape;16748;p86"/>
            <p:cNvSpPr/>
            <p:nvPr/>
          </p:nvSpPr>
          <p:spPr>
            <a:xfrm>
              <a:off x="-17385750" y="297050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9" name="Google Shape;16749;p86"/>
            <p:cNvSpPr/>
            <p:nvPr/>
          </p:nvSpPr>
          <p:spPr>
            <a:xfrm>
              <a:off x="-17565350" y="2809825"/>
              <a:ext cx="304050" cy="285950"/>
            </a:xfrm>
            <a:custGeom>
              <a:avLst/>
              <a:gdLst/>
              <a:ahLst/>
              <a:cxnLst/>
              <a:rect l="l" t="t" r="r" b="b"/>
              <a:pathLst>
                <a:path w="12162" h="11438" extrusionOk="0">
                  <a:moveTo>
                    <a:pt x="3183" y="726"/>
                  </a:moveTo>
                  <a:cubicBezTo>
                    <a:pt x="4191" y="726"/>
                    <a:pt x="4979" y="1513"/>
                    <a:pt x="4979" y="2490"/>
                  </a:cubicBezTo>
                  <a:cubicBezTo>
                    <a:pt x="4979" y="3466"/>
                    <a:pt x="4191" y="4254"/>
                    <a:pt x="3183" y="4254"/>
                  </a:cubicBezTo>
                  <a:cubicBezTo>
                    <a:pt x="2206" y="4254"/>
                    <a:pt x="1419" y="3466"/>
                    <a:pt x="1419" y="2490"/>
                  </a:cubicBezTo>
                  <a:cubicBezTo>
                    <a:pt x="1419" y="1545"/>
                    <a:pt x="2206" y="726"/>
                    <a:pt x="3183" y="726"/>
                  </a:cubicBezTo>
                  <a:close/>
                  <a:moveTo>
                    <a:pt x="8980" y="726"/>
                  </a:moveTo>
                  <a:cubicBezTo>
                    <a:pt x="9956" y="726"/>
                    <a:pt x="10744" y="1513"/>
                    <a:pt x="10744" y="2490"/>
                  </a:cubicBezTo>
                  <a:cubicBezTo>
                    <a:pt x="10744" y="3466"/>
                    <a:pt x="9956" y="4254"/>
                    <a:pt x="8980" y="4254"/>
                  </a:cubicBezTo>
                  <a:cubicBezTo>
                    <a:pt x="8003" y="4254"/>
                    <a:pt x="7216" y="3466"/>
                    <a:pt x="7216" y="2490"/>
                  </a:cubicBezTo>
                  <a:cubicBezTo>
                    <a:pt x="7184" y="1545"/>
                    <a:pt x="8003" y="726"/>
                    <a:pt x="8980" y="726"/>
                  </a:cubicBezTo>
                  <a:close/>
                  <a:moveTo>
                    <a:pt x="6491" y="2868"/>
                  </a:moveTo>
                  <a:cubicBezTo>
                    <a:pt x="6648" y="4097"/>
                    <a:pt x="7720" y="5010"/>
                    <a:pt x="8980" y="5010"/>
                  </a:cubicBezTo>
                  <a:cubicBezTo>
                    <a:pt x="9610" y="5010"/>
                    <a:pt x="10208" y="4758"/>
                    <a:pt x="10650" y="4380"/>
                  </a:cubicBezTo>
                  <a:cubicBezTo>
                    <a:pt x="11185" y="5042"/>
                    <a:pt x="11469" y="5924"/>
                    <a:pt x="11469" y="6774"/>
                  </a:cubicBezTo>
                  <a:cubicBezTo>
                    <a:pt x="11469" y="6964"/>
                    <a:pt x="11311" y="7121"/>
                    <a:pt x="11122" y="7121"/>
                  </a:cubicBezTo>
                  <a:lnTo>
                    <a:pt x="10965" y="7121"/>
                  </a:lnTo>
                  <a:cubicBezTo>
                    <a:pt x="10051" y="7121"/>
                    <a:pt x="9137" y="7405"/>
                    <a:pt x="8381" y="7909"/>
                  </a:cubicBezTo>
                  <a:cubicBezTo>
                    <a:pt x="7751" y="8350"/>
                    <a:pt x="7026" y="8602"/>
                    <a:pt x="6239" y="8602"/>
                  </a:cubicBezTo>
                  <a:lnTo>
                    <a:pt x="5955" y="8602"/>
                  </a:lnTo>
                  <a:cubicBezTo>
                    <a:pt x="5168" y="8602"/>
                    <a:pt x="4412" y="8350"/>
                    <a:pt x="3781" y="7909"/>
                  </a:cubicBezTo>
                  <a:cubicBezTo>
                    <a:pt x="2962" y="7373"/>
                    <a:pt x="2049" y="7121"/>
                    <a:pt x="1072" y="7121"/>
                  </a:cubicBezTo>
                  <a:cubicBezTo>
                    <a:pt x="883" y="7121"/>
                    <a:pt x="725" y="6964"/>
                    <a:pt x="725" y="6774"/>
                  </a:cubicBezTo>
                  <a:cubicBezTo>
                    <a:pt x="725" y="5924"/>
                    <a:pt x="978" y="5042"/>
                    <a:pt x="1545" y="4380"/>
                  </a:cubicBezTo>
                  <a:cubicBezTo>
                    <a:pt x="1986" y="4758"/>
                    <a:pt x="2553" y="5010"/>
                    <a:pt x="3183" y="5010"/>
                  </a:cubicBezTo>
                  <a:cubicBezTo>
                    <a:pt x="4443" y="5010"/>
                    <a:pt x="5483" y="4065"/>
                    <a:pt x="5672" y="2868"/>
                  </a:cubicBezTo>
                  <a:close/>
                  <a:moveTo>
                    <a:pt x="1356" y="7877"/>
                  </a:moveTo>
                  <a:cubicBezTo>
                    <a:pt x="2112" y="7909"/>
                    <a:pt x="2805" y="8129"/>
                    <a:pt x="3403" y="8539"/>
                  </a:cubicBezTo>
                  <a:cubicBezTo>
                    <a:pt x="4160" y="9074"/>
                    <a:pt x="5042" y="9326"/>
                    <a:pt x="5955" y="9326"/>
                  </a:cubicBezTo>
                  <a:lnTo>
                    <a:pt x="6239" y="9326"/>
                  </a:lnTo>
                  <a:cubicBezTo>
                    <a:pt x="7153" y="9326"/>
                    <a:pt x="8035" y="9074"/>
                    <a:pt x="8791" y="8539"/>
                  </a:cubicBezTo>
                  <a:cubicBezTo>
                    <a:pt x="9389" y="8161"/>
                    <a:pt x="10145" y="7909"/>
                    <a:pt x="10839" y="7877"/>
                  </a:cubicBezTo>
                  <a:lnTo>
                    <a:pt x="10839" y="7877"/>
                  </a:lnTo>
                  <a:cubicBezTo>
                    <a:pt x="9925" y="9578"/>
                    <a:pt x="8066" y="10713"/>
                    <a:pt x="6113" y="10713"/>
                  </a:cubicBezTo>
                  <a:cubicBezTo>
                    <a:pt x="4097" y="10713"/>
                    <a:pt x="2301" y="9578"/>
                    <a:pt x="1356" y="7877"/>
                  </a:cubicBezTo>
                  <a:close/>
                  <a:moveTo>
                    <a:pt x="3214" y="1"/>
                  </a:moveTo>
                  <a:cubicBezTo>
                    <a:pt x="1828" y="1"/>
                    <a:pt x="725" y="1104"/>
                    <a:pt x="725" y="2490"/>
                  </a:cubicBezTo>
                  <a:cubicBezTo>
                    <a:pt x="725" y="2962"/>
                    <a:pt x="852" y="3403"/>
                    <a:pt x="1072" y="3782"/>
                  </a:cubicBezTo>
                  <a:cubicBezTo>
                    <a:pt x="379" y="4601"/>
                    <a:pt x="1" y="5672"/>
                    <a:pt x="1" y="6774"/>
                  </a:cubicBezTo>
                  <a:cubicBezTo>
                    <a:pt x="1" y="7121"/>
                    <a:pt x="221" y="7436"/>
                    <a:pt x="442" y="7657"/>
                  </a:cubicBezTo>
                  <a:cubicBezTo>
                    <a:pt x="1356" y="9862"/>
                    <a:pt x="3498" y="11437"/>
                    <a:pt x="6081" y="11437"/>
                  </a:cubicBezTo>
                  <a:cubicBezTo>
                    <a:pt x="8633" y="11437"/>
                    <a:pt x="10807" y="9862"/>
                    <a:pt x="11689" y="7657"/>
                  </a:cubicBezTo>
                  <a:cubicBezTo>
                    <a:pt x="12004" y="7436"/>
                    <a:pt x="12162" y="7121"/>
                    <a:pt x="12162" y="6774"/>
                  </a:cubicBezTo>
                  <a:cubicBezTo>
                    <a:pt x="12162" y="5672"/>
                    <a:pt x="11784" y="4664"/>
                    <a:pt x="11122" y="3782"/>
                  </a:cubicBezTo>
                  <a:cubicBezTo>
                    <a:pt x="11343" y="3403"/>
                    <a:pt x="11469" y="2962"/>
                    <a:pt x="11469" y="2490"/>
                  </a:cubicBezTo>
                  <a:cubicBezTo>
                    <a:pt x="11469" y="1104"/>
                    <a:pt x="10366" y="1"/>
                    <a:pt x="8980" y="1"/>
                  </a:cubicBezTo>
                  <a:cubicBezTo>
                    <a:pt x="7720" y="1"/>
                    <a:pt x="6711" y="946"/>
                    <a:pt x="6491" y="2143"/>
                  </a:cubicBezTo>
                  <a:lnTo>
                    <a:pt x="5672" y="2143"/>
                  </a:lnTo>
                  <a:cubicBezTo>
                    <a:pt x="5514" y="915"/>
                    <a:pt x="4475" y="1"/>
                    <a:pt x="32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0" name="Google Shape;16750;p86"/>
            <p:cNvSpPr/>
            <p:nvPr/>
          </p:nvSpPr>
          <p:spPr>
            <a:xfrm>
              <a:off x="-17368425" y="2846075"/>
              <a:ext cx="54350" cy="53575"/>
            </a:xfrm>
            <a:custGeom>
              <a:avLst/>
              <a:gdLst/>
              <a:ahLst/>
              <a:cxnLst/>
              <a:rect l="l" t="t" r="r" b="b"/>
              <a:pathLst>
                <a:path w="2174" h="2143" extrusionOk="0">
                  <a:moveTo>
                    <a:pt x="1103" y="693"/>
                  </a:moveTo>
                  <a:cubicBezTo>
                    <a:pt x="1292" y="693"/>
                    <a:pt x="1449" y="851"/>
                    <a:pt x="1449" y="1040"/>
                  </a:cubicBezTo>
                  <a:cubicBezTo>
                    <a:pt x="1449" y="1229"/>
                    <a:pt x="1292" y="1386"/>
                    <a:pt x="1103" y="1386"/>
                  </a:cubicBezTo>
                  <a:cubicBezTo>
                    <a:pt x="914" y="1386"/>
                    <a:pt x="756" y="1229"/>
                    <a:pt x="756" y="1040"/>
                  </a:cubicBezTo>
                  <a:cubicBezTo>
                    <a:pt x="756" y="851"/>
                    <a:pt x="914" y="693"/>
                    <a:pt x="1103" y="693"/>
                  </a:cubicBezTo>
                  <a:close/>
                  <a:moveTo>
                    <a:pt x="1103" y="0"/>
                  </a:moveTo>
                  <a:cubicBezTo>
                    <a:pt x="504" y="0"/>
                    <a:pt x="32" y="473"/>
                    <a:pt x="32" y="1071"/>
                  </a:cubicBezTo>
                  <a:cubicBezTo>
                    <a:pt x="0" y="1638"/>
                    <a:pt x="504" y="2143"/>
                    <a:pt x="1103" y="2143"/>
                  </a:cubicBezTo>
                  <a:cubicBezTo>
                    <a:pt x="1701" y="2143"/>
                    <a:pt x="2174" y="1670"/>
                    <a:pt x="2174" y="1071"/>
                  </a:cubicBezTo>
                  <a:cubicBezTo>
                    <a:pt x="2174" y="473"/>
                    <a:pt x="1701" y="0"/>
                    <a:pt x="11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1" name="Google Shape;16751;p86"/>
            <p:cNvSpPr/>
            <p:nvPr/>
          </p:nvSpPr>
          <p:spPr>
            <a:xfrm>
              <a:off x="-17511775" y="2846075"/>
              <a:ext cx="52775" cy="53575"/>
            </a:xfrm>
            <a:custGeom>
              <a:avLst/>
              <a:gdLst/>
              <a:ahLst/>
              <a:cxnLst/>
              <a:rect l="l" t="t" r="r" b="b"/>
              <a:pathLst>
                <a:path w="2111" h="2143" extrusionOk="0">
                  <a:moveTo>
                    <a:pt x="1040" y="693"/>
                  </a:moveTo>
                  <a:cubicBezTo>
                    <a:pt x="1260" y="693"/>
                    <a:pt x="1418" y="851"/>
                    <a:pt x="1418" y="1040"/>
                  </a:cubicBezTo>
                  <a:cubicBezTo>
                    <a:pt x="1418" y="1229"/>
                    <a:pt x="1260" y="1386"/>
                    <a:pt x="1040" y="1386"/>
                  </a:cubicBezTo>
                  <a:cubicBezTo>
                    <a:pt x="851" y="1386"/>
                    <a:pt x="693" y="1229"/>
                    <a:pt x="693" y="1040"/>
                  </a:cubicBezTo>
                  <a:cubicBezTo>
                    <a:pt x="693" y="851"/>
                    <a:pt x="851" y="693"/>
                    <a:pt x="1040" y="693"/>
                  </a:cubicBezTo>
                  <a:close/>
                  <a:moveTo>
                    <a:pt x="1040" y="0"/>
                  </a:moveTo>
                  <a:cubicBezTo>
                    <a:pt x="473" y="0"/>
                    <a:pt x="0" y="473"/>
                    <a:pt x="0" y="1071"/>
                  </a:cubicBezTo>
                  <a:cubicBezTo>
                    <a:pt x="0" y="1638"/>
                    <a:pt x="473" y="2143"/>
                    <a:pt x="1040" y="2143"/>
                  </a:cubicBezTo>
                  <a:cubicBezTo>
                    <a:pt x="1638" y="2143"/>
                    <a:pt x="2111" y="1670"/>
                    <a:pt x="2111" y="1071"/>
                  </a:cubicBezTo>
                  <a:cubicBezTo>
                    <a:pt x="2111" y="473"/>
                    <a:pt x="1638"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52" name="Google Shape;16752;p86"/>
          <p:cNvSpPr/>
          <p:nvPr/>
        </p:nvSpPr>
        <p:spPr>
          <a:xfrm>
            <a:off x="3574020" y="4595426"/>
            <a:ext cx="480008" cy="628628"/>
          </a:xfrm>
          <a:custGeom>
            <a:avLst/>
            <a:gdLst/>
            <a:ahLst/>
            <a:cxnLst/>
            <a:rect l="l" t="t" r="r" b="b"/>
            <a:pathLst>
              <a:path w="9263" h="12131" extrusionOk="0">
                <a:moveTo>
                  <a:pt x="6207" y="694"/>
                </a:moveTo>
                <a:lnTo>
                  <a:pt x="5829" y="1419"/>
                </a:lnTo>
                <a:lnTo>
                  <a:pt x="3434" y="1419"/>
                </a:lnTo>
                <a:lnTo>
                  <a:pt x="3088" y="694"/>
                </a:lnTo>
                <a:close/>
                <a:moveTo>
                  <a:pt x="2363" y="946"/>
                </a:moveTo>
                <a:lnTo>
                  <a:pt x="2773" y="1671"/>
                </a:lnTo>
                <a:lnTo>
                  <a:pt x="1702" y="2742"/>
                </a:lnTo>
                <a:lnTo>
                  <a:pt x="945" y="2364"/>
                </a:lnTo>
                <a:lnTo>
                  <a:pt x="2363" y="946"/>
                </a:lnTo>
                <a:close/>
                <a:moveTo>
                  <a:pt x="6900" y="946"/>
                </a:moveTo>
                <a:lnTo>
                  <a:pt x="8318" y="2364"/>
                </a:lnTo>
                <a:lnTo>
                  <a:pt x="7561" y="2742"/>
                </a:lnTo>
                <a:lnTo>
                  <a:pt x="6522" y="1671"/>
                </a:lnTo>
                <a:lnTo>
                  <a:pt x="6900" y="946"/>
                </a:lnTo>
                <a:close/>
                <a:moveTo>
                  <a:pt x="725" y="3025"/>
                </a:moveTo>
                <a:lnTo>
                  <a:pt x="1418" y="3372"/>
                </a:lnTo>
                <a:lnTo>
                  <a:pt x="1418" y="8696"/>
                </a:lnTo>
                <a:lnTo>
                  <a:pt x="725" y="9043"/>
                </a:lnTo>
                <a:lnTo>
                  <a:pt x="725" y="3025"/>
                </a:lnTo>
                <a:close/>
                <a:moveTo>
                  <a:pt x="8570" y="3025"/>
                </a:moveTo>
                <a:lnTo>
                  <a:pt x="8570" y="9043"/>
                </a:lnTo>
                <a:lnTo>
                  <a:pt x="7845" y="8696"/>
                </a:lnTo>
                <a:lnTo>
                  <a:pt x="7845" y="3372"/>
                </a:lnTo>
                <a:lnTo>
                  <a:pt x="8570" y="3025"/>
                </a:lnTo>
                <a:close/>
                <a:moveTo>
                  <a:pt x="5923" y="2080"/>
                </a:moveTo>
                <a:lnTo>
                  <a:pt x="7152" y="3277"/>
                </a:lnTo>
                <a:lnTo>
                  <a:pt x="7152" y="8759"/>
                </a:lnTo>
                <a:lnTo>
                  <a:pt x="5923" y="9988"/>
                </a:lnTo>
                <a:lnTo>
                  <a:pt x="3371" y="9988"/>
                </a:lnTo>
                <a:lnTo>
                  <a:pt x="2143" y="8759"/>
                </a:lnTo>
                <a:lnTo>
                  <a:pt x="2143" y="3277"/>
                </a:lnTo>
                <a:lnTo>
                  <a:pt x="3371" y="2080"/>
                </a:lnTo>
                <a:close/>
                <a:moveTo>
                  <a:pt x="1702" y="9358"/>
                </a:moveTo>
                <a:lnTo>
                  <a:pt x="2773" y="10429"/>
                </a:lnTo>
                <a:lnTo>
                  <a:pt x="2395" y="11154"/>
                </a:lnTo>
                <a:lnTo>
                  <a:pt x="945" y="9736"/>
                </a:lnTo>
                <a:lnTo>
                  <a:pt x="1702" y="9358"/>
                </a:lnTo>
                <a:close/>
                <a:moveTo>
                  <a:pt x="7530" y="9358"/>
                </a:moveTo>
                <a:lnTo>
                  <a:pt x="8286" y="9767"/>
                </a:lnTo>
                <a:lnTo>
                  <a:pt x="6868" y="11185"/>
                </a:lnTo>
                <a:lnTo>
                  <a:pt x="6459" y="10429"/>
                </a:lnTo>
                <a:lnTo>
                  <a:pt x="7530" y="9358"/>
                </a:lnTo>
                <a:close/>
                <a:moveTo>
                  <a:pt x="5829" y="10713"/>
                </a:moveTo>
                <a:lnTo>
                  <a:pt x="6207" y="11406"/>
                </a:lnTo>
                <a:lnTo>
                  <a:pt x="3088" y="11406"/>
                </a:lnTo>
                <a:lnTo>
                  <a:pt x="3434" y="10713"/>
                </a:lnTo>
                <a:close/>
                <a:moveTo>
                  <a:pt x="2489" y="1"/>
                </a:moveTo>
                <a:cubicBezTo>
                  <a:pt x="2426" y="1"/>
                  <a:pt x="2300" y="32"/>
                  <a:pt x="2269" y="95"/>
                </a:cubicBezTo>
                <a:lnTo>
                  <a:pt x="126" y="2238"/>
                </a:lnTo>
                <a:cubicBezTo>
                  <a:pt x="63" y="2301"/>
                  <a:pt x="0" y="2395"/>
                  <a:pt x="0" y="2458"/>
                </a:cubicBezTo>
                <a:lnTo>
                  <a:pt x="0" y="9641"/>
                </a:lnTo>
                <a:cubicBezTo>
                  <a:pt x="0" y="9704"/>
                  <a:pt x="63" y="9830"/>
                  <a:pt x="126" y="9862"/>
                </a:cubicBezTo>
                <a:lnTo>
                  <a:pt x="2269" y="12004"/>
                </a:lnTo>
                <a:cubicBezTo>
                  <a:pt x="2332" y="12067"/>
                  <a:pt x="2426" y="12130"/>
                  <a:pt x="2489" y="12130"/>
                </a:cubicBezTo>
                <a:lnTo>
                  <a:pt x="6774" y="12130"/>
                </a:lnTo>
                <a:cubicBezTo>
                  <a:pt x="6868" y="12130"/>
                  <a:pt x="6994" y="12067"/>
                  <a:pt x="7026" y="12004"/>
                </a:cubicBezTo>
                <a:lnTo>
                  <a:pt x="9137" y="9862"/>
                </a:lnTo>
                <a:cubicBezTo>
                  <a:pt x="9231" y="9830"/>
                  <a:pt x="9263" y="9736"/>
                  <a:pt x="9263" y="9641"/>
                </a:cubicBezTo>
                <a:lnTo>
                  <a:pt x="9263" y="2458"/>
                </a:lnTo>
                <a:cubicBezTo>
                  <a:pt x="9263" y="2395"/>
                  <a:pt x="9231" y="2269"/>
                  <a:pt x="9137" y="2238"/>
                </a:cubicBezTo>
                <a:lnTo>
                  <a:pt x="7026" y="95"/>
                </a:lnTo>
                <a:cubicBezTo>
                  <a:pt x="6931" y="32"/>
                  <a:pt x="6868" y="1"/>
                  <a:pt x="67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3" name="Google Shape;16753;p86"/>
          <p:cNvSpPr/>
          <p:nvPr/>
        </p:nvSpPr>
        <p:spPr>
          <a:xfrm>
            <a:off x="1904845" y="2251279"/>
            <a:ext cx="628628" cy="631893"/>
          </a:xfrm>
          <a:custGeom>
            <a:avLst/>
            <a:gdLst/>
            <a:ahLst/>
            <a:cxnLst/>
            <a:rect l="l" t="t" r="r" b="b"/>
            <a:pathLst>
              <a:path w="12131" h="12194" extrusionOk="0">
                <a:moveTo>
                  <a:pt x="4632" y="725"/>
                </a:moveTo>
                <a:cubicBezTo>
                  <a:pt x="5609" y="725"/>
                  <a:pt x="6396" y="1513"/>
                  <a:pt x="6396" y="2490"/>
                </a:cubicBezTo>
                <a:cubicBezTo>
                  <a:pt x="6365" y="2679"/>
                  <a:pt x="6522" y="2836"/>
                  <a:pt x="6680" y="2899"/>
                </a:cubicBezTo>
                <a:cubicBezTo>
                  <a:pt x="7341" y="2994"/>
                  <a:pt x="7814" y="3592"/>
                  <a:pt x="7814" y="4317"/>
                </a:cubicBezTo>
                <a:cubicBezTo>
                  <a:pt x="7814" y="4695"/>
                  <a:pt x="7656" y="5042"/>
                  <a:pt x="7404" y="5325"/>
                </a:cubicBezTo>
                <a:cubicBezTo>
                  <a:pt x="7184" y="5483"/>
                  <a:pt x="7278" y="5798"/>
                  <a:pt x="7530" y="5924"/>
                </a:cubicBezTo>
                <a:cubicBezTo>
                  <a:pt x="8129" y="6207"/>
                  <a:pt x="8539" y="6869"/>
                  <a:pt x="8539" y="7530"/>
                </a:cubicBezTo>
                <a:cubicBezTo>
                  <a:pt x="8539" y="8507"/>
                  <a:pt x="7751" y="9295"/>
                  <a:pt x="6774" y="9295"/>
                </a:cubicBezTo>
                <a:lnTo>
                  <a:pt x="4979" y="9295"/>
                </a:lnTo>
                <a:lnTo>
                  <a:pt x="4979" y="6932"/>
                </a:lnTo>
                <a:lnTo>
                  <a:pt x="6333" y="5609"/>
                </a:lnTo>
                <a:cubicBezTo>
                  <a:pt x="6491" y="5451"/>
                  <a:pt x="6491" y="5231"/>
                  <a:pt x="6333" y="5073"/>
                </a:cubicBezTo>
                <a:cubicBezTo>
                  <a:pt x="6254" y="4994"/>
                  <a:pt x="6168" y="4955"/>
                  <a:pt x="6081" y="4955"/>
                </a:cubicBezTo>
                <a:cubicBezTo>
                  <a:pt x="5995" y="4955"/>
                  <a:pt x="5908" y="4994"/>
                  <a:pt x="5829" y="5073"/>
                </a:cubicBezTo>
                <a:lnTo>
                  <a:pt x="4979" y="5924"/>
                </a:lnTo>
                <a:lnTo>
                  <a:pt x="4979" y="2490"/>
                </a:lnTo>
                <a:cubicBezTo>
                  <a:pt x="4979" y="2301"/>
                  <a:pt x="4821" y="2143"/>
                  <a:pt x="4632" y="2143"/>
                </a:cubicBezTo>
                <a:cubicBezTo>
                  <a:pt x="4443" y="2143"/>
                  <a:pt x="4285" y="2301"/>
                  <a:pt x="4285" y="2490"/>
                </a:cubicBezTo>
                <a:lnTo>
                  <a:pt x="4285" y="4506"/>
                </a:lnTo>
                <a:lnTo>
                  <a:pt x="3466" y="3655"/>
                </a:lnTo>
                <a:cubicBezTo>
                  <a:pt x="3388" y="3577"/>
                  <a:pt x="3293" y="3537"/>
                  <a:pt x="3198" y="3537"/>
                </a:cubicBezTo>
                <a:cubicBezTo>
                  <a:pt x="3104" y="3537"/>
                  <a:pt x="3009" y="3577"/>
                  <a:pt x="2931" y="3655"/>
                </a:cubicBezTo>
                <a:cubicBezTo>
                  <a:pt x="2773" y="3844"/>
                  <a:pt x="2773" y="4033"/>
                  <a:pt x="2931" y="4191"/>
                </a:cubicBezTo>
                <a:lnTo>
                  <a:pt x="4285" y="5514"/>
                </a:lnTo>
                <a:lnTo>
                  <a:pt x="4285" y="7373"/>
                </a:lnTo>
                <a:lnTo>
                  <a:pt x="3466" y="6554"/>
                </a:lnTo>
                <a:cubicBezTo>
                  <a:pt x="3388" y="6475"/>
                  <a:pt x="3293" y="6436"/>
                  <a:pt x="3198" y="6436"/>
                </a:cubicBezTo>
                <a:cubicBezTo>
                  <a:pt x="3104" y="6436"/>
                  <a:pt x="3009" y="6475"/>
                  <a:pt x="2931" y="6554"/>
                </a:cubicBezTo>
                <a:cubicBezTo>
                  <a:pt x="2773" y="6711"/>
                  <a:pt x="2773" y="6900"/>
                  <a:pt x="2931" y="7058"/>
                </a:cubicBezTo>
                <a:lnTo>
                  <a:pt x="4285" y="8413"/>
                </a:lnTo>
                <a:lnTo>
                  <a:pt x="4285" y="9295"/>
                </a:lnTo>
                <a:lnTo>
                  <a:pt x="2521" y="9295"/>
                </a:lnTo>
                <a:cubicBezTo>
                  <a:pt x="1513" y="9295"/>
                  <a:pt x="694" y="8507"/>
                  <a:pt x="694" y="7530"/>
                </a:cubicBezTo>
                <a:cubicBezTo>
                  <a:pt x="694" y="6837"/>
                  <a:pt x="1103" y="6207"/>
                  <a:pt x="1734" y="5924"/>
                </a:cubicBezTo>
                <a:cubicBezTo>
                  <a:pt x="1954" y="5798"/>
                  <a:pt x="1986" y="5514"/>
                  <a:pt x="1828" y="5325"/>
                </a:cubicBezTo>
                <a:cubicBezTo>
                  <a:pt x="1576" y="5042"/>
                  <a:pt x="1418" y="4695"/>
                  <a:pt x="1418" y="4317"/>
                </a:cubicBezTo>
                <a:cubicBezTo>
                  <a:pt x="1418" y="3624"/>
                  <a:pt x="1891" y="3057"/>
                  <a:pt x="2584" y="2899"/>
                </a:cubicBezTo>
                <a:cubicBezTo>
                  <a:pt x="2742" y="2836"/>
                  <a:pt x="2899" y="2679"/>
                  <a:pt x="2868" y="2490"/>
                </a:cubicBezTo>
                <a:cubicBezTo>
                  <a:pt x="2868" y="1513"/>
                  <a:pt x="3655" y="725"/>
                  <a:pt x="4632" y="725"/>
                </a:cubicBezTo>
                <a:close/>
                <a:moveTo>
                  <a:pt x="7467" y="725"/>
                </a:moveTo>
                <a:cubicBezTo>
                  <a:pt x="8444" y="725"/>
                  <a:pt x="9295" y="1513"/>
                  <a:pt x="9232" y="2584"/>
                </a:cubicBezTo>
                <a:cubicBezTo>
                  <a:pt x="9232" y="2742"/>
                  <a:pt x="9358" y="2899"/>
                  <a:pt x="9515" y="2931"/>
                </a:cubicBezTo>
                <a:cubicBezTo>
                  <a:pt x="10177" y="3057"/>
                  <a:pt x="10712" y="3624"/>
                  <a:pt x="10712" y="4348"/>
                </a:cubicBezTo>
                <a:cubicBezTo>
                  <a:pt x="10712" y="4726"/>
                  <a:pt x="10555" y="5105"/>
                  <a:pt x="10271" y="5357"/>
                </a:cubicBezTo>
                <a:cubicBezTo>
                  <a:pt x="10082" y="5514"/>
                  <a:pt x="10145" y="5829"/>
                  <a:pt x="10397" y="5955"/>
                </a:cubicBezTo>
                <a:cubicBezTo>
                  <a:pt x="11027" y="6239"/>
                  <a:pt x="11406" y="6900"/>
                  <a:pt x="11406" y="7562"/>
                </a:cubicBezTo>
                <a:cubicBezTo>
                  <a:pt x="11406" y="8570"/>
                  <a:pt x="10586" y="9358"/>
                  <a:pt x="9610" y="9358"/>
                </a:cubicBezTo>
                <a:lnTo>
                  <a:pt x="8507" y="9358"/>
                </a:lnTo>
                <a:cubicBezTo>
                  <a:pt x="8980" y="8885"/>
                  <a:pt x="9232" y="8224"/>
                  <a:pt x="9232" y="7562"/>
                </a:cubicBezTo>
                <a:cubicBezTo>
                  <a:pt x="9232" y="6743"/>
                  <a:pt x="8854" y="5987"/>
                  <a:pt x="8192" y="5514"/>
                </a:cubicBezTo>
                <a:cubicBezTo>
                  <a:pt x="8413" y="5168"/>
                  <a:pt x="8539" y="4789"/>
                  <a:pt x="8539" y="4348"/>
                </a:cubicBezTo>
                <a:cubicBezTo>
                  <a:pt x="8539" y="3435"/>
                  <a:pt x="7940" y="2616"/>
                  <a:pt x="7089" y="2332"/>
                </a:cubicBezTo>
                <a:cubicBezTo>
                  <a:pt x="7058" y="1828"/>
                  <a:pt x="6837" y="1387"/>
                  <a:pt x="6554" y="1009"/>
                </a:cubicBezTo>
                <a:cubicBezTo>
                  <a:pt x="6837" y="788"/>
                  <a:pt x="7152" y="725"/>
                  <a:pt x="7467" y="725"/>
                </a:cubicBezTo>
                <a:close/>
                <a:moveTo>
                  <a:pt x="7121" y="10019"/>
                </a:moveTo>
                <a:lnTo>
                  <a:pt x="7121" y="11469"/>
                </a:lnTo>
                <a:lnTo>
                  <a:pt x="4979" y="11469"/>
                </a:lnTo>
                <a:lnTo>
                  <a:pt x="4979" y="10019"/>
                </a:lnTo>
                <a:close/>
                <a:moveTo>
                  <a:pt x="4632" y="1"/>
                </a:moveTo>
                <a:cubicBezTo>
                  <a:pt x="3340" y="1"/>
                  <a:pt x="2269" y="1009"/>
                  <a:pt x="2175" y="2301"/>
                </a:cubicBezTo>
                <a:cubicBezTo>
                  <a:pt x="1292" y="2616"/>
                  <a:pt x="694" y="3403"/>
                  <a:pt x="694" y="4317"/>
                </a:cubicBezTo>
                <a:cubicBezTo>
                  <a:pt x="694" y="4726"/>
                  <a:pt x="820" y="5136"/>
                  <a:pt x="1072" y="5483"/>
                </a:cubicBezTo>
                <a:cubicBezTo>
                  <a:pt x="379" y="5955"/>
                  <a:pt x="1" y="6711"/>
                  <a:pt x="1" y="7530"/>
                </a:cubicBezTo>
                <a:cubicBezTo>
                  <a:pt x="1" y="8917"/>
                  <a:pt x="1135" y="10019"/>
                  <a:pt x="2521" y="10019"/>
                </a:cubicBezTo>
                <a:lnTo>
                  <a:pt x="4285" y="10019"/>
                </a:lnTo>
                <a:lnTo>
                  <a:pt x="4285" y="11469"/>
                </a:lnTo>
                <a:lnTo>
                  <a:pt x="2521" y="11469"/>
                </a:lnTo>
                <a:cubicBezTo>
                  <a:pt x="2332" y="11469"/>
                  <a:pt x="2175" y="11626"/>
                  <a:pt x="2175" y="11815"/>
                </a:cubicBezTo>
                <a:cubicBezTo>
                  <a:pt x="2175" y="12036"/>
                  <a:pt x="2332" y="12193"/>
                  <a:pt x="2521" y="12193"/>
                </a:cubicBezTo>
                <a:lnTo>
                  <a:pt x="9641" y="12193"/>
                </a:lnTo>
                <a:cubicBezTo>
                  <a:pt x="9830" y="12193"/>
                  <a:pt x="9988" y="12036"/>
                  <a:pt x="9988" y="11815"/>
                </a:cubicBezTo>
                <a:cubicBezTo>
                  <a:pt x="9988" y="11626"/>
                  <a:pt x="9830" y="11469"/>
                  <a:pt x="9641" y="11469"/>
                </a:cubicBezTo>
                <a:lnTo>
                  <a:pt x="7877" y="11469"/>
                </a:lnTo>
                <a:lnTo>
                  <a:pt x="7877" y="10019"/>
                </a:lnTo>
                <a:lnTo>
                  <a:pt x="9610" y="10019"/>
                </a:lnTo>
                <a:cubicBezTo>
                  <a:pt x="10964" y="10019"/>
                  <a:pt x="12130" y="8917"/>
                  <a:pt x="12130" y="7530"/>
                </a:cubicBezTo>
                <a:cubicBezTo>
                  <a:pt x="12130" y="6711"/>
                  <a:pt x="11721" y="5955"/>
                  <a:pt x="11059" y="5483"/>
                </a:cubicBezTo>
                <a:cubicBezTo>
                  <a:pt x="11280" y="5136"/>
                  <a:pt x="11406" y="4726"/>
                  <a:pt x="11406" y="4317"/>
                </a:cubicBezTo>
                <a:cubicBezTo>
                  <a:pt x="11406" y="3403"/>
                  <a:pt x="10838" y="2584"/>
                  <a:pt x="9956" y="2301"/>
                </a:cubicBezTo>
                <a:cubicBezTo>
                  <a:pt x="9830" y="1040"/>
                  <a:pt x="8791" y="1"/>
                  <a:pt x="7467" y="1"/>
                </a:cubicBezTo>
                <a:cubicBezTo>
                  <a:pt x="6963" y="1"/>
                  <a:pt x="6459" y="158"/>
                  <a:pt x="6050" y="442"/>
                </a:cubicBezTo>
                <a:cubicBezTo>
                  <a:pt x="5672" y="158"/>
                  <a:pt x="5168" y="1"/>
                  <a:pt x="463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4" name="Google Shape;16754;p86"/>
          <p:cNvSpPr/>
          <p:nvPr/>
        </p:nvSpPr>
        <p:spPr>
          <a:xfrm>
            <a:off x="1904845" y="3032919"/>
            <a:ext cx="628628" cy="631479"/>
          </a:xfrm>
          <a:custGeom>
            <a:avLst/>
            <a:gdLst/>
            <a:ahLst/>
            <a:cxnLst/>
            <a:rect l="l" t="t" r="r" b="b"/>
            <a:pathLst>
              <a:path w="12131" h="12186" extrusionOk="0">
                <a:moveTo>
                  <a:pt x="6050" y="1442"/>
                </a:moveTo>
                <a:cubicBezTo>
                  <a:pt x="6396" y="1442"/>
                  <a:pt x="6774" y="1757"/>
                  <a:pt x="6774" y="2167"/>
                </a:cubicBezTo>
                <a:cubicBezTo>
                  <a:pt x="6774" y="2576"/>
                  <a:pt x="6459" y="2891"/>
                  <a:pt x="6050" y="2891"/>
                </a:cubicBezTo>
                <a:cubicBezTo>
                  <a:pt x="5672" y="2891"/>
                  <a:pt x="5357" y="2576"/>
                  <a:pt x="5357" y="2167"/>
                </a:cubicBezTo>
                <a:cubicBezTo>
                  <a:pt x="5357" y="1789"/>
                  <a:pt x="5672" y="1442"/>
                  <a:pt x="6050" y="1442"/>
                </a:cubicBezTo>
                <a:close/>
                <a:moveTo>
                  <a:pt x="6018" y="3585"/>
                </a:moveTo>
                <a:cubicBezTo>
                  <a:pt x="6207" y="3585"/>
                  <a:pt x="6365" y="3742"/>
                  <a:pt x="6365" y="3963"/>
                </a:cubicBezTo>
                <a:lnTo>
                  <a:pt x="6365" y="4309"/>
                </a:lnTo>
                <a:cubicBezTo>
                  <a:pt x="6239" y="4467"/>
                  <a:pt x="6176" y="4593"/>
                  <a:pt x="6018" y="4782"/>
                </a:cubicBezTo>
                <a:cubicBezTo>
                  <a:pt x="5861" y="4593"/>
                  <a:pt x="5766" y="4467"/>
                  <a:pt x="5672" y="4309"/>
                </a:cubicBezTo>
                <a:lnTo>
                  <a:pt x="5672" y="3963"/>
                </a:lnTo>
                <a:cubicBezTo>
                  <a:pt x="5672" y="3742"/>
                  <a:pt x="5829" y="3585"/>
                  <a:pt x="6018" y="3585"/>
                </a:cubicBezTo>
                <a:close/>
                <a:moveTo>
                  <a:pt x="1009" y="2891"/>
                </a:moveTo>
                <a:cubicBezTo>
                  <a:pt x="2710" y="2891"/>
                  <a:pt x="4317" y="3679"/>
                  <a:pt x="5325" y="5002"/>
                </a:cubicBezTo>
                <a:lnTo>
                  <a:pt x="1544" y="5002"/>
                </a:lnTo>
                <a:cubicBezTo>
                  <a:pt x="1040" y="5002"/>
                  <a:pt x="662" y="4624"/>
                  <a:pt x="662" y="4152"/>
                </a:cubicBezTo>
                <a:lnTo>
                  <a:pt x="662" y="3238"/>
                </a:lnTo>
                <a:cubicBezTo>
                  <a:pt x="662" y="3049"/>
                  <a:pt x="820" y="2891"/>
                  <a:pt x="1009" y="2891"/>
                </a:cubicBezTo>
                <a:close/>
                <a:moveTo>
                  <a:pt x="11059" y="2891"/>
                </a:moveTo>
                <a:cubicBezTo>
                  <a:pt x="11248" y="2891"/>
                  <a:pt x="11406" y="3049"/>
                  <a:pt x="11406" y="3238"/>
                </a:cubicBezTo>
                <a:lnTo>
                  <a:pt x="11406" y="4152"/>
                </a:lnTo>
                <a:cubicBezTo>
                  <a:pt x="11406" y="4624"/>
                  <a:pt x="11027" y="5002"/>
                  <a:pt x="10555" y="5002"/>
                </a:cubicBezTo>
                <a:lnTo>
                  <a:pt x="6774" y="5002"/>
                </a:lnTo>
                <a:cubicBezTo>
                  <a:pt x="7782" y="3679"/>
                  <a:pt x="9358" y="2891"/>
                  <a:pt x="11059" y="2891"/>
                </a:cubicBezTo>
                <a:close/>
                <a:moveTo>
                  <a:pt x="6018" y="5884"/>
                </a:moveTo>
                <a:lnTo>
                  <a:pt x="6365" y="6231"/>
                </a:lnTo>
                <a:lnTo>
                  <a:pt x="6365" y="6798"/>
                </a:lnTo>
                <a:cubicBezTo>
                  <a:pt x="6365" y="6987"/>
                  <a:pt x="6207" y="7145"/>
                  <a:pt x="6018" y="7145"/>
                </a:cubicBezTo>
                <a:cubicBezTo>
                  <a:pt x="5829" y="7145"/>
                  <a:pt x="5672" y="6987"/>
                  <a:pt x="5672" y="6798"/>
                </a:cubicBezTo>
                <a:lnTo>
                  <a:pt x="5672" y="6231"/>
                </a:lnTo>
                <a:lnTo>
                  <a:pt x="6018" y="5884"/>
                </a:lnTo>
                <a:close/>
                <a:moveTo>
                  <a:pt x="9893" y="5727"/>
                </a:moveTo>
                <a:cubicBezTo>
                  <a:pt x="10334" y="5727"/>
                  <a:pt x="10744" y="6105"/>
                  <a:pt x="10744" y="6578"/>
                </a:cubicBezTo>
                <a:lnTo>
                  <a:pt x="10744" y="6798"/>
                </a:lnTo>
                <a:lnTo>
                  <a:pt x="10712" y="6798"/>
                </a:lnTo>
                <a:cubicBezTo>
                  <a:pt x="10712" y="6987"/>
                  <a:pt x="10555" y="7145"/>
                  <a:pt x="10334" y="7145"/>
                </a:cubicBezTo>
                <a:cubicBezTo>
                  <a:pt x="9043" y="7145"/>
                  <a:pt x="7814" y="6641"/>
                  <a:pt x="6932" y="5727"/>
                </a:cubicBezTo>
                <a:close/>
                <a:moveTo>
                  <a:pt x="5136" y="5758"/>
                </a:moveTo>
                <a:cubicBezTo>
                  <a:pt x="4254" y="6672"/>
                  <a:pt x="3025" y="7176"/>
                  <a:pt x="1734" y="7176"/>
                </a:cubicBezTo>
                <a:cubicBezTo>
                  <a:pt x="1513" y="7145"/>
                  <a:pt x="1355" y="6987"/>
                  <a:pt x="1355" y="6798"/>
                </a:cubicBezTo>
                <a:lnTo>
                  <a:pt x="1355" y="6578"/>
                </a:lnTo>
                <a:cubicBezTo>
                  <a:pt x="1355" y="6357"/>
                  <a:pt x="1450" y="6168"/>
                  <a:pt x="1607" y="6010"/>
                </a:cubicBezTo>
                <a:cubicBezTo>
                  <a:pt x="1765" y="5853"/>
                  <a:pt x="1986" y="5758"/>
                  <a:pt x="2206" y="5758"/>
                </a:cubicBezTo>
                <a:close/>
                <a:moveTo>
                  <a:pt x="4616" y="1"/>
                </a:moveTo>
                <a:cubicBezTo>
                  <a:pt x="4522" y="1"/>
                  <a:pt x="4427" y="40"/>
                  <a:pt x="4348" y="119"/>
                </a:cubicBezTo>
                <a:cubicBezTo>
                  <a:pt x="4191" y="277"/>
                  <a:pt x="4191" y="466"/>
                  <a:pt x="4348" y="655"/>
                </a:cubicBezTo>
                <a:lnTo>
                  <a:pt x="4947" y="1222"/>
                </a:lnTo>
                <a:cubicBezTo>
                  <a:pt x="4726" y="1505"/>
                  <a:pt x="4600" y="1820"/>
                  <a:pt x="4600" y="2167"/>
                </a:cubicBezTo>
                <a:cubicBezTo>
                  <a:pt x="4600" y="2639"/>
                  <a:pt x="4821" y="3049"/>
                  <a:pt x="5199" y="3333"/>
                </a:cubicBezTo>
                <a:cubicBezTo>
                  <a:pt x="5105" y="3427"/>
                  <a:pt x="5073" y="3522"/>
                  <a:pt x="5042" y="3679"/>
                </a:cubicBezTo>
                <a:cubicBezTo>
                  <a:pt x="3939" y="2734"/>
                  <a:pt x="2521" y="2167"/>
                  <a:pt x="1040" y="2167"/>
                </a:cubicBezTo>
                <a:cubicBezTo>
                  <a:pt x="473" y="2167"/>
                  <a:pt x="1" y="2639"/>
                  <a:pt x="1" y="3238"/>
                </a:cubicBezTo>
                <a:lnTo>
                  <a:pt x="1" y="4152"/>
                </a:lnTo>
                <a:cubicBezTo>
                  <a:pt x="1" y="4845"/>
                  <a:pt x="410" y="5412"/>
                  <a:pt x="1009" y="5632"/>
                </a:cubicBezTo>
                <a:cubicBezTo>
                  <a:pt x="820" y="5916"/>
                  <a:pt x="694" y="6231"/>
                  <a:pt x="694" y="6578"/>
                </a:cubicBezTo>
                <a:lnTo>
                  <a:pt x="694" y="6798"/>
                </a:lnTo>
                <a:cubicBezTo>
                  <a:pt x="694" y="7365"/>
                  <a:pt x="1166" y="7838"/>
                  <a:pt x="1765" y="7838"/>
                </a:cubicBezTo>
                <a:cubicBezTo>
                  <a:pt x="2931" y="7838"/>
                  <a:pt x="4033" y="7491"/>
                  <a:pt x="4979" y="6830"/>
                </a:cubicBezTo>
                <a:cubicBezTo>
                  <a:pt x="4979" y="7271"/>
                  <a:pt x="5294" y="7649"/>
                  <a:pt x="5703" y="7806"/>
                </a:cubicBezTo>
                <a:lnTo>
                  <a:pt x="5703" y="11839"/>
                </a:lnTo>
                <a:cubicBezTo>
                  <a:pt x="5703" y="12028"/>
                  <a:pt x="5861" y="12185"/>
                  <a:pt x="6050" y="12185"/>
                </a:cubicBezTo>
                <a:cubicBezTo>
                  <a:pt x="6239" y="12185"/>
                  <a:pt x="6396" y="12028"/>
                  <a:pt x="6396" y="11839"/>
                </a:cubicBezTo>
                <a:lnTo>
                  <a:pt x="6396" y="7806"/>
                </a:lnTo>
                <a:cubicBezTo>
                  <a:pt x="6806" y="7649"/>
                  <a:pt x="7121" y="7302"/>
                  <a:pt x="7121" y="6830"/>
                </a:cubicBezTo>
                <a:cubicBezTo>
                  <a:pt x="8066" y="7491"/>
                  <a:pt x="9200" y="7838"/>
                  <a:pt x="10334" y="7838"/>
                </a:cubicBezTo>
                <a:cubicBezTo>
                  <a:pt x="10933" y="7838"/>
                  <a:pt x="11406" y="7365"/>
                  <a:pt x="11406" y="6798"/>
                </a:cubicBezTo>
                <a:lnTo>
                  <a:pt x="11406" y="6578"/>
                </a:lnTo>
                <a:cubicBezTo>
                  <a:pt x="11406" y="6231"/>
                  <a:pt x="11280" y="5916"/>
                  <a:pt x="11090" y="5632"/>
                </a:cubicBezTo>
                <a:cubicBezTo>
                  <a:pt x="11689" y="5443"/>
                  <a:pt x="12130" y="4845"/>
                  <a:pt x="12130" y="4152"/>
                </a:cubicBezTo>
                <a:lnTo>
                  <a:pt x="12130" y="3238"/>
                </a:lnTo>
                <a:cubicBezTo>
                  <a:pt x="12130" y="2639"/>
                  <a:pt x="11658" y="2167"/>
                  <a:pt x="11059" y="2167"/>
                </a:cubicBezTo>
                <a:cubicBezTo>
                  <a:pt x="9610" y="2167"/>
                  <a:pt x="8129" y="2734"/>
                  <a:pt x="7089" y="3679"/>
                </a:cubicBezTo>
                <a:cubicBezTo>
                  <a:pt x="7058" y="3553"/>
                  <a:pt x="6995" y="3427"/>
                  <a:pt x="6932" y="3333"/>
                </a:cubicBezTo>
                <a:cubicBezTo>
                  <a:pt x="7278" y="3049"/>
                  <a:pt x="7530" y="2639"/>
                  <a:pt x="7530" y="2167"/>
                </a:cubicBezTo>
                <a:cubicBezTo>
                  <a:pt x="7530" y="1820"/>
                  <a:pt x="7404" y="1505"/>
                  <a:pt x="7152" y="1222"/>
                </a:cubicBezTo>
                <a:lnTo>
                  <a:pt x="7751" y="655"/>
                </a:lnTo>
                <a:cubicBezTo>
                  <a:pt x="7908" y="466"/>
                  <a:pt x="7908" y="277"/>
                  <a:pt x="7751" y="119"/>
                </a:cubicBezTo>
                <a:cubicBezTo>
                  <a:pt x="7672" y="40"/>
                  <a:pt x="7586" y="1"/>
                  <a:pt x="7499" y="1"/>
                </a:cubicBezTo>
                <a:cubicBezTo>
                  <a:pt x="7412" y="1"/>
                  <a:pt x="7326" y="40"/>
                  <a:pt x="7247" y="119"/>
                </a:cubicBezTo>
                <a:lnTo>
                  <a:pt x="6522" y="844"/>
                </a:lnTo>
                <a:cubicBezTo>
                  <a:pt x="6365" y="812"/>
                  <a:pt x="6207" y="749"/>
                  <a:pt x="6050" y="749"/>
                </a:cubicBezTo>
                <a:cubicBezTo>
                  <a:pt x="5892" y="749"/>
                  <a:pt x="5735" y="812"/>
                  <a:pt x="5577" y="844"/>
                </a:cubicBezTo>
                <a:lnTo>
                  <a:pt x="4884" y="119"/>
                </a:lnTo>
                <a:cubicBezTo>
                  <a:pt x="4805" y="40"/>
                  <a:pt x="4711" y="1"/>
                  <a:pt x="461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55" name="Google Shape;16755;p86"/>
          <p:cNvGrpSpPr/>
          <p:nvPr/>
        </p:nvGrpSpPr>
        <p:grpSpPr>
          <a:xfrm>
            <a:off x="1943325" y="3801206"/>
            <a:ext cx="555044" cy="631841"/>
            <a:chOff x="-20904875" y="2788575"/>
            <a:chExt cx="267775" cy="304825"/>
          </a:xfrm>
        </p:grpSpPr>
        <p:sp>
          <p:nvSpPr>
            <p:cNvPr id="16756" name="Google Shape;16756;p86"/>
            <p:cNvSpPr/>
            <p:nvPr/>
          </p:nvSpPr>
          <p:spPr>
            <a:xfrm>
              <a:off x="-20904875" y="2788575"/>
              <a:ext cx="267775" cy="304825"/>
            </a:xfrm>
            <a:custGeom>
              <a:avLst/>
              <a:gdLst/>
              <a:ahLst/>
              <a:cxnLst/>
              <a:rect l="l" t="t" r="r" b="b"/>
              <a:pathLst>
                <a:path w="10711" h="12193" extrusionOk="0">
                  <a:moveTo>
                    <a:pt x="5294" y="725"/>
                  </a:moveTo>
                  <a:cubicBezTo>
                    <a:pt x="5483" y="725"/>
                    <a:pt x="5640" y="882"/>
                    <a:pt x="5640" y="1103"/>
                  </a:cubicBezTo>
                  <a:lnTo>
                    <a:pt x="5640" y="1166"/>
                  </a:lnTo>
                  <a:cubicBezTo>
                    <a:pt x="5640" y="1373"/>
                    <a:pt x="5803" y="1512"/>
                    <a:pt x="5977" y="1512"/>
                  </a:cubicBezTo>
                  <a:cubicBezTo>
                    <a:pt x="6068" y="1512"/>
                    <a:pt x="6163" y="1473"/>
                    <a:pt x="6239" y="1387"/>
                  </a:cubicBezTo>
                  <a:lnTo>
                    <a:pt x="6270" y="1355"/>
                  </a:lnTo>
                  <a:cubicBezTo>
                    <a:pt x="6341" y="1284"/>
                    <a:pt x="6429" y="1252"/>
                    <a:pt x="6514" y="1252"/>
                  </a:cubicBezTo>
                  <a:cubicBezTo>
                    <a:pt x="6695" y="1252"/>
                    <a:pt x="6869" y="1393"/>
                    <a:pt x="6869" y="1607"/>
                  </a:cubicBezTo>
                  <a:cubicBezTo>
                    <a:pt x="6869" y="1765"/>
                    <a:pt x="6774" y="1828"/>
                    <a:pt x="6711" y="1922"/>
                  </a:cubicBezTo>
                  <a:cubicBezTo>
                    <a:pt x="6459" y="2143"/>
                    <a:pt x="6617" y="2489"/>
                    <a:pt x="6932" y="2489"/>
                  </a:cubicBezTo>
                  <a:lnTo>
                    <a:pt x="7026" y="2489"/>
                  </a:lnTo>
                  <a:cubicBezTo>
                    <a:pt x="7215" y="2489"/>
                    <a:pt x="7373" y="2678"/>
                    <a:pt x="7373" y="2867"/>
                  </a:cubicBezTo>
                  <a:cubicBezTo>
                    <a:pt x="7373" y="3056"/>
                    <a:pt x="7215" y="3214"/>
                    <a:pt x="7026" y="3214"/>
                  </a:cubicBezTo>
                  <a:lnTo>
                    <a:pt x="6932" y="3214"/>
                  </a:lnTo>
                  <a:cubicBezTo>
                    <a:pt x="6774" y="3214"/>
                    <a:pt x="6648" y="3277"/>
                    <a:pt x="6617" y="3466"/>
                  </a:cubicBezTo>
                  <a:cubicBezTo>
                    <a:pt x="6585" y="3560"/>
                    <a:pt x="6585" y="3718"/>
                    <a:pt x="6711" y="3844"/>
                  </a:cubicBezTo>
                  <a:lnTo>
                    <a:pt x="6743" y="3875"/>
                  </a:lnTo>
                  <a:cubicBezTo>
                    <a:pt x="6806" y="3970"/>
                    <a:pt x="6869" y="4033"/>
                    <a:pt x="6869" y="4127"/>
                  </a:cubicBezTo>
                  <a:cubicBezTo>
                    <a:pt x="6869" y="4334"/>
                    <a:pt x="6693" y="4473"/>
                    <a:pt x="6518" y="4473"/>
                  </a:cubicBezTo>
                  <a:cubicBezTo>
                    <a:pt x="6427" y="4473"/>
                    <a:pt x="6335" y="4435"/>
                    <a:pt x="6270" y="4348"/>
                  </a:cubicBezTo>
                  <a:lnTo>
                    <a:pt x="6239" y="4316"/>
                  </a:lnTo>
                  <a:cubicBezTo>
                    <a:pt x="6156" y="4234"/>
                    <a:pt x="6063" y="4199"/>
                    <a:pt x="5976" y="4199"/>
                  </a:cubicBezTo>
                  <a:cubicBezTo>
                    <a:pt x="5797" y="4199"/>
                    <a:pt x="5640" y="4346"/>
                    <a:pt x="5640" y="4537"/>
                  </a:cubicBezTo>
                  <a:lnTo>
                    <a:pt x="5640" y="4632"/>
                  </a:lnTo>
                  <a:cubicBezTo>
                    <a:pt x="5640" y="4821"/>
                    <a:pt x="5483" y="4978"/>
                    <a:pt x="5294" y="4978"/>
                  </a:cubicBezTo>
                  <a:cubicBezTo>
                    <a:pt x="5073" y="4978"/>
                    <a:pt x="4916" y="4821"/>
                    <a:pt x="4916" y="4632"/>
                  </a:cubicBezTo>
                  <a:lnTo>
                    <a:pt x="4916" y="4537"/>
                  </a:lnTo>
                  <a:cubicBezTo>
                    <a:pt x="4958" y="4346"/>
                    <a:pt x="4801" y="4213"/>
                    <a:pt x="4626" y="4213"/>
                  </a:cubicBezTo>
                  <a:cubicBezTo>
                    <a:pt x="4541" y="4213"/>
                    <a:pt x="4452" y="4244"/>
                    <a:pt x="4380" y="4316"/>
                  </a:cubicBezTo>
                  <a:lnTo>
                    <a:pt x="4349" y="4348"/>
                  </a:lnTo>
                  <a:cubicBezTo>
                    <a:pt x="4270" y="4427"/>
                    <a:pt x="4175" y="4466"/>
                    <a:pt x="4081" y="4466"/>
                  </a:cubicBezTo>
                  <a:cubicBezTo>
                    <a:pt x="3986" y="4466"/>
                    <a:pt x="3892" y="4427"/>
                    <a:pt x="3813" y="4348"/>
                  </a:cubicBezTo>
                  <a:cubicBezTo>
                    <a:pt x="3655" y="4190"/>
                    <a:pt x="3655" y="4001"/>
                    <a:pt x="3813" y="3844"/>
                  </a:cubicBezTo>
                  <a:lnTo>
                    <a:pt x="3876" y="3812"/>
                  </a:lnTo>
                  <a:cubicBezTo>
                    <a:pt x="4096" y="3560"/>
                    <a:pt x="3939" y="3214"/>
                    <a:pt x="3624" y="3214"/>
                  </a:cubicBezTo>
                  <a:lnTo>
                    <a:pt x="3561" y="3214"/>
                  </a:lnTo>
                  <a:cubicBezTo>
                    <a:pt x="3340" y="3214"/>
                    <a:pt x="3183" y="3056"/>
                    <a:pt x="3183" y="2867"/>
                  </a:cubicBezTo>
                  <a:cubicBezTo>
                    <a:pt x="3183" y="2678"/>
                    <a:pt x="3340" y="2489"/>
                    <a:pt x="3561" y="2489"/>
                  </a:cubicBezTo>
                  <a:lnTo>
                    <a:pt x="3624" y="2489"/>
                  </a:lnTo>
                  <a:cubicBezTo>
                    <a:pt x="3939" y="2489"/>
                    <a:pt x="4096" y="2111"/>
                    <a:pt x="3876" y="1922"/>
                  </a:cubicBezTo>
                  <a:cubicBezTo>
                    <a:pt x="3813" y="1891"/>
                    <a:pt x="3718" y="1796"/>
                    <a:pt x="3718" y="1607"/>
                  </a:cubicBezTo>
                  <a:cubicBezTo>
                    <a:pt x="3718" y="1393"/>
                    <a:pt x="3892" y="1252"/>
                    <a:pt x="4063" y="1252"/>
                  </a:cubicBezTo>
                  <a:cubicBezTo>
                    <a:pt x="4144" y="1252"/>
                    <a:pt x="4225" y="1284"/>
                    <a:pt x="4286" y="1355"/>
                  </a:cubicBezTo>
                  <a:lnTo>
                    <a:pt x="4349" y="1387"/>
                  </a:lnTo>
                  <a:cubicBezTo>
                    <a:pt x="4424" y="1473"/>
                    <a:pt x="4515" y="1512"/>
                    <a:pt x="4602" y="1512"/>
                  </a:cubicBezTo>
                  <a:cubicBezTo>
                    <a:pt x="4767" y="1512"/>
                    <a:pt x="4916" y="1373"/>
                    <a:pt x="4916" y="1166"/>
                  </a:cubicBezTo>
                  <a:lnTo>
                    <a:pt x="4916" y="1103"/>
                  </a:lnTo>
                  <a:cubicBezTo>
                    <a:pt x="4916" y="882"/>
                    <a:pt x="5073" y="725"/>
                    <a:pt x="5294" y="725"/>
                  </a:cubicBezTo>
                  <a:close/>
                  <a:moveTo>
                    <a:pt x="757" y="5766"/>
                  </a:moveTo>
                  <a:lnTo>
                    <a:pt x="757" y="5766"/>
                  </a:lnTo>
                  <a:cubicBezTo>
                    <a:pt x="1482" y="5892"/>
                    <a:pt x="2647" y="6144"/>
                    <a:pt x="3120" y="6648"/>
                  </a:cubicBezTo>
                  <a:cubicBezTo>
                    <a:pt x="3624" y="7152"/>
                    <a:pt x="3624" y="7498"/>
                    <a:pt x="3340" y="7908"/>
                  </a:cubicBezTo>
                  <a:lnTo>
                    <a:pt x="2616" y="7152"/>
                  </a:lnTo>
                  <a:cubicBezTo>
                    <a:pt x="2537" y="7073"/>
                    <a:pt x="2442" y="7034"/>
                    <a:pt x="2348" y="7034"/>
                  </a:cubicBezTo>
                  <a:cubicBezTo>
                    <a:pt x="2253" y="7034"/>
                    <a:pt x="2159" y="7073"/>
                    <a:pt x="2080" y="7152"/>
                  </a:cubicBezTo>
                  <a:cubicBezTo>
                    <a:pt x="1923" y="7309"/>
                    <a:pt x="1923" y="7498"/>
                    <a:pt x="2080" y="7656"/>
                  </a:cubicBezTo>
                  <a:lnTo>
                    <a:pt x="2836" y="8412"/>
                  </a:lnTo>
                  <a:cubicBezTo>
                    <a:pt x="2695" y="8515"/>
                    <a:pt x="2554" y="8575"/>
                    <a:pt x="2401" y="8575"/>
                  </a:cubicBezTo>
                  <a:cubicBezTo>
                    <a:pt x="2176" y="8575"/>
                    <a:pt x="1925" y="8446"/>
                    <a:pt x="1608" y="8129"/>
                  </a:cubicBezTo>
                  <a:cubicBezTo>
                    <a:pt x="1135" y="7656"/>
                    <a:pt x="883" y="6490"/>
                    <a:pt x="757" y="5766"/>
                  </a:cubicBezTo>
                  <a:close/>
                  <a:moveTo>
                    <a:pt x="9893" y="6459"/>
                  </a:moveTo>
                  <a:cubicBezTo>
                    <a:pt x="9799" y="7183"/>
                    <a:pt x="9578" y="8381"/>
                    <a:pt x="9074" y="8853"/>
                  </a:cubicBezTo>
                  <a:cubicBezTo>
                    <a:pt x="8805" y="9123"/>
                    <a:pt x="8570" y="9287"/>
                    <a:pt x="8321" y="9287"/>
                  </a:cubicBezTo>
                  <a:cubicBezTo>
                    <a:pt x="8162" y="9287"/>
                    <a:pt x="7998" y="9221"/>
                    <a:pt x="7814" y="9074"/>
                  </a:cubicBezTo>
                  <a:lnTo>
                    <a:pt x="8570" y="8349"/>
                  </a:lnTo>
                  <a:cubicBezTo>
                    <a:pt x="8728" y="8192"/>
                    <a:pt x="8728" y="7971"/>
                    <a:pt x="8570" y="7814"/>
                  </a:cubicBezTo>
                  <a:cubicBezTo>
                    <a:pt x="8491" y="7735"/>
                    <a:pt x="8397" y="7695"/>
                    <a:pt x="8302" y="7695"/>
                  </a:cubicBezTo>
                  <a:cubicBezTo>
                    <a:pt x="8208" y="7695"/>
                    <a:pt x="8113" y="7735"/>
                    <a:pt x="8035" y="7814"/>
                  </a:cubicBezTo>
                  <a:lnTo>
                    <a:pt x="7278" y="8570"/>
                  </a:lnTo>
                  <a:cubicBezTo>
                    <a:pt x="7026" y="8192"/>
                    <a:pt x="7026" y="7814"/>
                    <a:pt x="7531" y="7309"/>
                  </a:cubicBezTo>
                  <a:cubicBezTo>
                    <a:pt x="8003" y="6837"/>
                    <a:pt x="9169" y="6553"/>
                    <a:pt x="9893" y="6459"/>
                  </a:cubicBezTo>
                  <a:close/>
                  <a:moveTo>
                    <a:pt x="5357" y="0"/>
                  </a:moveTo>
                  <a:cubicBezTo>
                    <a:pt x="4979" y="0"/>
                    <a:pt x="4601" y="221"/>
                    <a:pt x="4412" y="536"/>
                  </a:cubicBezTo>
                  <a:cubicBezTo>
                    <a:pt x="4313" y="500"/>
                    <a:pt x="4206" y="482"/>
                    <a:pt x="4097" y="482"/>
                  </a:cubicBezTo>
                  <a:cubicBezTo>
                    <a:pt x="3826" y="482"/>
                    <a:pt x="3543" y="594"/>
                    <a:pt x="3340" y="819"/>
                  </a:cubicBezTo>
                  <a:cubicBezTo>
                    <a:pt x="3088" y="1103"/>
                    <a:pt x="2962" y="1513"/>
                    <a:pt x="3088" y="1891"/>
                  </a:cubicBezTo>
                  <a:cubicBezTo>
                    <a:pt x="2710" y="2080"/>
                    <a:pt x="2521" y="2426"/>
                    <a:pt x="2521" y="2836"/>
                  </a:cubicBezTo>
                  <a:cubicBezTo>
                    <a:pt x="2521" y="3214"/>
                    <a:pt x="2773" y="3560"/>
                    <a:pt x="3088" y="3781"/>
                  </a:cubicBezTo>
                  <a:cubicBezTo>
                    <a:pt x="2962" y="4127"/>
                    <a:pt x="3057" y="4569"/>
                    <a:pt x="3340" y="4821"/>
                  </a:cubicBezTo>
                  <a:cubicBezTo>
                    <a:pt x="3549" y="5030"/>
                    <a:pt x="3844" y="5153"/>
                    <a:pt x="4123" y="5153"/>
                  </a:cubicBezTo>
                  <a:cubicBezTo>
                    <a:pt x="4223" y="5153"/>
                    <a:pt x="4320" y="5137"/>
                    <a:pt x="4412" y="5104"/>
                  </a:cubicBezTo>
                  <a:cubicBezTo>
                    <a:pt x="4538" y="5325"/>
                    <a:pt x="4758" y="5545"/>
                    <a:pt x="5010" y="5608"/>
                  </a:cubicBezTo>
                  <a:lnTo>
                    <a:pt x="5010" y="9483"/>
                  </a:lnTo>
                  <a:lnTo>
                    <a:pt x="3907" y="8381"/>
                  </a:lnTo>
                  <a:cubicBezTo>
                    <a:pt x="4538" y="7593"/>
                    <a:pt x="4380" y="6837"/>
                    <a:pt x="3655" y="6144"/>
                  </a:cubicBezTo>
                  <a:cubicBezTo>
                    <a:pt x="2773" y="5230"/>
                    <a:pt x="505" y="5041"/>
                    <a:pt x="410" y="5041"/>
                  </a:cubicBezTo>
                  <a:cubicBezTo>
                    <a:pt x="158" y="5041"/>
                    <a:pt x="1" y="5199"/>
                    <a:pt x="1" y="5419"/>
                  </a:cubicBezTo>
                  <a:cubicBezTo>
                    <a:pt x="1" y="5482"/>
                    <a:pt x="190" y="7751"/>
                    <a:pt x="1104" y="8696"/>
                  </a:cubicBezTo>
                  <a:cubicBezTo>
                    <a:pt x="1517" y="9091"/>
                    <a:pt x="1951" y="9312"/>
                    <a:pt x="2382" y="9312"/>
                  </a:cubicBezTo>
                  <a:cubicBezTo>
                    <a:pt x="2706" y="9312"/>
                    <a:pt x="3029" y="9187"/>
                    <a:pt x="3340" y="8916"/>
                  </a:cubicBezTo>
                  <a:lnTo>
                    <a:pt x="4979" y="10554"/>
                  </a:lnTo>
                  <a:lnTo>
                    <a:pt x="4979" y="11500"/>
                  </a:lnTo>
                  <a:lnTo>
                    <a:pt x="2490" y="11500"/>
                  </a:lnTo>
                  <a:cubicBezTo>
                    <a:pt x="2301" y="11500"/>
                    <a:pt x="2143" y="11657"/>
                    <a:pt x="2143" y="11846"/>
                  </a:cubicBezTo>
                  <a:cubicBezTo>
                    <a:pt x="2143" y="12035"/>
                    <a:pt x="2301" y="12193"/>
                    <a:pt x="2490" y="12193"/>
                  </a:cubicBezTo>
                  <a:lnTo>
                    <a:pt x="8192" y="12193"/>
                  </a:lnTo>
                  <a:cubicBezTo>
                    <a:pt x="8381" y="12193"/>
                    <a:pt x="8539" y="12035"/>
                    <a:pt x="8539" y="11846"/>
                  </a:cubicBezTo>
                  <a:cubicBezTo>
                    <a:pt x="8539" y="11657"/>
                    <a:pt x="8381" y="11500"/>
                    <a:pt x="8192" y="11500"/>
                  </a:cubicBezTo>
                  <a:lnTo>
                    <a:pt x="5703" y="11500"/>
                  </a:lnTo>
                  <a:lnTo>
                    <a:pt x="5703" y="11248"/>
                  </a:lnTo>
                  <a:lnTo>
                    <a:pt x="7342" y="9641"/>
                  </a:lnTo>
                  <a:cubicBezTo>
                    <a:pt x="7677" y="9909"/>
                    <a:pt x="8000" y="10034"/>
                    <a:pt x="8317" y="10034"/>
                  </a:cubicBezTo>
                  <a:cubicBezTo>
                    <a:pt x="8746" y="10034"/>
                    <a:pt x="9162" y="9805"/>
                    <a:pt x="9578" y="9389"/>
                  </a:cubicBezTo>
                  <a:cubicBezTo>
                    <a:pt x="10492" y="8507"/>
                    <a:pt x="10681" y="6238"/>
                    <a:pt x="10681" y="6144"/>
                  </a:cubicBezTo>
                  <a:cubicBezTo>
                    <a:pt x="10710" y="5910"/>
                    <a:pt x="10550" y="5731"/>
                    <a:pt x="10376" y="5731"/>
                  </a:cubicBezTo>
                  <a:cubicBezTo>
                    <a:pt x="10362" y="5731"/>
                    <a:pt x="10348" y="5732"/>
                    <a:pt x="10334" y="5734"/>
                  </a:cubicBezTo>
                  <a:cubicBezTo>
                    <a:pt x="10240" y="5734"/>
                    <a:pt x="8003" y="5923"/>
                    <a:pt x="7058" y="6837"/>
                  </a:cubicBezTo>
                  <a:cubicBezTo>
                    <a:pt x="6333" y="7561"/>
                    <a:pt x="6176" y="8286"/>
                    <a:pt x="6806" y="9074"/>
                  </a:cubicBezTo>
                  <a:lnTo>
                    <a:pt x="5703" y="10176"/>
                  </a:lnTo>
                  <a:lnTo>
                    <a:pt x="5703" y="5608"/>
                  </a:lnTo>
                  <a:cubicBezTo>
                    <a:pt x="5955" y="5545"/>
                    <a:pt x="6176" y="5356"/>
                    <a:pt x="6302" y="5104"/>
                  </a:cubicBezTo>
                  <a:cubicBezTo>
                    <a:pt x="6401" y="5140"/>
                    <a:pt x="6508" y="5158"/>
                    <a:pt x="6616" y="5158"/>
                  </a:cubicBezTo>
                  <a:cubicBezTo>
                    <a:pt x="6888" y="5158"/>
                    <a:pt x="7170" y="5046"/>
                    <a:pt x="7373" y="4821"/>
                  </a:cubicBezTo>
                  <a:cubicBezTo>
                    <a:pt x="7562" y="4632"/>
                    <a:pt x="7688" y="4348"/>
                    <a:pt x="7688" y="4096"/>
                  </a:cubicBezTo>
                  <a:cubicBezTo>
                    <a:pt x="7688" y="3970"/>
                    <a:pt x="7688" y="3875"/>
                    <a:pt x="7657" y="3781"/>
                  </a:cubicBezTo>
                  <a:cubicBezTo>
                    <a:pt x="8003" y="3560"/>
                    <a:pt x="8192" y="3214"/>
                    <a:pt x="8192" y="2836"/>
                  </a:cubicBezTo>
                  <a:cubicBezTo>
                    <a:pt x="8192" y="2426"/>
                    <a:pt x="7972" y="2080"/>
                    <a:pt x="7657" y="1891"/>
                  </a:cubicBezTo>
                  <a:cubicBezTo>
                    <a:pt x="7751" y="1513"/>
                    <a:pt x="7688" y="1103"/>
                    <a:pt x="7373" y="819"/>
                  </a:cubicBezTo>
                  <a:cubicBezTo>
                    <a:pt x="7164" y="610"/>
                    <a:pt x="6869" y="487"/>
                    <a:pt x="6590" y="487"/>
                  </a:cubicBezTo>
                  <a:cubicBezTo>
                    <a:pt x="6491" y="487"/>
                    <a:pt x="6393" y="503"/>
                    <a:pt x="6302" y="536"/>
                  </a:cubicBezTo>
                  <a:cubicBezTo>
                    <a:pt x="6113" y="189"/>
                    <a:pt x="5766" y="0"/>
                    <a:pt x="53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7" name="Google Shape;16757;p86"/>
            <p:cNvSpPr/>
            <p:nvPr/>
          </p:nvSpPr>
          <p:spPr>
            <a:xfrm>
              <a:off x="-20788300" y="2842125"/>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040" y="1418"/>
                    <a:pt x="1418" y="1103"/>
                    <a:pt x="1418" y="725"/>
                  </a:cubicBezTo>
                  <a:cubicBezTo>
                    <a:pt x="1418" y="316"/>
                    <a:pt x="1103" y="1"/>
                    <a:pt x="6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58" name="Google Shape;16758;p86"/>
          <p:cNvGrpSpPr/>
          <p:nvPr/>
        </p:nvGrpSpPr>
        <p:grpSpPr>
          <a:xfrm>
            <a:off x="5863878" y="3034086"/>
            <a:ext cx="480060" cy="628628"/>
            <a:chOff x="-19006700" y="2434925"/>
            <a:chExt cx="231600" cy="303275"/>
          </a:xfrm>
        </p:grpSpPr>
        <p:sp>
          <p:nvSpPr>
            <p:cNvPr id="16759" name="Google Shape;16759;p86"/>
            <p:cNvSpPr/>
            <p:nvPr/>
          </p:nvSpPr>
          <p:spPr>
            <a:xfrm>
              <a:off x="-18906675" y="2552275"/>
              <a:ext cx="36275" cy="44150"/>
            </a:xfrm>
            <a:custGeom>
              <a:avLst/>
              <a:gdLst/>
              <a:ahLst/>
              <a:cxnLst/>
              <a:rect l="l" t="t" r="r" b="b"/>
              <a:pathLst>
                <a:path w="1451" h="1766" extrusionOk="0">
                  <a:moveTo>
                    <a:pt x="1000" y="0"/>
                  </a:moveTo>
                  <a:cubicBezTo>
                    <a:pt x="853" y="0"/>
                    <a:pt x="718" y="108"/>
                    <a:pt x="694" y="253"/>
                  </a:cubicBezTo>
                  <a:cubicBezTo>
                    <a:pt x="641" y="95"/>
                    <a:pt x="478" y="25"/>
                    <a:pt x="334" y="25"/>
                  </a:cubicBezTo>
                  <a:cubicBezTo>
                    <a:pt x="306" y="25"/>
                    <a:pt x="279" y="27"/>
                    <a:pt x="253" y="32"/>
                  </a:cubicBezTo>
                  <a:cubicBezTo>
                    <a:pt x="64" y="95"/>
                    <a:pt x="1" y="316"/>
                    <a:pt x="32" y="473"/>
                  </a:cubicBezTo>
                  <a:lnTo>
                    <a:pt x="284" y="1513"/>
                  </a:lnTo>
                  <a:cubicBezTo>
                    <a:pt x="347" y="1671"/>
                    <a:pt x="505" y="1765"/>
                    <a:pt x="663" y="1765"/>
                  </a:cubicBezTo>
                  <a:cubicBezTo>
                    <a:pt x="820" y="1765"/>
                    <a:pt x="946" y="1671"/>
                    <a:pt x="1009" y="1513"/>
                  </a:cubicBezTo>
                  <a:lnTo>
                    <a:pt x="1356" y="473"/>
                  </a:lnTo>
                  <a:cubicBezTo>
                    <a:pt x="1450" y="253"/>
                    <a:pt x="1324" y="64"/>
                    <a:pt x="1135" y="32"/>
                  </a:cubicBezTo>
                  <a:cubicBezTo>
                    <a:pt x="1091" y="10"/>
                    <a:pt x="1045" y="0"/>
                    <a:pt x="100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0" name="Google Shape;16760;p86"/>
            <p:cNvSpPr/>
            <p:nvPr/>
          </p:nvSpPr>
          <p:spPr>
            <a:xfrm>
              <a:off x="-18935800" y="25255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1" name="Google Shape;16761;p86"/>
            <p:cNvSpPr/>
            <p:nvPr/>
          </p:nvSpPr>
          <p:spPr>
            <a:xfrm>
              <a:off x="-18864125" y="252550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2" name="Google Shape;16762;p86"/>
            <p:cNvSpPr/>
            <p:nvPr/>
          </p:nvSpPr>
          <p:spPr>
            <a:xfrm>
              <a:off x="-19006700" y="2434925"/>
              <a:ext cx="231600" cy="303275"/>
            </a:xfrm>
            <a:custGeom>
              <a:avLst/>
              <a:gdLst/>
              <a:ahLst/>
              <a:cxnLst/>
              <a:rect l="l" t="t" r="r" b="b"/>
              <a:pathLst>
                <a:path w="9264" h="12131" extrusionOk="0">
                  <a:moveTo>
                    <a:pt x="6302" y="757"/>
                  </a:moveTo>
                  <a:cubicBezTo>
                    <a:pt x="6774" y="851"/>
                    <a:pt x="7089" y="1292"/>
                    <a:pt x="7089" y="1765"/>
                  </a:cubicBezTo>
                  <a:lnTo>
                    <a:pt x="7089" y="2521"/>
                  </a:lnTo>
                  <a:cubicBezTo>
                    <a:pt x="6774" y="2269"/>
                    <a:pt x="6428" y="2175"/>
                    <a:pt x="6018" y="2175"/>
                  </a:cubicBezTo>
                  <a:cubicBezTo>
                    <a:pt x="5451" y="2175"/>
                    <a:pt x="4916" y="2427"/>
                    <a:pt x="4601" y="2868"/>
                  </a:cubicBezTo>
                  <a:cubicBezTo>
                    <a:pt x="4285" y="2427"/>
                    <a:pt x="3781" y="2175"/>
                    <a:pt x="3183" y="2175"/>
                  </a:cubicBezTo>
                  <a:cubicBezTo>
                    <a:pt x="2805" y="2175"/>
                    <a:pt x="2395" y="2269"/>
                    <a:pt x="2143" y="2521"/>
                  </a:cubicBezTo>
                  <a:lnTo>
                    <a:pt x="2143" y="1765"/>
                  </a:lnTo>
                  <a:cubicBezTo>
                    <a:pt x="2143" y="1261"/>
                    <a:pt x="2458" y="851"/>
                    <a:pt x="2931" y="757"/>
                  </a:cubicBezTo>
                  <a:cubicBezTo>
                    <a:pt x="3088" y="1135"/>
                    <a:pt x="3466" y="1418"/>
                    <a:pt x="3907" y="1418"/>
                  </a:cubicBezTo>
                  <a:lnTo>
                    <a:pt x="5325" y="1418"/>
                  </a:lnTo>
                  <a:cubicBezTo>
                    <a:pt x="5766" y="1418"/>
                    <a:pt x="6144" y="1135"/>
                    <a:pt x="6302" y="757"/>
                  </a:cubicBezTo>
                  <a:close/>
                  <a:moveTo>
                    <a:pt x="6050" y="2899"/>
                  </a:moveTo>
                  <a:cubicBezTo>
                    <a:pt x="6617" y="2899"/>
                    <a:pt x="7089" y="3372"/>
                    <a:pt x="7089" y="3970"/>
                  </a:cubicBezTo>
                  <a:lnTo>
                    <a:pt x="7089" y="4695"/>
                  </a:lnTo>
                  <a:cubicBezTo>
                    <a:pt x="7089" y="6050"/>
                    <a:pt x="5987" y="7152"/>
                    <a:pt x="4632" y="7152"/>
                  </a:cubicBezTo>
                  <a:cubicBezTo>
                    <a:pt x="3246" y="7152"/>
                    <a:pt x="2143" y="6050"/>
                    <a:pt x="2143" y="4695"/>
                  </a:cubicBezTo>
                  <a:lnTo>
                    <a:pt x="2143" y="3970"/>
                  </a:lnTo>
                  <a:cubicBezTo>
                    <a:pt x="2143" y="3372"/>
                    <a:pt x="2616" y="2899"/>
                    <a:pt x="3183" y="2899"/>
                  </a:cubicBezTo>
                  <a:cubicBezTo>
                    <a:pt x="3781" y="2899"/>
                    <a:pt x="4254" y="3372"/>
                    <a:pt x="4254" y="3970"/>
                  </a:cubicBezTo>
                  <a:cubicBezTo>
                    <a:pt x="4254" y="4159"/>
                    <a:pt x="4411" y="4317"/>
                    <a:pt x="4632" y="4317"/>
                  </a:cubicBezTo>
                  <a:cubicBezTo>
                    <a:pt x="4821" y="4317"/>
                    <a:pt x="4979" y="4159"/>
                    <a:pt x="4979" y="3970"/>
                  </a:cubicBezTo>
                  <a:cubicBezTo>
                    <a:pt x="4979" y="3372"/>
                    <a:pt x="5451" y="2899"/>
                    <a:pt x="6050" y="2899"/>
                  </a:cubicBezTo>
                  <a:close/>
                  <a:moveTo>
                    <a:pt x="7121" y="7152"/>
                  </a:moveTo>
                  <a:cubicBezTo>
                    <a:pt x="7909" y="7152"/>
                    <a:pt x="8539" y="7782"/>
                    <a:pt x="8539" y="8570"/>
                  </a:cubicBezTo>
                  <a:lnTo>
                    <a:pt x="8539" y="9956"/>
                  </a:lnTo>
                  <a:cubicBezTo>
                    <a:pt x="8129" y="9799"/>
                    <a:pt x="7846" y="9421"/>
                    <a:pt x="7846" y="8948"/>
                  </a:cubicBezTo>
                  <a:cubicBezTo>
                    <a:pt x="7846" y="8728"/>
                    <a:pt x="7688" y="8570"/>
                    <a:pt x="7499" y="8570"/>
                  </a:cubicBezTo>
                  <a:cubicBezTo>
                    <a:pt x="7278" y="8570"/>
                    <a:pt x="7121" y="8728"/>
                    <a:pt x="7121" y="8948"/>
                  </a:cubicBezTo>
                  <a:cubicBezTo>
                    <a:pt x="7121" y="9799"/>
                    <a:pt x="7751" y="10523"/>
                    <a:pt x="8539" y="10681"/>
                  </a:cubicBezTo>
                  <a:lnTo>
                    <a:pt x="8539" y="11405"/>
                  </a:lnTo>
                  <a:cubicBezTo>
                    <a:pt x="6963" y="11405"/>
                    <a:pt x="5703" y="10114"/>
                    <a:pt x="5703" y="8570"/>
                  </a:cubicBezTo>
                  <a:cubicBezTo>
                    <a:pt x="5703" y="7782"/>
                    <a:pt x="6333" y="7152"/>
                    <a:pt x="7121" y="7152"/>
                  </a:cubicBezTo>
                  <a:close/>
                  <a:moveTo>
                    <a:pt x="2868" y="7373"/>
                  </a:moveTo>
                  <a:cubicBezTo>
                    <a:pt x="3435" y="7719"/>
                    <a:pt x="4033" y="7908"/>
                    <a:pt x="4664" y="7908"/>
                  </a:cubicBezTo>
                  <a:cubicBezTo>
                    <a:pt x="4821" y="7908"/>
                    <a:pt x="4979" y="7908"/>
                    <a:pt x="5168" y="7877"/>
                  </a:cubicBezTo>
                  <a:lnTo>
                    <a:pt x="5168" y="7877"/>
                  </a:lnTo>
                  <a:cubicBezTo>
                    <a:pt x="5073" y="8097"/>
                    <a:pt x="5042" y="8349"/>
                    <a:pt x="5042" y="8633"/>
                  </a:cubicBezTo>
                  <a:cubicBezTo>
                    <a:pt x="5042" y="9799"/>
                    <a:pt x="5609" y="10838"/>
                    <a:pt x="6459" y="11468"/>
                  </a:cubicBezTo>
                  <a:lnTo>
                    <a:pt x="5357" y="11468"/>
                  </a:lnTo>
                  <a:cubicBezTo>
                    <a:pt x="3970" y="11468"/>
                    <a:pt x="2868" y="10334"/>
                    <a:pt x="2868" y="8980"/>
                  </a:cubicBezTo>
                  <a:lnTo>
                    <a:pt x="2868" y="7373"/>
                  </a:lnTo>
                  <a:close/>
                  <a:moveTo>
                    <a:pt x="3246" y="1"/>
                  </a:moveTo>
                  <a:cubicBezTo>
                    <a:pt x="2238" y="1"/>
                    <a:pt x="1450" y="788"/>
                    <a:pt x="1450" y="1765"/>
                  </a:cubicBezTo>
                  <a:lnTo>
                    <a:pt x="1450" y="4695"/>
                  </a:lnTo>
                  <a:cubicBezTo>
                    <a:pt x="1450" y="5420"/>
                    <a:pt x="1734" y="6144"/>
                    <a:pt x="2175" y="6680"/>
                  </a:cubicBezTo>
                  <a:lnTo>
                    <a:pt x="2175" y="8948"/>
                  </a:lnTo>
                  <a:cubicBezTo>
                    <a:pt x="2175" y="9956"/>
                    <a:pt x="2647" y="10838"/>
                    <a:pt x="3340" y="11405"/>
                  </a:cubicBezTo>
                  <a:lnTo>
                    <a:pt x="2017" y="11405"/>
                  </a:lnTo>
                  <a:lnTo>
                    <a:pt x="1387" y="10208"/>
                  </a:lnTo>
                  <a:cubicBezTo>
                    <a:pt x="1319" y="10094"/>
                    <a:pt x="1184" y="10013"/>
                    <a:pt x="1055" y="10013"/>
                  </a:cubicBezTo>
                  <a:cubicBezTo>
                    <a:pt x="1006" y="10013"/>
                    <a:pt x="958" y="10025"/>
                    <a:pt x="914" y="10051"/>
                  </a:cubicBezTo>
                  <a:cubicBezTo>
                    <a:pt x="757" y="10114"/>
                    <a:pt x="662" y="10366"/>
                    <a:pt x="757" y="10523"/>
                  </a:cubicBezTo>
                  <a:lnTo>
                    <a:pt x="1229" y="11405"/>
                  </a:lnTo>
                  <a:lnTo>
                    <a:pt x="347" y="11405"/>
                  </a:lnTo>
                  <a:cubicBezTo>
                    <a:pt x="158" y="11405"/>
                    <a:pt x="1" y="11563"/>
                    <a:pt x="1" y="11783"/>
                  </a:cubicBezTo>
                  <a:cubicBezTo>
                    <a:pt x="1" y="11973"/>
                    <a:pt x="158" y="12130"/>
                    <a:pt x="347" y="12130"/>
                  </a:cubicBezTo>
                  <a:lnTo>
                    <a:pt x="8917" y="12130"/>
                  </a:lnTo>
                  <a:cubicBezTo>
                    <a:pt x="9106" y="12130"/>
                    <a:pt x="9263" y="11973"/>
                    <a:pt x="9263" y="11783"/>
                  </a:cubicBezTo>
                  <a:lnTo>
                    <a:pt x="9263" y="8633"/>
                  </a:lnTo>
                  <a:cubicBezTo>
                    <a:pt x="9263" y="7467"/>
                    <a:pt x="8381" y="6585"/>
                    <a:pt x="7278" y="6459"/>
                  </a:cubicBezTo>
                  <a:cubicBezTo>
                    <a:pt x="7657" y="5955"/>
                    <a:pt x="7846" y="5325"/>
                    <a:pt x="7846" y="4695"/>
                  </a:cubicBezTo>
                  <a:lnTo>
                    <a:pt x="7846" y="1765"/>
                  </a:lnTo>
                  <a:cubicBezTo>
                    <a:pt x="7846" y="788"/>
                    <a:pt x="7058" y="1"/>
                    <a:pt x="6081" y="1"/>
                  </a:cubicBezTo>
                  <a:cubicBezTo>
                    <a:pt x="5861" y="1"/>
                    <a:pt x="5703" y="158"/>
                    <a:pt x="5703" y="347"/>
                  </a:cubicBezTo>
                  <a:cubicBezTo>
                    <a:pt x="5703" y="536"/>
                    <a:pt x="5546" y="694"/>
                    <a:pt x="5357" y="694"/>
                  </a:cubicBezTo>
                  <a:lnTo>
                    <a:pt x="3939" y="694"/>
                  </a:lnTo>
                  <a:cubicBezTo>
                    <a:pt x="3750" y="694"/>
                    <a:pt x="3592" y="536"/>
                    <a:pt x="3592" y="347"/>
                  </a:cubicBezTo>
                  <a:cubicBezTo>
                    <a:pt x="3592" y="158"/>
                    <a:pt x="3435" y="1"/>
                    <a:pt x="324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63" name="Google Shape;16763;p86"/>
          <p:cNvSpPr/>
          <p:nvPr/>
        </p:nvSpPr>
        <p:spPr>
          <a:xfrm>
            <a:off x="5787255" y="3802304"/>
            <a:ext cx="630235" cy="630235"/>
          </a:xfrm>
          <a:custGeom>
            <a:avLst/>
            <a:gdLst/>
            <a:ahLst/>
            <a:cxnLst/>
            <a:rect l="l" t="t" r="r" b="b"/>
            <a:pathLst>
              <a:path w="12162" h="12162" extrusionOk="0">
                <a:moveTo>
                  <a:pt x="1072" y="3561"/>
                </a:moveTo>
                <a:cubicBezTo>
                  <a:pt x="1229" y="3561"/>
                  <a:pt x="1418" y="3813"/>
                  <a:pt x="1418" y="4254"/>
                </a:cubicBezTo>
                <a:cubicBezTo>
                  <a:pt x="1418" y="4695"/>
                  <a:pt x="1229" y="4979"/>
                  <a:pt x="1072" y="4979"/>
                </a:cubicBezTo>
                <a:cubicBezTo>
                  <a:pt x="914" y="4979"/>
                  <a:pt x="694" y="4695"/>
                  <a:pt x="694" y="4254"/>
                </a:cubicBezTo>
                <a:cubicBezTo>
                  <a:pt x="694" y="3813"/>
                  <a:pt x="914" y="3561"/>
                  <a:pt x="1072" y="3561"/>
                </a:cubicBezTo>
                <a:close/>
                <a:moveTo>
                  <a:pt x="4632" y="3561"/>
                </a:moveTo>
                <a:cubicBezTo>
                  <a:pt x="4821" y="3561"/>
                  <a:pt x="5010" y="3813"/>
                  <a:pt x="5010" y="4254"/>
                </a:cubicBezTo>
                <a:cubicBezTo>
                  <a:pt x="5010" y="4695"/>
                  <a:pt x="4758" y="4979"/>
                  <a:pt x="4632" y="4979"/>
                </a:cubicBezTo>
                <a:cubicBezTo>
                  <a:pt x="4474" y="4979"/>
                  <a:pt x="4285" y="4695"/>
                  <a:pt x="4285" y="4254"/>
                </a:cubicBezTo>
                <a:cubicBezTo>
                  <a:pt x="4285" y="3813"/>
                  <a:pt x="4474" y="3561"/>
                  <a:pt x="4632" y="3561"/>
                </a:cubicBezTo>
                <a:close/>
                <a:moveTo>
                  <a:pt x="2836" y="2080"/>
                </a:moveTo>
                <a:cubicBezTo>
                  <a:pt x="3466" y="2080"/>
                  <a:pt x="4065" y="2395"/>
                  <a:pt x="4443" y="2836"/>
                </a:cubicBezTo>
                <a:cubicBezTo>
                  <a:pt x="3939" y="2962"/>
                  <a:pt x="3529" y="3498"/>
                  <a:pt x="3529" y="4254"/>
                </a:cubicBezTo>
                <a:cubicBezTo>
                  <a:pt x="3529" y="4979"/>
                  <a:pt x="3939" y="5546"/>
                  <a:pt x="4443" y="5672"/>
                </a:cubicBezTo>
                <a:cubicBezTo>
                  <a:pt x="4065" y="6113"/>
                  <a:pt x="3466" y="6428"/>
                  <a:pt x="2836" y="6428"/>
                </a:cubicBezTo>
                <a:cubicBezTo>
                  <a:pt x="2206" y="6428"/>
                  <a:pt x="1607" y="6144"/>
                  <a:pt x="1229" y="5672"/>
                </a:cubicBezTo>
                <a:cubicBezTo>
                  <a:pt x="1733" y="5546"/>
                  <a:pt x="2143" y="5010"/>
                  <a:pt x="2143" y="4254"/>
                </a:cubicBezTo>
                <a:cubicBezTo>
                  <a:pt x="2143" y="3561"/>
                  <a:pt x="1733" y="2962"/>
                  <a:pt x="1229" y="2836"/>
                </a:cubicBezTo>
                <a:cubicBezTo>
                  <a:pt x="1607" y="2395"/>
                  <a:pt x="2206" y="2080"/>
                  <a:pt x="2836" y="2080"/>
                </a:cubicBezTo>
                <a:close/>
                <a:moveTo>
                  <a:pt x="11090" y="6459"/>
                </a:moveTo>
                <a:cubicBezTo>
                  <a:pt x="11311" y="6459"/>
                  <a:pt x="11468" y="6617"/>
                  <a:pt x="11468" y="6806"/>
                </a:cubicBezTo>
                <a:cubicBezTo>
                  <a:pt x="11468" y="7027"/>
                  <a:pt x="11311" y="7184"/>
                  <a:pt x="11090" y="7184"/>
                </a:cubicBezTo>
                <a:cubicBezTo>
                  <a:pt x="10901" y="7184"/>
                  <a:pt x="10744" y="7027"/>
                  <a:pt x="10744" y="6806"/>
                </a:cubicBezTo>
                <a:cubicBezTo>
                  <a:pt x="10744" y="6617"/>
                  <a:pt x="10901" y="6459"/>
                  <a:pt x="11090" y="6459"/>
                </a:cubicBezTo>
                <a:close/>
                <a:moveTo>
                  <a:pt x="4222" y="6774"/>
                </a:moveTo>
                <a:cubicBezTo>
                  <a:pt x="4254" y="6901"/>
                  <a:pt x="4285" y="7058"/>
                  <a:pt x="4285" y="7184"/>
                </a:cubicBezTo>
                <a:cubicBezTo>
                  <a:pt x="4285" y="7972"/>
                  <a:pt x="3655" y="8602"/>
                  <a:pt x="2868" y="8602"/>
                </a:cubicBezTo>
                <a:cubicBezTo>
                  <a:pt x="2080" y="8539"/>
                  <a:pt x="1418" y="7909"/>
                  <a:pt x="1418" y="7121"/>
                </a:cubicBezTo>
                <a:cubicBezTo>
                  <a:pt x="1418" y="7027"/>
                  <a:pt x="1418" y="6901"/>
                  <a:pt x="1450" y="6774"/>
                </a:cubicBezTo>
                <a:cubicBezTo>
                  <a:pt x="1859" y="7027"/>
                  <a:pt x="2332" y="7121"/>
                  <a:pt x="2836" y="7121"/>
                </a:cubicBezTo>
                <a:cubicBezTo>
                  <a:pt x="3340" y="7121"/>
                  <a:pt x="3813" y="7027"/>
                  <a:pt x="4222" y="6774"/>
                </a:cubicBezTo>
                <a:close/>
                <a:moveTo>
                  <a:pt x="10744" y="7877"/>
                </a:moveTo>
                <a:cubicBezTo>
                  <a:pt x="11153" y="7877"/>
                  <a:pt x="11468" y="8192"/>
                  <a:pt x="11468" y="8602"/>
                </a:cubicBezTo>
                <a:cubicBezTo>
                  <a:pt x="11468" y="8980"/>
                  <a:pt x="11153" y="9295"/>
                  <a:pt x="10744" y="9295"/>
                </a:cubicBezTo>
                <a:cubicBezTo>
                  <a:pt x="10618" y="8917"/>
                  <a:pt x="10397" y="8539"/>
                  <a:pt x="10114" y="8287"/>
                </a:cubicBezTo>
                <a:cubicBezTo>
                  <a:pt x="10240" y="8035"/>
                  <a:pt x="10492" y="7877"/>
                  <a:pt x="10744" y="7877"/>
                </a:cubicBezTo>
                <a:close/>
                <a:moveTo>
                  <a:pt x="8979" y="8539"/>
                </a:moveTo>
                <a:cubicBezTo>
                  <a:pt x="9578" y="8539"/>
                  <a:pt x="10051" y="9011"/>
                  <a:pt x="10051" y="9610"/>
                </a:cubicBezTo>
                <a:cubicBezTo>
                  <a:pt x="10051" y="10240"/>
                  <a:pt x="9578" y="10713"/>
                  <a:pt x="8979" y="10713"/>
                </a:cubicBezTo>
                <a:cubicBezTo>
                  <a:pt x="8822" y="10713"/>
                  <a:pt x="8664" y="10681"/>
                  <a:pt x="8538" y="10650"/>
                </a:cubicBezTo>
                <a:cubicBezTo>
                  <a:pt x="8570" y="10429"/>
                  <a:pt x="8633" y="10240"/>
                  <a:pt x="8633" y="10019"/>
                </a:cubicBezTo>
                <a:cubicBezTo>
                  <a:pt x="8633" y="9578"/>
                  <a:pt x="8507" y="9169"/>
                  <a:pt x="8255" y="8822"/>
                </a:cubicBezTo>
                <a:cubicBezTo>
                  <a:pt x="8475" y="8665"/>
                  <a:pt x="8696" y="8539"/>
                  <a:pt x="8979" y="8539"/>
                </a:cubicBezTo>
                <a:close/>
                <a:moveTo>
                  <a:pt x="4852" y="8003"/>
                </a:moveTo>
                <a:cubicBezTo>
                  <a:pt x="5356" y="8224"/>
                  <a:pt x="5734" y="8759"/>
                  <a:pt x="5734" y="9326"/>
                </a:cubicBezTo>
                <a:cubicBezTo>
                  <a:pt x="5734" y="10114"/>
                  <a:pt x="5104" y="10744"/>
                  <a:pt x="4317" y="10744"/>
                </a:cubicBezTo>
                <a:cubicBezTo>
                  <a:pt x="3529" y="10713"/>
                  <a:pt x="2868" y="10083"/>
                  <a:pt x="2868" y="9295"/>
                </a:cubicBezTo>
                <a:cubicBezTo>
                  <a:pt x="3781" y="9295"/>
                  <a:pt x="4537" y="8759"/>
                  <a:pt x="4852" y="8003"/>
                </a:cubicBezTo>
                <a:close/>
                <a:moveTo>
                  <a:pt x="6459" y="8633"/>
                </a:moveTo>
                <a:cubicBezTo>
                  <a:pt x="7247" y="8633"/>
                  <a:pt x="7877" y="9263"/>
                  <a:pt x="7877" y="10051"/>
                </a:cubicBezTo>
                <a:cubicBezTo>
                  <a:pt x="7877" y="10807"/>
                  <a:pt x="7247" y="11469"/>
                  <a:pt x="6459" y="11469"/>
                </a:cubicBezTo>
                <a:cubicBezTo>
                  <a:pt x="6113" y="11469"/>
                  <a:pt x="5734" y="11343"/>
                  <a:pt x="5514" y="11122"/>
                </a:cubicBezTo>
                <a:cubicBezTo>
                  <a:pt x="6113" y="10713"/>
                  <a:pt x="6459" y="10083"/>
                  <a:pt x="6459" y="9326"/>
                </a:cubicBezTo>
                <a:cubicBezTo>
                  <a:pt x="6459" y="9106"/>
                  <a:pt x="6428" y="8854"/>
                  <a:pt x="6333" y="8633"/>
                </a:cubicBezTo>
                <a:close/>
                <a:moveTo>
                  <a:pt x="1418" y="1"/>
                </a:moveTo>
                <a:cubicBezTo>
                  <a:pt x="631" y="1"/>
                  <a:pt x="1" y="631"/>
                  <a:pt x="1" y="1419"/>
                </a:cubicBezTo>
                <a:cubicBezTo>
                  <a:pt x="1" y="1891"/>
                  <a:pt x="221" y="2269"/>
                  <a:pt x="599" y="2553"/>
                </a:cubicBezTo>
                <a:cubicBezTo>
                  <a:pt x="221" y="3025"/>
                  <a:pt x="1" y="3624"/>
                  <a:pt x="1" y="4254"/>
                </a:cubicBezTo>
                <a:cubicBezTo>
                  <a:pt x="1" y="5042"/>
                  <a:pt x="316" y="5798"/>
                  <a:pt x="851" y="6302"/>
                </a:cubicBezTo>
                <a:cubicBezTo>
                  <a:pt x="757" y="6554"/>
                  <a:pt x="694" y="6806"/>
                  <a:pt x="694" y="7090"/>
                </a:cubicBezTo>
                <a:cubicBezTo>
                  <a:pt x="694" y="8035"/>
                  <a:pt x="1324" y="8822"/>
                  <a:pt x="2174" y="9137"/>
                </a:cubicBezTo>
                <a:lnTo>
                  <a:pt x="2174" y="9263"/>
                </a:lnTo>
                <a:cubicBezTo>
                  <a:pt x="2174" y="10429"/>
                  <a:pt x="3151" y="11437"/>
                  <a:pt x="4317" y="11437"/>
                </a:cubicBezTo>
                <a:cubicBezTo>
                  <a:pt x="4474" y="11437"/>
                  <a:pt x="4695" y="11374"/>
                  <a:pt x="4852" y="11374"/>
                </a:cubicBezTo>
                <a:cubicBezTo>
                  <a:pt x="5230" y="11847"/>
                  <a:pt x="5829" y="12162"/>
                  <a:pt x="6491" y="12162"/>
                </a:cubicBezTo>
                <a:cubicBezTo>
                  <a:pt x="7215" y="12162"/>
                  <a:pt x="7845" y="11815"/>
                  <a:pt x="8223" y="11311"/>
                </a:cubicBezTo>
                <a:cubicBezTo>
                  <a:pt x="8475" y="11437"/>
                  <a:pt x="8727" y="11469"/>
                  <a:pt x="8979" y="11469"/>
                </a:cubicBezTo>
                <a:cubicBezTo>
                  <a:pt x="9830" y="11469"/>
                  <a:pt x="10555" y="10839"/>
                  <a:pt x="10712" y="10051"/>
                </a:cubicBezTo>
                <a:lnTo>
                  <a:pt x="10744" y="10051"/>
                </a:lnTo>
                <a:cubicBezTo>
                  <a:pt x="11531" y="10051"/>
                  <a:pt x="12161" y="9421"/>
                  <a:pt x="12161" y="8633"/>
                </a:cubicBezTo>
                <a:cubicBezTo>
                  <a:pt x="12161" y="8287"/>
                  <a:pt x="12004" y="7909"/>
                  <a:pt x="11783" y="7657"/>
                </a:cubicBezTo>
                <a:cubicBezTo>
                  <a:pt x="12004" y="7436"/>
                  <a:pt x="12161" y="7121"/>
                  <a:pt x="12161" y="6806"/>
                </a:cubicBezTo>
                <a:cubicBezTo>
                  <a:pt x="12161" y="6239"/>
                  <a:pt x="11689" y="5766"/>
                  <a:pt x="11090" y="5766"/>
                </a:cubicBezTo>
                <a:cubicBezTo>
                  <a:pt x="10523" y="5766"/>
                  <a:pt x="10051" y="6239"/>
                  <a:pt x="10051" y="6806"/>
                </a:cubicBezTo>
                <a:cubicBezTo>
                  <a:pt x="10051" y="6964"/>
                  <a:pt x="10082" y="7184"/>
                  <a:pt x="10145" y="7279"/>
                </a:cubicBezTo>
                <a:cubicBezTo>
                  <a:pt x="10051" y="7342"/>
                  <a:pt x="9925" y="7405"/>
                  <a:pt x="9799" y="7531"/>
                </a:cubicBezTo>
                <a:cubicBezTo>
                  <a:pt x="9641" y="7657"/>
                  <a:pt x="9515" y="7783"/>
                  <a:pt x="9452" y="7940"/>
                </a:cubicBezTo>
                <a:cubicBezTo>
                  <a:pt x="9295" y="7909"/>
                  <a:pt x="9137" y="7877"/>
                  <a:pt x="8948" y="7877"/>
                </a:cubicBezTo>
                <a:cubicBezTo>
                  <a:pt x="8507" y="7877"/>
                  <a:pt x="8066" y="8035"/>
                  <a:pt x="7751" y="8318"/>
                </a:cubicBezTo>
                <a:cubicBezTo>
                  <a:pt x="7404" y="8035"/>
                  <a:pt x="6932" y="7877"/>
                  <a:pt x="6459" y="7877"/>
                </a:cubicBezTo>
                <a:cubicBezTo>
                  <a:pt x="6302" y="7877"/>
                  <a:pt x="6113" y="7909"/>
                  <a:pt x="5955" y="7909"/>
                </a:cubicBezTo>
                <a:cubicBezTo>
                  <a:pt x="5703" y="7594"/>
                  <a:pt x="5356" y="7373"/>
                  <a:pt x="5010" y="7247"/>
                </a:cubicBezTo>
                <a:lnTo>
                  <a:pt x="5010" y="7121"/>
                </a:lnTo>
                <a:cubicBezTo>
                  <a:pt x="5010" y="6869"/>
                  <a:pt x="4915" y="6585"/>
                  <a:pt x="4789" y="6302"/>
                </a:cubicBezTo>
                <a:cubicBezTo>
                  <a:pt x="5356" y="5798"/>
                  <a:pt x="5671" y="5042"/>
                  <a:pt x="5671" y="4254"/>
                </a:cubicBezTo>
                <a:cubicBezTo>
                  <a:pt x="5671" y="3624"/>
                  <a:pt x="5482" y="3025"/>
                  <a:pt x="5073" y="2553"/>
                </a:cubicBezTo>
                <a:cubicBezTo>
                  <a:pt x="5419" y="2301"/>
                  <a:pt x="5671" y="1891"/>
                  <a:pt x="5671" y="1419"/>
                </a:cubicBezTo>
                <a:cubicBezTo>
                  <a:pt x="5671" y="631"/>
                  <a:pt x="5041" y="1"/>
                  <a:pt x="4254" y="1"/>
                </a:cubicBezTo>
                <a:cubicBezTo>
                  <a:pt x="4065" y="1"/>
                  <a:pt x="3907" y="158"/>
                  <a:pt x="3907" y="348"/>
                </a:cubicBezTo>
                <a:cubicBezTo>
                  <a:pt x="3907" y="568"/>
                  <a:pt x="4065" y="726"/>
                  <a:pt x="4254" y="726"/>
                </a:cubicBezTo>
                <a:cubicBezTo>
                  <a:pt x="4632" y="726"/>
                  <a:pt x="4947" y="1041"/>
                  <a:pt x="4947" y="1419"/>
                </a:cubicBezTo>
                <a:cubicBezTo>
                  <a:pt x="4947" y="1702"/>
                  <a:pt x="4789" y="1923"/>
                  <a:pt x="4600" y="2049"/>
                </a:cubicBezTo>
                <a:cubicBezTo>
                  <a:pt x="4128" y="1671"/>
                  <a:pt x="3498" y="1419"/>
                  <a:pt x="2836" y="1419"/>
                </a:cubicBezTo>
                <a:cubicBezTo>
                  <a:pt x="2174" y="1419"/>
                  <a:pt x="1544" y="1671"/>
                  <a:pt x="1072" y="2049"/>
                </a:cubicBezTo>
                <a:cubicBezTo>
                  <a:pt x="820" y="1923"/>
                  <a:pt x="694" y="1702"/>
                  <a:pt x="694" y="1419"/>
                </a:cubicBezTo>
                <a:cubicBezTo>
                  <a:pt x="694" y="1041"/>
                  <a:pt x="1009" y="726"/>
                  <a:pt x="1418" y="726"/>
                </a:cubicBezTo>
                <a:cubicBezTo>
                  <a:pt x="1607" y="726"/>
                  <a:pt x="1765" y="568"/>
                  <a:pt x="1765" y="348"/>
                </a:cubicBezTo>
                <a:cubicBezTo>
                  <a:pt x="1765" y="158"/>
                  <a:pt x="1607" y="1"/>
                  <a:pt x="14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4" name="Google Shape;16764;p86"/>
          <p:cNvSpPr/>
          <p:nvPr/>
        </p:nvSpPr>
        <p:spPr>
          <a:xfrm>
            <a:off x="9739801" y="2251305"/>
            <a:ext cx="553489" cy="631841"/>
          </a:xfrm>
          <a:custGeom>
            <a:avLst/>
            <a:gdLst/>
            <a:ahLst/>
            <a:cxnLst/>
            <a:rect l="l" t="t" r="r" b="b"/>
            <a:pathLst>
              <a:path w="10681" h="12193" extrusionOk="0">
                <a:moveTo>
                  <a:pt x="8475" y="693"/>
                </a:moveTo>
                <a:cubicBezTo>
                  <a:pt x="8318" y="1513"/>
                  <a:pt x="7562" y="2111"/>
                  <a:pt x="6742" y="2111"/>
                </a:cubicBezTo>
                <a:cubicBezTo>
                  <a:pt x="6333" y="2111"/>
                  <a:pt x="5986" y="2237"/>
                  <a:pt x="5671" y="2426"/>
                </a:cubicBezTo>
                <a:lnTo>
                  <a:pt x="5671" y="1765"/>
                </a:lnTo>
                <a:cubicBezTo>
                  <a:pt x="5671" y="1166"/>
                  <a:pt x="6144" y="693"/>
                  <a:pt x="6742" y="693"/>
                </a:cubicBezTo>
                <a:close/>
                <a:moveTo>
                  <a:pt x="7089" y="4285"/>
                </a:moveTo>
                <a:cubicBezTo>
                  <a:pt x="8853" y="4285"/>
                  <a:pt x="9924" y="5356"/>
                  <a:pt x="9924" y="7120"/>
                </a:cubicBezTo>
                <a:cubicBezTo>
                  <a:pt x="9956" y="8129"/>
                  <a:pt x="9609" y="9231"/>
                  <a:pt x="9074" y="10082"/>
                </a:cubicBezTo>
                <a:cubicBezTo>
                  <a:pt x="8507" y="10933"/>
                  <a:pt x="7814" y="11405"/>
                  <a:pt x="7089" y="11405"/>
                </a:cubicBezTo>
                <a:cubicBezTo>
                  <a:pt x="6931" y="11405"/>
                  <a:pt x="6774" y="11374"/>
                  <a:pt x="6648" y="11342"/>
                </a:cubicBezTo>
                <a:cubicBezTo>
                  <a:pt x="6238" y="11216"/>
                  <a:pt x="5766" y="11122"/>
                  <a:pt x="5325" y="11122"/>
                </a:cubicBezTo>
                <a:cubicBezTo>
                  <a:pt x="4884" y="11122"/>
                  <a:pt x="4411" y="11216"/>
                  <a:pt x="3970" y="11342"/>
                </a:cubicBezTo>
                <a:cubicBezTo>
                  <a:pt x="3812" y="11374"/>
                  <a:pt x="3655" y="11405"/>
                  <a:pt x="3560" y="11405"/>
                </a:cubicBezTo>
                <a:cubicBezTo>
                  <a:pt x="2836" y="11405"/>
                  <a:pt x="2143" y="10901"/>
                  <a:pt x="1576" y="10082"/>
                </a:cubicBezTo>
                <a:cubicBezTo>
                  <a:pt x="1040" y="9200"/>
                  <a:pt x="725" y="8097"/>
                  <a:pt x="725" y="7120"/>
                </a:cubicBezTo>
                <a:cubicBezTo>
                  <a:pt x="725" y="5356"/>
                  <a:pt x="1765" y="4285"/>
                  <a:pt x="3560" y="4285"/>
                </a:cubicBezTo>
                <a:cubicBezTo>
                  <a:pt x="3970" y="4285"/>
                  <a:pt x="4380" y="4348"/>
                  <a:pt x="4726" y="4474"/>
                </a:cubicBezTo>
                <a:cubicBezTo>
                  <a:pt x="4821" y="4506"/>
                  <a:pt x="4884" y="4506"/>
                  <a:pt x="4978" y="4569"/>
                </a:cubicBezTo>
                <a:lnTo>
                  <a:pt x="4978" y="5293"/>
                </a:lnTo>
                <a:cubicBezTo>
                  <a:pt x="4663" y="5262"/>
                  <a:pt x="4348" y="5199"/>
                  <a:pt x="4065" y="5041"/>
                </a:cubicBezTo>
                <a:cubicBezTo>
                  <a:pt x="4021" y="5015"/>
                  <a:pt x="3971" y="5003"/>
                  <a:pt x="3919" y="5003"/>
                </a:cubicBezTo>
                <a:cubicBezTo>
                  <a:pt x="3783" y="5003"/>
                  <a:pt x="3638" y="5084"/>
                  <a:pt x="3592" y="5199"/>
                </a:cubicBezTo>
                <a:cubicBezTo>
                  <a:pt x="3497" y="5356"/>
                  <a:pt x="3592" y="5577"/>
                  <a:pt x="3749" y="5671"/>
                </a:cubicBezTo>
                <a:cubicBezTo>
                  <a:pt x="4254" y="5892"/>
                  <a:pt x="4758" y="6018"/>
                  <a:pt x="5325" y="6018"/>
                </a:cubicBezTo>
                <a:cubicBezTo>
                  <a:pt x="5860" y="6018"/>
                  <a:pt x="6427" y="5892"/>
                  <a:pt x="6900" y="5671"/>
                </a:cubicBezTo>
                <a:cubicBezTo>
                  <a:pt x="7057" y="5577"/>
                  <a:pt x="7120" y="5356"/>
                  <a:pt x="7057" y="5199"/>
                </a:cubicBezTo>
                <a:cubicBezTo>
                  <a:pt x="6989" y="5084"/>
                  <a:pt x="6854" y="5003"/>
                  <a:pt x="6725" y="5003"/>
                </a:cubicBezTo>
                <a:cubicBezTo>
                  <a:pt x="6676" y="5003"/>
                  <a:pt x="6628" y="5015"/>
                  <a:pt x="6585" y="5041"/>
                </a:cubicBezTo>
                <a:cubicBezTo>
                  <a:pt x="6301" y="5199"/>
                  <a:pt x="5986" y="5262"/>
                  <a:pt x="5671" y="5293"/>
                </a:cubicBezTo>
                <a:lnTo>
                  <a:pt x="5671" y="4569"/>
                </a:lnTo>
                <a:cubicBezTo>
                  <a:pt x="5766" y="4569"/>
                  <a:pt x="5829" y="4506"/>
                  <a:pt x="5923" y="4474"/>
                </a:cubicBezTo>
                <a:cubicBezTo>
                  <a:pt x="6270" y="4348"/>
                  <a:pt x="6648" y="4285"/>
                  <a:pt x="7089" y="4285"/>
                </a:cubicBezTo>
                <a:close/>
                <a:moveTo>
                  <a:pt x="6774" y="0"/>
                </a:moveTo>
                <a:cubicBezTo>
                  <a:pt x="5797" y="0"/>
                  <a:pt x="5010" y="788"/>
                  <a:pt x="5010" y="1765"/>
                </a:cubicBezTo>
                <a:cubicBezTo>
                  <a:pt x="4695" y="1513"/>
                  <a:pt x="4348" y="1418"/>
                  <a:pt x="3938" y="1418"/>
                </a:cubicBezTo>
                <a:cubicBezTo>
                  <a:pt x="3749" y="1418"/>
                  <a:pt x="3592" y="1576"/>
                  <a:pt x="3592" y="1765"/>
                </a:cubicBezTo>
                <a:cubicBezTo>
                  <a:pt x="3592" y="1954"/>
                  <a:pt x="3749" y="2111"/>
                  <a:pt x="3938" y="2111"/>
                </a:cubicBezTo>
                <a:cubicBezTo>
                  <a:pt x="4537" y="2111"/>
                  <a:pt x="5010" y="2584"/>
                  <a:pt x="5010" y="3182"/>
                </a:cubicBezTo>
                <a:lnTo>
                  <a:pt x="5010" y="3812"/>
                </a:lnTo>
                <a:cubicBezTo>
                  <a:pt x="4569" y="3655"/>
                  <a:pt x="4096" y="3560"/>
                  <a:pt x="3592" y="3560"/>
                </a:cubicBezTo>
                <a:cubicBezTo>
                  <a:pt x="1513" y="3560"/>
                  <a:pt x="0" y="4884"/>
                  <a:pt x="0" y="7152"/>
                </a:cubicBezTo>
                <a:cubicBezTo>
                  <a:pt x="0" y="8286"/>
                  <a:pt x="347" y="9515"/>
                  <a:pt x="977" y="10491"/>
                </a:cubicBezTo>
                <a:cubicBezTo>
                  <a:pt x="1702" y="11594"/>
                  <a:pt x="2615" y="12193"/>
                  <a:pt x="3560" y="12193"/>
                </a:cubicBezTo>
                <a:cubicBezTo>
                  <a:pt x="3781" y="12193"/>
                  <a:pt x="3970" y="12161"/>
                  <a:pt x="4222" y="12130"/>
                </a:cubicBezTo>
                <a:cubicBezTo>
                  <a:pt x="4600" y="12004"/>
                  <a:pt x="4970" y="11941"/>
                  <a:pt x="5340" y="11941"/>
                </a:cubicBezTo>
                <a:cubicBezTo>
                  <a:pt x="5711" y="11941"/>
                  <a:pt x="6081" y="12004"/>
                  <a:pt x="6459" y="12130"/>
                </a:cubicBezTo>
                <a:cubicBezTo>
                  <a:pt x="6648" y="12193"/>
                  <a:pt x="6900" y="12193"/>
                  <a:pt x="7152" y="12193"/>
                </a:cubicBezTo>
                <a:cubicBezTo>
                  <a:pt x="8097" y="12193"/>
                  <a:pt x="8979" y="11594"/>
                  <a:pt x="9704" y="10491"/>
                </a:cubicBezTo>
                <a:cubicBezTo>
                  <a:pt x="10334" y="9546"/>
                  <a:pt x="10681" y="8286"/>
                  <a:pt x="10681" y="7152"/>
                </a:cubicBezTo>
                <a:cubicBezTo>
                  <a:pt x="10681" y="4884"/>
                  <a:pt x="9168" y="3560"/>
                  <a:pt x="7089" y="3560"/>
                </a:cubicBezTo>
                <a:cubicBezTo>
                  <a:pt x="6585" y="3560"/>
                  <a:pt x="6112" y="3655"/>
                  <a:pt x="5671" y="3812"/>
                </a:cubicBezTo>
                <a:lnTo>
                  <a:pt x="5671" y="3340"/>
                </a:lnTo>
                <a:lnTo>
                  <a:pt x="5797" y="3214"/>
                </a:lnTo>
                <a:cubicBezTo>
                  <a:pt x="6081" y="2930"/>
                  <a:pt x="6396" y="2836"/>
                  <a:pt x="6774" y="2836"/>
                </a:cubicBezTo>
                <a:cubicBezTo>
                  <a:pt x="8160" y="2836"/>
                  <a:pt x="9263" y="1733"/>
                  <a:pt x="9263" y="347"/>
                </a:cubicBezTo>
                <a:cubicBezTo>
                  <a:pt x="9263" y="158"/>
                  <a:pt x="9105" y="0"/>
                  <a:pt x="891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65" name="Google Shape;16765;p86"/>
          <p:cNvGrpSpPr/>
          <p:nvPr/>
        </p:nvGrpSpPr>
        <p:grpSpPr>
          <a:xfrm>
            <a:off x="9702010" y="3052069"/>
            <a:ext cx="631841" cy="592665"/>
            <a:chOff x="-17190425" y="2435725"/>
            <a:chExt cx="304825" cy="285925"/>
          </a:xfrm>
        </p:grpSpPr>
        <p:sp>
          <p:nvSpPr>
            <p:cNvPr id="16766" name="Google Shape;16766;p86"/>
            <p:cNvSpPr/>
            <p:nvPr/>
          </p:nvSpPr>
          <p:spPr>
            <a:xfrm>
              <a:off x="-16994325" y="2596400"/>
              <a:ext cx="18150" cy="17350"/>
            </a:xfrm>
            <a:custGeom>
              <a:avLst/>
              <a:gdLst/>
              <a:ahLst/>
              <a:cxnLst/>
              <a:rect l="l" t="t" r="r" b="b"/>
              <a:pathLst>
                <a:path w="726" h="694" extrusionOk="0">
                  <a:moveTo>
                    <a:pt x="348" y="0"/>
                  </a:moveTo>
                  <a:cubicBezTo>
                    <a:pt x="159" y="0"/>
                    <a:pt x="1" y="158"/>
                    <a:pt x="1" y="347"/>
                  </a:cubicBezTo>
                  <a:cubicBezTo>
                    <a:pt x="1" y="536"/>
                    <a:pt x="159"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7" name="Google Shape;16767;p86"/>
            <p:cNvSpPr/>
            <p:nvPr/>
          </p:nvSpPr>
          <p:spPr>
            <a:xfrm>
              <a:off x="-17100650" y="25964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8" name="Google Shape;16768;p86"/>
            <p:cNvSpPr/>
            <p:nvPr/>
          </p:nvSpPr>
          <p:spPr>
            <a:xfrm>
              <a:off x="-17190425" y="2435725"/>
              <a:ext cx="304825" cy="285925"/>
            </a:xfrm>
            <a:custGeom>
              <a:avLst/>
              <a:gdLst/>
              <a:ahLst/>
              <a:cxnLst/>
              <a:rect l="l" t="t" r="r" b="b"/>
              <a:pathLst>
                <a:path w="12193" h="11437" extrusionOk="0">
                  <a:moveTo>
                    <a:pt x="2111" y="725"/>
                  </a:moveTo>
                  <a:cubicBezTo>
                    <a:pt x="2836" y="725"/>
                    <a:pt x="3434" y="1292"/>
                    <a:pt x="3529" y="2016"/>
                  </a:cubicBezTo>
                  <a:cubicBezTo>
                    <a:pt x="2804" y="2363"/>
                    <a:pt x="2174" y="2867"/>
                    <a:pt x="1702" y="3497"/>
                  </a:cubicBezTo>
                  <a:cubicBezTo>
                    <a:pt x="1103" y="3308"/>
                    <a:pt x="693" y="2773"/>
                    <a:pt x="693" y="2143"/>
                  </a:cubicBezTo>
                  <a:cubicBezTo>
                    <a:pt x="693" y="1355"/>
                    <a:pt x="1323" y="725"/>
                    <a:pt x="2111" y="725"/>
                  </a:cubicBezTo>
                  <a:close/>
                  <a:moveTo>
                    <a:pt x="10019" y="693"/>
                  </a:moveTo>
                  <a:cubicBezTo>
                    <a:pt x="10806" y="693"/>
                    <a:pt x="11437" y="1323"/>
                    <a:pt x="11437" y="2111"/>
                  </a:cubicBezTo>
                  <a:cubicBezTo>
                    <a:pt x="11437" y="2773"/>
                    <a:pt x="11027" y="3308"/>
                    <a:pt x="10397" y="3497"/>
                  </a:cubicBezTo>
                  <a:cubicBezTo>
                    <a:pt x="9924" y="2867"/>
                    <a:pt x="9294" y="2363"/>
                    <a:pt x="8601" y="2016"/>
                  </a:cubicBezTo>
                  <a:cubicBezTo>
                    <a:pt x="8696" y="1260"/>
                    <a:pt x="9263" y="693"/>
                    <a:pt x="10019" y="693"/>
                  </a:cubicBezTo>
                  <a:close/>
                  <a:moveTo>
                    <a:pt x="7959" y="4997"/>
                  </a:moveTo>
                  <a:cubicBezTo>
                    <a:pt x="8453" y="4997"/>
                    <a:pt x="8961" y="5407"/>
                    <a:pt x="9200" y="6018"/>
                  </a:cubicBezTo>
                  <a:cubicBezTo>
                    <a:pt x="9452" y="6774"/>
                    <a:pt x="9231" y="7530"/>
                    <a:pt x="8664" y="7719"/>
                  </a:cubicBezTo>
                  <a:cubicBezTo>
                    <a:pt x="8555" y="7741"/>
                    <a:pt x="8447" y="7777"/>
                    <a:pt x="8338" y="7777"/>
                  </a:cubicBezTo>
                  <a:cubicBezTo>
                    <a:pt x="8289" y="7777"/>
                    <a:pt x="8240" y="7770"/>
                    <a:pt x="8192" y="7750"/>
                  </a:cubicBezTo>
                  <a:cubicBezTo>
                    <a:pt x="8003" y="7372"/>
                    <a:pt x="7624" y="6900"/>
                    <a:pt x="7183" y="6711"/>
                  </a:cubicBezTo>
                  <a:cubicBezTo>
                    <a:pt x="6900" y="5955"/>
                    <a:pt x="7152" y="5230"/>
                    <a:pt x="7687" y="5041"/>
                  </a:cubicBezTo>
                  <a:cubicBezTo>
                    <a:pt x="7776" y="5011"/>
                    <a:pt x="7868" y="4997"/>
                    <a:pt x="7959" y="4997"/>
                  </a:cubicBezTo>
                  <a:close/>
                  <a:moveTo>
                    <a:pt x="4107" y="4995"/>
                  </a:moveTo>
                  <a:cubicBezTo>
                    <a:pt x="4200" y="4995"/>
                    <a:pt x="4292" y="5010"/>
                    <a:pt x="4379" y="5041"/>
                  </a:cubicBezTo>
                  <a:cubicBezTo>
                    <a:pt x="4947" y="5230"/>
                    <a:pt x="5167" y="6081"/>
                    <a:pt x="4852" y="6805"/>
                  </a:cubicBezTo>
                  <a:cubicBezTo>
                    <a:pt x="4568" y="7026"/>
                    <a:pt x="4222" y="7404"/>
                    <a:pt x="4064" y="7687"/>
                  </a:cubicBezTo>
                  <a:cubicBezTo>
                    <a:pt x="3946" y="7755"/>
                    <a:pt x="3819" y="7786"/>
                    <a:pt x="3697" y="7786"/>
                  </a:cubicBezTo>
                  <a:cubicBezTo>
                    <a:pt x="3592" y="7786"/>
                    <a:pt x="3491" y="7763"/>
                    <a:pt x="3403" y="7719"/>
                  </a:cubicBezTo>
                  <a:cubicBezTo>
                    <a:pt x="2836" y="7530"/>
                    <a:pt x="2615" y="6742"/>
                    <a:pt x="2899" y="6018"/>
                  </a:cubicBezTo>
                  <a:cubicBezTo>
                    <a:pt x="3110" y="5385"/>
                    <a:pt x="3629" y="4995"/>
                    <a:pt x="4107" y="4995"/>
                  </a:cubicBezTo>
                  <a:close/>
                  <a:moveTo>
                    <a:pt x="6081" y="8538"/>
                  </a:moveTo>
                  <a:cubicBezTo>
                    <a:pt x="6207" y="8538"/>
                    <a:pt x="6364" y="8632"/>
                    <a:pt x="6396" y="8790"/>
                  </a:cubicBezTo>
                  <a:lnTo>
                    <a:pt x="6081" y="9105"/>
                  </a:lnTo>
                  <a:lnTo>
                    <a:pt x="5766" y="8790"/>
                  </a:lnTo>
                  <a:cubicBezTo>
                    <a:pt x="5797" y="8664"/>
                    <a:pt x="5955" y="8538"/>
                    <a:pt x="6081" y="8538"/>
                  </a:cubicBezTo>
                  <a:close/>
                  <a:moveTo>
                    <a:pt x="6144" y="2111"/>
                  </a:moveTo>
                  <a:cubicBezTo>
                    <a:pt x="8727" y="2111"/>
                    <a:pt x="10806" y="4064"/>
                    <a:pt x="10806" y="6427"/>
                  </a:cubicBezTo>
                  <a:cubicBezTo>
                    <a:pt x="10712" y="7908"/>
                    <a:pt x="9893" y="9263"/>
                    <a:pt x="8570" y="10050"/>
                  </a:cubicBezTo>
                  <a:cubicBezTo>
                    <a:pt x="8570" y="9924"/>
                    <a:pt x="8601" y="9767"/>
                    <a:pt x="8601" y="9609"/>
                  </a:cubicBezTo>
                  <a:cubicBezTo>
                    <a:pt x="8601" y="9168"/>
                    <a:pt x="8570" y="8790"/>
                    <a:pt x="8475" y="8475"/>
                  </a:cubicBezTo>
                  <a:cubicBezTo>
                    <a:pt x="8633" y="8475"/>
                    <a:pt x="8790" y="8443"/>
                    <a:pt x="8916" y="8380"/>
                  </a:cubicBezTo>
                  <a:cubicBezTo>
                    <a:pt x="9861" y="8034"/>
                    <a:pt x="10239" y="6868"/>
                    <a:pt x="9861" y="5766"/>
                  </a:cubicBezTo>
                  <a:cubicBezTo>
                    <a:pt x="9523" y="4855"/>
                    <a:pt x="8755" y="4267"/>
                    <a:pt x="7966" y="4267"/>
                  </a:cubicBezTo>
                  <a:cubicBezTo>
                    <a:pt x="7799" y="4267"/>
                    <a:pt x="7632" y="4293"/>
                    <a:pt x="7467" y="4348"/>
                  </a:cubicBezTo>
                  <a:cubicBezTo>
                    <a:pt x="6679" y="4600"/>
                    <a:pt x="6270" y="5514"/>
                    <a:pt x="6396" y="6396"/>
                  </a:cubicBezTo>
                  <a:cubicBezTo>
                    <a:pt x="6337" y="6376"/>
                    <a:pt x="6272" y="6369"/>
                    <a:pt x="6205" y="6369"/>
                  </a:cubicBezTo>
                  <a:cubicBezTo>
                    <a:pt x="6053" y="6369"/>
                    <a:pt x="5886" y="6405"/>
                    <a:pt x="5734" y="6427"/>
                  </a:cubicBezTo>
                  <a:cubicBezTo>
                    <a:pt x="5829" y="5514"/>
                    <a:pt x="5451" y="4600"/>
                    <a:pt x="4663" y="4348"/>
                  </a:cubicBezTo>
                  <a:cubicBezTo>
                    <a:pt x="4486" y="4277"/>
                    <a:pt x="4304" y="4244"/>
                    <a:pt x="4124" y="4244"/>
                  </a:cubicBezTo>
                  <a:cubicBezTo>
                    <a:pt x="3341" y="4244"/>
                    <a:pt x="2576" y="4869"/>
                    <a:pt x="2269" y="5766"/>
                  </a:cubicBezTo>
                  <a:cubicBezTo>
                    <a:pt x="1859" y="6868"/>
                    <a:pt x="2269" y="8034"/>
                    <a:pt x="3214" y="8380"/>
                  </a:cubicBezTo>
                  <a:cubicBezTo>
                    <a:pt x="3371" y="8475"/>
                    <a:pt x="3560" y="8475"/>
                    <a:pt x="3718" y="8475"/>
                  </a:cubicBezTo>
                  <a:lnTo>
                    <a:pt x="3749" y="8475"/>
                  </a:lnTo>
                  <a:cubicBezTo>
                    <a:pt x="3686" y="8790"/>
                    <a:pt x="3623" y="9137"/>
                    <a:pt x="3623" y="9609"/>
                  </a:cubicBezTo>
                  <a:cubicBezTo>
                    <a:pt x="3623" y="9767"/>
                    <a:pt x="3623" y="9893"/>
                    <a:pt x="3686" y="10050"/>
                  </a:cubicBezTo>
                  <a:cubicBezTo>
                    <a:pt x="2332" y="9263"/>
                    <a:pt x="1512" y="7908"/>
                    <a:pt x="1512" y="6427"/>
                  </a:cubicBezTo>
                  <a:cubicBezTo>
                    <a:pt x="1512" y="4064"/>
                    <a:pt x="3592" y="2111"/>
                    <a:pt x="6144" y="2111"/>
                  </a:cubicBezTo>
                  <a:close/>
                  <a:moveTo>
                    <a:pt x="6127" y="7151"/>
                  </a:moveTo>
                  <a:cubicBezTo>
                    <a:pt x="6481" y="7151"/>
                    <a:pt x="6828" y="7269"/>
                    <a:pt x="7057" y="7498"/>
                  </a:cubicBezTo>
                  <a:cubicBezTo>
                    <a:pt x="7656" y="8065"/>
                    <a:pt x="7845" y="8601"/>
                    <a:pt x="7845" y="9609"/>
                  </a:cubicBezTo>
                  <a:cubicBezTo>
                    <a:pt x="7845" y="10050"/>
                    <a:pt x="7782" y="10334"/>
                    <a:pt x="7624" y="10491"/>
                  </a:cubicBezTo>
                  <a:cubicBezTo>
                    <a:pt x="7451" y="10640"/>
                    <a:pt x="7123" y="10691"/>
                    <a:pt x="6746" y="10691"/>
                  </a:cubicBezTo>
                  <a:cubicBezTo>
                    <a:pt x="6643" y="10691"/>
                    <a:pt x="6536" y="10687"/>
                    <a:pt x="6427" y="10680"/>
                  </a:cubicBezTo>
                  <a:lnTo>
                    <a:pt x="6427" y="9767"/>
                  </a:lnTo>
                  <a:lnTo>
                    <a:pt x="7026" y="9168"/>
                  </a:lnTo>
                  <a:cubicBezTo>
                    <a:pt x="7089" y="9105"/>
                    <a:pt x="7152" y="9011"/>
                    <a:pt x="7152" y="8948"/>
                  </a:cubicBezTo>
                  <a:cubicBezTo>
                    <a:pt x="7152" y="8349"/>
                    <a:pt x="6679" y="7876"/>
                    <a:pt x="6081" y="7876"/>
                  </a:cubicBezTo>
                  <a:cubicBezTo>
                    <a:pt x="5482" y="7876"/>
                    <a:pt x="5010" y="8349"/>
                    <a:pt x="5010" y="8948"/>
                  </a:cubicBezTo>
                  <a:cubicBezTo>
                    <a:pt x="5010" y="9011"/>
                    <a:pt x="5041" y="9137"/>
                    <a:pt x="5136" y="9168"/>
                  </a:cubicBezTo>
                  <a:lnTo>
                    <a:pt x="5734" y="9767"/>
                  </a:lnTo>
                  <a:lnTo>
                    <a:pt x="5734" y="10680"/>
                  </a:lnTo>
                  <a:lnTo>
                    <a:pt x="5356" y="10680"/>
                  </a:lnTo>
                  <a:cubicBezTo>
                    <a:pt x="4631" y="10680"/>
                    <a:pt x="4316" y="10554"/>
                    <a:pt x="4316" y="9609"/>
                  </a:cubicBezTo>
                  <a:cubicBezTo>
                    <a:pt x="4316" y="8601"/>
                    <a:pt x="4537" y="8160"/>
                    <a:pt x="5104" y="7561"/>
                  </a:cubicBezTo>
                  <a:cubicBezTo>
                    <a:pt x="5364" y="7285"/>
                    <a:pt x="5750" y="7151"/>
                    <a:pt x="6127" y="7151"/>
                  </a:cubicBezTo>
                  <a:close/>
                  <a:moveTo>
                    <a:pt x="2143" y="0"/>
                  </a:moveTo>
                  <a:cubicBezTo>
                    <a:pt x="945" y="0"/>
                    <a:pt x="0" y="945"/>
                    <a:pt x="0" y="2143"/>
                  </a:cubicBezTo>
                  <a:cubicBezTo>
                    <a:pt x="0" y="2647"/>
                    <a:pt x="221" y="3151"/>
                    <a:pt x="536" y="3560"/>
                  </a:cubicBezTo>
                  <a:cubicBezTo>
                    <a:pt x="756" y="3812"/>
                    <a:pt x="1040" y="4001"/>
                    <a:pt x="1355" y="4127"/>
                  </a:cubicBezTo>
                  <a:cubicBezTo>
                    <a:pt x="945" y="4852"/>
                    <a:pt x="756" y="5640"/>
                    <a:pt x="756" y="6427"/>
                  </a:cubicBezTo>
                  <a:cubicBezTo>
                    <a:pt x="756" y="8506"/>
                    <a:pt x="2143" y="10334"/>
                    <a:pt x="4096" y="11058"/>
                  </a:cubicBezTo>
                  <a:cubicBezTo>
                    <a:pt x="4474" y="11373"/>
                    <a:pt x="4947" y="11436"/>
                    <a:pt x="5356" y="11436"/>
                  </a:cubicBezTo>
                  <a:lnTo>
                    <a:pt x="6364" y="11436"/>
                  </a:lnTo>
                  <a:cubicBezTo>
                    <a:pt x="7026" y="11436"/>
                    <a:pt x="7656" y="11436"/>
                    <a:pt x="8097" y="11058"/>
                  </a:cubicBezTo>
                  <a:cubicBezTo>
                    <a:pt x="10050" y="10334"/>
                    <a:pt x="11437" y="8506"/>
                    <a:pt x="11437" y="6427"/>
                  </a:cubicBezTo>
                  <a:cubicBezTo>
                    <a:pt x="11437" y="5608"/>
                    <a:pt x="11248" y="4820"/>
                    <a:pt x="10838" y="4127"/>
                  </a:cubicBezTo>
                  <a:cubicBezTo>
                    <a:pt x="11153" y="4001"/>
                    <a:pt x="11437" y="3812"/>
                    <a:pt x="11657" y="3560"/>
                  </a:cubicBezTo>
                  <a:cubicBezTo>
                    <a:pt x="12035" y="3151"/>
                    <a:pt x="12193" y="2647"/>
                    <a:pt x="12193" y="2143"/>
                  </a:cubicBezTo>
                  <a:cubicBezTo>
                    <a:pt x="12193" y="945"/>
                    <a:pt x="11185" y="0"/>
                    <a:pt x="10019" y="0"/>
                  </a:cubicBezTo>
                  <a:cubicBezTo>
                    <a:pt x="8979" y="0"/>
                    <a:pt x="8129" y="756"/>
                    <a:pt x="7939" y="1733"/>
                  </a:cubicBezTo>
                  <a:cubicBezTo>
                    <a:pt x="7341" y="1544"/>
                    <a:pt x="6711" y="1418"/>
                    <a:pt x="6081" y="1418"/>
                  </a:cubicBezTo>
                  <a:cubicBezTo>
                    <a:pt x="5451" y="1418"/>
                    <a:pt x="4821" y="1544"/>
                    <a:pt x="4222" y="1733"/>
                  </a:cubicBezTo>
                  <a:cubicBezTo>
                    <a:pt x="4033" y="756"/>
                    <a:pt x="3151"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69" name="Google Shape;16769;p86"/>
          <p:cNvSpPr/>
          <p:nvPr/>
        </p:nvSpPr>
        <p:spPr>
          <a:xfrm>
            <a:off x="9703888" y="3804741"/>
            <a:ext cx="625312" cy="625364"/>
          </a:xfrm>
          <a:custGeom>
            <a:avLst/>
            <a:gdLst/>
            <a:ahLst/>
            <a:cxnLst/>
            <a:rect l="l" t="t" r="r" b="b"/>
            <a:pathLst>
              <a:path w="12067" h="12068" extrusionOk="0">
                <a:moveTo>
                  <a:pt x="5955" y="1104"/>
                </a:moveTo>
                <a:lnTo>
                  <a:pt x="6270" y="1734"/>
                </a:lnTo>
                <a:lnTo>
                  <a:pt x="5955" y="2364"/>
                </a:lnTo>
                <a:lnTo>
                  <a:pt x="5640" y="1734"/>
                </a:lnTo>
                <a:lnTo>
                  <a:pt x="5955" y="1104"/>
                </a:lnTo>
                <a:close/>
                <a:moveTo>
                  <a:pt x="9420" y="2521"/>
                </a:moveTo>
                <a:lnTo>
                  <a:pt x="9168" y="3183"/>
                </a:lnTo>
                <a:lnTo>
                  <a:pt x="8507" y="3435"/>
                </a:lnTo>
                <a:lnTo>
                  <a:pt x="8759" y="2773"/>
                </a:lnTo>
                <a:lnTo>
                  <a:pt x="9420" y="2521"/>
                </a:lnTo>
                <a:close/>
                <a:moveTo>
                  <a:pt x="2489" y="2553"/>
                </a:moveTo>
                <a:lnTo>
                  <a:pt x="3151" y="2805"/>
                </a:lnTo>
                <a:lnTo>
                  <a:pt x="3403" y="3466"/>
                </a:lnTo>
                <a:lnTo>
                  <a:pt x="2710" y="3246"/>
                </a:lnTo>
                <a:lnTo>
                  <a:pt x="2489" y="2553"/>
                </a:lnTo>
                <a:close/>
                <a:moveTo>
                  <a:pt x="4663" y="2931"/>
                </a:moveTo>
                <a:lnTo>
                  <a:pt x="5608" y="3403"/>
                </a:lnTo>
                <a:lnTo>
                  <a:pt x="5608" y="4254"/>
                </a:lnTo>
                <a:cubicBezTo>
                  <a:pt x="5356" y="4286"/>
                  <a:pt x="5167" y="4380"/>
                  <a:pt x="4978" y="4538"/>
                </a:cubicBezTo>
                <a:lnTo>
                  <a:pt x="4348" y="3908"/>
                </a:lnTo>
                <a:lnTo>
                  <a:pt x="4663" y="2931"/>
                </a:lnTo>
                <a:close/>
                <a:moveTo>
                  <a:pt x="7246" y="2931"/>
                </a:moveTo>
                <a:lnTo>
                  <a:pt x="7561" y="3908"/>
                </a:lnTo>
                <a:lnTo>
                  <a:pt x="6931" y="4538"/>
                </a:lnTo>
                <a:cubicBezTo>
                  <a:pt x="6742" y="4412"/>
                  <a:pt x="6553" y="4349"/>
                  <a:pt x="6301" y="4254"/>
                </a:cubicBezTo>
                <a:lnTo>
                  <a:pt x="6301" y="3403"/>
                </a:lnTo>
                <a:lnTo>
                  <a:pt x="7246" y="2931"/>
                </a:lnTo>
                <a:close/>
                <a:moveTo>
                  <a:pt x="3812" y="4412"/>
                </a:moveTo>
                <a:lnTo>
                  <a:pt x="4442" y="5042"/>
                </a:lnTo>
                <a:cubicBezTo>
                  <a:pt x="4348" y="5231"/>
                  <a:pt x="4253" y="5451"/>
                  <a:pt x="4190" y="5672"/>
                </a:cubicBezTo>
                <a:lnTo>
                  <a:pt x="3308" y="5672"/>
                </a:lnTo>
                <a:lnTo>
                  <a:pt x="2836" y="4727"/>
                </a:lnTo>
                <a:lnTo>
                  <a:pt x="3812" y="4412"/>
                </a:lnTo>
                <a:close/>
                <a:moveTo>
                  <a:pt x="8034" y="4412"/>
                </a:moveTo>
                <a:lnTo>
                  <a:pt x="9011" y="4727"/>
                </a:lnTo>
                <a:lnTo>
                  <a:pt x="8538" y="5672"/>
                </a:lnTo>
                <a:lnTo>
                  <a:pt x="7687" y="5672"/>
                </a:lnTo>
                <a:cubicBezTo>
                  <a:pt x="7656" y="5451"/>
                  <a:pt x="7561" y="5231"/>
                  <a:pt x="7404" y="5042"/>
                </a:cubicBezTo>
                <a:lnTo>
                  <a:pt x="8034" y="4412"/>
                </a:lnTo>
                <a:close/>
                <a:moveTo>
                  <a:pt x="1670" y="5703"/>
                </a:moveTo>
                <a:lnTo>
                  <a:pt x="2300" y="6018"/>
                </a:lnTo>
                <a:lnTo>
                  <a:pt x="1670" y="6333"/>
                </a:lnTo>
                <a:lnTo>
                  <a:pt x="1040" y="6018"/>
                </a:lnTo>
                <a:lnTo>
                  <a:pt x="1670" y="5703"/>
                </a:lnTo>
                <a:close/>
                <a:moveTo>
                  <a:pt x="10239" y="5703"/>
                </a:moveTo>
                <a:lnTo>
                  <a:pt x="10869" y="6018"/>
                </a:lnTo>
                <a:lnTo>
                  <a:pt x="10239" y="6333"/>
                </a:lnTo>
                <a:lnTo>
                  <a:pt x="9609" y="6018"/>
                </a:lnTo>
                <a:lnTo>
                  <a:pt x="10239" y="5703"/>
                </a:lnTo>
                <a:close/>
                <a:moveTo>
                  <a:pt x="5955" y="4979"/>
                </a:moveTo>
                <a:cubicBezTo>
                  <a:pt x="6553" y="4979"/>
                  <a:pt x="7026" y="5451"/>
                  <a:pt x="7026" y="6018"/>
                </a:cubicBezTo>
                <a:cubicBezTo>
                  <a:pt x="7026" y="6617"/>
                  <a:pt x="6553" y="7089"/>
                  <a:pt x="5955" y="7089"/>
                </a:cubicBezTo>
                <a:cubicBezTo>
                  <a:pt x="5356" y="7089"/>
                  <a:pt x="4884" y="6617"/>
                  <a:pt x="4884" y="6018"/>
                </a:cubicBezTo>
                <a:cubicBezTo>
                  <a:pt x="4884" y="5451"/>
                  <a:pt x="5356" y="4979"/>
                  <a:pt x="5955" y="4979"/>
                </a:cubicBezTo>
                <a:close/>
                <a:moveTo>
                  <a:pt x="4222" y="6365"/>
                </a:moveTo>
                <a:lnTo>
                  <a:pt x="4222" y="6396"/>
                </a:lnTo>
                <a:cubicBezTo>
                  <a:pt x="4253" y="6617"/>
                  <a:pt x="4348" y="6806"/>
                  <a:pt x="4505" y="7026"/>
                </a:cubicBezTo>
                <a:lnTo>
                  <a:pt x="3875" y="7657"/>
                </a:lnTo>
                <a:lnTo>
                  <a:pt x="2867" y="7310"/>
                </a:lnTo>
                <a:lnTo>
                  <a:pt x="3340" y="6365"/>
                </a:lnTo>
                <a:close/>
                <a:moveTo>
                  <a:pt x="8601" y="6396"/>
                </a:moveTo>
                <a:lnTo>
                  <a:pt x="9074" y="7342"/>
                </a:lnTo>
                <a:lnTo>
                  <a:pt x="8066" y="7657"/>
                </a:lnTo>
                <a:lnTo>
                  <a:pt x="7435" y="7026"/>
                </a:lnTo>
                <a:cubicBezTo>
                  <a:pt x="7561" y="6806"/>
                  <a:pt x="7656" y="6617"/>
                  <a:pt x="7719" y="6396"/>
                </a:cubicBezTo>
                <a:close/>
                <a:moveTo>
                  <a:pt x="4978" y="7531"/>
                </a:moveTo>
                <a:cubicBezTo>
                  <a:pt x="5167" y="7657"/>
                  <a:pt x="5356" y="7720"/>
                  <a:pt x="5608" y="7814"/>
                </a:cubicBezTo>
                <a:lnTo>
                  <a:pt x="5608" y="8665"/>
                </a:lnTo>
                <a:lnTo>
                  <a:pt x="4663" y="9137"/>
                </a:lnTo>
                <a:lnTo>
                  <a:pt x="4348" y="8161"/>
                </a:lnTo>
                <a:lnTo>
                  <a:pt x="4978" y="7531"/>
                </a:lnTo>
                <a:close/>
                <a:moveTo>
                  <a:pt x="6931" y="7531"/>
                </a:moveTo>
                <a:lnTo>
                  <a:pt x="7561" y="8161"/>
                </a:lnTo>
                <a:lnTo>
                  <a:pt x="7246" y="9137"/>
                </a:lnTo>
                <a:lnTo>
                  <a:pt x="6301" y="8665"/>
                </a:lnTo>
                <a:lnTo>
                  <a:pt x="6301" y="7814"/>
                </a:lnTo>
                <a:cubicBezTo>
                  <a:pt x="6553" y="7751"/>
                  <a:pt x="6742" y="7688"/>
                  <a:pt x="6931" y="7531"/>
                </a:cubicBezTo>
                <a:close/>
                <a:moveTo>
                  <a:pt x="8507" y="8602"/>
                </a:moveTo>
                <a:lnTo>
                  <a:pt x="9168" y="8822"/>
                </a:lnTo>
                <a:lnTo>
                  <a:pt x="9420" y="9484"/>
                </a:lnTo>
                <a:lnTo>
                  <a:pt x="8759" y="9263"/>
                </a:lnTo>
                <a:lnTo>
                  <a:pt x="8507" y="8602"/>
                </a:lnTo>
                <a:close/>
                <a:moveTo>
                  <a:pt x="3403" y="8633"/>
                </a:moveTo>
                <a:lnTo>
                  <a:pt x="3151" y="9295"/>
                </a:lnTo>
                <a:lnTo>
                  <a:pt x="2489" y="9547"/>
                </a:lnTo>
                <a:lnTo>
                  <a:pt x="2710" y="8854"/>
                </a:lnTo>
                <a:lnTo>
                  <a:pt x="3403" y="8633"/>
                </a:lnTo>
                <a:close/>
                <a:moveTo>
                  <a:pt x="5955" y="9704"/>
                </a:moveTo>
                <a:lnTo>
                  <a:pt x="6270" y="10334"/>
                </a:lnTo>
                <a:lnTo>
                  <a:pt x="5955" y="10965"/>
                </a:lnTo>
                <a:lnTo>
                  <a:pt x="5640" y="10334"/>
                </a:lnTo>
                <a:lnTo>
                  <a:pt x="5955" y="9704"/>
                </a:lnTo>
                <a:close/>
                <a:moveTo>
                  <a:pt x="6018" y="1"/>
                </a:moveTo>
                <a:cubicBezTo>
                  <a:pt x="5923" y="1"/>
                  <a:pt x="5766" y="95"/>
                  <a:pt x="5703" y="190"/>
                </a:cubicBezTo>
                <a:lnTo>
                  <a:pt x="5010" y="1671"/>
                </a:lnTo>
                <a:cubicBezTo>
                  <a:pt x="4978" y="1765"/>
                  <a:pt x="4978" y="1891"/>
                  <a:pt x="5010" y="1986"/>
                </a:cubicBezTo>
                <a:lnTo>
                  <a:pt x="5230" y="2458"/>
                </a:lnTo>
                <a:lnTo>
                  <a:pt x="4758" y="2206"/>
                </a:lnTo>
                <a:cubicBezTo>
                  <a:pt x="4710" y="2190"/>
                  <a:pt x="4655" y="2183"/>
                  <a:pt x="4596" y="2183"/>
                </a:cubicBezTo>
                <a:cubicBezTo>
                  <a:pt x="4537" y="2183"/>
                  <a:pt x="4474" y="2190"/>
                  <a:pt x="4411" y="2206"/>
                </a:cubicBezTo>
                <a:cubicBezTo>
                  <a:pt x="4285" y="2238"/>
                  <a:pt x="4222" y="2332"/>
                  <a:pt x="4190" y="2458"/>
                </a:cubicBezTo>
                <a:lnTo>
                  <a:pt x="4033" y="2962"/>
                </a:lnTo>
                <a:lnTo>
                  <a:pt x="3875" y="2458"/>
                </a:lnTo>
                <a:cubicBezTo>
                  <a:pt x="3812" y="2332"/>
                  <a:pt x="3749" y="2238"/>
                  <a:pt x="3623" y="2206"/>
                </a:cubicBezTo>
                <a:lnTo>
                  <a:pt x="2143" y="1702"/>
                </a:lnTo>
                <a:cubicBezTo>
                  <a:pt x="2109" y="1694"/>
                  <a:pt x="2073" y="1690"/>
                  <a:pt x="2036" y="1690"/>
                </a:cubicBezTo>
                <a:cubicBezTo>
                  <a:pt x="1937" y="1690"/>
                  <a:pt x="1834" y="1719"/>
                  <a:pt x="1765" y="1765"/>
                </a:cubicBezTo>
                <a:cubicBezTo>
                  <a:pt x="1702" y="1860"/>
                  <a:pt x="1670" y="2017"/>
                  <a:pt x="1702" y="2143"/>
                </a:cubicBezTo>
                <a:lnTo>
                  <a:pt x="2206" y="3624"/>
                </a:lnTo>
                <a:cubicBezTo>
                  <a:pt x="2237" y="3750"/>
                  <a:pt x="2332" y="3813"/>
                  <a:pt x="2458" y="3876"/>
                </a:cubicBezTo>
                <a:lnTo>
                  <a:pt x="2962" y="4034"/>
                </a:lnTo>
                <a:lnTo>
                  <a:pt x="2458" y="4191"/>
                </a:lnTo>
                <a:cubicBezTo>
                  <a:pt x="2332" y="4223"/>
                  <a:pt x="2237" y="4286"/>
                  <a:pt x="2206" y="4412"/>
                </a:cubicBezTo>
                <a:cubicBezTo>
                  <a:pt x="2174" y="4538"/>
                  <a:pt x="2143" y="4664"/>
                  <a:pt x="2206" y="4758"/>
                </a:cubicBezTo>
                <a:lnTo>
                  <a:pt x="2458" y="5231"/>
                </a:lnTo>
                <a:lnTo>
                  <a:pt x="1985" y="5010"/>
                </a:lnTo>
                <a:cubicBezTo>
                  <a:pt x="1922" y="4994"/>
                  <a:pt x="1859" y="4987"/>
                  <a:pt x="1804" y="4987"/>
                </a:cubicBezTo>
                <a:cubicBezTo>
                  <a:pt x="1749" y="4987"/>
                  <a:pt x="1702" y="4994"/>
                  <a:pt x="1670" y="5010"/>
                </a:cubicBezTo>
                <a:lnTo>
                  <a:pt x="189" y="5703"/>
                </a:lnTo>
                <a:cubicBezTo>
                  <a:pt x="95" y="5798"/>
                  <a:pt x="0" y="5924"/>
                  <a:pt x="0" y="6018"/>
                </a:cubicBezTo>
                <a:cubicBezTo>
                  <a:pt x="0" y="6144"/>
                  <a:pt x="95" y="6302"/>
                  <a:pt x="189" y="6333"/>
                </a:cubicBezTo>
                <a:lnTo>
                  <a:pt x="1670" y="7058"/>
                </a:lnTo>
                <a:cubicBezTo>
                  <a:pt x="1717" y="7074"/>
                  <a:pt x="1772" y="7082"/>
                  <a:pt x="1828" y="7082"/>
                </a:cubicBezTo>
                <a:cubicBezTo>
                  <a:pt x="1883" y="7082"/>
                  <a:pt x="1938" y="7074"/>
                  <a:pt x="1985" y="7058"/>
                </a:cubicBezTo>
                <a:lnTo>
                  <a:pt x="2458" y="6806"/>
                </a:lnTo>
                <a:lnTo>
                  <a:pt x="2206" y="7279"/>
                </a:lnTo>
                <a:cubicBezTo>
                  <a:pt x="2174" y="7405"/>
                  <a:pt x="2174" y="7531"/>
                  <a:pt x="2206" y="7657"/>
                </a:cubicBezTo>
                <a:cubicBezTo>
                  <a:pt x="2237" y="7751"/>
                  <a:pt x="2332" y="7846"/>
                  <a:pt x="2458" y="7877"/>
                </a:cubicBezTo>
                <a:lnTo>
                  <a:pt x="2962" y="8035"/>
                </a:lnTo>
                <a:lnTo>
                  <a:pt x="2458" y="8192"/>
                </a:lnTo>
                <a:cubicBezTo>
                  <a:pt x="2332" y="8224"/>
                  <a:pt x="2237" y="8318"/>
                  <a:pt x="2206" y="8444"/>
                </a:cubicBezTo>
                <a:lnTo>
                  <a:pt x="1702" y="9925"/>
                </a:lnTo>
                <a:cubicBezTo>
                  <a:pt x="1623" y="10161"/>
                  <a:pt x="1784" y="10397"/>
                  <a:pt x="2004" y="10397"/>
                </a:cubicBezTo>
                <a:cubicBezTo>
                  <a:pt x="2048" y="10397"/>
                  <a:pt x="2095" y="10387"/>
                  <a:pt x="2143" y="10366"/>
                </a:cubicBezTo>
                <a:lnTo>
                  <a:pt x="3623" y="9862"/>
                </a:lnTo>
                <a:cubicBezTo>
                  <a:pt x="3749" y="9799"/>
                  <a:pt x="3812" y="9736"/>
                  <a:pt x="3875" y="9610"/>
                </a:cubicBezTo>
                <a:lnTo>
                  <a:pt x="4033" y="9106"/>
                </a:lnTo>
                <a:lnTo>
                  <a:pt x="4190" y="9610"/>
                </a:lnTo>
                <a:cubicBezTo>
                  <a:pt x="4222" y="9736"/>
                  <a:pt x="4285" y="9799"/>
                  <a:pt x="4411" y="9862"/>
                </a:cubicBezTo>
                <a:cubicBezTo>
                  <a:pt x="4484" y="9880"/>
                  <a:pt x="4556" y="9898"/>
                  <a:pt x="4623" y="9898"/>
                </a:cubicBezTo>
                <a:cubicBezTo>
                  <a:pt x="4672" y="9898"/>
                  <a:pt x="4718" y="9889"/>
                  <a:pt x="4758" y="9862"/>
                </a:cubicBezTo>
                <a:lnTo>
                  <a:pt x="5230" y="9610"/>
                </a:lnTo>
                <a:lnTo>
                  <a:pt x="5010" y="10082"/>
                </a:lnTo>
                <a:cubicBezTo>
                  <a:pt x="4978" y="10208"/>
                  <a:pt x="4978" y="10334"/>
                  <a:pt x="5010" y="10398"/>
                </a:cubicBezTo>
                <a:lnTo>
                  <a:pt x="5703" y="11847"/>
                </a:lnTo>
                <a:cubicBezTo>
                  <a:pt x="5797" y="11973"/>
                  <a:pt x="5923" y="12067"/>
                  <a:pt x="6018" y="12067"/>
                </a:cubicBezTo>
                <a:cubicBezTo>
                  <a:pt x="6144" y="12067"/>
                  <a:pt x="6301" y="11973"/>
                  <a:pt x="6333" y="11847"/>
                </a:cubicBezTo>
                <a:lnTo>
                  <a:pt x="7057" y="10398"/>
                </a:lnTo>
                <a:cubicBezTo>
                  <a:pt x="7089" y="10271"/>
                  <a:pt x="7089" y="10177"/>
                  <a:pt x="7057" y="10082"/>
                </a:cubicBezTo>
                <a:lnTo>
                  <a:pt x="6805" y="9610"/>
                </a:lnTo>
                <a:lnTo>
                  <a:pt x="7278" y="9862"/>
                </a:lnTo>
                <a:cubicBezTo>
                  <a:pt x="7341" y="9878"/>
                  <a:pt x="7404" y="9886"/>
                  <a:pt x="7467" y="9886"/>
                </a:cubicBezTo>
                <a:cubicBezTo>
                  <a:pt x="7530" y="9886"/>
                  <a:pt x="7593" y="9878"/>
                  <a:pt x="7656" y="9862"/>
                </a:cubicBezTo>
                <a:cubicBezTo>
                  <a:pt x="7750" y="9799"/>
                  <a:pt x="7845" y="9736"/>
                  <a:pt x="7877" y="9610"/>
                </a:cubicBezTo>
                <a:lnTo>
                  <a:pt x="8034" y="9106"/>
                </a:lnTo>
                <a:lnTo>
                  <a:pt x="8192" y="9610"/>
                </a:lnTo>
                <a:cubicBezTo>
                  <a:pt x="8223" y="9736"/>
                  <a:pt x="8318" y="9799"/>
                  <a:pt x="8444" y="9862"/>
                </a:cubicBezTo>
                <a:lnTo>
                  <a:pt x="9924" y="10366"/>
                </a:lnTo>
                <a:cubicBezTo>
                  <a:pt x="9957" y="10373"/>
                  <a:pt x="9990" y="10377"/>
                  <a:pt x="10023" y="10377"/>
                </a:cubicBezTo>
                <a:cubicBezTo>
                  <a:pt x="10268" y="10377"/>
                  <a:pt x="10477" y="10175"/>
                  <a:pt x="10365" y="9925"/>
                </a:cubicBezTo>
                <a:lnTo>
                  <a:pt x="9861" y="8444"/>
                </a:lnTo>
                <a:cubicBezTo>
                  <a:pt x="9798" y="8318"/>
                  <a:pt x="9735" y="8224"/>
                  <a:pt x="9609" y="8192"/>
                </a:cubicBezTo>
                <a:lnTo>
                  <a:pt x="9105" y="8035"/>
                </a:lnTo>
                <a:lnTo>
                  <a:pt x="9609" y="7877"/>
                </a:lnTo>
                <a:cubicBezTo>
                  <a:pt x="9735" y="7846"/>
                  <a:pt x="9798" y="7751"/>
                  <a:pt x="9861" y="7657"/>
                </a:cubicBezTo>
                <a:cubicBezTo>
                  <a:pt x="9893" y="7531"/>
                  <a:pt x="9924" y="7405"/>
                  <a:pt x="9861" y="7279"/>
                </a:cubicBezTo>
                <a:lnTo>
                  <a:pt x="9609" y="6806"/>
                </a:lnTo>
                <a:lnTo>
                  <a:pt x="10082" y="7058"/>
                </a:lnTo>
                <a:cubicBezTo>
                  <a:pt x="10145" y="7074"/>
                  <a:pt x="10208" y="7082"/>
                  <a:pt x="10263" y="7082"/>
                </a:cubicBezTo>
                <a:cubicBezTo>
                  <a:pt x="10318" y="7082"/>
                  <a:pt x="10365" y="7074"/>
                  <a:pt x="10397" y="7058"/>
                </a:cubicBezTo>
                <a:lnTo>
                  <a:pt x="11846" y="6333"/>
                </a:lnTo>
                <a:cubicBezTo>
                  <a:pt x="11972" y="6270"/>
                  <a:pt x="12067" y="6144"/>
                  <a:pt x="12067" y="6018"/>
                </a:cubicBezTo>
                <a:cubicBezTo>
                  <a:pt x="12067" y="5924"/>
                  <a:pt x="11972" y="5766"/>
                  <a:pt x="11846" y="5703"/>
                </a:cubicBezTo>
                <a:lnTo>
                  <a:pt x="10397" y="5010"/>
                </a:lnTo>
                <a:cubicBezTo>
                  <a:pt x="10334" y="4994"/>
                  <a:pt x="10279" y="4987"/>
                  <a:pt x="10228" y="4987"/>
                </a:cubicBezTo>
                <a:cubicBezTo>
                  <a:pt x="10176" y="4987"/>
                  <a:pt x="10129" y="4994"/>
                  <a:pt x="10082" y="5010"/>
                </a:cubicBezTo>
                <a:lnTo>
                  <a:pt x="9609" y="5231"/>
                </a:lnTo>
                <a:lnTo>
                  <a:pt x="9861" y="4758"/>
                </a:lnTo>
                <a:cubicBezTo>
                  <a:pt x="9893" y="4664"/>
                  <a:pt x="9893" y="4538"/>
                  <a:pt x="9861" y="4412"/>
                </a:cubicBezTo>
                <a:cubicBezTo>
                  <a:pt x="9798" y="4286"/>
                  <a:pt x="9735" y="4223"/>
                  <a:pt x="9609" y="4191"/>
                </a:cubicBezTo>
                <a:lnTo>
                  <a:pt x="9105" y="4034"/>
                </a:lnTo>
                <a:lnTo>
                  <a:pt x="9609" y="3876"/>
                </a:lnTo>
                <a:cubicBezTo>
                  <a:pt x="9735" y="3813"/>
                  <a:pt x="9798" y="3750"/>
                  <a:pt x="9861" y="3624"/>
                </a:cubicBezTo>
                <a:lnTo>
                  <a:pt x="10365" y="2143"/>
                </a:lnTo>
                <a:cubicBezTo>
                  <a:pt x="10397" y="2017"/>
                  <a:pt x="10365" y="1860"/>
                  <a:pt x="10271" y="1765"/>
                </a:cubicBezTo>
                <a:cubicBezTo>
                  <a:pt x="10226" y="1721"/>
                  <a:pt x="10135" y="1676"/>
                  <a:pt x="10040" y="1676"/>
                </a:cubicBezTo>
                <a:cubicBezTo>
                  <a:pt x="10001" y="1676"/>
                  <a:pt x="9961" y="1684"/>
                  <a:pt x="9924" y="1702"/>
                </a:cubicBezTo>
                <a:lnTo>
                  <a:pt x="8444" y="2206"/>
                </a:lnTo>
                <a:cubicBezTo>
                  <a:pt x="8318" y="2238"/>
                  <a:pt x="8223" y="2332"/>
                  <a:pt x="8192" y="2458"/>
                </a:cubicBezTo>
                <a:lnTo>
                  <a:pt x="8034" y="2962"/>
                </a:lnTo>
                <a:lnTo>
                  <a:pt x="7877" y="2458"/>
                </a:lnTo>
                <a:cubicBezTo>
                  <a:pt x="7845" y="2332"/>
                  <a:pt x="7750" y="2238"/>
                  <a:pt x="7656" y="2206"/>
                </a:cubicBezTo>
                <a:cubicBezTo>
                  <a:pt x="7583" y="2188"/>
                  <a:pt x="7510" y="2170"/>
                  <a:pt x="7438" y="2170"/>
                </a:cubicBezTo>
                <a:cubicBezTo>
                  <a:pt x="7384" y="2170"/>
                  <a:pt x="7331" y="2180"/>
                  <a:pt x="7278" y="2206"/>
                </a:cubicBezTo>
                <a:lnTo>
                  <a:pt x="6805" y="2458"/>
                </a:lnTo>
                <a:lnTo>
                  <a:pt x="7057" y="1986"/>
                </a:lnTo>
                <a:cubicBezTo>
                  <a:pt x="7089" y="1860"/>
                  <a:pt x="7089" y="1734"/>
                  <a:pt x="7057" y="1671"/>
                </a:cubicBezTo>
                <a:lnTo>
                  <a:pt x="6333" y="190"/>
                </a:lnTo>
                <a:cubicBezTo>
                  <a:pt x="6270" y="95"/>
                  <a:pt x="6144"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70" name="Google Shape;16770;p86"/>
          <p:cNvGrpSpPr/>
          <p:nvPr/>
        </p:nvGrpSpPr>
        <p:grpSpPr>
          <a:xfrm>
            <a:off x="6574978" y="4592867"/>
            <a:ext cx="635105" cy="633448"/>
            <a:chOff x="-15719925" y="2416825"/>
            <a:chExt cx="306400" cy="305600"/>
          </a:xfrm>
        </p:grpSpPr>
        <p:sp>
          <p:nvSpPr>
            <p:cNvPr id="16771" name="Google Shape;16771;p86"/>
            <p:cNvSpPr/>
            <p:nvPr/>
          </p:nvSpPr>
          <p:spPr>
            <a:xfrm>
              <a:off x="-15719925" y="2416825"/>
              <a:ext cx="306400" cy="305600"/>
            </a:xfrm>
            <a:custGeom>
              <a:avLst/>
              <a:gdLst/>
              <a:ahLst/>
              <a:cxnLst/>
              <a:rect l="l" t="t" r="r" b="b"/>
              <a:pathLst>
                <a:path w="12256" h="12224" extrusionOk="0">
                  <a:moveTo>
                    <a:pt x="6648" y="756"/>
                  </a:moveTo>
                  <a:lnTo>
                    <a:pt x="8002" y="3466"/>
                  </a:lnTo>
                  <a:cubicBezTo>
                    <a:pt x="8034" y="3560"/>
                    <a:pt x="8065" y="3592"/>
                    <a:pt x="8160" y="3623"/>
                  </a:cubicBezTo>
                  <a:lnTo>
                    <a:pt x="9451" y="4316"/>
                  </a:lnTo>
                  <a:lnTo>
                    <a:pt x="10617" y="7246"/>
                  </a:lnTo>
                  <a:lnTo>
                    <a:pt x="7845" y="7246"/>
                  </a:lnTo>
                  <a:lnTo>
                    <a:pt x="7215" y="5356"/>
                  </a:lnTo>
                  <a:cubicBezTo>
                    <a:pt x="7135" y="5198"/>
                    <a:pt x="6990" y="5128"/>
                    <a:pt x="6852" y="5128"/>
                  </a:cubicBezTo>
                  <a:cubicBezTo>
                    <a:pt x="6826" y="5128"/>
                    <a:pt x="6799" y="5130"/>
                    <a:pt x="6774" y="5135"/>
                  </a:cubicBezTo>
                  <a:cubicBezTo>
                    <a:pt x="6616" y="5167"/>
                    <a:pt x="6490" y="5419"/>
                    <a:pt x="6522" y="5576"/>
                  </a:cubicBezTo>
                  <a:lnTo>
                    <a:pt x="7089" y="7215"/>
                  </a:lnTo>
                  <a:lnTo>
                    <a:pt x="5167" y="7215"/>
                  </a:lnTo>
                  <a:lnTo>
                    <a:pt x="5797" y="4064"/>
                  </a:lnTo>
                  <a:cubicBezTo>
                    <a:pt x="5828" y="3875"/>
                    <a:pt x="5702" y="3686"/>
                    <a:pt x="5513" y="3623"/>
                  </a:cubicBezTo>
                  <a:cubicBezTo>
                    <a:pt x="5494" y="3620"/>
                    <a:pt x="5474" y="3618"/>
                    <a:pt x="5454" y="3618"/>
                  </a:cubicBezTo>
                  <a:cubicBezTo>
                    <a:pt x="5281" y="3618"/>
                    <a:pt x="5101" y="3737"/>
                    <a:pt x="5072" y="3907"/>
                  </a:cubicBezTo>
                  <a:lnTo>
                    <a:pt x="4411" y="7183"/>
                  </a:lnTo>
                  <a:lnTo>
                    <a:pt x="1607" y="7183"/>
                  </a:lnTo>
                  <a:lnTo>
                    <a:pt x="2142" y="4946"/>
                  </a:lnTo>
                  <a:lnTo>
                    <a:pt x="3466" y="4316"/>
                  </a:lnTo>
                  <a:cubicBezTo>
                    <a:pt x="3529" y="4253"/>
                    <a:pt x="3560" y="4222"/>
                    <a:pt x="3623" y="4159"/>
                  </a:cubicBezTo>
                  <a:lnTo>
                    <a:pt x="4253" y="2930"/>
                  </a:lnTo>
                  <a:lnTo>
                    <a:pt x="6175" y="2930"/>
                  </a:lnTo>
                  <a:cubicBezTo>
                    <a:pt x="6364" y="2930"/>
                    <a:pt x="6522" y="2772"/>
                    <a:pt x="6522" y="2583"/>
                  </a:cubicBezTo>
                  <a:cubicBezTo>
                    <a:pt x="6522" y="2363"/>
                    <a:pt x="6364" y="2205"/>
                    <a:pt x="6175" y="2205"/>
                  </a:cubicBezTo>
                  <a:lnTo>
                    <a:pt x="5230" y="2205"/>
                  </a:lnTo>
                  <a:lnTo>
                    <a:pt x="5702" y="756"/>
                  </a:lnTo>
                  <a:close/>
                  <a:moveTo>
                    <a:pt x="10397" y="7876"/>
                  </a:moveTo>
                  <a:lnTo>
                    <a:pt x="9830" y="8601"/>
                  </a:lnTo>
                  <a:lnTo>
                    <a:pt x="8916" y="8601"/>
                  </a:lnTo>
                  <a:cubicBezTo>
                    <a:pt x="8727" y="8601"/>
                    <a:pt x="8569" y="8758"/>
                    <a:pt x="8569" y="8947"/>
                  </a:cubicBezTo>
                  <a:cubicBezTo>
                    <a:pt x="8664" y="9199"/>
                    <a:pt x="8821" y="9357"/>
                    <a:pt x="9010" y="9357"/>
                  </a:cubicBezTo>
                  <a:lnTo>
                    <a:pt x="9357" y="9357"/>
                  </a:lnTo>
                  <a:lnTo>
                    <a:pt x="8821" y="10050"/>
                  </a:lnTo>
                  <a:lnTo>
                    <a:pt x="7561" y="10050"/>
                  </a:lnTo>
                  <a:cubicBezTo>
                    <a:pt x="7435" y="10050"/>
                    <a:pt x="7278" y="10145"/>
                    <a:pt x="7246" y="10239"/>
                  </a:cubicBezTo>
                  <a:lnTo>
                    <a:pt x="6616" y="11468"/>
                  </a:lnTo>
                  <a:lnTo>
                    <a:pt x="5576" y="11468"/>
                  </a:lnTo>
                  <a:lnTo>
                    <a:pt x="5041" y="10775"/>
                  </a:lnTo>
                  <a:lnTo>
                    <a:pt x="6080" y="10775"/>
                  </a:lnTo>
                  <a:cubicBezTo>
                    <a:pt x="6301" y="10775"/>
                    <a:pt x="6459" y="10617"/>
                    <a:pt x="6459" y="10397"/>
                  </a:cubicBezTo>
                  <a:cubicBezTo>
                    <a:pt x="6459" y="10208"/>
                    <a:pt x="6301" y="10050"/>
                    <a:pt x="6080" y="10050"/>
                  </a:cubicBezTo>
                  <a:lnTo>
                    <a:pt x="4474" y="10050"/>
                  </a:lnTo>
                  <a:lnTo>
                    <a:pt x="3529" y="8758"/>
                  </a:lnTo>
                  <a:cubicBezTo>
                    <a:pt x="3466" y="8664"/>
                    <a:pt x="3371" y="8601"/>
                    <a:pt x="3245" y="8601"/>
                  </a:cubicBezTo>
                  <a:lnTo>
                    <a:pt x="2048" y="8601"/>
                  </a:lnTo>
                  <a:lnTo>
                    <a:pt x="1670" y="7876"/>
                  </a:lnTo>
                  <a:close/>
                  <a:moveTo>
                    <a:pt x="5419" y="0"/>
                  </a:moveTo>
                  <a:cubicBezTo>
                    <a:pt x="5261" y="0"/>
                    <a:pt x="5135" y="126"/>
                    <a:pt x="5072" y="252"/>
                  </a:cubicBezTo>
                  <a:lnTo>
                    <a:pt x="4442" y="2174"/>
                  </a:lnTo>
                  <a:lnTo>
                    <a:pt x="3970" y="2174"/>
                  </a:lnTo>
                  <a:cubicBezTo>
                    <a:pt x="3844" y="2174"/>
                    <a:pt x="3686" y="2237"/>
                    <a:pt x="3655" y="2363"/>
                  </a:cubicBezTo>
                  <a:lnTo>
                    <a:pt x="2993" y="3718"/>
                  </a:lnTo>
                  <a:lnTo>
                    <a:pt x="1638" y="4379"/>
                  </a:lnTo>
                  <a:cubicBezTo>
                    <a:pt x="1575" y="4411"/>
                    <a:pt x="1481" y="4505"/>
                    <a:pt x="1449" y="4600"/>
                  </a:cubicBezTo>
                  <a:lnTo>
                    <a:pt x="819" y="7215"/>
                  </a:lnTo>
                  <a:lnTo>
                    <a:pt x="347" y="7215"/>
                  </a:lnTo>
                  <a:cubicBezTo>
                    <a:pt x="158" y="7215"/>
                    <a:pt x="0" y="7372"/>
                    <a:pt x="0" y="7561"/>
                  </a:cubicBezTo>
                  <a:cubicBezTo>
                    <a:pt x="0" y="7750"/>
                    <a:pt x="158" y="7908"/>
                    <a:pt x="347" y="7908"/>
                  </a:cubicBezTo>
                  <a:lnTo>
                    <a:pt x="851" y="7908"/>
                  </a:lnTo>
                  <a:lnTo>
                    <a:pt x="1481" y="9136"/>
                  </a:lnTo>
                  <a:cubicBezTo>
                    <a:pt x="1575" y="9262"/>
                    <a:pt x="1670" y="9325"/>
                    <a:pt x="1796" y="9325"/>
                  </a:cubicBezTo>
                  <a:lnTo>
                    <a:pt x="3056" y="9325"/>
                  </a:lnTo>
                  <a:lnTo>
                    <a:pt x="3623" y="10050"/>
                  </a:lnTo>
                  <a:lnTo>
                    <a:pt x="2552" y="10050"/>
                  </a:lnTo>
                  <a:cubicBezTo>
                    <a:pt x="2363" y="10050"/>
                    <a:pt x="2205" y="10208"/>
                    <a:pt x="2205" y="10397"/>
                  </a:cubicBezTo>
                  <a:cubicBezTo>
                    <a:pt x="2205" y="10617"/>
                    <a:pt x="2363" y="10775"/>
                    <a:pt x="2552" y="10775"/>
                  </a:cubicBezTo>
                  <a:lnTo>
                    <a:pt x="4159" y="10775"/>
                  </a:lnTo>
                  <a:lnTo>
                    <a:pt x="5104" y="12066"/>
                  </a:lnTo>
                  <a:cubicBezTo>
                    <a:pt x="5198" y="12129"/>
                    <a:pt x="5261" y="12224"/>
                    <a:pt x="5387" y="12224"/>
                  </a:cubicBezTo>
                  <a:lnTo>
                    <a:pt x="6805" y="12224"/>
                  </a:lnTo>
                  <a:cubicBezTo>
                    <a:pt x="6931" y="12224"/>
                    <a:pt x="7089" y="12129"/>
                    <a:pt x="7120" y="12035"/>
                  </a:cubicBezTo>
                  <a:lnTo>
                    <a:pt x="7750" y="10806"/>
                  </a:lnTo>
                  <a:lnTo>
                    <a:pt x="8979" y="10806"/>
                  </a:lnTo>
                  <a:cubicBezTo>
                    <a:pt x="9073" y="10806"/>
                    <a:pt x="9199" y="10775"/>
                    <a:pt x="9231" y="10649"/>
                  </a:cubicBezTo>
                  <a:lnTo>
                    <a:pt x="10176" y="9357"/>
                  </a:lnTo>
                  <a:lnTo>
                    <a:pt x="11184" y="9357"/>
                  </a:lnTo>
                  <a:cubicBezTo>
                    <a:pt x="11373" y="9357"/>
                    <a:pt x="11531" y="9199"/>
                    <a:pt x="11531" y="8979"/>
                  </a:cubicBezTo>
                  <a:cubicBezTo>
                    <a:pt x="11531" y="8790"/>
                    <a:pt x="11373" y="8632"/>
                    <a:pt x="11184" y="8632"/>
                  </a:cubicBezTo>
                  <a:lnTo>
                    <a:pt x="10775" y="8632"/>
                  </a:lnTo>
                  <a:lnTo>
                    <a:pt x="11342" y="7908"/>
                  </a:lnTo>
                  <a:lnTo>
                    <a:pt x="11877" y="7908"/>
                  </a:lnTo>
                  <a:cubicBezTo>
                    <a:pt x="12098" y="7908"/>
                    <a:pt x="12255" y="7750"/>
                    <a:pt x="12255" y="7561"/>
                  </a:cubicBezTo>
                  <a:cubicBezTo>
                    <a:pt x="12255" y="7372"/>
                    <a:pt x="12098" y="7215"/>
                    <a:pt x="11877" y="7215"/>
                  </a:cubicBezTo>
                  <a:lnTo>
                    <a:pt x="11373" y="7215"/>
                  </a:lnTo>
                  <a:lnTo>
                    <a:pt x="10019" y="3875"/>
                  </a:lnTo>
                  <a:cubicBezTo>
                    <a:pt x="9987" y="3781"/>
                    <a:pt x="9956" y="3718"/>
                    <a:pt x="9861" y="3655"/>
                  </a:cubicBezTo>
                  <a:lnTo>
                    <a:pt x="8538" y="2993"/>
                  </a:lnTo>
                  <a:lnTo>
                    <a:pt x="7152" y="189"/>
                  </a:lnTo>
                  <a:cubicBezTo>
                    <a:pt x="7089" y="95"/>
                    <a:pt x="6963" y="0"/>
                    <a:pt x="683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2" name="Google Shape;16772;p86"/>
            <p:cNvSpPr/>
            <p:nvPr/>
          </p:nvSpPr>
          <p:spPr>
            <a:xfrm>
              <a:off x="-15467900" y="2686175"/>
              <a:ext cx="53575" cy="17350"/>
            </a:xfrm>
            <a:custGeom>
              <a:avLst/>
              <a:gdLst/>
              <a:ahLst/>
              <a:cxnLst/>
              <a:rect l="l" t="t" r="r" b="b"/>
              <a:pathLst>
                <a:path w="2143" h="694" extrusionOk="0">
                  <a:moveTo>
                    <a:pt x="347" y="1"/>
                  </a:moveTo>
                  <a:cubicBezTo>
                    <a:pt x="158" y="1"/>
                    <a:pt x="1" y="158"/>
                    <a:pt x="1" y="347"/>
                  </a:cubicBezTo>
                  <a:cubicBezTo>
                    <a:pt x="1" y="536"/>
                    <a:pt x="158" y="694"/>
                    <a:pt x="347" y="694"/>
                  </a:cubicBezTo>
                  <a:lnTo>
                    <a:pt x="1796" y="694"/>
                  </a:lnTo>
                  <a:cubicBezTo>
                    <a:pt x="1985" y="694"/>
                    <a:pt x="2143" y="536"/>
                    <a:pt x="2143" y="347"/>
                  </a:cubicBezTo>
                  <a:cubicBezTo>
                    <a:pt x="2143" y="158"/>
                    <a:pt x="1985" y="1"/>
                    <a:pt x="17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3" name="Google Shape;16773;p86"/>
            <p:cNvSpPr/>
            <p:nvPr/>
          </p:nvSpPr>
          <p:spPr>
            <a:xfrm>
              <a:off x="-15718350" y="2703500"/>
              <a:ext cx="54350" cy="18150"/>
            </a:xfrm>
            <a:custGeom>
              <a:avLst/>
              <a:gdLst/>
              <a:ahLst/>
              <a:cxnLst/>
              <a:rect l="l" t="t" r="r" b="b"/>
              <a:pathLst>
                <a:path w="2174" h="726" extrusionOk="0">
                  <a:moveTo>
                    <a:pt x="347" y="1"/>
                  </a:moveTo>
                  <a:cubicBezTo>
                    <a:pt x="158" y="1"/>
                    <a:pt x="0" y="158"/>
                    <a:pt x="0" y="347"/>
                  </a:cubicBezTo>
                  <a:cubicBezTo>
                    <a:pt x="0" y="568"/>
                    <a:pt x="158" y="725"/>
                    <a:pt x="347" y="725"/>
                  </a:cubicBezTo>
                  <a:lnTo>
                    <a:pt x="1827" y="725"/>
                  </a:lnTo>
                  <a:cubicBezTo>
                    <a:pt x="2016" y="725"/>
                    <a:pt x="2174" y="568"/>
                    <a:pt x="2174" y="347"/>
                  </a:cubicBezTo>
                  <a:cubicBezTo>
                    <a:pt x="2174" y="158"/>
                    <a:pt x="2016" y="1"/>
                    <a:pt x="18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74" name="Google Shape;16774;p86"/>
          <p:cNvSpPr/>
          <p:nvPr/>
        </p:nvSpPr>
        <p:spPr>
          <a:xfrm>
            <a:off x="2690011" y="2250060"/>
            <a:ext cx="636712" cy="634328"/>
          </a:xfrm>
          <a:custGeom>
            <a:avLst/>
            <a:gdLst/>
            <a:ahLst/>
            <a:cxnLst/>
            <a:rect l="l" t="t" r="r" b="b"/>
            <a:pathLst>
              <a:path w="12287" h="12241" extrusionOk="0">
                <a:moveTo>
                  <a:pt x="6207" y="1056"/>
                </a:moveTo>
                <a:lnTo>
                  <a:pt x="6553" y="1560"/>
                </a:lnTo>
                <a:cubicBezTo>
                  <a:pt x="6994" y="2253"/>
                  <a:pt x="7656" y="2663"/>
                  <a:pt x="8443" y="2820"/>
                </a:cubicBezTo>
                <a:cubicBezTo>
                  <a:pt x="8191" y="3261"/>
                  <a:pt x="8097" y="3765"/>
                  <a:pt x="8002" y="4332"/>
                </a:cubicBezTo>
                <a:cubicBezTo>
                  <a:pt x="7939" y="5152"/>
                  <a:pt x="8097" y="5939"/>
                  <a:pt x="8443" y="6506"/>
                </a:cubicBezTo>
                <a:cubicBezTo>
                  <a:pt x="8498" y="6588"/>
                  <a:pt x="8623" y="6670"/>
                  <a:pt x="8758" y="6670"/>
                </a:cubicBezTo>
                <a:cubicBezTo>
                  <a:pt x="8779" y="6670"/>
                  <a:pt x="8800" y="6668"/>
                  <a:pt x="8821" y="6664"/>
                </a:cubicBezTo>
                <a:cubicBezTo>
                  <a:pt x="9420" y="6506"/>
                  <a:pt x="9924" y="6223"/>
                  <a:pt x="10365" y="5908"/>
                </a:cubicBezTo>
                <a:cubicBezTo>
                  <a:pt x="10680" y="6254"/>
                  <a:pt x="11090" y="6569"/>
                  <a:pt x="11499" y="6853"/>
                </a:cubicBezTo>
                <a:cubicBezTo>
                  <a:pt x="11279" y="7325"/>
                  <a:pt x="11153" y="7798"/>
                  <a:pt x="11153" y="8271"/>
                </a:cubicBezTo>
                <a:cubicBezTo>
                  <a:pt x="10586" y="8302"/>
                  <a:pt x="10082" y="8428"/>
                  <a:pt x="9578" y="8617"/>
                </a:cubicBezTo>
                <a:cubicBezTo>
                  <a:pt x="9389" y="8712"/>
                  <a:pt x="9294" y="8932"/>
                  <a:pt x="9389" y="9090"/>
                </a:cubicBezTo>
                <a:lnTo>
                  <a:pt x="9704" y="9751"/>
                </a:lnTo>
                <a:lnTo>
                  <a:pt x="7183" y="8932"/>
                </a:lnTo>
                <a:lnTo>
                  <a:pt x="9861" y="7861"/>
                </a:lnTo>
                <a:cubicBezTo>
                  <a:pt x="10050" y="7798"/>
                  <a:pt x="10145" y="7609"/>
                  <a:pt x="10050" y="7388"/>
                </a:cubicBezTo>
                <a:cubicBezTo>
                  <a:pt x="10003" y="7247"/>
                  <a:pt x="9867" y="7176"/>
                  <a:pt x="9722" y="7176"/>
                </a:cubicBezTo>
                <a:cubicBezTo>
                  <a:pt x="9674" y="7176"/>
                  <a:pt x="9625" y="7184"/>
                  <a:pt x="9578" y="7199"/>
                </a:cubicBezTo>
                <a:lnTo>
                  <a:pt x="6522" y="8428"/>
                </a:lnTo>
                <a:lnTo>
                  <a:pt x="6522" y="3986"/>
                </a:lnTo>
                <a:cubicBezTo>
                  <a:pt x="6522" y="3765"/>
                  <a:pt x="6364" y="3608"/>
                  <a:pt x="6144" y="3608"/>
                </a:cubicBezTo>
                <a:cubicBezTo>
                  <a:pt x="5955" y="3608"/>
                  <a:pt x="5797" y="3765"/>
                  <a:pt x="5797" y="3986"/>
                </a:cubicBezTo>
                <a:lnTo>
                  <a:pt x="5797" y="8428"/>
                </a:lnTo>
                <a:lnTo>
                  <a:pt x="2710" y="7199"/>
                </a:lnTo>
                <a:cubicBezTo>
                  <a:pt x="2662" y="7184"/>
                  <a:pt x="2615" y="7176"/>
                  <a:pt x="2570" y="7176"/>
                </a:cubicBezTo>
                <a:cubicBezTo>
                  <a:pt x="2434" y="7176"/>
                  <a:pt x="2316" y="7247"/>
                  <a:pt x="2268" y="7388"/>
                </a:cubicBezTo>
                <a:cubicBezTo>
                  <a:pt x="2174" y="7609"/>
                  <a:pt x="2268" y="7798"/>
                  <a:pt x="2457" y="7861"/>
                </a:cubicBezTo>
                <a:lnTo>
                  <a:pt x="5135" y="8932"/>
                </a:lnTo>
                <a:lnTo>
                  <a:pt x="2615" y="9751"/>
                </a:lnTo>
                <a:lnTo>
                  <a:pt x="2930" y="9090"/>
                </a:lnTo>
                <a:cubicBezTo>
                  <a:pt x="2993" y="8901"/>
                  <a:pt x="2930" y="8712"/>
                  <a:pt x="2741" y="8617"/>
                </a:cubicBezTo>
                <a:cubicBezTo>
                  <a:pt x="2205" y="8397"/>
                  <a:pt x="1701" y="8271"/>
                  <a:pt x="1166" y="8271"/>
                </a:cubicBezTo>
                <a:cubicBezTo>
                  <a:pt x="1166" y="7798"/>
                  <a:pt x="1040" y="7325"/>
                  <a:pt x="882" y="6853"/>
                </a:cubicBezTo>
                <a:cubicBezTo>
                  <a:pt x="1323" y="6569"/>
                  <a:pt x="1701" y="6254"/>
                  <a:pt x="2016" y="5908"/>
                </a:cubicBezTo>
                <a:cubicBezTo>
                  <a:pt x="2457" y="6254"/>
                  <a:pt x="2962" y="6506"/>
                  <a:pt x="3560" y="6664"/>
                </a:cubicBezTo>
                <a:cubicBezTo>
                  <a:pt x="3596" y="6671"/>
                  <a:pt x="3631" y="6675"/>
                  <a:pt x="3665" y="6675"/>
                </a:cubicBezTo>
                <a:cubicBezTo>
                  <a:pt x="3784" y="6675"/>
                  <a:pt x="3889" y="6628"/>
                  <a:pt x="3938" y="6506"/>
                </a:cubicBezTo>
                <a:cubicBezTo>
                  <a:pt x="4316" y="5939"/>
                  <a:pt x="4411" y="5152"/>
                  <a:pt x="4379" y="4332"/>
                </a:cubicBezTo>
                <a:cubicBezTo>
                  <a:pt x="4348" y="3734"/>
                  <a:pt x="4190" y="3230"/>
                  <a:pt x="3938" y="2820"/>
                </a:cubicBezTo>
                <a:cubicBezTo>
                  <a:pt x="4694" y="2663"/>
                  <a:pt x="5356" y="2190"/>
                  <a:pt x="5828" y="1560"/>
                </a:cubicBezTo>
                <a:lnTo>
                  <a:pt x="6207" y="1056"/>
                </a:lnTo>
                <a:close/>
                <a:moveTo>
                  <a:pt x="6116" y="1"/>
                </a:moveTo>
                <a:cubicBezTo>
                  <a:pt x="6002" y="1"/>
                  <a:pt x="5892" y="48"/>
                  <a:pt x="5828" y="142"/>
                </a:cubicBezTo>
                <a:lnTo>
                  <a:pt x="5198" y="1150"/>
                </a:lnTo>
                <a:cubicBezTo>
                  <a:pt x="4789" y="1781"/>
                  <a:pt x="4064" y="2159"/>
                  <a:pt x="3277" y="2159"/>
                </a:cubicBezTo>
                <a:cubicBezTo>
                  <a:pt x="2962" y="2159"/>
                  <a:pt x="2804" y="2568"/>
                  <a:pt x="3056" y="2757"/>
                </a:cubicBezTo>
                <a:cubicBezTo>
                  <a:pt x="3371" y="3072"/>
                  <a:pt x="3592" y="3671"/>
                  <a:pt x="3623" y="4364"/>
                </a:cubicBezTo>
                <a:cubicBezTo>
                  <a:pt x="3686" y="4931"/>
                  <a:pt x="3592" y="5467"/>
                  <a:pt x="3434" y="5876"/>
                </a:cubicBezTo>
                <a:cubicBezTo>
                  <a:pt x="2962" y="5719"/>
                  <a:pt x="2520" y="5435"/>
                  <a:pt x="2174" y="5120"/>
                </a:cubicBezTo>
                <a:cubicBezTo>
                  <a:pt x="2103" y="5049"/>
                  <a:pt x="2019" y="5016"/>
                  <a:pt x="1937" y="5016"/>
                </a:cubicBezTo>
                <a:cubicBezTo>
                  <a:pt x="1837" y="5016"/>
                  <a:pt x="1739" y="5065"/>
                  <a:pt x="1670" y="5152"/>
                </a:cubicBezTo>
                <a:cubicBezTo>
                  <a:pt x="1323" y="5624"/>
                  <a:pt x="851" y="6065"/>
                  <a:pt x="252" y="6349"/>
                </a:cubicBezTo>
                <a:cubicBezTo>
                  <a:pt x="95" y="6412"/>
                  <a:pt x="0" y="6601"/>
                  <a:pt x="95" y="6790"/>
                </a:cubicBezTo>
                <a:cubicBezTo>
                  <a:pt x="347" y="7388"/>
                  <a:pt x="441" y="8018"/>
                  <a:pt x="410" y="8586"/>
                </a:cubicBezTo>
                <a:cubicBezTo>
                  <a:pt x="410" y="8712"/>
                  <a:pt x="441" y="8775"/>
                  <a:pt x="536" y="8838"/>
                </a:cubicBezTo>
                <a:cubicBezTo>
                  <a:pt x="630" y="8964"/>
                  <a:pt x="788" y="8964"/>
                  <a:pt x="945" y="8964"/>
                </a:cubicBezTo>
                <a:cubicBezTo>
                  <a:pt x="1355" y="8964"/>
                  <a:pt x="1701" y="9058"/>
                  <a:pt x="2111" y="9153"/>
                </a:cubicBezTo>
                <a:lnTo>
                  <a:pt x="1544" y="10224"/>
                </a:lnTo>
                <a:cubicBezTo>
                  <a:pt x="1406" y="10472"/>
                  <a:pt x="1606" y="10745"/>
                  <a:pt x="1870" y="10745"/>
                </a:cubicBezTo>
                <a:cubicBezTo>
                  <a:pt x="1907" y="10745"/>
                  <a:pt x="1946" y="10740"/>
                  <a:pt x="1985" y="10728"/>
                </a:cubicBezTo>
                <a:lnTo>
                  <a:pt x="5797" y="9499"/>
                </a:lnTo>
                <a:lnTo>
                  <a:pt x="5797" y="11894"/>
                </a:lnTo>
                <a:cubicBezTo>
                  <a:pt x="5797" y="12083"/>
                  <a:pt x="5955" y="12240"/>
                  <a:pt x="6144" y="12240"/>
                </a:cubicBezTo>
                <a:cubicBezTo>
                  <a:pt x="6364" y="12240"/>
                  <a:pt x="6522" y="12083"/>
                  <a:pt x="6522" y="11894"/>
                </a:cubicBezTo>
                <a:lnTo>
                  <a:pt x="6522" y="9499"/>
                </a:lnTo>
                <a:lnTo>
                  <a:pt x="10334" y="10728"/>
                </a:lnTo>
                <a:cubicBezTo>
                  <a:pt x="10382" y="10747"/>
                  <a:pt x="10431" y="10756"/>
                  <a:pt x="10476" y="10756"/>
                </a:cubicBezTo>
                <a:cubicBezTo>
                  <a:pt x="10726" y="10756"/>
                  <a:pt x="10908" y="10490"/>
                  <a:pt x="10775" y="10224"/>
                </a:cubicBezTo>
                <a:lnTo>
                  <a:pt x="10208" y="9153"/>
                </a:lnTo>
                <a:cubicBezTo>
                  <a:pt x="10554" y="9058"/>
                  <a:pt x="10964" y="8964"/>
                  <a:pt x="11342" y="8964"/>
                </a:cubicBezTo>
                <a:cubicBezTo>
                  <a:pt x="11387" y="8964"/>
                  <a:pt x="11432" y="8966"/>
                  <a:pt x="11476" y="8966"/>
                </a:cubicBezTo>
                <a:cubicBezTo>
                  <a:pt x="11587" y="8966"/>
                  <a:pt x="11693" y="8950"/>
                  <a:pt x="11783" y="8838"/>
                </a:cubicBezTo>
                <a:cubicBezTo>
                  <a:pt x="11846" y="8775"/>
                  <a:pt x="11909" y="8680"/>
                  <a:pt x="11909" y="8586"/>
                </a:cubicBezTo>
                <a:cubicBezTo>
                  <a:pt x="11877" y="7987"/>
                  <a:pt x="11972" y="7388"/>
                  <a:pt x="12224" y="6790"/>
                </a:cubicBezTo>
                <a:cubicBezTo>
                  <a:pt x="12287" y="6601"/>
                  <a:pt x="12224" y="6412"/>
                  <a:pt x="12003" y="6349"/>
                </a:cubicBezTo>
                <a:cubicBezTo>
                  <a:pt x="11436" y="6065"/>
                  <a:pt x="10964" y="5624"/>
                  <a:pt x="10586" y="5152"/>
                </a:cubicBezTo>
                <a:cubicBezTo>
                  <a:pt x="10534" y="5065"/>
                  <a:pt x="10434" y="5016"/>
                  <a:pt x="10329" y="5016"/>
                </a:cubicBezTo>
                <a:cubicBezTo>
                  <a:pt x="10243" y="5016"/>
                  <a:pt x="10153" y="5049"/>
                  <a:pt x="10082" y="5120"/>
                </a:cubicBezTo>
                <a:cubicBezTo>
                  <a:pt x="9735" y="5435"/>
                  <a:pt x="9294" y="5719"/>
                  <a:pt x="8821" y="5876"/>
                </a:cubicBezTo>
                <a:cubicBezTo>
                  <a:pt x="8664" y="5467"/>
                  <a:pt x="8601" y="4931"/>
                  <a:pt x="8632" y="4364"/>
                </a:cubicBezTo>
                <a:cubicBezTo>
                  <a:pt x="8664" y="3702"/>
                  <a:pt x="8916" y="3072"/>
                  <a:pt x="9231" y="2757"/>
                </a:cubicBezTo>
                <a:cubicBezTo>
                  <a:pt x="9452" y="2505"/>
                  <a:pt x="9294" y="2159"/>
                  <a:pt x="8979" y="2159"/>
                </a:cubicBezTo>
                <a:cubicBezTo>
                  <a:pt x="8191" y="2159"/>
                  <a:pt x="7498" y="1781"/>
                  <a:pt x="7057" y="1150"/>
                </a:cubicBezTo>
                <a:lnTo>
                  <a:pt x="6427" y="142"/>
                </a:lnTo>
                <a:cubicBezTo>
                  <a:pt x="6348" y="48"/>
                  <a:pt x="6230" y="1"/>
                  <a:pt x="611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5" name="Google Shape;16775;p86"/>
          <p:cNvSpPr/>
          <p:nvPr/>
        </p:nvSpPr>
        <p:spPr>
          <a:xfrm>
            <a:off x="2692448" y="3109099"/>
            <a:ext cx="631841" cy="479128"/>
          </a:xfrm>
          <a:custGeom>
            <a:avLst/>
            <a:gdLst/>
            <a:ahLst/>
            <a:cxnLst/>
            <a:rect l="l" t="t" r="r" b="b"/>
            <a:pathLst>
              <a:path w="12193" h="9246" extrusionOk="0">
                <a:moveTo>
                  <a:pt x="3781" y="1936"/>
                </a:moveTo>
                <a:lnTo>
                  <a:pt x="3907" y="2881"/>
                </a:lnTo>
                <a:lnTo>
                  <a:pt x="3466" y="2881"/>
                </a:lnTo>
                <a:lnTo>
                  <a:pt x="3781" y="1936"/>
                </a:lnTo>
                <a:close/>
                <a:moveTo>
                  <a:pt x="2489" y="3574"/>
                </a:moveTo>
                <a:lnTo>
                  <a:pt x="2017" y="4961"/>
                </a:lnTo>
                <a:cubicBezTo>
                  <a:pt x="1387" y="4771"/>
                  <a:pt x="914" y="4267"/>
                  <a:pt x="757" y="3574"/>
                </a:cubicBezTo>
                <a:close/>
                <a:moveTo>
                  <a:pt x="7877" y="3574"/>
                </a:moveTo>
                <a:lnTo>
                  <a:pt x="7877" y="3952"/>
                </a:lnTo>
                <a:cubicBezTo>
                  <a:pt x="7877" y="4425"/>
                  <a:pt x="7562" y="4835"/>
                  <a:pt x="7089" y="4961"/>
                </a:cubicBezTo>
                <a:cubicBezTo>
                  <a:pt x="7058" y="4835"/>
                  <a:pt x="7026" y="4740"/>
                  <a:pt x="6932" y="4614"/>
                </a:cubicBezTo>
                <a:lnTo>
                  <a:pt x="6302" y="3574"/>
                </a:lnTo>
                <a:close/>
                <a:moveTo>
                  <a:pt x="4033" y="3574"/>
                </a:moveTo>
                <a:lnTo>
                  <a:pt x="4222" y="4992"/>
                </a:lnTo>
                <a:lnTo>
                  <a:pt x="2773" y="4992"/>
                </a:lnTo>
                <a:lnTo>
                  <a:pt x="3246" y="3574"/>
                </a:lnTo>
                <a:close/>
                <a:moveTo>
                  <a:pt x="10712" y="3574"/>
                </a:moveTo>
                <a:cubicBezTo>
                  <a:pt x="11153" y="3637"/>
                  <a:pt x="11468" y="3952"/>
                  <a:pt x="11468" y="4330"/>
                </a:cubicBezTo>
                <a:cubicBezTo>
                  <a:pt x="11437" y="4740"/>
                  <a:pt x="11153" y="4992"/>
                  <a:pt x="10775" y="4992"/>
                </a:cubicBezTo>
                <a:cubicBezTo>
                  <a:pt x="10366" y="4992"/>
                  <a:pt x="10051" y="4677"/>
                  <a:pt x="10051" y="4299"/>
                </a:cubicBezTo>
                <a:cubicBezTo>
                  <a:pt x="10051" y="3889"/>
                  <a:pt x="10334" y="3574"/>
                  <a:pt x="10712" y="3574"/>
                </a:cubicBezTo>
                <a:close/>
                <a:moveTo>
                  <a:pt x="4537" y="2062"/>
                </a:moveTo>
                <a:lnTo>
                  <a:pt x="6365" y="4992"/>
                </a:lnTo>
                <a:cubicBezTo>
                  <a:pt x="6428" y="5118"/>
                  <a:pt x="6491" y="5244"/>
                  <a:pt x="6491" y="5370"/>
                </a:cubicBezTo>
                <a:cubicBezTo>
                  <a:pt x="6491" y="5748"/>
                  <a:pt x="6176" y="6063"/>
                  <a:pt x="5766" y="6063"/>
                </a:cubicBezTo>
                <a:cubicBezTo>
                  <a:pt x="5356" y="6063"/>
                  <a:pt x="5104" y="5843"/>
                  <a:pt x="5010" y="5465"/>
                </a:cubicBezTo>
                <a:lnTo>
                  <a:pt x="4537" y="2062"/>
                </a:lnTo>
                <a:close/>
                <a:moveTo>
                  <a:pt x="9515" y="3543"/>
                </a:moveTo>
                <a:cubicBezTo>
                  <a:pt x="9389" y="3732"/>
                  <a:pt x="9295" y="3984"/>
                  <a:pt x="9295" y="4236"/>
                </a:cubicBezTo>
                <a:cubicBezTo>
                  <a:pt x="9295" y="5024"/>
                  <a:pt x="9925" y="5654"/>
                  <a:pt x="10712" y="5654"/>
                </a:cubicBezTo>
                <a:lnTo>
                  <a:pt x="10870" y="5654"/>
                </a:lnTo>
                <a:lnTo>
                  <a:pt x="10397" y="6693"/>
                </a:lnTo>
                <a:cubicBezTo>
                  <a:pt x="10303" y="6977"/>
                  <a:pt x="10019" y="7134"/>
                  <a:pt x="9704" y="7134"/>
                </a:cubicBezTo>
                <a:lnTo>
                  <a:pt x="4663" y="7134"/>
                </a:lnTo>
                <a:cubicBezTo>
                  <a:pt x="3781" y="7134"/>
                  <a:pt x="3088" y="6504"/>
                  <a:pt x="2931" y="5717"/>
                </a:cubicBezTo>
                <a:lnTo>
                  <a:pt x="4348" y="5717"/>
                </a:lnTo>
                <a:cubicBezTo>
                  <a:pt x="4506" y="6347"/>
                  <a:pt x="5041" y="6788"/>
                  <a:pt x="5734" y="6788"/>
                </a:cubicBezTo>
                <a:cubicBezTo>
                  <a:pt x="6396" y="6788"/>
                  <a:pt x="6932" y="6315"/>
                  <a:pt x="7089" y="5654"/>
                </a:cubicBezTo>
                <a:cubicBezTo>
                  <a:pt x="7940" y="5496"/>
                  <a:pt x="8570" y="4803"/>
                  <a:pt x="8570" y="3889"/>
                </a:cubicBezTo>
                <a:lnTo>
                  <a:pt x="8570" y="3543"/>
                </a:lnTo>
                <a:close/>
                <a:moveTo>
                  <a:pt x="3928" y="1"/>
                </a:moveTo>
                <a:cubicBezTo>
                  <a:pt x="3795" y="1"/>
                  <a:pt x="3661" y="81"/>
                  <a:pt x="3592" y="235"/>
                </a:cubicBezTo>
                <a:lnTo>
                  <a:pt x="2742" y="2850"/>
                </a:lnTo>
                <a:lnTo>
                  <a:pt x="379" y="2850"/>
                </a:lnTo>
                <a:cubicBezTo>
                  <a:pt x="158" y="2850"/>
                  <a:pt x="1" y="3007"/>
                  <a:pt x="1" y="3196"/>
                </a:cubicBezTo>
                <a:cubicBezTo>
                  <a:pt x="1" y="4330"/>
                  <a:pt x="757" y="5276"/>
                  <a:pt x="1828" y="5591"/>
                </a:cubicBezTo>
                <a:lnTo>
                  <a:pt x="851" y="8552"/>
                </a:lnTo>
                <a:lnTo>
                  <a:pt x="379" y="8552"/>
                </a:lnTo>
                <a:cubicBezTo>
                  <a:pt x="158" y="8552"/>
                  <a:pt x="1" y="8710"/>
                  <a:pt x="1" y="8899"/>
                </a:cubicBezTo>
                <a:cubicBezTo>
                  <a:pt x="1" y="9088"/>
                  <a:pt x="158" y="9245"/>
                  <a:pt x="379" y="9245"/>
                </a:cubicBezTo>
                <a:lnTo>
                  <a:pt x="1072" y="9245"/>
                </a:lnTo>
                <a:cubicBezTo>
                  <a:pt x="1229" y="9245"/>
                  <a:pt x="1355" y="9182"/>
                  <a:pt x="1450" y="9025"/>
                </a:cubicBezTo>
                <a:lnTo>
                  <a:pt x="2332" y="6252"/>
                </a:lnTo>
                <a:cubicBezTo>
                  <a:pt x="2710" y="7166"/>
                  <a:pt x="3592" y="7827"/>
                  <a:pt x="4663" y="7827"/>
                </a:cubicBezTo>
                <a:lnTo>
                  <a:pt x="6837" y="7827"/>
                </a:lnTo>
                <a:lnTo>
                  <a:pt x="6554" y="8552"/>
                </a:lnTo>
                <a:lnTo>
                  <a:pt x="6081" y="8552"/>
                </a:lnTo>
                <a:cubicBezTo>
                  <a:pt x="5892" y="8552"/>
                  <a:pt x="5734" y="8710"/>
                  <a:pt x="5734" y="8899"/>
                </a:cubicBezTo>
                <a:cubicBezTo>
                  <a:pt x="5734" y="9088"/>
                  <a:pt x="5892" y="9245"/>
                  <a:pt x="6081" y="9245"/>
                </a:cubicBezTo>
                <a:lnTo>
                  <a:pt x="6806" y="9245"/>
                </a:lnTo>
                <a:cubicBezTo>
                  <a:pt x="6963" y="9245"/>
                  <a:pt x="7058" y="9182"/>
                  <a:pt x="7121" y="9025"/>
                </a:cubicBezTo>
                <a:lnTo>
                  <a:pt x="7593" y="7796"/>
                </a:lnTo>
                <a:lnTo>
                  <a:pt x="8853" y="7796"/>
                </a:lnTo>
                <a:lnTo>
                  <a:pt x="9326" y="9025"/>
                </a:lnTo>
                <a:cubicBezTo>
                  <a:pt x="9358" y="9151"/>
                  <a:pt x="9515" y="9245"/>
                  <a:pt x="9641" y="9245"/>
                </a:cubicBezTo>
                <a:lnTo>
                  <a:pt x="10334" y="9245"/>
                </a:lnTo>
                <a:cubicBezTo>
                  <a:pt x="10523" y="9245"/>
                  <a:pt x="10681" y="9088"/>
                  <a:pt x="10681" y="8899"/>
                </a:cubicBezTo>
                <a:cubicBezTo>
                  <a:pt x="10681" y="8710"/>
                  <a:pt x="10523" y="8552"/>
                  <a:pt x="10334" y="8552"/>
                </a:cubicBezTo>
                <a:lnTo>
                  <a:pt x="9862" y="8552"/>
                </a:lnTo>
                <a:lnTo>
                  <a:pt x="9578" y="7827"/>
                </a:lnTo>
                <a:lnTo>
                  <a:pt x="9641" y="7827"/>
                </a:lnTo>
                <a:cubicBezTo>
                  <a:pt x="10208" y="7827"/>
                  <a:pt x="10744" y="7512"/>
                  <a:pt x="10964" y="7008"/>
                </a:cubicBezTo>
                <a:lnTo>
                  <a:pt x="11941" y="5055"/>
                </a:lnTo>
                <a:cubicBezTo>
                  <a:pt x="12067" y="4835"/>
                  <a:pt x="12098" y="4614"/>
                  <a:pt x="12098" y="4362"/>
                </a:cubicBezTo>
                <a:cubicBezTo>
                  <a:pt x="12193" y="4362"/>
                  <a:pt x="12193" y="4330"/>
                  <a:pt x="12193" y="4330"/>
                </a:cubicBezTo>
                <a:cubicBezTo>
                  <a:pt x="12130" y="3543"/>
                  <a:pt x="11468" y="2881"/>
                  <a:pt x="10681" y="2881"/>
                </a:cubicBezTo>
                <a:lnTo>
                  <a:pt x="10082" y="2881"/>
                </a:lnTo>
                <a:cubicBezTo>
                  <a:pt x="10240" y="2062"/>
                  <a:pt x="10996" y="1463"/>
                  <a:pt x="11815" y="1463"/>
                </a:cubicBezTo>
                <a:cubicBezTo>
                  <a:pt x="12035" y="1463"/>
                  <a:pt x="12193" y="1306"/>
                  <a:pt x="12193" y="1117"/>
                </a:cubicBezTo>
                <a:cubicBezTo>
                  <a:pt x="12193" y="896"/>
                  <a:pt x="12035" y="739"/>
                  <a:pt x="11815" y="739"/>
                </a:cubicBezTo>
                <a:cubicBezTo>
                  <a:pt x="10555" y="739"/>
                  <a:pt x="9547" y="1684"/>
                  <a:pt x="9358" y="2881"/>
                </a:cubicBezTo>
                <a:lnTo>
                  <a:pt x="5829" y="2881"/>
                </a:lnTo>
                <a:lnTo>
                  <a:pt x="4222" y="203"/>
                </a:lnTo>
                <a:lnTo>
                  <a:pt x="4222" y="172"/>
                </a:lnTo>
                <a:cubicBezTo>
                  <a:pt x="4150" y="57"/>
                  <a:pt x="4039" y="1"/>
                  <a:pt x="39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76" name="Google Shape;16776;p86"/>
          <p:cNvGrpSpPr/>
          <p:nvPr/>
        </p:nvGrpSpPr>
        <p:grpSpPr>
          <a:xfrm>
            <a:off x="2690037" y="3802008"/>
            <a:ext cx="639977" cy="630235"/>
            <a:chOff x="-20550425" y="2789350"/>
            <a:chExt cx="308750" cy="304050"/>
          </a:xfrm>
        </p:grpSpPr>
        <p:sp>
          <p:nvSpPr>
            <p:cNvPr id="16777" name="Google Shape;16777;p86"/>
            <p:cNvSpPr/>
            <p:nvPr/>
          </p:nvSpPr>
          <p:spPr>
            <a:xfrm>
              <a:off x="-20550425" y="2824800"/>
              <a:ext cx="308750" cy="268600"/>
            </a:xfrm>
            <a:custGeom>
              <a:avLst/>
              <a:gdLst/>
              <a:ahLst/>
              <a:cxnLst/>
              <a:rect l="l" t="t" r="r" b="b"/>
              <a:pathLst>
                <a:path w="12350" h="10744" extrusionOk="0">
                  <a:moveTo>
                    <a:pt x="2962" y="662"/>
                  </a:moveTo>
                  <a:cubicBezTo>
                    <a:pt x="3403" y="662"/>
                    <a:pt x="3718" y="1009"/>
                    <a:pt x="3686" y="1450"/>
                  </a:cubicBezTo>
                  <a:cubicBezTo>
                    <a:pt x="3529" y="1481"/>
                    <a:pt x="3403" y="1576"/>
                    <a:pt x="3277" y="1670"/>
                  </a:cubicBezTo>
                  <a:cubicBezTo>
                    <a:pt x="3119" y="1828"/>
                    <a:pt x="3119" y="2048"/>
                    <a:pt x="3277" y="2206"/>
                  </a:cubicBezTo>
                  <a:cubicBezTo>
                    <a:pt x="3355" y="2285"/>
                    <a:pt x="3442" y="2324"/>
                    <a:pt x="3529" y="2324"/>
                  </a:cubicBezTo>
                  <a:cubicBezTo>
                    <a:pt x="3615" y="2324"/>
                    <a:pt x="3702" y="2285"/>
                    <a:pt x="3781" y="2206"/>
                  </a:cubicBezTo>
                  <a:cubicBezTo>
                    <a:pt x="3844" y="2174"/>
                    <a:pt x="3907" y="2111"/>
                    <a:pt x="3938" y="2111"/>
                  </a:cubicBezTo>
                  <a:lnTo>
                    <a:pt x="4064" y="2111"/>
                  </a:lnTo>
                  <a:cubicBezTo>
                    <a:pt x="4190" y="2111"/>
                    <a:pt x="4316" y="2237"/>
                    <a:pt x="4379" y="2363"/>
                  </a:cubicBezTo>
                  <a:cubicBezTo>
                    <a:pt x="4474" y="2584"/>
                    <a:pt x="4316" y="2836"/>
                    <a:pt x="4064" y="2836"/>
                  </a:cubicBezTo>
                  <a:lnTo>
                    <a:pt x="1953" y="2836"/>
                  </a:lnTo>
                  <a:cubicBezTo>
                    <a:pt x="1544" y="2836"/>
                    <a:pt x="1386" y="2489"/>
                    <a:pt x="1607" y="2237"/>
                  </a:cubicBezTo>
                  <a:cubicBezTo>
                    <a:pt x="1701" y="2174"/>
                    <a:pt x="1764" y="2111"/>
                    <a:pt x="1859" y="2111"/>
                  </a:cubicBezTo>
                  <a:lnTo>
                    <a:pt x="1985" y="2111"/>
                  </a:lnTo>
                  <a:cubicBezTo>
                    <a:pt x="2048" y="2111"/>
                    <a:pt x="2111" y="2174"/>
                    <a:pt x="2142" y="2206"/>
                  </a:cubicBezTo>
                  <a:cubicBezTo>
                    <a:pt x="2221" y="2285"/>
                    <a:pt x="2308" y="2324"/>
                    <a:pt x="2394" y="2324"/>
                  </a:cubicBezTo>
                  <a:cubicBezTo>
                    <a:pt x="2481" y="2324"/>
                    <a:pt x="2568" y="2285"/>
                    <a:pt x="2646" y="2206"/>
                  </a:cubicBezTo>
                  <a:cubicBezTo>
                    <a:pt x="2804" y="2048"/>
                    <a:pt x="2804" y="1828"/>
                    <a:pt x="2646" y="1670"/>
                  </a:cubicBezTo>
                  <a:cubicBezTo>
                    <a:pt x="2520" y="1576"/>
                    <a:pt x="2426" y="1481"/>
                    <a:pt x="2268" y="1450"/>
                  </a:cubicBezTo>
                  <a:lnTo>
                    <a:pt x="2268" y="1387"/>
                  </a:lnTo>
                  <a:cubicBezTo>
                    <a:pt x="2268" y="977"/>
                    <a:pt x="2583" y="662"/>
                    <a:pt x="2962" y="662"/>
                  </a:cubicBezTo>
                  <a:close/>
                  <a:moveTo>
                    <a:pt x="5009" y="2899"/>
                  </a:moveTo>
                  <a:cubicBezTo>
                    <a:pt x="5198" y="2994"/>
                    <a:pt x="5324" y="3120"/>
                    <a:pt x="5387" y="3309"/>
                  </a:cubicBezTo>
                  <a:lnTo>
                    <a:pt x="6553" y="5860"/>
                  </a:lnTo>
                  <a:lnTo>
                    <a:pt x="6112" y="6302"/>
                  </a:lnTo>
                  <a:lnTo>
                    <a:pt x="4915" y="5104"/>
                  </a:lnTo>
                  <a:cubicBezTo>
                    <a:pt x="4836" y="5026"/>
                    <a:pt x="4749" y="4986"/>
                    <a:pt x="4663" y="4986"/>
                  </a:cubicBezTo>
                  <a:cubicBezTo>
                    <a:pt x="4576" y="4986"/>
                    <a:pt x="4490" y="5026"/>
                    <a:pt x="4411" y="5104"/>
                  </a:cubicBezTo>
                  <a:lnTo>
                    <a:pt x="3245" y="6302"/>
                  </a:lnTo>
                  <a:lnTo>
                    <a:pt x="2804" y="5860"/>
                  </a:lnTo>
                  <a:lnTo>
                    <a:pt x="3812" y="3592"/>
                  </a:lnTo>
                  <a:cubicBezTo>
                    <a:pt x="4033" y="3592"/>
                    <a:pt x="4411" y="3592"/>
                    <a:pt x="4757" y="3277"/>
                  </a:cubicBezTo>
                  <a:cubicBezTo>
                    <a:pt x="4883" y="3151"/>
                    <a:pt x="4978" y="3025"/>
                    <a:pt x="5009" y="2899"/>
                  </a:cubicBezTo>
                  <a:close/>
                  <a:moveTo>
                    <a:pt x="4694" y="5829"/>
                  </a:moveTo>
                  <a:lnTo>
                    <a:pt x="5860" y="6995"/>
                  </a:lnTo>
                  <a:cubicBezTo>
                    <a:pt x="5955" y="7073"/>
                    <a:pt x="6049" y="7113"/>
                    <a:pt x="6140" y="7113"/>
                  </a:cubicBezTo>
                  <a:cubicBezTo>
                    <a:pt x="6230" y="7113"/>
                    <a:pt x="6317" y="7073"/>
                    <a:pt x="6396" y="6995"/>
                  </a:cubicBezTo>
                  <a:lnTo>
                    <a:pt x="6868" y="6522"/>
                  </a:lnTo>
                  <a:lnTo>
                    <a:pt x="8443" y="9988"/>
                  </a:lnTo>
                  <a:lnTo>
                    <a:pt x="945" y="9988"/>
                  </a:lnTo>
                  <a:lnTo>
                    <a:pt x="2520" y="6522"/>
                  </a:lnTo>
                  <a:lnTo>
                    <a:pt x="2993" y="6995"/>
                  </a:lnTo>
                  <a:cubicBezTo>
                    <a:pt x="3072" y="7073"/>
                    <a:pt x="3158" y="7113"/>
                    <a:pt x="3245" y="7113"/>
                  </a:cubicBezTo>
                  <a:cubicBezTo>
                    <a:pt x="3332" y="7113"/>
                    <a:pt x="3418" y="7073"/>
                    <a:pt x="3497" y="6995"/>
                  </a:cubicBezTo>
                  <a:lnTo>
                    <a:pt x="4694" y="5829"/>
                  </a:lnTo>
                  <a:close/>
                  <a:moveTo>
                    <a:pt x="8270" y="4986"/>
                  </a:moveTo>
                  <a:cubicBezTo>
                    <a:pt x="8554" y="4986"/>
                    <a:pt x="8837" y="5120"/>
                    <a:pt x="8979" y="5388"/>
                  </a:cubicBezTo>
                  <a:lnTo>
                    <a:pt x="11310" y="9988"/>
                  </a:lnTo>
                  <a:lnTo>
                    <a:pt x="9231" y="9988"/>
                  </a:lnTo>
                  <a:lnTo>
                    <a:pt x="7341" y="5860"/>
                  </a:lnTo>
                  <a:lnTo>
                    <a:pt x="7561" y="5388"/>
                  </a:lnTo>
                  <a:cubicBezTo>
                    <a:pt x="7703" y="5120"/>
                    <a:pt x="7987" y="4986"/>
                    <a:pt x="8270" y="4986"/>
                  </a:cubicBezTo>
                  <a:close/>
                  <a:moveTo>
                    <a:pt x="2962" y="1"/>
                  </a:moveTo>
                  <a:cubicBezTo>
                    <a:pt x="2174" y="1"/>
                    <a:pt x="1512" y="662"/>
                    <a:pt x="1544" y="1481"/>
                  </a:cubicBezTo>
                  <a:cubicBezTo>
                    <a:pt x="1166" y="1639"/>
                    <a:pt x="851" y="2048"/>
                    <a:pt x="851" y="2521"/>
                  </a:cubicBezTo>
                  <a:cubicBezTo>
                    <a:pt x="851" y="3120"/>
                    <a:pt x="1323" y="3592"/>
                    <a:pt x="1890" y="3592"/>
                  </a:cubicBezTo>
                  <a:lnTo>
                    <a:pt x="3151" y="3592"/>
                  </a:lnTo>
                  <a:lnTo>
                    <a:pt x="126" y="10240"/>
                  </a:lnTo>
                  <a:cubicBezTo>
                    <a:pt x="0" y="10460"/>
                    <a:pt x="189" y="10744"/>
                    <a:pt x="441" y="10744"/>
                  </a:cubicBezTo>
                  <a:lnTo>
                    <a:pt x="11909" y="10744"/>
                  </a:lnTo>
                  <a:cubicBezTo>
                    <a:pt x="12161" y="10744"/>
                    <a:pt x="12350" y="10460"/>
                    <a:pt x="12224" y="10240"/>
                  </a:cubicBezTo>
                  <a:lnTo>
                    <a:pt x="9609" y="5073"/>
                  </a:lnTo>
                  <a:cubicBezTo>
                    <a:pt x="9339" y="4533"/>
                    <a:pt x="8814" y="4265"/>
                    <a:pt x="8290" y="4265"/>
                  </a:cubicBezTo>
                  <a:cubicBezTo>
                    <a:pt x="7774" y="4265"/>
                    <a:pt x="7260" y="4525"/>
                    <a:pt x="6994" y="5041"/>
                  </a:cubicBezTo>
                  <a:lnTo>
                    <a:pt x="6081" y="2994"/>
                  </a:lnTo>
                  <a:cubicBezTo>
                    <a:pt x="5860" y="2552"/>
                    <a:pt x="5482" y="2237"/>
                    <a:pt x="5041" y="2174"/>
                  </a:cubicBezTo>
                  <a:cubicBezTo>
                    <a:pt x="5009" y="2017"/>
                    <a:pt x="4883" y="1859"/>
                    <a:pt x="4789" y="1733"/>
                  </a:cubicBezTo>
                  <a:cubicBezTo>
                    <a:pt x="4663" y="1607"/>
                    <a:pt x="4537" y="1544"/>
                    <a:pt x="4379" y="1481"/>
                  </a:cubicBezTo>
                  <a:cubicBezTo>
                    <a:pt x="4411" y="662"/>
                    <a:pt x="3781" y="1"/>
                    <a:pt x="296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8" name="Google Shape;16778;p86"/>
            <p:cNvSpPr/>
            <p:nvPr/>
          </p:nvSpPr>
          <p:spPr>
            <a:xfrm>
              <a:off x="-20388175" y="2789350"/>
              <a:ext cx="144150" cy="106350"/>
            </a:xfrm>
            <a:custGeom>
              <a:avLst/>
              <a:gdLst/>
              <a:ahLst/>
              <a:cxnLst/>
              <a:rect l="l" t="t" r="r" b="b"/>
              <a:pathLst>
                <a:path w="5766" h="4254" extrusionOk="0">
                  <a:moveTo>
                    <a:pt x="3938" y="662"/>
                  </a:moveTo>
                  <a:cubicBezTo>
                    <a:pt x="4537" y="662"/>
                    <a:pt x="5009" y="1135"/>
                    <a:pt x="5009" y="1734"/>
                  </a:cubicBezTo>
                  <a:cubicBezTo>
                    <a:pt x="5009" y="2238"/>
                    <a:pt x="4694" y="2647"/>
                    <a:pt x="4222" y="2742"/>
                  </a:cubicBezTo>
                  <a:cubicBezTo>
                    <a:pt x="4190" y="2647"/>
                    <a:pt x="4096" y="2490"/>
                    <a:pt x="4001" y="2395"/>
                  </a:cubicBezTo>
                  <a:cubicBezTo>
                    <a:pt x="3875" y="2269"/>
                    <a:pt x="3749" y="2206"/>
                    <a:pt x="3592" y="2175"/>
                  </a:cubicBezTo>
                  <a:lnTo>
                    <a:pt x="3592" y="2080"/>
                  </a:lnTo>
                  <a:cubicBezTo>
                    <a:pt x="3592" y="1639"/>
                    <a:pt x="3403" y="1293"/>
                    <a:pt x="3119" y="1009"/>
                  </a:cubicBezTo>
                  <a:cubicBezTo>
                    <a:pt x="3371" y="820"/>
                    <a:pt x="3623" y="662"/>
                    <a:pt x="3938" y="662"/>
                  </a:cubicBezTo>
                  <a:close/>
                  <a:moveTo>
                    <a:pt x="2174" y="1387"/>
                  </a:moveTo>
                  <a:cubicBezTo>
                    <a:pt x="2584" y="1387"/>
                    <a:pt x="2899" y="1702"/>
                    <a:pt x="2899" y="2080"/>
                  </a:cubicBezTo>
                  <a:lnTo>
                    <a:pt x="2899" y="2175"/>
                  </a:lnTo>
                  <a:cubicBezTo>
                    <a:pt x="2741" y="2206"/>
                    <a:pt x="2615" y="2269"/>
                    <a:pt x="2489" y="2395"/>
                  </a:cubicBezTo>
                  <a:cubicBezTo>
                    <a:pt x="2331" y="2553"/>
                    <a:pt x="2331" y="2742"/>
                    <a:pt x="2489" y="2899"/>
                  </a:cubicBezTo>
                  <a:cubicBezTo>
                    <a:pt x="2568" y="2978"/>
                    <a:pt x="2662" y="3017"/>
                    <a:pt x="2757" y="3017"/>
                  </a:cubicBezTo>
                  <a:cubicBezTo>
                    <a:pt x="2851" y="3017"/>
                    <a:pt x="2946" y="2978"/>
                    <a:pt x="3025" y="2899"/>
                  </a:cubicBezTo>
                  <a:cubicBezTo>
                    <a:pt x="3056" y="2868"/>
                    <a:pt x="3119" y="2836"/>
                    <a:pt x="3182" y="2836"/>
                  </a:cubicBezTo>
                  <a:lnTo>
                    <a:pt x="3277" y="2836"/>
                  </a:lnTo>
                  <a:cubicBezTo>
                    <a:pt x="3371" y="2836"/>
                    <a:pt x="3434" y="2868"/>
                    <a:pt x="3529" y="2962"/>
                  </a:cubicBezTo>
                  <a:cubicBezTo>
                    <a:pt x="3749" y="3183"/>
                    <a:pt x="3592" y="3529"/>
                    <a:pt x="3277" y="3529"/>
                  </a:cubicBezTo>
                  <a:lnTo>
                    <a:pt x="1166" y="3529"/>
                  </a:lnTo>
                  <a:cubicBezTo>
                    <a:pt x="977" y="3529"/>
                    <a:pt x="756" y="3340"/>
                    <a:pt x="819" y="3151"/>
                  </a:cubicBezTo>
                  <a:lnTo>
                    <a:pt x="819" y="3120"/>
                  </a:lnTo>
                  <a:cubicBezTo>
                    <a:pt x="851" y="2962"/>
                    <a:pt x="977" y="2836"/>
                    <a:pt x="1134" y="2805"/>
                  </a:cubicBezTo>
                  <a:lnTo>
                    <a:pt x="1229" y="2805"/>
                  </a:lnTo>
                  <a:cubicBezTo>
                    <a:pt x="1323" y="2805"/>
                    <a:pt x="1355" y="2836"/>
                    <a:pt x="1386" y="2868"/>
                  </a:cubicBezTo>
                  <a:cubicBezTo>
                    <a:pt x="1465" y="2947"/>
                    <a:pt x="1560" y="2986"/>
                    <a:pt x="1654" y="2986"/>
                  </a:cubicBezTo>
                  <a:cubicBezTo>
                    <a:pt x="1749" y="2986"/>
                    <a:pt x="1843" y="2947"/>
                    <a:pt x="1922" y="2868"/>
                  </a:cubicBezTo>
                  <a:cubicBezTo>
                    <a:pt x="2079" y="2710"/>
                    <a:pt x="2079" y="2521"/>
                    <a:pt x="1922" y="2364"/>
                  </a:cubicBezTo>
                  <a:cubicBezTo>
                    <a:pt x="1796" y="2238"/>
                    <a:pt x="1670" y="2175"/>
                    <a:pt x="1512" y="2112"/>
                  </a:cubicBezTo>
                  <a:cubicBezTo>
                    <a:pt x="1418" y="1734"/>
                    <a:pt x="1733" y="1387"/>
                    <a:pt x="2174" y="1387"/>
                  </a:cubicBezTo>
                  <a:close/>
                  <a:moveTo>
                    <a:pt x="4001" y="1"/>
                  </a:moveTo>
                  <a:cubicBezTo>
                    <a:pt x="3403" y="1"/>
                    <a:pt x="2836" y="284"/>
                    <a:pt x="2520" y="757"/>
                  </a:cubicBezTo>
                  <a:cubicBezTo>
                    <a:pt x="2426" y="694"/>
                    <a:pt x="2331" y="694"/>
                    <a:pt x="2205" y="694"/>
                  </a:cubicBezTo>
                  <a:cubicBezTo>
                    <a:pt x="1386" y="694"/>
                    <a:pt x="756" y="1387"/>
                    <a:pt x="788" y="2206"/>
                  </a:cubicBezTo>
                  <a:cubicBezTo>
                    <a:pt x="378" y="2269"/>
                    <a:pt x="63" y="2679"/>
                    <a:pt x="63" y="3120"/>
                  </a:cubicBezTo>
                  <a:cubicBezTo>
                    <a:pt x="0" y="3687"/>
                    <a:pt x="473" y="4222"/>
                    <a:pt x="1071" y="4254"/>
                  </a:cubicBezTo>
                  <a:lnTo>
                    <a:pt x="3434" y="4254"/>
                  </a:lnTo>
                  <a:cubicBezTo>
                    <a:pt x="3844" y="4159"/>
                    <a:pt x="4159" y="3907"/>
                    <a:pt x="4253" y="3529"/>
                  </a:cubicBezTo>
                  <a:cubicBezTo>
                    <a:pt x="5104" y="3372"/>
                    <a:pt x="5766" y="2679"/>
                    <a:pt x="5766" y="1765"/>
                  </a:cubicBezTo>
                  <a:cubicBezTo>
                    <a:pt x="5766" y="788"/>
                    <a:pt x="4978" y="1"/>
                    <a:pt x="40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79" name="Google Shape;16779;p86"/>
          <p:cNvGrpSpPr/>
          <p:nvPr/>
        </p:nvGrpSpPr>
        <p:grpSpPr>
          <a:xfrm>
            <a:off x="6577192" y="2250877"/>
            <a:ext cx="631893" cy="632256"/>
            <a:chOff x="-18666450" y="2059825"/>
            <a:chExt cx="304850" cy="305025"/>
          </a:xfrm>
        </p:grpSpPr>
        <p:sp>
          <p:nvSpPr>
            <p:cNvPr id="16780" name="Google Shape;16780;p86"/>
            <p:cNvSpPr/>
            <p:nvPr/>
          </p:nvSpPr>
          <p:spPr>
            <a:xfrm>
              <a:off x="-18471100" y="2202575"/>
              <a:ext cx="18125" cy="70925"/>
            </a:xfrm>
            <a:custGeom>
              <a:avLst/>
              <a:gdLst/>
              <a:ahLst/>
              <a:cxnLst/>
              <a:rect l="l" t="t" r="r" b="b"/>
              <a:pathLst>
                <a:path w="725" h="2837" extrusionOk="0">
                  <a:moveTo>
                    <a:pt x="347" y="1"/>
                  </a:moveTo>
                  <a:cubicBezTo>
                    <a:pt x="158" y="1"/>
                    <a:pt x="0" y="158"/>
                    <a:pt x="0" y="347"/>
                  </a:cubicBezTo>
                  <a:lnTo>
                    <a:pt x="0" y="2490"/>
                  </a:lnTo>
                  <a:cubicBezTo>
                    <a:pt x="0" y="2679"/>
                    <a:pt x="158" y="2836"/>
                    <a:pt x="347" y="2836"/>
                  </a:cubicBezTo>
                  <a:cubicBezTo>
                    <a:pt x="567" y="2836"/>
                    <a:pt x="725" y="2679"/>
                    <a:pt x="725" y="2490"/>
                  </a:cubicBezTo>
                  <a:lnTo>
                    <a:pt x="725" y="347"/>
                  </a:lnTo>
                  <a:cubicBezTo>
                    <a:pt x="725" y="190"/>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1" name="Google Shape;16781;p86"/>
            <p:cNvSpPr/>
            <p:nvPr/>
          </p:nvSpPr>
          <p:spPr>
            <a:xfrm>
              <a:off x="-18666450" y="2059825"/>
              <a:ext cx="304850" cy="305025"/>
            </a:xfrm>
            <a:custGeom>
              <a:avLst/>
              <a:gdLst/>
              <a:ahLst/>
              <a:cxnLst/>
              <a:rect l="l" t="t" r="r" b="b"/>
              <a:pathLst>
                <a:path w="12194" h="12201" extrusionOk="0">
                  <a:moveTo>
                    <a:pt x="8539" y="859"/>
                  </a:moveTo>
                  <a:cubicBezTo>
                    <a:pt x="8728" y="1017"/>
                    <a:pt x="8948" y="1300"/>
                    <a:pt x="9106" y="1647"/>
                  </a:cubicBezTo>
                  <a:cubicBezTo>
                    <a:pt x="8759" y="2088"/>
                    <a:pt x="8539" y="2623"/>
                    <a:pt x="8539" y="3253"/>
                  </a:cubicBezTo>
                  <a:lnTo>
                    <a:pt x="8539" y="3505"/>
                  </a:lnTo>
                  <a:cubicBezTo>
                    <a:pt x="8255" y="3222"/>
                    <a:pt x="7814" y="2749"/>
                    <a:pt x="7814" y="2214"/>
                  </a:cubicBezTo>
                  <a:cubicBezTo>
                    <a:pt x="7814" y="1615"/>
                    <a:pt x="8255" y="1111"/>
                    <a:pt x="8539" y="859"/>
                  </a:cubicBezTo>
                  <a:close/>
                  <a:moveTo>
                    <a:pt x="2080" y="2151"/>
                  </a:moveTo>
                  <a:lnTo>
                    <a:pt x="2080" y="2529"/>
                  </a:lnTo>
                  <a:cubicBezTo>
                    <a:pt x="2080" y="3096"/>
                    <a:pt x="1608" y="3568"/>
                    <a:pt x="1009" y="3568"/>
                  </a:cubicBezTo>
                  <a:lnTo>
                    <a:pt x="663" y="3568"/>
                  </a:lnTo>
                  <a:lnTo>
                    <a:pt x="663" y="3222"/>
                  </a:lnTo>
                  <a:cubicBezTo>
                    <a:pt x="663" y="2623"/>
                    <a:pt x="1135" y="2151"/>
                    <a:pt x="1702" y="2151"/>
                  </a:cubicBezTo>
                  <a:close/>
                  <a:moveTo>
                    <a:pt x="11374" y="1458"/>
                  </a:moveTo>
                  <a:lnTo>
                    <a:pt x="11374" y="1804"/>
                  </a:lnTo>
                  <a:cubicBezTo>
                    <a:pt x="11374" y="2749"/>
                    <a:pt x="10650" y="3505"/>
                    <a:pt x="9736" y="3568"/>
                  </a:cubicBezTo>
                  <a:lnTo>
                    <a:pt x="10587" y="2749"/>
                  </a:lnTo>
                  <a:cubicBezTo>
                    <a:pt x="10744" y="2592"/>
                    <a:pt x="10744" y="2403"/>
                    <a:pt x="10587" y="2245"/>
                  </a:cubicBezTo>
                  <a:cubicBezTo>
                    <a:pt x="10508" y="2166"/>
                    <a:pt x="10413" y="2127"/>
                    <a:pt x="10319" y="2127"/>
                  </a:cubicBezTo>
                  <a:cubicBezTo>
                    <a:pt x="10224" y="2127"/>
                    <a:pt x="10130" y="2166"/>
                    <a:pt x="10051" y="2245"/>
                  </a:cubicBezTo>
                  <a:lnTo>
                    <a:pt x="9232" y="3064"/>
                  </a:lnTo>
                  <a:cubicBezTo>
                    <a:pt x="9326" y="2151"/>
                    <a:pt x="10051" y="1458"/>
                    <a:pt x="11028" y="1458"/>
                  </a:cubicBezTo>
                  <a:close/>
                  <a:moveTo>
                    <a:pt x="663" y="4356"/>
                  </a:moveTo>
                  <a:cubicBezTo>
                    <a:pt x="1072" y="4514"/>
                    <a:pt x="1356" y="4923"/>
                    <a:pt x="1356" y="5396"/>
                  </a:cubicBezTo>
                  <a:lnTo>
                    <a:pt x="1356" y="6089"/>
                  </a:lnTo>
                  <a:cubicBezTo>
                    <a:pt x="1356" y="7097"/>
                    <a:pt x="2143" y="7885"/>
                    <a:pt x="3120" y="7885"/>
                  </a:cubicBezTo>
                  <a:lnTo>
                    <a:pt x="4191" y="7885"/>
                  </a:lnTo>
                  <a:cubicBezTo>
                    <a:pt x="4601" y="7885"/>
                    <a:pt x="4916" y="8200"/>
                    <a:pt x="4916" y="8578"/>
                  </a:cubicBezTo>
                  <a:cubicBezTo>
                    <a:pt x="4916" y="8987"/>
                    <a:pt x="4601" y="9302"/>
                    <a:pt x="4191" y="9302"/>
                  </a:cubicBezTo>
                  <a:lnTo>
                    <a:pt x="3845" y="9302"/>
                  </a:lnTo>
                  <a:cubicBezTo>
                    <a:pt x="2080" y="9302"/>
                    <a:pt x="663" y="7822"/>
                    <a:pt x="663" y="6089"/>
                  </a:cubicBezTo>
                  <a:lnTo>
                    <a:pt x="663" y="4356"/>
                  </a:lnTo>
                  <a:close/>
                  <a:moveTo>
                    <a:pt x="9169" y="4293"/>
                  </a:moveTo>
                  <a:lnTo>
                    <a:pt x="9169" y="6057"/>
                  </a:lnTo>
                  <a:cubicBezTo>
                    <a:pt x="9169" y="6273"/>
                    <a:pt x="9334" y="6416"/>
                    <a:pt x="9510" y="6416"/>
                  </a:cubicBezTo>
                  <a:cubicBezTo>
                    <a:pt x="9564" y="6416"/>
                    <a:pt x="9620" y="6402"/>
                    <a:pt x="9673" y="6372"/>
                  </a:cubicBezTo>
                  <a:lnTo>
                    <a:pt x="10587" y="5900"/>
                  </a:lnTo>
                  <a:lnTo>
                    <a:pt x="10587" y="6656"/>
                  </a:lnTo>
                  <a:lnTo>
                    <a:pt x="10650" y="6656"/>
                  </a:lnTo>
                  <a:lnTo>
                    <a:pt x="9358" y="7948"/>
                  </a:lnTo>
                  <a:cubicBezTo>
                    <a:pt x="9263" y="8042"/>
                    <a:pt x="9232" y="8137"/>
                    <a:pt x="9232" y="8231"/>
                  </a:cubicBezTo>
                  <a:cubicBezTo>
                    <a:pt x="9358" y="9460"/>
                    <a:pt x="9862" y="10626"/>
                    <a:pt x="10744" y="11445"/>
                  </a:cubicBezTo>
                  <a:lnTo>
                    <a:pt x="7783" y="11445"/>
                  </a:lnTo>
                  <a:lnTo>
                    <a:pt x="7783" y="9649"/>
                  </a:lnTo>
                  <a:cubicBezTo>
                    <a:pt x="7783" y="9460"/>
                    <a:pt x="7625" y="9302"/>
                    <a:pt x="7436" y="9302"/>
                  </a:cubicBezTo>
                  <a:cubicBezTo>
                    <a:pt x="7216" y="9302"/>
                    <a:pt x="7058" y="9460"/>
                    <a:pt x="7058" y="9649"/>
                  </a:cubicBezTo>
                  <a:lnTo>
                    <a:pt x="7058" y="11445"/>
                  </a:lnTo>
                  <a:lnTo>
                    <a:pt x="4853" y="11445"/>
                  </a:lnTo>
                  <a:lnTo>
                    <a:pt x="4853" y="11098"/>
                  </a:lnTo>
                  <a:cubicBezTo>
                    <a:pt x="4853" y="10909"/>
                    <a:pt x="4695" y="10752"/>
                    <a:pt x="4506" y="10752"/>
                  </a:cubicBezTo>
                  <a:cubicBezTo>
                    <a:pt x="4317" y="10752"/>
                    <a:pt x="4160" y="10909"/>
                    <a:pt x="4160" y="11098"/>
                  </a:cubicBezTo>
                  <a:lnTo>
                    <a:pt x="4160" y="11445"/>
                  </a:lnTo>
                  <a:lnTo>
                    <a:pt x="1923" y="11445"/>
                  </a:lnTo>
                  <a:cubicBezTo>
                    <a:pt x="2332" y="11035"/>
                    <a:pt x="2710" y="10468"/>
                    <a:pt x="2962" y="9869"/>
                  </a:cubicBezTo>
                  <a:cubicBezTo>
                    <a:pt x="3246" y="9901"/>
                    <a:pt x="3530" y="9964"/>
                    <a:pt x="3813" y="9964"/>
                  </a:cubicBezTo>
                  <a:lnTo>
                    <a:pt x="4160" y="9964"/>
                  </a:lnTo>
                  <a:cubicBezTo>
                    <a:pt x="4947" y="9964"/>
                    <a:pt x="5577" y="9334"/>
                    <a:pt x="5577" y="8546"/>
                  </a:cubicBezTo>
                  <a:cubicBezTo>
                    <a:pt x="5577" y="7759"/>
                    <a:pt x="4947" y="7128"/>
                    <a:pt x="4160" y="7128"/>
                  </a:cubicBezTo>
                  <a:lnTo>
                    <a:pt x="3435" y="7128"/>
                  </a:lnTo>
                  <a:lnTo>
                    <a:pt x="3435" y="4293"/>
                  </a:lnTo>
                  <a:lnTo>
                    <a:pt x="4160" y="4293"/>
                  </a:lnTo>
                  <a:lnTo>
                    <a:pt x="4160" y="5364"/>
                  </a:lnTo>
                  <a:cubicBezTo>
                    <a:pt x="4160" y="5553"/>
                    <a:pt x="4317" y="5711"/>
                    <a:pt x="4506" y="5711"/>
                  </a:cubicBezTo>
                  <a:cubicBezTo>
                    <a:pt x="4695" y="5711"/>
                    <a:pt x="4853" y="5553"/>
                    <a:pt x="4853" y="5364"/>
                  </a:cubicBezTo>
                  <a:lnTo>
                    <a:pt x="4853" y="4293"/>
                  </a:lnTo>
                  <a:lnTo>
                    <a:pt x="6333" y="4293"/>
                  </a:lnTo>
                  <a:lnTo>
                    <a:pt x="6333" y="6782"/>
                  </a:lnTo>
                  <a:cubicBezTo>
                    <a:pt x="6333" y="6971"/>
                    <a:pt x="6491" y="7128"/>
                    <a:pt x="6680" y="7128"/>
                  </a:cubicBezTo>
                  <a:cubicBezTo>
                    <a:pt x="6869" y="7128"/>
                    <a:pt x="7027" y="6971"/>
                    <a:pt x="7027" y="6782"/>
                  </a:cubicBezTo>
                  <a:lnTo>
                    <a:pt x="7027" y="4293"/>
                  </a:lnTo>
                  <a:close/>
                  <a:moveTo>
                    <a:pt x="8539" y="1"/>
                  </a:moveTo>
                  <a:cubicBezTo>
                    <a:pt x="8460" y="1"/>
                    <a:pt x="8381" y="24"/>
                    <a:pt x="8318" y="71"/>
                  </a:cubicBezTo>
                  <a:cubicBezTo>
                    <a:pt x="8287" y="103"/>
                    <a:pt x="7121" y="985"/>
                    <a:pt x="7121" y="2151"/>
                  </a:cubicBezTo>
                  <a:cubicBezTo>
                    <a:pt x="7121" y="2718"/>
                    <a:pt x="7373" y="3222"/>
                    <a:pt x="7657" y="3568"/>
                  </a:cubicBezTo>
                  <a:lnTo>
                    <a:pt x="3151" y="3568"/>
                  </a:lnTo>
                  <a:cubicBezTo>
                    <a:pt x="2931" y="3568"/>
                    <a:pt x="2773" y="3726"/>
                    <a:pt x="2773" y="3946"/>
                  </a:cubicBezTo>
                  <a:lnTo>
                    <a:pt x="2773" y="7097"/>
                  </a:lnTo>
                  <a:cubicBezTo>
                    <a:pt x="2364" y="6939"/>
                    <a:pt x="2080" y="6530"/>
                    <a:pt x="2080" y="6057"/>
                  </a:cubicBezTo>
                  <a:lnTo>
                    <a:pt x="2080" y="5364"/>
                  </a:lnTo>
                  <a:cubicBezTo>
                    <a:pt x="2080" y="4892"/>
                    <a:pt x="1923" y="4482"/>
                    <a:pt x="1639" y="4167"/>
                  </a:cubicBezTo>
                  <a:cubicBezTo>
                    <a:pt x="2301" y="3946"/>
                    <a:pt x="2836" y="3253"/>
                    <a:pt x="2836" y="2529"/>
                  </a:cubicBezTo>
                  <a:lnTo>
                    <a:pt x="2836" y="1804"/>
                  </a:lnTo>
                  <a:cubicBezTo>
                    <a:pt x="2836" y="1615"/>
                    <a:pt x="2647" y="1458"/>
                    <a:pt x="2458" y="1458"/>
                  </a:cubicBezTo>
                  <a:lnTo>
                    <a:pt x="1765" y="1458"/>
                  </a:lnTo>
                  <a:cubicBezTo>
                    <a:pt x="789" y="1458"/>
                    <a:pt x="1" y="2245"/>
                    <a:pt x="1" y="3222"/>
                  </a:cubicBezTo>
                  <a:lnTo>
                    <a:pt x="1" y="3946"/>
                  </a:lnTo>
                  <a:lnTo>
                    <a:pt x="1" y="6057"/>
                  </a:lnTo>
                  <a:cubicBezTo>
                    <a:pt x="1" y="7664"/>
                    <a:pt x="978" y="9082"/>
                    <a:pt x="2395" y="9680"/>
                  </a:cubicBezTo>
                  <a:cubicBezTo>
                    <a:pt x="2017" y="10436"/>
                    <a:pt x="1482" y="11067"/>
                    <a:pt x="852" y="11539"/>
                  </a:cubicBezTo>
                  <a:cubicBezTo>
                    <a:pt x="568" y="11728"/>
                    <a:pt x="694" y="12201"/>
                    <a:pt x="1041" y="12201"/>
                  </a:cubicBezTo>
                  <a:lnTo>
                    <a:pt x="11784" y="12201"/>
                  </a:lnTo>
                  <a:cubicBezTo>
                    <a:pt x="11941" y="12201"/>
                    <a:pt x="12099" y="12075"/>
                    <a:pt x="12162" y="11949"/>
                  </a:cubicBezTo>
                  <a:cubicBezTo>
                    <a:pt x="12193" y="11791"/>
                    <a:pt x="12162" y="11634"/>
                    <a:pt x="12004" y="11571"/>
                  </a:cubicBezTo>
                  <a:cubicBezTo>
                    <a:pt x="10933" y="10846"/>
                    <a:pt x="10209" y="9680"/>
                    <a:pt x="10051" y="8389"/>
                  </a:cubicBezTo>
                  <a:lnTo>
                    <a:pt x="11374" y="7065"/>
                  </a:lnTo>
                  <a:cubicBezTo>
                    <a:pt x="11437" y="7002"/>
                    <a:pt x="11469" y="6908"/>
                    <a:pt x="11469" y="6845"/>
                  </a:cubicBezTo>
                  <a:lnTo>
                    <a:pt x="11469" y="5427"/>
                  </a:lnTo>
                  <a:cubicBezTo>
                    <a:pt x="11469" y="5301"/>
                    <a:pt x="11406" y="5175"/>
                    <a:pt x="11311" y="5112"/>
                  </a:cubicBezTo>
                  <a:cubicBezTo>
                    <a:pt x="11264" y="5065"/>
                    <a:pt x="11209" y="5041"/>
                    <a:pt x="11150" y="5041"/>
                  </a:cubicBezTo>
                  <a:cubicBezTo>
                    <a:pt x="11091" y="5041"/>
                    <a:pt x="11028" y="5065"/>
                    <a:pt x="10965" y="5112"/>
                  </a:cubicBezTo>
                  <a:lnTo>
                    <a:pt x="10051" y="5585"/>
                  </a:lnTo>
                  <a:lnTo>
                    <a:pt x="10051" y="4356"/>
                  </a:lnTo>
                  <a:cubicBezTo>
                    <a:pt x="11154" y="4104"/>
                    <a:pt x="12099" y="3064"/>
                    <a:pt x="12099" y="1804"/>
                  </a:cubicBezTo>
                  <a:lnTo>
                    <a:pt x="12099" y="1111"/>
                  </a:lnTo>
                  <a:cubicBezTo>
                    <a:pt x="12099" y="891"/>
                    <a:pt x="11941" y="733"/>
                    <a:pt x="11752" y="733"/>
                  </a:cubicBezTo>
                  <a:lnTo>
                    <a:pt x="11059" y="733"/>
                  </a:lnTo>
                  <a:cubicBezTo>
                    <a:pt x="10524" y="733"/>
                    <a:pt x="10051" y="891"/>
                    <a:pt x="9673" y="1143"/>
                  </a:cubicBezTo>
                  <a:cubicBezTo>
                    <a:pt x="9326" y="512"/>
                    <a:pt x="8759" y="103"/>
                    <a:pt x="8759" y="71"/>
                  </a:cubicBezTo>
                  <a:cubicBezTo>
                    <a:pt x="8696" y="24"/>
                    <a:pt x="8618" y="1"/>
                    <a:pt x="85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82" name="Google Shape;16782;p86"/>
          <p:cNvGrpSpPr/>
          <p:nvPr/>
        </p:nvGrpSpPr>
        <p:grpSpPr>
          <a:xfrm>
            <a:off x="6576390" y="3034112"/>
            <a:ext cx="633500" cy="628576"/>
            <a:chOff x="-18668025" y="2435725"/>
            <a:chExt cx="305625" cy="303250"/>
          </a:xfrm>
        </p:grpSpPr>
        <p:sp>
          <p:nvSpPr>
            <p:cNvPr id="16783" name="Google Shape;16783;p86"/>
            <p:cNvSpPr/>
            <p:nvPr/>
          </p:nvSpPr>
          <p:spPr>
            <a:xfrm>
              <a:off x="-18668025" y="2435725"/>
              <a:ext cx="305625" cy="303250"/>
            </a:xfrm>
            <a:custGeom>
              <a:avLst/>
              <a:gdLst/>
              <a:ahLst/>
              <a:cxnLst/>
              <a:rect l="l" t="t" r="r" b="b"/>
              <a:pathLst>
                <a:path w="12225" h="12130" extrusionOk="0">
                  <a:moveTo>
                    <a:pt x="2143" y="662"/>
                  </a:moveTo>
                  <a:cubicBezTo>
                    <a:pt x="2395" y="662"/>
                    <a:pt x="2679" y="756"/>
                    <a:pt x="2931" y="914"/>
                  </a:cubicBezTo>
                  <a:cubicBezTo>
                    <a:pt x="2679" y="977"/>
                    <a:pt x="2490" y="1103"/>
                    <a:pt x="2301" y="1260"/>
                  </a:cubicBezTo>
                  <a:cubicBezTo>
                    <a:pt x="1734" y="1670"/>
                    <a:pt x="1419" y="2206"/>
                    <a:pt x="1419" y="2804"/>
                  </a:cubicBezTo>
                  <a:lnTo>
                    <a:pt x="1419" y="3308"/>
                  </a:lnTo>
                  <a:cubicBezTo>
                    <a:pt x="978" y="3088"/>
                    <a:pt x="726" y="2647"/>
                    <a:pt x="726" y="2079"/>
                  </a:cubicBezTo>
                  <a:cubicBezTo>
                    <a:pt x="726" y="1292"/>
                    <a:pt x="1356" y="662"/>
                    <a:pt x="2143" y="662"/>
                  </a:cubicBezTo>
                  <a:close/>
                  <a:moveTo>
                    <a:pt x="10020" y="662"/>
                  </a:moveTo>
                  <a:cubicBezTo>
                    <a:pt x="10807" y="662"/>
                    <a:pt x="11437" y="1292"/>
                    <a:pt x="11437" y="2079"/>
                  </a:cubicBezTo>
                  <a:cubicBezTo>
                    <a:pt x="11437" y="2647"/>
                    <a:pt x="11122" y="3119"/>
                    <a:pt x="10681" y="3340"/>
                  </a:cubicBezTo>
                  <a:lnTo>
                    <a:pt x="10681" y="2804"/>
                  </a:lnTo>
                  <a:cubicBezTo>
                    <a:pt x="10681" y="2206"/>
                    <a:pt x="10366" y="1638"/>
                    <a:pt x="9799" y="1260"/>
                  </a:cubicBezTo>
                  <a:cubicBezTo>
                    <a:pt x="9610" y="1134"/>
                    <a:pt x="9421" y="1008"/>
                    <a:pt x="9169" y="945"/>
                  </a:cubicBezTo>
                  <a:cubicBezTo>
                    <a:pt x="9452" y="756"/>
                    <a:pt x="9736" y="662"/>
                    <a:pt x="10020" y="662"/>
                  </a:cubicBezTo>
                  <a:close/>
                  <a:moveTo>
                    <a:pt x="7909" y="1355"/>
                  </a:moveTo>
                  <a:cubicBezTo>
                    <a:pt x="8476" y="1355"/>
                    <a:pt x="9011" y="1512"/>
                    <a:pt x="9484" y="1827"/>
                  </a:cubicBezTo>
                  <a:cubicBezTo>
                    <a:pt x="9893" y="2079"/>
                    <a:pt x="10083" y="2458"/>
                    <a:pt x="10083" y="2804"/>
                  </a:cubicBezTo>
                  <a:lnTo>
                    <a:pt x="10083" y="3434"/>
                  </a:lnTo>
                  <a:cubicBezTo>
                    <a:pt x="10083" y="5072"/>
                    <a:pt x="10587" y="6774"/>
                    <a:pt x="11500" y="8223"/>
                  </a:cubicBezTo>
                  <a:cubicBezTo>
                    <a:pt x="10555" y="10176"/>
                    <a:pt x="8633" y="11436"/>
                    <a:pt x="6491" y="11436"/>
                  </a:cubicBezTo>
                  <a:lnTo>
                    <a:pt x="5640" y="11436"/>
                  </a:lnTo>
                  <a:cubicBezTo>
                    <a:pt x="3561" y="11436"/>
                    <a:pt x="1576" y="10176"/>
                    <a:pt x="757" y="8223"/>
                  </a:cubicBezTo>
                  <a:cubicBezTo>
                    <a:pt x="1671" y="6805"/>
                    <a:pt x="2143" y="5135"/>
                    <a:pt x="2143" y="3434"/>
                  </a:cubicBezTo>
                  <a:lnTo>
                    <a:pt x="2143" y="2804"/>
                  </a:lnTo>
                  <a:cubicBezTo>
                    <a:pt x="2143" y="2458"/>
                    <a:pt x="2332" y="2079"/>
                    <a:pt x="2710" y="1827"/>
                  </a:cubicBezTo>
                  <a:cubicBezTo>
                    <a:pt x="3120" y="1544"/>
                    <a:pt x="3719" y="1355"/>
                    <a:pt x="4286" y="1355"/>
                  </a:cubicBezTo>
                  <a:cubicBezTo>
                    <a:pt x="4884" y="1355"/>
                    <a:pt x="5483" y="1512"/>
                    <a:pt x="5924" y="1827"/>
                  </a:cubicBezTo>
                  <a:cubicBezTo>
                    <a:pt x="5971" y="1859"/>
                    <a:pt x="6034" y="1875"/>
                    <a:pt x="6105" y="1875"/>
                  </a:cubicBezTo>
                  <a:cubicBezTo>
                    <a:pt x="6176" y="1875"/>
                    <a:pt x="6255" y="1859"/>
                    <a:pt x="6333" y="1827"/>
                  </a:cubicBezTo>
                  <a:cubicBezTo>
                    <a:pt x="6743" y="1512"/>
                    <a:pt x="7342" y="1355"/>
                    <a:pt x="7909" y="1355"/>
                  </a:cubicBezTo>
                  <a:close/>
                  <a:moveTo>
                    <a:pt x="2143" y="0"/>
                  </a:moveTo>
                  <a:cubicBezTo>
                    <a:pt x="946" y="0"/>
                    <a:pt x="1" y="945"/>
                    <a:pt x="1" y="2143"/>
                  </a:cubicBezTo>
                  <a:cubicBezTo>
                    <a:pt x="1" y="3025"/>
                    <a:pt x="568" y="3812"/>
                    <a:pt x="1419" y="4127"/>
                  </a:cubicBezTo>
                  <a:cubicBezTo>
                    <a:pt x="1293" y="5514"/>
                    <a:pt x="820" y="6900"/>
                    <a:pt x="95" y="8034"/>
                  </a:cubicBezTo>
                  <a:cubicBezTo>
                    <a:pt x="1" y="8128"/>
                    <a:pt x="1" y="8286"/>
                    <a:pt x="32" y="8349"/>
                  </a:cubicBezTo>
                  <a:cubicBezTo>
                    <a:pt x="474" y="9483"/>
                    <a:pt x="1261" y="10428"/>
                    <a:pt x="2301" y="11121"/>
                  </a:cubicBezTo>
                  <a:cubicBezTo>
                    <a:pt x="3309" y="11783"/>
                    <a:pt x="4443" y="12130"/>
                    <a:pt x="5672" y="12130"/>
                  </a:cubicBezTo>
                  <a:lnTo>
                    <a:pt x="6554" y="12130"/>
                  </a:lnTo>
                  <a:cubicBezTo>
                    <a:pt x="7751" y="12130"/>
                    <a:pt x="8948" y="11783"/>
                    <a:pt x="9925" y="11121"/>
                  </a:cubicBezTo>
                  <a:cubicBezTo>
                    <a:pt x="10965" y="10428"/>
                    <a:pt x="11689" y="9483"/>
                    <a:pt x="12162" y="8349"/>
                  </a:cubicBezTo>
                  <a:cubicBezTo>
                    <a:pt x="12225" y="8223"/>
                    <a:pt x="12225" y="8128"/>
                    <a:pt x="12130" y="8034"/>
                  </a:cubicBezTo>
                  <a:cubicBezTo>
                    <a:pt x="11311" y="6868"/>
                    <a:pt x="10839" y="5514"/>
                    <a:pt x="10713" y="4127"/>
                  </a:cubicBezTo>
                  <a:cubicBezTo>
                    <a:pt x="11532" y="3812"/>
                    <a:pt x="12130" y="3025"/>
                    <a:pt x="12130" y="2143"/>
                  </a:cubicBezTo>
                  <a:cubicBezTo>
                    <a:pt x="12130" y="945"/>
                    <a:pt x="11185" y="0"/>
                    <a:pt x="10020" y="0"/>
                  </a:cubicBezTo>
                  <a:cubicBezTo>
                    <a:pt x="9389" y="0"/>
                    <a:pt x="8791" y="284"/>
                    <a:pt x="8381" y="756"/>
                  </a:cubicBezTo>
                  <a:cubicBezTo>
                    <a:pt x="8224" y="725"/>
                    <a:pt x="8035" y="725"/>
                    <a:pt x="7846" y="725"/>
                  </a:cubicBezTo>
                  <a:cubicBezTo>
                    <a:pt x="7184" y="725"/>
                    <a:pt x="6554" y="882"/>
                    <a:pt x="6081" y="1197"/>
                  </a:cubicBezTo>
                  <a:cubicBezTo>
                    <a:pt x="5546" y="851"/>
                    <a:pt x="4916" y="725"/>
                    <a:pt x="4254" y="725"/>
                  </a:cubicBezTo>
                  <a:cubicBezTo>
                    <a:pt x="4097" y="725"/>
                    <a:pt x="3908" y="725"/>
                    <a:pt x="3750" y="756"/>
                  </a:cubicBezTo>
                  <a:cubicBezTo>
                    <a:pt x="3340" y="284"/>
                    <a:pt x="2773"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4" name="Google Shape;16784;p86"/>
            <p:cNvSpPr/>
            <p:nvPr/>
          </p:nvSpPr>
          <p:spPr>
            <a:xfrm>
              <a:off x="-18596350" y="2524725"/>
              <a:ext cx="160700" cy="178800"/>
            </a:xfrm>
            <a:custGeom>
              <a:avLst/>
              <a:gdLst/>
              <a:ahLst/>
              <a:cxnLst/>
              <a:rect l="l" t="t" r="r" b="b"/>
              <a:pathLst>
                <a:path w="6428" h="7152" extrusionOk="0">
                  <a:moveTo>
                    <a:pt x="1072" y="693"/>
                  </a:moveTo>
                  <a:cubicBezTo>
                    <a:pt x="1261" y="693"/>
                    <a:pt x="1419" y="851"/>
                    <a:pt x="1419" y="1040"/>
                  </a:cubicBezTo>
                  <a:cubicBezTo>
                    <a:pt x="1419" y="1260"/>
                    <a:pt x="1261" y="1418"/>
                    <a:pt x="1072" y="1418"/>
                  </a:cubicBezTo>
                  <a:cubicBezTo>
                    <a:pt x="883" y="1418"/>
                    <a:pt x="726" y="1260"/>
                    <a:pt x="726" y="1040"/>
                  </a:cubicBezTo>
                  <a:cubicBezTo>
                    <a:pt x="726" y="851"/>
                    <a:pt x="883" y="693"/>
                    <a:pt x="1072" y="693"/>
                  </a:cubicBezTo>
                  <a:close/>
                  <a:moveTo>
                    <a:pt x="5325" y="693"/>
                  </a:moveTo>
                  <a:cubicBezTo>
                    <a:pt x="5514" y="693"/>
                    <a:pt x="5672" y="851"/>
                    <a:pt x="5672" y="1040"/>
                  </a:cubicBezTo>
                  <a:cubicBezTo>
                    <a:pt x="5672" y="1260"/>
                    <a:pt x="5514" y="1418"/>
                    <a:pt x="5325" y="1418"/>
                  </a:cubicBezTo>
                  <a:cubicBezTo>
                    <a:pt x="5136" y="1418"/>
                    <a:pt x="4979" y="1260"/>
                    <a:pt x="4979" y="1040"/>
                  </a:cubicBezTo>
                  <a:cubicBezTo>
                    <a:pt x="4979" y="851"/>
                    <a:pt x="5136" y="693"/>
                    <a:pt x="5325" y="693"/>
                  </a:cubicBezTo>
                  <a:close/>
                  <a:moveTo>
                    <a:pt x="3214" y="3781"/>
                  </a:moveTo>
                  <a:cubicBezTo>
                    <a:pt x="3372" y="3781"/>
                    <a:pt x="3529" y="3875"/>
                    <a:pt x="3561" y="4001"/>
                  </a:cubicBezTo>
                  <a:lnTo>
                    <a:pt x="3214" y="4442"/>
                  </a:lnTo>
                  <a:lnTo>
                    <a:pt x="2836" y="4001"/>
                  </a:lnTo>
                  <a:cubicBezTo>
                    <a:pt x="2899" y="3844"/>
                    <a:pt x="3057" y="3781"/>
                    <a:pt x="3214" y="3781"/>
                  </a:cubicBezTo>
                  <a:close/>
                  <a:moveTo>
                    <a:pt x="3214" y="1449"/>
                  </a:moveTo>
                  <a:cubicBezTo>
                    <a:pt x="3876" y="1449"/>
                    <a:pt x="4475" y="1922"/>
                    <a:pt x="4632" y="2552"/>
                  </a:cubicBezTo>
                  <a:lnTo>
                    <a:pt x="5136" y="4631"/>
                  </a:lnTo>
                  <a:cubicBezTo>
                    <a:pt x="5357" y="5545"/>
                    <a:pt x="4664" y="6459"/>
                    <a:pt x="3718" y="6459"/>
                  </a:cubicBezTo>
                  <a:lnTo>
                    <a:pt x="3561" y="6459"/>
                  </a:lnTo>
                  <a:lnTo>
                    <a:pt x="3561" y="5136"/>
                  </a:lnTo>
                  <a:lnTo>
                    <a:pt x="4191" y="4348"/>
                  </a:lnTo>
                  <a:cubicBezTo>
                    <a:pt x="4223" y="4285"/>
                    <a:pt x="4254" y="4190"/>
                    <a:pt x="4254" y="4127"/>
                  </a:cubicBezTo>
                  <a:cubicBezTo>
                    <a:pt x="4254" y="3529"/>
                    <a:pt x="3781" y="3056"/>
                    <a:pt x="3214" y="3056"/>
                  </a:cubicBezTo>
                  <a:cubicBezTo>
                    <a:pt x="2616" y="3056"/>
                    <a:pt x="2143" y="3529"/>
                    <a:pt x="2143" y="4127"/>
                  </a:cubicBezTo>
                  <a:cubicBezTo>
                    <a:pt x="2143" y="4190"/>
                    <a:pt x="2175" y="4285"/>
                    <a:pt x="2206" y="4348"/>
                  </a:cubicBezTo>
                  <a:lnTo>
                    <a:pt x="2836" y="5136"/>
                  </a:lnTo>
                  <a:lnTo>
                    <a:pt x="2836" y="6459"/>
                  </a:lnTo>
                  <a:lnTo>
                    <a:pt x="2679" y="6459"/>
                  </a:lnTo>
                  <a:cubicBezTo>
                    <a:pt x="1734" y="6459"/>
                    <a:pt x="1041" y="5545"/>
                    <a:pt x="1261" y="4631"/>
                  </a:cubicBezTo>
                  <a:lnTo>
                    <a:pt x="1797" y="2552"/>
                  </a:lnTo>
                  <a:cubicBezTo>
                    <a:pt x="1954" y="1891"/>
                    <a:pt x="2521" y="1449"/>
                    <a:pt x="3214" y="1449"/>
                  </a:cubicBezTo>
                  <a:close/>
                  <a:moveTo>
                    <a:pt x="1072" y="0"/>
                  </a:moveTo>
                  <a:cubicBezTo>
                    <a:pt x="473" y="0"/>
                    <a:pt x="1" y="441"/>
                    <a:pt x="1" y="1040"/>
                  </a:cubicBezTo>
                  <a:cubicBezTo>
                    <a:pt x="1" y="1638"/>
                    <a:pt x="473" y="2111"/>
                    <a:pt x="1072" y="2111"/>
                  </a:cubicBezTo>
                  <a:lnTo>
                    <a:pt x="1167" y="2111"/>
                  </a:lnTo>
                  <a:cubicBezTo>
                    <a:pt x="1104" y="2174"/>
                    <a:pt x="1104" y="2269"/>
                    <a:pt x="1072" y="2332"/>
                  </a:cubicBezTo>
                  <a:lnTo>
                    <a:pt x="568" y="4442"/>
                  </a:lnTo>
                  <a:cubicBezTo>
                    <a:pt x="221" y="5797"/>
                    <a:pt x="1261" y="7152"/>
                    <a:pt x="2679" y="7152"/>
                  </a:cubicBezTo>
                  <a:lnTo>
                    <a:pt x="3718" y="7152"/>
                  </a:lnTo>
                  <a:cubicBezTo>
                    <a:pt x="5136" y="7152"/>
                    <a:pt x="6207" y="5797"/>
                    <a:pt x="5829" y="4442"/>
                  </a:cubicBezTo>
                  <a:lnTo>
                    <a:pt x="5325" y="2332"/>
                  </a:lnTo>
                  <a:cubicBezTo>
                    <a:pt x="5294" y="2269"/>
                    <a:pt x="5294" y="2174"/>
                    <a:pt x="5262" y="2111"/>
                  </a:cubicBezTo>
                  <a:lnTo>
                    <a:pt x="5325" y="2111"/>
                  </a:lnTo>
                  <a:cubicBezTo>
                    <a:pt x="5924" y="2111"/>
                    <a:pt x="6396" y="1638"/>
                    <a:pt x="6396" y="1040"/>
                  </a:cubicBezTo>
                  <a:cubicBezTo>
                    <a:pt x="6428" y="473"/>
                    <a:pt x="5924" y="0"/>
                    <a:pt x="5325" y="0"/>
                  </a:cubicBezTo>
                  <a:cubicBezTo>
                    <a:pt x="4790" y="0"/>
                    <a:pt x="4317" y="410"/>
                    <a:pt x="4254" y="977"/>
                  </a:cubicBezTo>
                  <a:cubicBezTo>
                    <a:pt x="3939" y="788"/>
                    <a:pt x="3592" y="693"/>
                    <a:pt x="3214" y="693"/>
                  </a:cubicBezTo>
                  <a:cubicBezTo>
                    <a:pt x="2805" y="693"/>
                    <a:pt x="2458" y="819"/>
                    <a:pt x="2143" y="977"/>
                  </a:cubicBezTo>
                  <a:cubicBezTo>
                    <a:pt x="2112" y="410"/>
                    <a:pt x="163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85" name="Google Shape;16785;p86"/>
          <p:cNvGrpSpPr/>
          <p:nvPr/>
        </p:nvGrpSpPr>
        <p:grpSpPr>
          <a:xfrm>
            <a:off x="6575586" y="3801204"/>
            <a:ext cx="635105" cy="631841"/>
            <a:chOff x="-18668800" y="2807475"/>
            <a:chExt cx="306400" cy="304825"/>
          </a:xfrm>
        </p:grpSpPr>
        <p:sp>
          <p:nvSpPr>
            <p:cNvPr id="16786" name="Google Shape;16786;p86"/>
            <p:cNvSpPr/>
            <p:nvPr/>
          </p:nvSpPr>
          <p:spPr>
            <a:xfrm>
              <a:off x="-18632575" y="2951600"/>
              <a:ext cx="18150" cy="35475"/>
            </a:xfrm>
            <a:custGeom>
              <a:avLst/>
              <a:gdLst/>
              <a:ahLst/>
              <a:cxnLst/>
              <a:rect l="l" t="t" r="r" b="b"/>
              <a:pathLst>
                <a:path w="726" h="1419" extrusionOk="0">
                  <a:moveTo>
                    <a:pt x="347" y="1"/>
                  </a:moveTo>
                  <a:cubicBezTo>
                    <a:pt x="158" y="1"/>
                    <a:pt x="1" y="158"/>
                    <a:pt x="1" y="347"/>
                  </a:cubicBezTo>
                  <a:lnTo>
                    <a:pt x="1" y="1072"/>
                  </a:lnTo>
                  <a:cubicBezTo>
                    <a:pt x="1" y="1261"/>
                    <a:pt x="158" y="1419"/>
                    <a:pt x="347" y="1419"/>
                  </a:cubicBezTo>
                  <a:cubicBezTo>
                    <a:pt x="568" y="1419"/>
                    <a:pt x="725" y="1261"/>
                    <a:pt x="725" y="1072"/>
                  </a:cubicBezTo>
                  <a:lnTo>
                    <a:pt x="725" y="347"/>
                  </a:ln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7" name="Google Shape;16787;p86"/>
            <p:cNvSpPr/>
            <p:nvPr/>
          </p:nvSpPr>
          <p:spPr>
            <a:xfrm>
              <a:off x="-18597125" y="2916175"/>
              <a:ext cx="18125" cy="35450"/>
            </a:xfrm>
            <a:custGeom>
              <a:avLst/>
              <a:gdLst/>
              <a:ahLst/>
              <a:cxnLst/>
              <a:rect l="l" t="t" r="r" b="b"/>
              <a:pathLst>
                <a:path w="725" h="1418" extrusionOk="0">
                  <a:moveTo>
                    <a:pt x="347" y="0"/>
                  </a:moveTo>
                  <a:cubicBezTo>
                    <a:pt x="158" y="0"/>
                    <a:pt x="0" y="158"/>
                    <a:pt x="0" y="347"/>
                  </a:cubicBezTo>
                  <a:lnTo>
                    <a:pt x="0" y="1071"/>
                  </a:lnTo>
                  <a:cubicBezTo>
                    <a:pt x="0" y="1260"/>
                    <a:pt x="158" y="1418"/>
                    <a:pt x="347" y="1418"/>
                  </a:cubicBezTo>
                  <a:cubicBezTo>
                    <a:pt x="567" y="1418"/>
                    <a:pt x="725" y="1260"/>
                    <a:pt x="725" y="1071"/>
                  </a:cubicBezTo>
                  <a:lnTo>
                    <a:pt x="725" y="347"/>
                  </a:ln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8" name="Google Shape;16788;p86"/>
            <p:cNvSpPr/>
            <p:nvPr/>
          </p:nvSpPr>
          <p:spPr>
            <a:xfrm>
              <a:off x="-18668800" y="2807475"/>
              <a:ext cx="306400" cy="304825"/>
            </a:xfrm>
            <a:custGeom>
              <a:avLst/>
              <a:gdLst/>
              <a:ahLst/>
              <a:cxnLst/>
              <a:rect l="l" t="t" r="r" b="b"/>
              <a:pathLst>
                <a:path w="12256" h="12193" extrusionOk="0">
                  <a:moveTo>
                    <a:pt x="3970" y="946"/>
                  </a:moveTo>
                  <a:cubicBezTo>
                    <a:pt x="4128" y="1198"/>
                    <a:pt x="4348" y="1513"/>
                    <a:pt x="4348" y="1859"/>
                  </a:cubicBezTo>
                  <a:lnTo>
                    <a:pt x="4348" y="2017"/>
                  </a:lnTo>
                  <a:cubicBezTo>
                    <a:pt x="4299" y="2260"/>
                    <a:pt x="4476" y="2447"/>
                    <a:pt x="4690" y="2447"/>
                  </a:cubicBezTo>
                  <a:cubicBezTo>
                    <a:pt x="4753" y="2447"/>
                    <a:pt x="4819" y="2431"/>
                    <a:pt x="4884" y="2395"/>
                  </a:cubicBezTo>
                  <a:cubicBezTo>
                    <a:pt x="5041" y="2269"/>
                    <a:pt x="5230" y="2237"/>
                    <a:pt x="5451" y="2237"/>
                  </a:cubicBezTo>
                  <a:lnTo>
                    <a:pt x="5766" y="2237"/>
                  </a:lnTo>
                  <a:cubicBezTo>
                    <a:pt x="5608" y="2647"/>
                    <a:pt x="5199" y="2930"/>
                    <a:pt x="4726" y="2930"/>
                  </a:cubicBezTo>
                  <a:lnTo>
                    <a:pt x="3214" y="2930"/>
                  </a:lnTo>
                  <a:cubicBezTo>
                    <a:pt x="2741" y="2930"/>
                    <a:pt x="2363" y="2615"/>
                    <a:pt x="2206" y="2237"/>
                  </a:cubicBezTo>
                  <a:lnTo>
                    <a:pt x="2521" y="2237"/>
                  </a:lnTo>
                  <a:cubicBezTo>
                    <a:pt x="2710" y="2237"/>
                    <a:pt x="2899" y="2269"/>
                    <a:pt x="3056" y="2395"/>
                  </a:cubicBezTo>
                  <a:cubicBezTo>
                    <a:pt x="3117" y="2428"/>
                    <a:pt x="3179" y="2443"/>
                    <a:pt x="3238" y="2443"/>
                  </a:cubicBezTo>
                  <a:cubicBezTo>
                    <a:pt x="3459" y="2443"/>
                    <a:pt x="3648" y="2240"/>
                    <a:pt x="3624" y="2017"/>
                  </a:cubicBezTo>
                  <a:lnTo>
                    <a:pt x="3624" y="1859"/>
                  </a:lnTo>
                  <a:cubicBezTo>
                    <a:pt x="3624" y="1513"/>
                    <a:pt x="3813" y="1198"/>
                    <a:pt x="3970" y="946"/>
                  </a:cubicBezTo>
                  <a:close/>
                  <a:moveTo>
                    <a:pt x="8853" y="3718"/>
                  </a:moveTo>
                  <a:lnTo>
                    <a:pt x="9042" y="3907"/>
                  </a:lnTo>
                  <a:cubicBezTo>
                    <a:pt x="9168" y="4033"/>
                    <a:pt x="9294" y="4222"/>
                    <a:pt x="9326" y="4443"/>
                  </a:cubicBezTo>
                  <a:cubicBezTo>
                    <a:pt x="9382" y="4591"/>
                    <a:pt x="9536" y="4685"/>
                    <a:pt x="9686" y="4685"/>
                  </a:cubicBezTo>
                  <a:cubicBezTo>
                    <a:pt x="9790" y="4685"/>
                    <a:pt x="9892" y="4640"/>
                    <a:pt x="9956" y="4537"/>
                  </a:cubicBezTo>
                  <a:cubicBezTo>
                    <a:pt x="9988" y="4506"/>
                    <a:pt x="10051" y="4474"/>
                    <a:pt x="10051" y="4443"/>
                  </a:cubicBezTo>
                  <a:cubicBezTo>
                    <a:pt x="10271" y="4191"/>
                    <a:pt x="10681" y="4065"/>
                    <a:pt x="10901" y="4033"/>
                  </a:cubicBezTo>
                  <a:lnTo>
                    <a:pt x="10901" y="4033"/>
                  </a:lnTo>
                  <a:cubicBezTo>
                    <a:pt x="10870" y="4317"/>
                    <a:pt x="10775" y="4663"/>
                    <a:pt x="10523" y="4915"/>
                  </a:cubicBezTo>
                  <a:cubicBezTo>
                    <a:pt x="10460" y="4947"/>
                    <a:pt x="10429" y="4947"/>
                    <a:pt x="10397" y="4978"/>
                  </a:cubicBezTo>
                  <a:cubicBezTo>
                    <a:pt x="10145" y="5167"/>
                    <a:pt x="10240" y="5545"/>
                    <a:pt x="10523" y="5608"/>
                  </a:cubicBezTo>
                  <a:cubicBezTo>
                    <a:pt x="10712" y="5640"/>
                    <a:pt x="10870" y="5766"/>
                    <a:pt x="11027" y="5892"/>
                  </a:cubicBezTo>
                  <a:lnTo>
                    <a:pt x="11216" y="6081"/>
                  </a:lnTo>
                  <a:cubicBezTo>
                    <a:pt x="11059" y="6144"/>
                    <a:pt x="10901" y="6207"/>
                    <a:pt x="10744" y="6207"/>
                  </a:cubicBezTo>
                  <a:cubicBezTo>
                    <a:pt x="10460" y="6207"/>
                    <a:pt x="10208" y="6081"/>
                    <a:pt x="9988" y="5892"/>
                  </a:cubicBezTo>
                  <a:lnTo>
                    <a:pt x="8979" y="4852"/>
                  </a:lnTo>
                  <a:cubicBezTo>
                    <a:pt x="8727" y="4632"/>
                    <a:pt x="8664" y="4159"/>
                    <a:pt x="8853" y="3718"/>
                  </a:cubicBezTo>
                  <a:close/>
                  <a:moveTo>
                    <a:pt x="3970" y="3687"/>
                  </a:moveTo>
                  <a:cubicBezTo>
                    <a:pt x="4852" y="3687"/>
                    <a:pt x="5514" y="3750"/>
                    <a:pt x="6018" y="3939"/>
                  </a:cubicBezTo>
                  <a:cubicBezTo>
                    <a:pt x="5640" y="4096"/>
                    <a:pt x="5199" y="4348"/>
                    <a:pt x="4852" y="4726"/>
                  </a:cubicBezTo>
                  <a:cubicBezTo>
                    <a:pt x="4033" y="5577"/>
                    <a:pt x="3340" y="6837"/>
                    <a:pt x="3025" y="8129"/>
                  </a:cubicBezTo>
                  <a:cubicBezTo>
                    <a:pt x="2804" y="9042"/>
                    <a:pt x="2804" y="9830"/>
                    <a:pt x="2993" y="10492"/>
                  </a:cubicBezTo>
                  <a:cubicBezTo>
                    <a:pt x="2426" y="10113"/>
                    <a:pt x="2017" y="9578"/>
                    <a:pt x="1639" y="8948"/>
                  </a:cubicBezTo>
                  <a:cubicBezTo>
                    <a:pt x="1103" y="7971"/>
                    <a:pt x="757" y="6742"/>
                    <a:pt x="757" y="5797"/>
                  </a:cubicBezTo>
                  <a:cubicBezTo>
                    <a:pt x="757" y="4222"/>
                    <a:pt x="1576" y="3687"/>
                    <a:pt x="3970" y="3687"/>
                  </a:cubicBezTo>
                  <a:close/>
                  <a:moveTo>
                    <a:pt x="6672" y="4532"/>
                  </a:moveTo>
                  <a:cubicBezTo>
                    <a:pt x="7416" y="4532"/>
                    <a:pt x="8169" y="5082"/>
                    <a:pt x="9042" y="5955"/>
                  </a:cubicBezTo>
                  <a:cubicBezTo>
                    <a:pt x="10555" y="7467"/>
                    <a:pt x="11059" y="8538"/>
                    <a:pt x="9798" y="9735"/>
                  </a:cubicBezTo>
                  <a:cubicBezTo>
                    <a:pt x="9105" y="10460"/>
                    <a:pt x="7908" y="11090"/>
                    <a:pt x="6774" y="11374"/>
                  </a:cubicBezTo>
                  <a:cubicBezTo>
                    <a:pt x="6350" y="11482"/>
                    <a:pt x="5952" y="11535"/>
                    <a:pt x="5591" y="11535"/>
                  </a:cubicBezTo>
                  <a:cubicBezTo>
                    <a:pt x="4905" y="11535"/>
                    <a:pt x="4352" y="11346"/>
                    <a:pt x="4002" y="10996"/>
                  </a:cubicBezTo>
                  <a:cubicBezTo>
                    <a:pt x="3466" y="10460"/>
                    <a:pt x="3340" y="9452"/>
                    <a:pt x="3655" y="8255"/>
                  </a:cubicBezTo>
                  <a:cubicBezTo>
                    <a:pt x="3939" y="7089"/>
                    <a:pt x="4569" y="5923"/>
                    <a:pt x="5262" y="5230"/>
                  </a:cubicBezTo>
                  <a:cubicBezTo>
                    <a:pt x="5746" y="4746"/>
                    <a:pt x="6207" y="4532"/>
                    <a:pt x="6672" y="4532"/>
                  </a:cubicBezTo>
                  <a:close/>
                  <a:moveTo>
                    <a:pt x="3935" y="0"/>
                  </a:moveTo>
                  <a:cubicBezTo>
                    <a:pt x="3844" y="0"/>
                    <a:pt x="3750" y="32"/>
                    <a:pt x="3687" y="95"/>
                  </a:cubicBezTo>
                  <a:cubicBezTo>
                    <a:pt x="3655" y="126"/>
                    <a:pt x="3025" y="694"/>
                    <a:pt x="2899" y="1481"/>
                  </a:cubicBezTo>
                  <a:cubicBezTo>
                    <a:pt x="2804" y="1418"/>
                    <a:pt x="2647" y="1418"/>
                    <a:pt x="2521" y="1418"/>
                  </a:cubicBezTo>
                  <a:lnTo>
                    <a:pt x="1796" y="1418"/>
                  </a:lnTo>
                  <a:cubicBezTo>
                    <a:pt x="1607" y="1418"/>
                    <a:pt x="1450" y="1576"/>
                    <a:pt x="1450" y="1796"/>
                  </a:cubicBezTo>
                  <a:cubicBezTo>
                    <a:pt x="1450" y="2300"/>
                    <a:pt x="1639" y="2741"/>
                    <a:pt x="1954" y="3056"/>
                  </a:cubicBezTo>
                  <a:cubicBezTo>
                    <a:pt x="694" y="3371"/>
                    <a:pt x="0" y="4222"/>
                    <a:pt x="0" y="5671"/>
                  </a:cubicBezTo>
                  <a:cubicBezTo>
                    <a:pt x="0" y="6774"/>
                    <a:pt x="378" y="8097"/>
                    <a:pt x="1009" y="9200"/>
                  </a:cubicBezTo>
                  <a:cubicBezTo>
                    <a:pt x="1702" y="10397"/>
                    <a:pt x="2552" y="11153"/>
                    <a:pt x="3466" y="11405"/>
                  </a:cubicBezTo>
                  <a:cubicBezTo>
                    <a:pt x="4002" y="11941"/>
                    <a:pt x="4758" y="12193"/>
                    <a:pt x="5545" y="12193"/>
                  </a:cubicBezTo>
                  <a:cubicBezTo>
                    <a:pt x="5986" y="12193"/>
                    <a:pt x="6427" y="12098"/>
                    <a:pt x="6932" y="11972"/>
                  </a:cubicBezTo>
                  <a:cubicBezTo>
                    <a:pt x="8192" y="11657"/>
                    <a:pt x="9483" y="10964"/>
                    <a:pt x="10303" y="10177"/>
                  </a:cubicBezTo>
                  <a:cubicBezTo>
                    <a:pt x="11374" y="9105"/>
                    <a:pt x="11468" y="8034"/>
                    <a:pt x="10838" y="6900"/>
                  </a:cubicBezTo>
                  <a:lnTo>
                    <a:pt x="10838" y="6900"/>
                  </a:lnTo>
                  <a:cubicBezTo>
                    <a:pt x="10921" y="6917"/>
                    <a:pt x="11002" y="6924"/>
                    <a:pt x="11081" y="6924"/>
                  </a:cubicBezTo>
                  <a:cubicBezTo>
                    <a:pt x="11453" y="6924"/>
                    <a:pt x="11787" y="6750"/>
                    <a:pt x="12098" y="6490"/>
                  </a:cubicBezTo>
                  <a:cubicBezTo>
                    <a:pt x="12256" y="6333"/>
                    <a:pt x="12256" y="6112"/>
                    <a:pt x="12098" y="5955"/>
                  </a:cubicBezTo>
                  <a:lnTo>
                    <a:pt x="11563" y="5451"/>
                  </a:lnTo>
                  <a:cubicBezTo>
                    <a:pt x="11500" y="5388"/>
                    <a:pt x="11374" y="5293"/>
                    <a:pt x="11248" y="5230"/>
                  </a:cubicBezTo>
                  <a:cubicBezTo>
                    <a:pt x="11689" y="4537"/>
                    <a:pt x="11657" y="3718"/>
                    <a:pt x="11657" y="3687"/>
                  </a:cubicBezTo>
                  <a:cubicBezTo>
                    <a:pt x="11657" y="3497"/>
                    <a:pt x="11500" y="3371"/>
                    <a:pt x="11311" y="3308"/>
                  </a:cubicBezTo>
                  <a:cubicBezTo>
                    <a:pt x="11303" y="3308"/>
                    <a:pt x="11283" y="3308"/>
                    <a:pt x="11252" y="3308"/>
                  </a:cubicBezTo>
                  <a:cubicBezTo>
                    <a:pt x="11038" y="3308"/>
                    <a:pt x="10318" y="3332"/>
                    <a:pt x="9767" y="3718"/>
                  </a:cubicBezTo>
                  <a:cubicBezTo>
                    <a:pt x="9672" y="3592"/>
                    <a:pt x="9609" y="3529"/>
                    <a:pt x="9515" y="3403"/>
                  </a:cubicBezTo>
                  <a:lnTo>
                    <a:pt x="9011" y="2899"/>
                  </a:lnTo>
                  <a:cubicBezTo>
                    <a:pt x="8932" y="2820"/>
                    <a:pt x="8845" y="2781"/>
                    <a:pt x="8759" y="2781"/>
                  </a:cubicBezTo>
                  <a:cubicBezTo>
                    <a:pt x="8672" y="2781"/>
                    <a:pt x="8586" y="2820"/>
                    <a:pt x="8507" y="2899"/>
                  </a:cubicBezTo>
                  <a:cubicBezTo>
                    <a:pt x="8160" y="3245"/>
                    <a:pt x="8003" y="3718"/>
                    <a:pt x="8003" y="4159"/>
                  </a:cubicBezTo>
                  <a:cubicBezTo>
                    <a:pt x="7751" y="4033"/>
                    <a:pt x="7530" y="3907"/>
                    <a:pt x="7278" y="3844"/>
                  </a:cubicBezTo>
                  <a:cubicBezTo>
                    <a:pt x="7247" y="3844"/>
                    <a:pt x="7215" y="3844"/>
                    <a:pt x="7215" y="3781"/>
                  </a:cubicBezTo>
                  <a:cubicBezTo>
                    <a:pt x="6900" y="3466"/>
                    <a:pt x="6459" y="3214"/>
                    <a:pt x="5860" y="3088"/>
                  </a:cubicBezTo>
                  <a:cubicBezTo>
                    <a:pt x="6207" y="2773"/>
                    <a:pt x="6427" y="2300"/>
                    <a:pt x="6427" y="1796"/>
                  </a:cubicBezTo>
                  <a:cubicBezTo>
                    <a:pt x="6427" y="1576"/>
                    <a:pt x="6270" y="1418"/>
                    <a:pt x="6049" y="1418"/>
                  </a:cubicBezTo>
                  <a:lnTo>
                    <a:pt x="5356" y="1418"/>
                  </a:lnTo>
                  <a:cubicBezTo>
                    <a:pt x="5230" y="1418"/>
                    <a:pt x="5073" y="1418"/>
                    <a:pt x="4947" y="1481"/>
                  </a:cubicBezTo>
                  <a:cubicBezTo>
                    <a:pt x="4789" y="694"/>
                    <a:pt x="4159" y="126"/>
                    <a:pt x="4159" y="95"/>
                  </a:cubicBezTo>
                  <a:cubicBezTo>
                    <a:pt x="4112" y="32"/>
                    <a:pt x="4025" y="0"/>
                    <a:pt x="39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9" name="Google Shape;16789;p86"/>
            <p:cNvSpPr/>
            <p:nvPr/>
          </p:nvSpPr>
          <p:spPr>
            <a:xfrm>
              <a:off x="-18496300" y="2977800"/>
              <a:ext cx="33100" cy="31925"/>
            </a:xfrm>
            <a:custGeom>
              <a:avLst/>
              <a:gdLst/>
              <a:ahLst/>
              <a:cxnLst/>
              <a:rect l="l" t="t" r="r" b="b"/>
              <a:pathLst>
                <a:path w="1324" h="1277" extrusionOk="0">
                  <a:moveTo>
                    <a:pt x="914" y="0"/>
                  </a:moveTo>
                  <a:cubicBezTo>
                    <a:pt x="827" y="0"/>
                    <a:pt x="740" y="40"/>
                    <a:pt x="662" y="119"/>
                  </a:cubicBezTo>
                  <a:lnTo>
                    <a:pt x="158" y="654"/>
                  </a:lnTo>
                  <a:cubicBezTo>
                    <a:pt x="0" y="812"/>
                    <a:pt x="0" y="1001"/>
                    <a:pt x="158" y="1158"/>
                  </a:cubicBezTo>
                  <a:cubicBezTo>
                    <a:pt x="205" y="1237"/>
                    <a:pt x="291" y="1276"/>
                    <a:pt x="386" y="1276"/>
                  </a:cubicBezTo>
                  <a:cubicBezTo>
                    <a:pt x="480" y="1276"/>
                    <a:pt x="583" y="1237"/>
                    <a:pt x="662" y="1158"/>
                  </a:cubicBezTo>
                  <a:lnTo>
                    <a:pt x="1166" y="654"/>
                  </a:lnTo>
                  <a:cubicBezTo>
                    <a:pt x="1323" y="497"/>
                    <a:pt x="1323" y="276"/>
                    <a:pt x="1166" y="119"/>
                  </a:cubicBezTo>
                  <a:cubicBezTo>
                    <a:pt x="1087" y="40"/>
                    <a:pt x="1000" y="0"/>
                    <a:pt x="9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0" name="Google Shape;16790;p86"/>
            <p:cNvSpPr/>
            <p:nvPr/>
          </p:nvSpPr>
          <p:spPr>
            <a:xfrm>
              <a:off x="-18559325" y="3042375"/>
              <a:ext cx="33100" cy="31150"/>
            </a:xfrm>
            <a:custGeom>
              <a:avLst/>
              <a:gdLst/>
              <a:ahLst/>
              <a:cxnLst/>
              <a:rect l="l" t="t" r="r" b="b"/>
              <a:pathLst>
                <a:path w="1324" h="1246" extrusionOk="0">
                  <a:moveTo>
                    <a:pt x="902" y="1"/>
                  </a:moveTo>
                  <a:cubicBezTo>
                    <a:pt x="812" y="1"/>
                    <a:pt x="725" y="40"/>
                    <a:pt x="662" y="119"/>
                  </a:cubicBezTo>
                  <a:lnTo>
                    <a:pt x="158" y="623"/>
                  </a:lnTo>
                  <a:cubicBezTo>
                    <a:pt x="1" y="781"/>
                    <a:pt x="1" y="970"/>
                    <a:pt x="158" y="1127"/>
                  </a:cubicBezTo>
                  <a:cubicBezTo>
                    <a:pt x="237" y="1206"/>
                    <a:pt x="324" y="1245"/>
                    <a:pt x="410" y="1245"/>
                  </a:cubicBezTo>
                  <a:cubicBezTo>
                    <a:pt x="497" y="1245"/>
                    <a:pt x="583" y="1206"/>
                    <a:pt x="662" y="1127"/>
                  </a:cubicBezTo>
                  <a:lnTo>
                    <a:pt x="1166" y="623"/>
                  </a:lnTo>
                  <a:cubicBezTo>
                    <a:pt x="1324" y="465"/>
                    <a:pt x="1324" y="276"/>
                    <a:pt x="1166" y="119"/>
                  </a:cubicBezTo>
                  <a:cubicBezTo>
                    <a:pt x="1088" y="40"/>
                    <a:pt x="993" y="1"/>
                    <a:pt x="9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1" name="Google Shape;16791;p86"/>
            <p:cNvSpPr/>
            <p:nvPr/>
          </p:nvSpPr>
          <p:spPr>
            <a:xfrm>
              <a:off x="-18559325" y="2991175"/>
              <a:ext cx="33100" cy="31150"/>
            </a:xfrm>
            <a:custGeom>
              <a:avLst/>
              <a:gdLst/>
              <a:ahLst/>
              <a:cxnLst/>
              <a:rect l="l" t="t" r="r" b="b"/>
              <a:pathLst>
                <a:path w="1324" h="1246" extrusionOk="0">
                  <a:moveTo>
                    <a:pt x="914" y="1"/>
                  </a:moveTo>
                  <a:cubicBezTo>
                    <a:pt x="828" y="1"/>
                    <a:pt x="741" y="40"/>
                    <a:pt x="662" y="119"/>
                  </a:cubicBezTo>
                  <a:lnTo>
                    <a:pt x="158" y="623"/>
                  </a:lnTo>
                  <a:cubicBezTo>
                    <a:pt x="1" y="781"/>
                    <a:pt x="1" y="970"/>
                    <a:pt x="158" y="1127"/>
                  </a:cubicBezTo>
                  <a:cubicBezTo>
                    <a:pt x="205" y="1206"/>
                    <a:pt x="292" y="1245"/>
                    <a:pt x="387" y="1245"/>
                  </a:cubicBezTo>
                  <a:cubicBezTo>
                    <a:pt x="481" y="1245"/>
                    <a:pt x="583" y="1206"/>
                    <a:pt x="662" y="1127"/>
                  </a:cubicBezTo>
                  <a:lnTo>
                    <a:pt x="1166" y="623"/>
                  </a:lnTo>
                  <a:cubicBezTo>
                    <a:pt x="1324" y="466"/>
                    <a:pt x="1324" y="277"/>
                    <a:pt x="1166" y="119"/>
                  </a:cubicBezTo>
                  <a:cubicBezTo>
                    <a:pt x="1088" y="40"/>
                    <a:pt x="1001" y="1"/>
                    <a:pt x="9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2" name="Google Shape;16792;p86"/>
            <p:cNvSpPr/>
            <p:nvPr/>
          </p:nvSpPr>
          <p:spPr>
            <a:xfrm>
              <a:off x="-18491575" y="3024275"/>
              <a:ext cx="33100" cy="31925"/>
            </a:xfrm>
            <a:custGeom>
              <a:avLst/>
              <a:gdLst/>
              <a:ahLst/>
              <a:cxnLst/>
              <a:rect l="l" t="t" r="r" b="b"/>
              <a:pathLst>
                <a:path w="1324" h="1277" extrusionOk="0">
                  <a:moveTo>
                    <a:pt x="902" y="0"/>
                  </a:moveTo>
                  <a:cubicBezTo>
                    <a:pt x="811" y="0"/>
                    <a:pt x="725" y="40"/>
                    <a:pt x="662" y="118"/>
                  </a:cubicBezTo>
                  <a:lnTo>
                    <a:pt x="158" y="654"/>
                  </a:lnTo>
                  <a:cubicBezTo>
                    <a:pt x="0" y="811"/>
                    <a:pt x="0" y="1000"/>
                    <a:pt x="158" y="1158"/>
                  </a:cubicBezTo>
                  <a:cubicBezTo>
                    <a:pt x="236" y="1237"/>
                    <a:pt x="323" y="1276"/>
                    <a:pt x="410" y="1276"/>
                  </a:cubicBezTo>
                  <a:cubicBezTo>
                    <a:pt x="496" y="1276"/>
                    <a:pt x="583" y="1237"/>
                    <a:pt x="662" y="1158"/>
                  </a:cubicBezTo>
                  <a:lnTo>
                    <a:pt x="1166" y="654"/>
                  </a:lnTo>
                  <a:cubicBezTo>
                    <a:pt x="1323" y="496"/>
                    <a:pt x="1323" y="276"/>
                    <a:pt x="1166" y="118"/>
                  </a:cubicBezTo>
                  <a:cubicBezTo>
                    <a:pt x="1087" y="40"/>
                    <a:pt x="992" y="0"/>
                    <a:pt x="9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3" name="Google Shape;16793;p86"/>
            <p:cNvSpPr/>
            <p:nvPr/>
          </p:nvSpPr>
          <p:spPr>
            <a:xfrm>
              <a:off x="-18522300" y="2928175"/>
              <a:ext cx="32300" cy="31125"/>
            </a:xfrm>
            <a:custGeom>
              <a:avLst/>
              <a:gdLst/>
              <a:ahLst/>
              <a:cxnLst/>
              <a:rect l="l" t="t" r="r" b="b"/>
              <a:pathLst>
                <a:path w="1292" h="1245" extrusionOk="0">
                  <a:moveTo>
                    <a:pt x="930" y="1"/>
                  </a:moveTo>
                  <a:cubicBezTo>
                    <a:pt x="835" y="1"/>
                    <a:pt x="741" y="40"/>
                    <a:pt x="662" y="119"/>
                  </a:cubicBezTo>
                  <a:lnTo>
                    <a:pt x="158" y="623"/>
                  </a:lnTo>
                  <a:cubicBezTo>
                    <a:pt x="0" y="780"/>
                    <a:pt x="0" y="969"/>
                    <a:pt x="158" y="1127"/>
                  </a:cubicBezTo>
                  <a:cubicBezTo>
                    <a:pt x="237" y="1206"/>
                    <a:pt x="331" y="1245"/>
                    <a:pt x="422" y="1245"/>
                  </a:cubicBezTo>
                  <a:cubicBezTo>
                    <a:pt x="512" y="1245"/>
                    <a:pt x="599" y="1206"/>
                    <a:pt x="662" y="1127"/>
                  </a:cubicBezTo>
                  <a:lnTo>
                    <a:pt x="1198" y="623"/>
                  </a:lnTo>
                  <a:cubicBezTo>
                    <a:pt x="1292" y="497"/>
                    <a:pt x="1292" y="276"/>
                    <a:pt x="1198" y="119"/>
                  </a:cubicBezTo>
                  <a:cubicBezTo>
                    <a:pt x="1119" y="40"/>
                    <a:pt x="1024" y="1"/>
                    <a:pt x="9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4" name="Google Shape;16794;p86"/>
            <p:cNvSpPr/>
            <p:nvPr/>
          </p:nvSpPr>
          <p:spPr>
            <a:xfrm>
              <a:off x="-18446700" y="3004375"/>
              <a:ext cx="33900" cy="31325"/>
            </a:xfrm>
            <a:custGeom>
              <a:avLst/>
              <a:gdLst/>
              <a:ahLst/>
              <a:cxnLst/>
              <a:rect l="l" t="t" r="r" b="b"/>
              <a:pathLst>
                <a:path w="1356" h="1253" extrusionOk="0">
                  <a:moveTo>
                    <a:pt x="922" y="1"/>
                  </a:moveTo>
                  <a:cubicBezTo>
                    <a:pt x="828" y="1"/>
                    <a:pt x="741" y="32"/>
                    <a:pt x="694" y="95"/>
                  </a:cubicBezTo>
                  <a:lnTo>
                    <a:pt x="158" y="599"/>
                  </a:lnTo>
                  <a:cubicBezTo>
                    <a:pt x="1" y="757"/>
                    <a:pt x="1" y="977"/>
                    <a:pt x="158" y="1135"/>
                  </a:cubicBezTo>
                  <a:cubicBezTo>
                    <a:pt x="253" y="1214"/>
                    <a:pt x="347" y="1253"/>
                    <a:pt x="438" y="1253"/>
                  </a:cubicBezTo>
                  <a:cubicBezTo>
                    <a:pt x="529" y="1253"/>
                    <a:pt x="615" y="1214"/>
                    <a:pt x="694" y="1135"/>
                  </a:cubicBezTo>
                  <a:lnTo>
                    <a:pt x="1198" y="599"/>
                  </a:lnTo>
                  <a:cubicBezTo>
                    <a:pt x="1356" y="442"/>
                    <a:pt x="1356" y="253"/>
                    <a:pt x="1198" y="95"/>
                  </a:cubicBezTo>
                  <a:cubicBezTo>
                    <a:pt x="1119" y="32"/>
                    <a:pt x="1017" y="1"/>
                    <a:pt x="9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95" name="Google Shape;16795;p86"/>
          <p:cNvGrpSpPr/>
          <p:nvPr/>
        </p:nvGrpSpPr>
        <p:grpSpPr>
          <a:xfrm>
            <a:off x="10514211" y="2250258"/>
            <a:ext cx="555148" cy="633500"/>
            <a:chOff x="-16798200" y="2050575"/>
            <a:chExt cx="267825" cy="305625"/>
          </a:xfrm>
        </p:grpSpPr>
        <p:sp>
          <p:nvSpPr>
            <p:cNvPr id="16796" name="Google Shape;16796;p86"/>
            <p:cNvSpPr/>
            <p:nvPr/>
          </p:nvSpPr>
          <p:spPr>
            <a:xfrm>
              <a:off x="-16798200" y="2050575"/>
              <a:ext cx="267825" cy="305625"/>
            </a:xfrm>
            <a:custGeom>
              <a:avLst/>
              <a:gdLst/>
              <a:ahLst/>
              <a:cxnLst/>
              <a:rect l="l" t="t" r="r" b="b"/>
              <a:pathLst>
                <a:path w="10713" h="12225" extrusionOk="0">
                  <a:moveTo>
                    <a:pt x="5388" y="725"/>
                  </a:moveTo>
                  <a:cubicBezTo>
                    <a:pt x="7940" y="725"/>
                    <a:pt x="10051" y="2804"/>
                    <a:pt x="10051" y="5356"/>
                  </a:cubicBezTo>
                  <a:cubicBezTo>
                    <a:pt x="9988" y="5545"/>
                    <a:pt x="9830" y="5734"/>
                    <a:pt x="9641" y="5734"/>
                  </a:cubicBezTo>
                  <a:lnTo>
                    <a:pt x="1103" y="5734"/>
                  </a:lnTo>
                  <a:cubicBezTo>
                    <a:pt x="914" y="5734"/>
                    <a:pt x="757" y="5545"/>
                    <a:pt x="757" y="5356"/>
                  </a:cubicBezTo>
                  <a:cubicBezTo>
                    <a:pt x="757" y="2804"/>
                    <a:pt x="2836" y="725"/>
                    <a:pt x="5388" y="725"/>
                  </a:cubicBezTo>
                  <a:close/>
                  <a:moveTo>
                    <a:pt x="6050" y="6459"/>
                  </a:moveTo>
                  <a:cubicBezTo>
                    <a:pt x="6113" y="7561"/>
                    <a:pt x="6428" y="8664"/>
                    <a:pt x="6743" y="9609"/>
                  </a:cubicBezTo>
                  <a:cubicBezTo>
                    <a:pt x="6774" y="9767"/>
                    <a:pt x="6806" y="9893"/>
                    <a:pt x="6806" y="10050"/>
                  </a:cubicBezTo>
                  <a:cubicBezTo>
                    <a:pt x="6806" y="10491"/>
                    <a:pt x="6617" y="10901"/>
                    <a:pt x="6270" y="11185"/>
                  </a:cubicBezTo>
                  <a:cubicBezTo>
                    <a:pt x="6004" y="11387"/>
                    <a:pt x="5692" y="11481"/>
                    <a:pt x="5383" y="11481"/>
                  </a:cubicBezTo>
                  <a:cubicBezTo>
                    <a:pt x="4778" y="11481"/>
                    <a:pt x="4190" y="11118"/>
                    <a:pt x="4002" y="10491"/>
                  </a:cubicBezTo>
                  <a:cubicBezTo>
                    <a:pt x="3939" y="10176"/>
                    <a:pt x="3939" y="9861"/>
                    <a:pt x="4065" y="9546"/>
                  </a:cubicBezTo>
                  <a:cubicBezTo>
                    <a:pt x="4443" y="8601"/>
                    <a:pt x="4632" y="7530"/>
                    <a:pt x="4632" y="6459"/>
                  </a:cubicBezTo>
                  <a:close/>
                  <a:moveTo>
                    <a:pt x="5357" y="0"/>
                  </a:moveTo>
                  <a:cubicBezTo>
                    <a:pt x="2395" y="0"/>
                    <a:pt x="1" y="2395"/>
                    <a:pt x="1" y="5356"/>
                  </a:cubicBezTo>
                  <a:cubicBezTo>
                    <a:pt x="1" y="5955"/>
                    <a:pt x="473" y="6427"/>
                    <a:pt x="1072" y="6427"/>
                  </a:cubicBezTo>
                  <a:lnTo>
                    <a:pt x="3907" y="6427"/>
                  </a:lnTo>
                  <a:cubicBezTo>
                    <a:pt x="3907" y="7404"/>
                    <a:pt x="3718" y="8381"/>
                    <a:pt x="3340" y="9263"/>
                  </a:cubicBezTo>
                  <a:cubicBezTo>
                    <a:pt x="3151" y="9704"/>
                    <a:pt x="3151" y="10208"/>
                    <a:pt x="3277" y="10680"/>
                  </a:cubicBezTo>
                  <a:cubicBezTo>
                    <a:pt x="3498" y="11500"/>
                    <a:pt x="4285" y="12224"/>
                    <a:pt x="5325" y="12224"/>
                  </a:cubicBezTo>
                  <a:cubicBezTo>
                    <a:pt x="6491" y="12224"/>
                    <a:pt x="7436" y="11279"/>
                    <a:pt x="7436" y="10082"/>
                  </a:cubicBezTo>
                  <a:cubicBezTo>
                    <a:pt x="7436" y="9861"/>
                    <a:pt x="7404" y="9641"/>
                    <a:pt x="7341" y="9420"/>
                  </a:cubicBezTo>
                  <a:cubicBezTo>
                    <a:pt x="7058" y="8538"/>
                    <a:pt x="6743" y="7498"/>
                    <a:pt x="6743" y="6459"/>
                  </a:cubicBezTo>
                  <a:lnTo>
                    <a:pt x="9578" y="6459"/>
                  </a:lnTo>
                  <a:cubicBezTo>
                    <a:pt x="10177" y="6459"/>
                    <a:pt x="10649" y="5986"/>
                    <a:pt x="10649" y="5388"/>
                  </a:cubicBezTo>
                  <a:cubicBezTo>
                    <a:pt x="10712" y="2395"/>
                    <a:pt x="8350" y="0"/>
                    <a:pt x="53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7" name="Google Shape;16797;p86"/>
            <p:cNvSpPr/>
            <p:nvPr/>
          </p:nvSpPr>
          <p:spPr>
            <a:xfrm>
              <a:off x="-16743850" y="2123025"/>
              <a:ext cx="52800" cy="52800"/>
            </a:xfrm>
            <a:custGeom>
              <a:avLst/>
              <a:gdLst/>
              <a:ahLst/>
              <a:cxnLst/>
              <a:rect l="l" t="t" r="r" b="b"/>
              <a:pathLst>
                <a:path w="2112" h="2112" extrusionOk="0">
                  <a:moveTo>
                    <a:pt x="1040" y="694"/>
                  </a:moveTo>
                  <a:cubicBezTo>
                    <a:pt x="1261" y="694"/>
                    <a:pt x="1418" y="851"/>
                    <a:pt x="1418" y="1040"/>
                  </a:cubicBezTo>
                  <a:cubicBezTo>
                    <a:pt x="1418" y="1261"/>
                    <a:pt x="1261" y="1418"/>
                    <a:pt x="1040" y="1418"/>
                  </a:cubicBezTo>
                  <a:cubicBezTo>
                    <a:pt x="851" y="1418"/>
                    <a:pt x="694" y="1261"/>
                    <a:pt x="694" y="1040"/>
                  </a:cubicBezTo>
                  <a:cubicBezTo>
                    <a:pt x="694" y="851"/>
                    <a:pt x="851" y="694"/>
                    <a:pt x="1040" y="694"/>
                  </a:cubicBezTo>
                  <a:close/>
                  <a:moveTo>
                    <a:pt x="1040" y="1"/>
                  </a:moveTo>
                  <a:cubicBezTo>
                    <a:pt x="473" y="1"/>
                    <a:pt x="1" y="473"/>
                    <a:pt x="1" y="1040"/>
                  </a:cubicBezTo>
                  <a:cubicBezTo>
                    <a:pt x="1" y="1639"/>
                    <a:pt x="473" y="2112"/>
                    <a:pt x="1040" y="2112"/>
                  </a:cubicBezTo>
                  <a:cubicBezTo>
                    <a:pt x="1639" y="2112"/>
                    <a:pt x="2111" y="1639"/>
                    <a:pt x="2111" y="1040"/>
                  </a:cubicBezTo>
                  <a:cubicBezTo>
                    <a:pt x="2111"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8" name="Google Shape;16798;p86"/>
            <p:cNvSpPr/>
            <p:nvPr/>
          </p:nvSpPr>
          <p:spPr>
            <a:xfrm>
              <a:off x="-16691075" y="2087600"/>
              <a:ext cx="35475" cy="35450"/>
            </a:xfrm>
            <a:custGeom>
              <a:avLst/>
              <a:gdLst/>
              <a:ahLst/>
              <a:cxnLst/>
              <a:rect l="l" t="t" r="r" b="b"/>
              <a:pathLst>
                <a:path w="1419" h="1418" extrusionOk="0">
                  <a:moveTo>
                    <a:pt x="725" y="0"/>
                  </a:moveTo>
                  <a:cubicBezTo>
                    <a:pt x="315" y="0"/>
                    <a:pt x="0" y="315"/>
                    <a:pt x="0" y="693"/>
                  </a:cubicBezTo>
                  <a:cubicBezTo>
                    <a:pt x="0" y="1103"/>
                    <a:pt x="315" y="1418"/>
                    <a:pt x="725" y="1418"/>
                  </a:cubicBezTo>
                  <a:cubicBezTo>
                    <a:pt x="1103" y="1418"/>
                    <a:pt x="1418" y="1103"/>
                    <a:pt x="1418" y="693"/>
                  </a:cubicBezTo>
                  <a:cubicBezTo>
                    <a:pt x="1418" y="315"/>
                    <a:pt x="1103" y="0"/>
                    <a:pt x="7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99" name="Google Shape;16799;p86"/>
          <p:cNvGrpSpPr/>
          <p:nvPr/>
        </p:nvGrpSpPr>
        <p:grpSpPr>
          <a:xfrm>
            <a:off x="10475035" y="3802836"/>
            <a:ext cx="633500" cy="628576"/>
            <a:chOff x="-16817100" y="2801175"/>
            <a:chExt cx="305625" cy="303250"/>
          </a:xfrm>
        </p:grpSpPr>
        <p:sp>
          <p:nvSpPr>
            <p:cNvPr id="16800" name="Google Shape;16800;p86"/>
            <p:cNvSpPr/>
            <p:nvPr/>
          </p:nvSpPr>
          <p:spPr>
            <a:xfrm>
              <a:off x="-16817100" y="2801175"/>
              <a:ext cx="305625" cy="232375"/>
            </a:xfrm>
            <a:custGeom>
              <a:avLst/>
              <a:gdLst/>
              <a:ahLst/>
              <a:cxnLst/>
              <a:rect l="l" t="t" r="r" b="b"/>
              <a:pathLst>
                <a:path w="12225" h="9295" extrusionOk="0">
                  <a:moveTo>
                    <a:pt x="8633" y="1418"/>
                  </a:moveTo>
                  <a:lnTo>
                    <a:pt x="8633" y="7152"/>
                  </a:lnTo>
                  <a:cubicBezTo>
                    <a:pt x="8507" y="7152"/>
                    <a:pt x="8381" y="7120"/>
                    <a:pt x="8286" y="7120"/>
                  </a:cubicBezTo>
                  <a:cubicBezTo>
                    <a:pt x="8034" y="7120"/>
                    <a:pt x="7845" y="7152"/>
                    <a:pt x="7656" y="7247"/>
                  </a:cubicBezTo>
                  <a:cubicBezTo>
                    <a:pt x="7373" y="6837"/>
                    <a:pt x="6963" y="6522"/>
                    <a:pt x="6491" y="6459"/>
                  </a:cubicBezTo>
                  <a:lnTo>
                    <a:pt x="6491" y="4600"/>
                  </a:lnTo>
                  <a:cubicBezTo>
                    <a:pt x="6491" y="4411"/>
                    <a:pt x="6333" y="4254"/>
                    <a:pt x="6144" y="4254"/>
                  </a:cubicBezTo>
                  <a:cubicBezTo>
                    <a:pt x="5955" y="4254"/>
                    <a:pt x="5798" y="4411"/>
                    <a:pt x="5798" y="4600"/>
                  </a:cubicBezTo>
                  <a:lnTo>
                    <a:pt x="5798" y="6459"/>
                  </a:lnTo>
                  <a:cubicBezTo>
                    <a:pt x="5325" y="6522"/>
                    <a:pt x="4884" y="6837"/>
                    <a:pt x="4663" y="7247"/>
                  </a:cubicBezTo>
                  <a:cubicBezTo>
                    <a:pt x="4443" y="7152"/>
                    <a:pt x="4222" y="7120"/>
                    <a:pt x="4033" y="7120"/>
                  </a:cubicBezTo>
                  <a:cubicBezTo>
                    <a:pt x="3907" y="7120"/>
                    <a:pt x="3781" y="7120"/>
                    <a:pt x="3655" y="7152"/>
                  </a:cubicBezTo>
                  <a:lnTo>
                    <a:pt x="3655" y="1418"/>
                  </a:lnTo>
                  <a:lnTo>
                    <a:pt x="4380" y="1418"/>
                  </a:lnTo>
                  <a:lnTo>
                    <a:pt x="4380" y="2458"/>
                  </a:lnTo>
                  <a:cubicBezTo>
                    <a:pt x="4380" y="2678"/>
                    <a:pt x="4537" y="2836"/>
                    <a:pt x="4726" y="2836"/>
                  </a:cubicBezTo>
                  <a:cubicBezTo>
                    <a:pt x="4915" y="2836"/>
                    <a:pt x="5073" y="2678"/>
                    <a:pt x="5073" y="2458"/>
                  </a:cubicBezTo>
                  <a:lnTo>
                    <a:pt x="5073" y="1418"/>
                  </a:lnTo>
                  <a:lnTo>
                    <a:pt x="5798" y="1418"/>
                  </a:lnTo>
                  <a:lnTo>
                    <a:pt x="5798" y="3182"/>
                  </a:lnTo>
                  <a:cubicBezTo>
                    <a:pt x="5798" y="3371"/>
                    <a:pt x="5955" y="3529"/>
                    <a:pt x="6144" y="3529"/>
                  </a:cubicBezTo>
                  <a:cubicBezTo>
                    <a:pt x="6333" y="3529"/>
                    <a:pt x="6491" y="3371"/>
                    <a:pt x="6491" y="3182"/>
                  </a:cubicBezTo>
                  <a:lnTo>
                    <a:pt x="6491" y="1418"/>
                  </a:lnTo>
                  <a:lnTo>
                    <a:pt x="7215" y="1418"/>
                  </a:lnTo>
                  <a:lnTo>
                    <a:pt x="7215" y="2458"/>
                  </a:lnTo>
                  <a:cubicBezTo>
                    <a:pt x="7215" y="2678"/>
                    <a:pt x="7373" y="2836"/>
                    <a:pt x="7562" y="2836"/>
                  </a:cubicBezTo>
                  <a:cubicBezTo>
                    <a:pt x="7751" y="2836"/>
                    <a:pt x="7940" y="2678"/>
                    <a:pt x="7940" y="2458"/>
                  </a:cubicBezTo>
                  <a:lnTo>
                    <a:pt x="7940" y="1418"/>
                  </a:lnTo>
                  <a:close/>
                  <a:moveTo>
                    <a:pt x="6144" y="7120"/>
                  </a:moveTo>
                  <a:cubicBezTo>
                    <a:pt x="6585" y="7120"/>
                    <a:pt x="7026" y="7404"/>
                    <a:pt x="7184" y="7845"/>
                  </a:cubicBezTo>
                  <a:cubicBezTo>
                    <a:pt x="7227" y="7998"/>
                    <a:pt x="7378" y="8091"/>
                    <a:pt x="7528" y="8091"/>
                  </a:cubicBezTo>
                  <a:cubicBezTo>
                    <a:pt x="7595" y="8091"/>
                    <a:pt x="7662" y="8073"/>
                    <a:pt x="7719" y="8034"/>
                  </a:cubicBezTo>
                  <a:cubicBezTo>
                    <a:pt x="7877" y="7908"/>
                    <a:pt x="8129" y="7845"/>
                    <a:pt x="8318" y="7845"/>
                  </a:cubicBezTo>
                  <a:cubicBezTo>
                    <a:pt x="8790" y="7845"/>
                    <a:pt x="9169" y="8160"/>
                    <a:pt x="9326" y="8538"/>
                  </a:cubicBezTo>
                  <a:lnTo>
                    <a:pt x="3025" y="8538"/>
                  </a:lnTo>
                  <a:cubicBezTo>
                    <a:pt x="3120" y="8160"/>
                    <a:pt x="3498" y="7845"/>
                    <a:pt x="3970" y="7845"/>
                  </a:cubicBezTo>
                  <a:cubicBezTo>
                    <a:pt x="4191" y="7845"/>
                    <a:pt x="4411" y="7908"/>
                    <a:pt x="4569" y="8034"/>
                  </a:cubicBezTo>
                  <a:cubicBezTo>
                    <a:pt x="4624" y="8071"/>
                    <a:pt x="4680" y="8086"/>
                    <a:pt x="4741" y="8086"/>
                  </a:cubicBezTo>
                  <a:cubicBezTo>
                    <a:pt x="4785" y="8086"/>
                    <a:pt x="4832" y="8079"/>
                    <a:pt x="4884" y="8066"/>
                  </a:cubicBezTo>
                  <a:cubicBezTo>
                    <a:pt x="5010" y="8034"/>
                    <a:pt x="5073" y="7940"/>
                    <a:pt x="5136" y="7845"/>
                  </a:cubicBezTo>
                  <a:cubicBezTo>
                    <a:pt x="5293" y="7404"/>
                    <a:pt x="5671" y="7120"/>
                    <a:pt x="6144" y="7120"/>
                  </a:cubicBezTo>
                  <a:close/>
                  <a:moveTo>
                    <a:pt x="9704" y="694"/>
                  </a:moveTo>
                  <a:cubicBezTo>
                    <a:pt x="9893" y="694"/>
                    <a:pt x="10051" y="851"/>
                    <a:pt x="10051" y="1072"/>
                  </a:cubicBezTo>
                  <a:lnTo>
                    <a:pt x="10051" y="6049"/>
                  </a:lnTo>
                  <a:cubicBezTo>
                    <a:pt x="10051" y="6270"/>
                    <a:pt x="10208" y="6427"/>
                    <a:pt x="10397" y="6427"/>
                  </a:cubicBezTo>
                  <a:cubicBezTo>
                    <a:pt x="10618" y="6427"/>
                    <a:pt x="10775" y="6270"/>
                    <a:pt x="10775" y="6049"/>
                  </a:cubicBezTo>
                  <a:lnTo>
                    <a:pt x="10775" y="2111"/>
                  </a:lnTo>
                  <a:lnTo>
                    <a:pt x="11122" y="2111"/>
                  </a:lnTo>
                  <a:cubicBezTo>
                    <a:pt x="11311" y="2111"/>
                    <a:pt x="11500" y="2269"/>
                    <a:pt x="11500" y="2489"/>
                  </a:cubicBezTo>
                  <a:lnTo>
                    <a:pt x="11500" y="8538"/>
                  </a:lnTo>
                  <a:lnTo>
                    <a:pt x="10019" y="8538"/>
                  </a:lnTo>
                  <a:cubicBezTo>
                    <a:pt x="9925" y="8097"/>
                    <a:pt x="9641" y="7719"/>
                    <a:pt x="9326" y="7467"/>
                  </a:cubicBezTo>
                  <a:lnTo>
                    <a:pt x="9326" y="1072"/>
                  </a:lnTo>
                  <a:cubicBezTo>
                    <a:pt x="9326" y="851"/>
                    <a:pt x="9515" y="694"/>
                    <a:pt x="9704" y="694"/>
                  </a:cubicBezTo>
                  <a:close/>
                  <a:moveTo>
                    <a:pt x="2584" y="694"/>
                  </a:moveTo>
                  <a:cubicBezTo>
                    <a:pt x="2773" y="694"/>
                    <a:pt x="2931" y="851"/>
                    <a:pt x="2931" y="1072"/>
                  </a:cubicBezTo>
                  <a:lnTo>
                    <a:pt x="2931" y="7530"/>
                  </a:lnTo>
                  <a:cubicBezTo>
                    <a:pt x="2584" y="7782"/>
                    <a:pt x="2332" y="8160"/>
                    <a:pt x="2269" y="8570"/>
                  </a:cubicBezTo>
                  <a:lnTo>
                    <a:pt x="757" y="8570"/>
                  </a:lnTo>
                  <a:lnTo>
                    <a:pt x="757" y="2489"/>
                  </a:lnTo>
                  <a:cubicBezTo>
                    <a:pt x="757" y="2269"/>
                    <a:pt x="946" y="2111"/>
                    <a:pt x="1135" y="2111"/>
                  </a:cubicBezTo>
                  <a:lnTo>
                    <a:pt x="1513" y="2111"/>
                  </a:lnTo>
                  <a:lnTo>
                    <a:pt x="1513" y="6049"/>
                  </a:lnTo>
                  <a:cubicBezTo>
                    <a:pt x="1513" y="6270"/>
                    <a:pt x="1670" y="6427"/>
                    <a:pt x="1859" y="6427"/>
                  </a:cubicBezTo>
                  <a:cubicBezTo>
                    <a:pt x="2048" y="6427"/>
                    <a:pt x="2206" y="6270"/>
                    <a:pt x="2206" y="6049"/>
                  </a:cubicBezTo>
                  <a:lnTo>
                    <a:pt x="2206" y="1072"/>
                  </a:lnTo>
                  <a:cubicBezTo>
                    <a:pt x="2206" y="851"/>
                    <a:pt x="2363" y="694"/>
                    <a:pt x="2584" y="694"/>
                  </a:cubicBezTo>
                  <a:close/>
                  <a:moveTo>
                    <a:pt x="2521" y="0"/>
                  </a:moveTo>
                  <a:cubicBezTo>
                    <a:pt x="1922" y="0"/>
                    <a:pt x="1450" y="473"/>
                    <a:pt x="1450" y="1072"/>
                  </a:cubicBezTo>
                  <a:lnTo>
                    <a:pt x="1450" y="1418"/>
                  </a:lnTo>
                  <a:lnTo>
                    <a:pt x="1103" y="1418"/>
                  </a:lnTo>
                  <a:cubicBezTo>
                    <a:pt x="505" y="1418"/>
                    <a:pt x="1" y="1891"/>
                    <a:pt x="1" y="2489"/>
                  </a:cubicBezTo>
                  <a:lnTo>
                    <a:pt x="1" y="8948"/>
                  </a:lnTo>
                  <a:cubicBezTo>
                    <a:pt x="1" y="9137"/>
                    <a:pt x="158" y="9294"/>
                    <a:pt x="347" y="9294"/>
                  </a:cubicBezTo>
                  <a:lnTo>
                    <a:pt x="11815" y="9294"/>
                  </a:lnTo>
                  <a:cubicBezTo>
                    <a:pt x="12004" y="9294"/>
                    <a:pt x="12162" y="9137"/>
                    <a:pt x="12162" y="8948"/>
                  </a:cubicBezTo>
                  <a:lnTo>
                    <a:pt x="12162" y="2489"/>
                  </a:lnTo>
                  <a:cubicBezTo>
                    <a:pt x="12225" y="1891"/>
                    <a:pt x="11689" y="1418"/>
                    <a:pt x="11122" y="1418"/>
                  </a:cubicBezTo>
                  <a:lnTo>
                    <a:pt x="10744" y="1418"/>
                  </a:lnTo>
                  <a:lnTo>
                    <a:pt x="10744" y="1072"/>
                  </a:lnTo>
                  <a:cubicBezTo>
                    <a:pt x="10744" y="473"/>
                    <a:pt x="10271" y="0"/>
                    <a:pt x="9704" y="0"/>
                  </a:cubicBezTo>
                  <a:cubicBezTo>
                    <a:pt x="9232" y="0"/>
                    <a:pt x="8822" y="315"/>
                    <a:pt x="8664" y="694"/>
                  </a:cubicBezTo>
                  <a:lnTo>
                    <a:pt x="3561" y="694"/>
                  </a:lnTo>
                  <a:cubicBezTo>
                    <a:pt x="3403" y="284"/>
                    <a:pt x="2994" y="0"/>
                    <a:pt x="252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1" name="Google Shape;16801;p86"/>
            <p:cNvSpPr/>
            <p:nvPr/>
          </p:nvSpPr>
          <p:spPr>
            <a:xfrm>
              <a:off x="-16636725" y="2889375"/>
              <a:ext cx="18125" cy="72500"/>
            </a:xfrm>
            <a:custGeom>
              <a:avLst/>
              <a:gdLst/>
              <a:ahLst/>
              <a:cxnLst/>
              <a:rect l="l" t="t" r="r" b="b"/>
              <a:pathLst>
                <a:path w="725" h="2900" extrusionOk="0">
                  <a:moveTo>
                    <a:pt x="347" y="1"/>
                  </a:moveTo>
                  <a:cubicBezTo>
                    <a:pt x="158" y="1"/>
                    <a:pt x="0" y="158"/>
                    <a:pt x="0" y="379"/>
                  </a:cubicBezTo>
                  <a:lnTo>
                    <a:pt x="0" y="2521"/>
                  </a:lnTo>
                  <a:cubicBezTo>
                    <a:pt x="0" y="2742"/>
                    <a:pt x="158" y="2899"/>
                    <a:pt x="347" y="2899"/>
                  </a:cubicBezTo>
                  <a:cubicBezTo>
                    <a:pt x="536" y="2899"/>
                    <a:pt x="725" y="2742"/>
                    <a:pt x="725" y="2521"/>
                  </a:cubicBezTo>
                  <a:lnTo>
                    <a:pt x="725" y="379"/>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2" name="Google Shape;16802;p86"/>
            <p:cNvSpPr/>
            <p:nvPr/>
          </p:nvSpPr>
          <p:spPr>
            <a:xfrm>
              <a:off x="-16708400" y="2889375"/>
              <a:ext cx="17350" cy="72500"/>
            </a:xfrm>
            <a:custGeom>
              <a:avLst/>
              <a:gdLst/>
              <a:ahLst/>
              <a:cxnLst/>
              <a:rect l="l" t="t" r="r" b="b"/>
              <a:pathLst>
                <a:path w="694" h="2900" extrusionOk="0">
                  <a:moveTo>
                    <a:pt x="347" y="1"/>
                  </a:moveTo>
                  <a:cubicBezTo>
                    <a:pt x="158" y="1"/>
                    <a:pt x="0" y="158"/>
                    <a:pt x="0" y="379"/>
                  </a:cubicBezTo>
                  <a:lnTo>
                    <a:pt x="0" y="2521"/>
                  </a:lnTo>
                  <a:cubicBezTo>
                    <a:pt x="0" y="2742"/>
                    <a:pt x="158" y="2899"/>
                    <a:pt x="347" y="2899"/>
                  </a:cubicBezTo>
                  <a:cubicBezTo>
                    <a:pt x="536" y="2899"/>
                    <a:pt x="693" y="2742"/>
                    <a:pt x="693" y="2521"/>
                  </a:cubicBezTo>
                  <a:lnTo>
                    <a:pt x="693" y="379"/>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3" name="Google Shape;16803;p86"/>
            <p:cNvSpPr/>
            <p:nvPr/>
          </p:nvSpPr>
          <p:spPr>
            <a:xfrm>
              <a:off x="-1681630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4" name="Google Shape;16804;p86"/>
            <p:cNvSpPr/>
            <p:nvPr/>
          </p:nvSpPr>
          <p:spPr>
            <a:xfrm>
              <a:off x="-16779300" y="3086300"/>
              <a:ext cx="88250" cy="18125"/>
            </a:xfrm>
            <a:custGeom>
              <a:avLst/>
              <a:gdLst/>
              <a:ahLst/>
              <a:cxnLst/>
              <a:rect l="l" t="t" r="r" b="b"/>
              <a:pathLst>
                <a:path w="3530" h="725" extrusionOk="0">
                  <a:moveTo>
                    <a:pt x="347" y="0"/>
                  </a:moveTo>
                  <a:cubicBezTo>
                    <a:pt x="158" y="0"/>
                    <a:pt x="1" y="158"/>
                    <a:pt x="1" y="378"/>
                  </a:cubicBezTo>
                  <a:cubicBezTo>
                    <a:pt x="1" y="567"/>
                    <a:pt x="158" y="725"/>
                    <a:pt x="347" y="725"/>
                  </a:cubicBezTo>
                  <a:lnTo>
                    <a:pt x="3183" y="725"/>
                  </a:lnTo>
                  <a:cubicBezTo>
                    <a:pt x="3372" y="725"/>
                    <a:pt x="3529" y="567"/>
                    <a:pt x="3529" y="378"/>
                  </a:cubicBezTo>
                  <a:cubicBezTo>
                    <a:pt x="3529" y="221"/>
                    <a:pt x="3372" y="0"/>
                    <a:pt x="31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5" name="Google Shape;16805;p86"/>
            <p:cNvSpPr/>
            <p:nvPr/>
          </p:nvSpPr>
          <p:spPr>
            <a:xfrm>
              <a:off x="-16636725" y="3086300"/>
              <a:ext cx="88225" cy="18125"/>
            </a:xfrm>
            <a:custGeom>
              <a:avLst/>
              <a:gdLst/>
              <a:ahLst/>
              <a:cxnLst/>
              <a:rect l="l" t="t" r="r" b="b"/>
              <a:pathLst>
                <a:path w="3529" h="725" extrusionOk="0">
                  <a:moveTo>
                    <a:pt x="347" y="0"/>
                  </a:moveTo>
                  <a:cubicBezTo>
                    <a:pt x="158" y="0"/>
                    <a:pt x="0" y="158"/>
                    <a:pt x="0" y="378"/>
                  </a:cubicBezTo>
                  <a:cubicBezTo>
                    <a:pt x="0" y="567"/>
                    <a:pt x="158" y="725"/>
                    <a:pt x="347" y="725"/>
                  </a:cubicBezTo>
                  <a:lnTo>
                    <a:pt x="3182" y="725"/>
                  </a:lnTo>
                  <a:cubicBezTo>
                    <a:pt x="3371" y="725"/>
                    <a:pt x="3529" y="567"/>
                    <a:pt x="3529" y="378"/>
                  </a:cubicBezTo>
                  <a:cubicBezTo>
                    <a:pt x="3529" y="221"/>
                    <a:pt x="3371"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6" name="Google Shape;16806;p86"/>
            <p:cNvSpPr/>
            <p:nvPr/>
          </p:nvSpPr>
          <p:spPr>
            <a:xfrm>
              <a:off x="-1658395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7" name="Google Shape;16807;p86"/>
            <p:cNvSpPr/>
            <p:nvPr/>
          </p:nvSpPr>
          <p:spPr>
            <a:xfrm>
              <a:off x="-16726525" y="3050850"/>
              <a:ext cx="125250" cy="18150"/>
            </a:xfrm>
            <a:custGeom>
              <a:avLst/>
              <a:gdLst/>
              <a:ahLst/>
              <a:cxnLst/>
              <a:rect l="l" t="t" r="r" b="b"/>
              <a:pathLst>
                <a:path w="5010" h="726" extrusionOk="0">
                  <a:moveTo>
                    <a:pt x="347" y="0"/>
                  </a:moveTo>
                  <a:cubicBezTo>
                    <a:pt x="158" y="0"/>
                    <a:pt x="1" y="158"/>
                    <a:pt x="1" y="378"/>
                  </a:cubicBezTo>
                  <a:cubicBezTo>
                    <a:pt x="1" y="568"/>
                    <a:pt x="158" y="725"/>
                    <a:pt x="347" y="725"/>
                  </a:cubicBezTo>
                  <a:lnTo>
                    <a:pt x="4663" y="725"/>
                  </a:lnTo>
                  <a:cubicBezTo>
                    <a:pt x="4852" y="725"/>
                    <a:pt x="5010" y="568"/>
                    <a:pt x="5010" y="378"/>
                  </a:cubicBezTo>
                  <a:cubicBezTo>
                    <a:pt x="5010" y="158"/>
                    <a:pt x="4852" y="0"/>
                    <a:pt x="466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08" name="Google Shape;16808;p86"/>
          <p:cNvGrpSpPr/>
          <p:nvPr/>
        </p:nvGrpSpPr>
        <p:grpSpPr>
          <a:xfrm>
            <a:off x="9684529" y="4592819"/>
            <a:ext cx="635105" cy="633500"/>
            <a:chOff x="-15717575" y="2786200"/>
            <a:chExt cx="306400" cy="305625"/>
          </a:xfrm>
        </p:grpSpPr>
        <p:sp>
          <p:nvSpPr>
            <p:cNvPr id="16809" name="Google Shape;16809;p86"/>
            <p:cNvSpPr/>
            <p:nvPr/>
          </p:nvSpPr>
          <p:spPr>
            <a:xfrm>
              <a:off x="-15717575" y="2786200"/>
              <a:ext cx="306400" cy="305625"/>
            </a:xfrm>
            <a:custGeom>
              <a:avLst/>
              <a:gdLst/>
              <a:ahLst/>
              <a:cxnLst/>
              <a:rect l="l" t="t" r="r" b="b"/>
              <a:pathLst>
                <a:path w="12256" h="12225" extrusionOk="0">
                  <a:moveTo>
                    <a:pt x="1387" y="788"/>
                  </a:moveTo>
                  <a:cubicBezTo>
                    <a:pt x="1796" y="788"/>
                    <a:pt x="2111" y="1103"/>
                    <a:pt x="2111" y="1513"/>
                  </a:cubicBezTo>
                  <a:lnTo>
                    <a:pt x="2111" y="4727"/>
                  </a:lnTo>
                  <a:cubicBezTo>
                    <a:pt x="2111" y="5325"/>
                    <a:pt x="2584" y="5798"/>
                    <a:pt x="3151" y="5798"/>
                  </a:cubicBezTo>
                  <a:lnTo>
                    <a:pt x="3907" y="5798"/>
                  </a:lnTo>
                  <a:cubicBezTo>
                    <a:pt x="4096" y="5798"/>
                    <a:pt x="4254" y="5640"/>
                    <a:pt x="4254" y="5420"/>
                  </a:cubicBezTo>
                  <a:lnTo>
                    <a:pt x="4254" y="3309"/>
                  </a:lnTo>
                  <a:cubicBezTo>
                    <a:pt x="4254" y="2332"/>
                    <a:pt x="5041" y="1545"/>
                    <a:pt x="6049" y="1545"/>
                  </a:cubicBezTo>
                  <a:cubicBezTo>
                    <a:pt x="7026" y="1545"/>
                    <a:pt x="7814" y="2332"/>
                    <a:pt x="7814" y="3309"/>
                  </a:cubicBezTo>
                  <a:lnTo>
                    <a:pt x="7814" y="8318"/>
                  </a:lnTo>
                  <a:cubicBezTo>
                    <a:pt x="7814" y="8507"/>
                    <a:pt x="7971" y="8665"/>
                    <a:pt x="8160" y="8665"/>
                  </a:cubicBezTo>
                  <a:lnTo>
                    <a:pt x="8916" y="8665"/>
                  </a:lnTo>
                  <a:cubicBezTo>
                    <a:pt x="9515" y="8665"/>
                    <a:pt x="9988" y="8192"/>
                    <a:pt x="9988" y="7593"/>
                  </a:cubicBezTo>
                  <a:lnTo>
                    <a:pt x="9988" y="5105"/>
                  </a:lnTo>
                  <a:cubicBezTo>
                    <a:pt x="9988" y="4727"/>
                    <a:pt x="10303" y="4411"/>
                    <a:pt x="10681" y="4411"/>
                  </a:cubicBezTo>
                  <a:cubicBezTo>
                    <a:pt x="11090" y="4411"/>
                    <a:pt x="11405" y="4727"/>
                    <a:pt x="11405" y="5105"/>
                  </a:cubicBezTo>
                  <a:lnTo>
                    <a:pt x="11405" y="7562"/>
                  </a:lnTo>
                  <a:lnTo>
                    <a:pt x="11437" y="7562"/>
                  </a:lnTo>
                  <a:cubicBezTo>
                    <a:pt x="11437" y="8948"/>
                    <a:pt x="10334" y="10051"/>
                    <a:pt x="8948" y="10051"/>
                  </a:cubicBezTo>
                  <a:lnTo>
                    <a:pt x="8192" y="10051"/>
                  </a:lnTo>
                  <a:cubicBezTo>
                    <a:pt x="8003" y="10051"/>
                    <a:pt x="7845" y="10208"/>
                    <a:pt x="7845" y="10397"/>
                  </a:cubicBezTo>
                  <a:lnTo>
                    <a:pt x="7845" y="11500"/>
                  </a:lnTo>
                  <a:lnTo>
                    <a:pt x="4254" y="11500"/>
                  </a:lnTo>
                  <a:lnTo>
                    <a:pt x="4254" y="7562"/>
                  </a:lnTo>
                  <a:cubicBezTo>
                    <a:pt x="4254" y="7373"/>
                    <a:pt x="4096" y="7215"/>
                    <a:pt x="3907" y="7215"/>
                  </a:cubicBezTo>
                  <a:lnTo>
                    <a:pt x="3151" y="7215"/>
                  </a:lnTo>
                  <a:cubicBezTo>
                    <a:pt x="1796" y="7215"/>
                    <a:pt x="694" y="6113"/>
                    <a:pt x="694" y="4727"/>
                  </a:cubicBezTo>
                  <a:lnTo>
                    <a:pt x="694" y="1513"/>
                  </a:lnTo>
                  <a:cubicBezTo>
                    <a:pt x="694" y="1103"/>
                    <a:pt x="1009" y="788"/>
                    <a:pt x="1387" y="788"/>
                  </a:cubicBezTo>
                  <a:close/>
                  <a:moveTo>
                    <a:pt x="1418" y="1"/>
                  </a:moveTo>
                  <a:cubicBezTo>
                    <a:pt x="631" y="1"/>
                    <a:pt x="1" y="631"/>
                    <a:pt x="1" y="1419"/>
                  </a:cubicBezTo>
                  <a:lnTo>
                    <a:pt x="1" y="4664"/>
                  </a:lnTo>
                  <a:cubicBezTo>
                    <a:pt x="1" y="6428"/>
                    <a:pt x="1481" y="7877"/>
                    <a:pt x="3246" y="7877"/>
                  </a:cubicBezTo>
                  <a:lnTo>
                    <a:pt x="3624" y="7877"/>
                  </a:lnTo>
                  <a:lnTo>
                    <a:pt x="3624" y="11500"/>
                  </a:lnTo>
                  <a:lnTo>
                    <a:pt x="2584" y="11500"/>
                  </a:lnTo>
                  <a:cubicBezTo>
                    <a:pt x="2363" y="11500"/>
                    <a:pt x="2206" y="11658"/>
                    <a:pt x="2206" y="11847"/>
                  </a:cubicBezTo>
                  <a:cubicBezTo>
                    <a:pt x="2206" y="12036"/>
                    <a:pt x="2363" y="12225"/>
                    <a:pt x="2584" y="12225"/>
                  </a:cubicBezTo>
                  <a:lnTo>
                    <a:pt x="9704" y="12225"/>
                  </a:lnTo>
                  <a:cubicBezTo>
                    <a:pt x="9893" y="12225"/>
                    <a:pt x="10051" y="12036"/>
                    <a:pt x="10051" y="11847"/>
                  </a:cubicBezTo>
                  <a:cubicBezTo>
                    <a:pt x="10051" y="11658"/>
                    <a:pt x="9893" y="11500"/>
                    <a:pt x="9704" y="11500"/>
                  </a:cubicBezTo>
                  <a:lnTo>
                    <a:pt x="8633" y="11500"/>
                  </a:lnTo>
                  <a:lnTo>
                    <a:pt x="8633" y="10744"/>
                  </a:lnTo>
                  <a:lnTo>
                    <a:pt x="9042" y="10744"/>
                  </a:lnTo>
                  <a:cubicBezTo>
                    <a:pt x="10807" y="10744"/>
                    <a:pt x="12256" y="9295"/>
                    <a:pt x="12256" y="7530"/>
                  </a:cubicBezTo>
                  <a:lnTo>
                    <a:pt x="12256" y="5042"/>
                  </a:lnTo>
                  <a:cubicBezTo>
                    <a:pt x="12130" y="4285"/>
                    <a:pt x="11500" y="3624"/>
                    <a:pt x="10712" y="3624"/>
                  </a:cubicBezTo>
                  <a:cubicBezTo>
                    <a:pt x="9925" y="3624"/>
                    <a:pt x="9294" y="4254"/>
                    <a:pt x="9294" y="5042"/>
                  </a:cubicBezTo>
                  <a:lnTo>
                    <a:pt x="9294" y="7530"/>
                  </a:lnTo>
                  <a:cubicBezTo>
                    <a:pt x="9294" y="7719"/>
                    <a:pt x="9137" y="7877"/>
                    <a:pt x="8948" y="7877"/>
                  </a:cubicBezTo>
                  <a:lnTo>
                    <a:pt x="8570" y="7877"/>
                  </a:lnTo>
                  <a:lnTo>
                    <a:pt x="8570" y="3246"/>
                  </a:lnTo>
                  <a:cubicBezTo>
                    <a:pt x="8570" y="1860"/>
                    <a:pt x="7467" y="757"/>
                    <a:pt x="6081" y="757"/>
                  </a:cubicBezTo>
                  <a:cubicBezTo>
                    <a:pt x="4695" y="757"/>
                    <a:pt x="3592" y="1860"/>
                    <a:pt x="3592" y="3246"/>
                  </a:cubicBezTo>
                  <a:lnTo>
                    <a:pt x="3592" y="5010"/>
                  </a:lnTo>
                  <a:lnTo>
                    <a:pt x="3214" y="5010"/>
                  </a:lnTo>
                  <a:cubicBezTo>
                    <a:pt x="2993" y="5010"/>
                    <a:pt x="2836" y="4853"/>
                    <a:pt x="2836" y="4664"/>
                  </a:cubicBezTo>
                  <a:lnTo>
                    <a:pt x="2836" y="1419"/>
                  </a:lnTo>
                  <a:cubicBezTo>
                    <a:pt x="2836" y="631"/>
                    <a:pt x="2206" y="1"/>
                    <a:pt x="14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0" name="Google Shape;16810;p86"/>
            <p:cNvSpPr/>
            <p:nvPr/>
          </p:nvSpPr>
          <p:spPr>
            <a:xfrm>
              <a:off x="-15593125" y="2859450"/>
              <a:ext cx="18125" cy="35475"/>
            </a:xfrm>
            <a:custGeom>
              <a:avLst/>
              <a:gdLst/>
              <a:ahLst/>
              <a:cxnLst/>
              <a:rect l="l" t="t" r="r" b="b"/>
              <a:pathLst>
                <a:path w="725" h="1419" extrusionOk="0">
                  <a:moveTo>
                    <a:pt x="347" y="1"/>
                  </a:moveTo>
                  <a:cubicBezTo>
                    <a:pt x="158" y="1"/>
                    <a:pt x="0" y="158"/>
                    <a:pt x="0" y="347"/>
                  </a:cubicBezTo>
                  <a:lnTo>
                    <a:pt x="0" y="1040"/>
                  </a:lnTo>
                  <a:cubicBezTo>
                    <a:pt x="0" y="1261"/>
                    <a:pt x="158" y="1418"/>
                    <a:pt x="347" y="1418"/>
                  </a:cubicBezTo>
                  <a:cubicBezTo>
                    <a:pt x="536" y="1418"/>
                    <a:pt x="725" y="1261"/>
                    <a:pt x="725" y="1040"/>
                  </a:cubicBezTo>
                  <a:lnTo>
                    <a:pt x="725" y="347"/>
                  </a:lnTo>
                  <a:cubicBezTo>
                    <a:pt x="725"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1" name="Google Shape;16811;p86"/>
            <p:cNvSpPr/>
            <p:nvPr/>
          </p:nvSpPr>
          <p:spPr>
            <a:xfrm>
              <a:off x="-1559312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2" name="Google Shape;16812;p86"/>
            <p:cNvSpPr/>
            <p:nvPr/>
          </p:nvSpPr>
          <p:spPr>
            <a:xfrm>
              <a:off x="-15557675" y="2859450"/>
              <a:ext cx="17350" cy="35475"/>
            </a:xfrm>
            <a:custGeom>
              <a:avLst/>
              <a:gdLst/>
              <a:ahLst/>
              <a:cxnLst/>
              <a:rect l="l" t="t" r="r" b="b"/>
              <a:pathLst>
                <a:path w="694" h="1419" extrusionOk="0">
                  <a:moveTo>
                    <a:pt x="347" y="1"/>
                  </a:moveTo>
                  <a:cubicBezTo>
                    <a:pt x="158" y="1"/>
                    <a:pt x="0" y="158"/>
                    <a:pt x="0" y="347"/>
                  </a:cubicBezTo>
                  <a:lnTo>
                    <a:pt x="0" y="1040"/>
                  </a:lnTo>
                  <a:cubicBezTo>
                    <a:pt x="0" y="1261"/>
                    <a:pt x="158" y="1418"/>
                    <a:pt x="347" y="1418"/>
                  </a:cubicBezTo>
                  <a:cubicBezTo>
                    <a:pt x="536" y="1418"/>
                    <a:pt x="693" y="1261"/>
                    <a:pt x="693" y="1040"/>
                  </a:cubicBezTo>
                  <a:lnTo>
                    <a:pt x="693" y="347"/>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3" name="Google Shape;16813;p86"/>
            <p:cNvSpPr/>
            <p:nvPr/>
          </p:nvSpPr>
          <p:spPr>
            <a:xfrm>
              <a:off x="-1555767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4" name="Google Shape;16814;p86"/>
            <p:cNvSpPr/>
            <p:nvPr/>
          </p:nvSpPr>
          <p:spPr>
            <a:xfrm>
              <a:off x="-15575800" y="2913025"/>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5" name="Google Shape;16815;p86"/>
            <p:cNvSpPr/>
            <p:nvPr/>
          </p:nvSpPr>
          <p:spPr>
            <a:xfrm>
              <a:off x="-15575800" y="3019350"/>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16" name="Google Shape;16816;p86"/>
          <p:cNvGrpSpPr/>
          <p:nvPr/>
        </p:nvGrpSpPr>
        <p:grpSpPr>
          <a:xfrm>
            <a:off x="3467959" y="2251062"/>
            <a:ext cx="633500" cy="631893"/>
            <a:chOff x="-20173175" y="2038750"/>
            <a:chExt cx="305625" cy="304850"/>
          </a:xfrm>
        </p:grpSpPr>
        <p:sp>
          <p:nvSpPr>
            <p:cNvPr id="16817" name="Google Shape;16817;p86"/>
            <p:cNvSpPr/>
            <p:nvPr/>
          </p:nvSpPr>
          <p:spPr>
            <a:xfrm>
              <a:off x="-20173175" y="2038750"/>
              <a:ext cx="197725" cy="303275"/>
            </a:xfrm>
            <a:custGeom>
              <a:avLst/>
              <a:gdLst/>
              <a:ahLst/>
              <a:cxnLst/>
              <a:rect l="l" t="t" r="r" b="b"/>
              <a:pathLst>
                <a:path w="7909" h="12131" extrusionOk="0">
                  <a:moveTo>
                    <a:pt x="2175" y="3624"/>
                  </a:moveTo>
                  <a:cubicBezTo>
                    <a:pt x="3120" y="3781"/>
                    <a:pt x="3908" y="4506"/>
                    <a:pt x="4160" y="5451"/>
                  </a:cubicBezTo>
                  <a:cubicBezTo>
                    <a:pt x="3845" y="5294"/>
                    <a:pt x="3372" y="5136"/>
                    <a:pt x="2931" y="5042"/>
                  </a:cubicBezTo>
                  <a:cubicBezTo>
                    <a:pt x="2521" y="4663"/>
                    <a:pt x="2238" y="4191"/>
                    <a:pt x="2175" y="3624"/>
                  </a:cubicBezTo>
                  <a:close/>
                  <a:moveTo>
                    <a:pt x="6932" y="725"/>
                  </a:moveTo>
                  <a:cubicBezTo>
                    <a:pt x="6302" y="2332"/>
                    <a:pt x="6302" y="4159"/>
                    <a:pt x="6932" y="5766"/>
                  </a:cubicBezTo>
                  <a:lnTo>
                    <a:pt x="5168" y="5766"/>
                  </a:lnTo>
                  <a:cubicBezTo>
                    <a:pt x="5798" y="4159"/>
                    <a:pt x="5798" y="2332"/>
                    <a:pt x="5168" y="725"/>
                  </a:cubicBezTo>
                  <a:close/>
                  <a:moveTo>
                    <a:pt x="2490" y="5766"/>
                  </a:moveTo>
                  <a:cubicBezTo>
                    <a:pt x="3025" y="5766"/>
                    <a:pt x="3530" y="5955"/>
                    <a:pt x="3908" y="6113"/>
                  </a:cubicBezTo>
                  <a:cubicBezTo>
                    <a:pt x="3530" y="6270"/>
                    <a:pt x="3025" y="6459"/>
                    <a:pt x="2490" y="6459"/>
                  </a:cubicBezTo>
                  <a:cubicBezTo>
                    <a:pt x="1923" y="6459"/>
                    <a:pt x="1419" y="6270"/>
                    <a:pt x="1009" y="6113"/>
                  </a:cubicBezTo>
                  <a:cubicBezTo>
                    <a:pt x="1387" y="5924"/>
                    <a:pt x="1891" y="5766"/>
                    <a:pt x="2490" y="5766"/>
                  </a:cubicBezTo>
                  <a:close/>
                  <a:moveTo>
                    <a:pt x="4128" y="6743"/>
                  </a:moveTo>
                  <a:lnTo>
                    <a:pt x="4128" y="6743"/>
                  </a:lnTo>
                  <a:cubicBezTo>
                    <a:pt x="3908" y="7688"/>
                    <a:pt x="3120" y="8444"/>
                    <a:pt x="2112" y="8570"/>
                  </a:cubicBezTo>
                  <a:cubicBezTo>
                    <a:pt x="2206" y="8003"/>
                    <a:pt x="2490" y="7530"/>
                    <a:pt x="2868" y="7152"/>
                  </a:cubicBezTo>
                  <a:cubicBezTo>
                    <a:pt x="3372" y="7058"/>
                    <a:pt x="3813" y="6900"/>
                    <a:pt x="4128" y="6743"/>
                  </a:cubicBezTo>
                  <a:close/>
                  <a:moveTo>
                    <a:pt x="6932" y="6428"/>
                  </a:moveTo>
                  <a:cubicBezTo>
                    <a:pt x="6270" y="8034"/>
                    <a:pt x="6270" y="9893"/>
                    <a:pt x="6932" y="11469"/>
                  </a:cubicBezTo>
                  <a:lnTo>
                    <a:pt x="5168" y="11469"/>
                  </a:lnTo>
                  <a:cubicBezTo>
                    <a:pt x="5798" y="9862"/>
                    <a:pt x="5798" y="8034"/>
                    <a:pt x="5168" y="6428"/>
                  </a:cubicBezTo>
                  <a:close/>
                  <a:moveTo>
                    <a:pt x="4664" y="1"/>
                  </a:moveTo>
                  <a:cubicBezTo>
                    <a:pt x="4380" y="1"/>
                    <a:pt x="4223" y="284"/>
                    <a:pt x="4349" y="536"/>
                  </a:cubicBezTo>
                  <a:cubicBezTo>
                    <a:pt x="5010" y="1860"/>
                    <a:pt x="5168" y="3403"/>
                    <a:pt x="4758" y="4853"/>
                  </a:cubicBezTo>
                  <a:cubicBezTo>
                    <a:pt x="4286" y="3718"/>
                    <a:pt x="3151" y="2868"/>
                    <a:pt x="1797" y="2868"/>
                  </a:cubicBezTo>
                  <a:cubicBezTo>
                    <a:pt x="1608" y="2868"/>
                    <a:pt x="1450" y="3057"/>
                    <a:pt x="1450" y="3246"/>
                  </a:cubicBezTo>
                  <a:cubicBezTo>
                    <a:pt x="1450" y="3907"/>
                    <a:pt x="1639" y="4537"/>
                    <a:pt x="2017" y="5042"/>
                  </a:cubicBezTo>
                  <a:cubicBezTo>
                    <a:pt x="978" y="5199"/>
                    <a:pt x="158" y="5766"/>
                    <a:pt x="158" y="5798"/>
                  </a:cubicBezTo>
                  <a:cubicBezTo>
                    <a:pt x="95" y="5861"/>
                    <a:pt x="1" y="5955"/>
                    <a:pt x="1" y="6081"/>
                  </a:cubicBezTo>
                  <a:cubicBezTo>
                    <a:pt x="1" y="6207"/>
                    <a:pt x="32" y="6302"/>
                    <a:pt x="158" y="6333"/>
                  </a:cubicBezTo>
                  <a:cubicBezTo>
                    <a:pt x="190" y="6396"/>
                    <a:pt x="978" y="6932"/>
                    <a:pt x="2017" y="7089"/>
                  </a:cubicBezTo>
                  <a:cubicBezTo>
                    <a:pt x="1639" y="7593"/>
                    <a:pt x="1450" y="8287"/>
                    <a:pt x="1450" y="8917"/>
                  </a:cubicBezTo>
                  <a:cubicBezTo>
                    <a:pt x="1450" y="9106"/>
                    <a:pt x="1608" y="9263"/>
                    <a:pt x="1797" y="9263"/>
                  </a:cubicBezTo>
                  <a:cubicBezTo>
                    <a:pt x="3151" y="9263"/>
                    <a:pt x="4286" y="8476"/>
                    <a:pt x="4758" y="7278"/>
                  </a:cubicBezTo>
                  <a:lnTo>
                    <a:pt x="4758" y="7278"/>
                  </a:lnTo>
                  <a:cubicBezTo>
                    <a:pt x="5168" y="8696"/>
                    <a:pt x="5010" y="10271"/>
                    <a:pt x="4349" y="11626"/>
                  </a:cubicBezTo>
                  <a:cubicBezTo>
                    <a:pt x="4223" y="11847"/>
                    <a:pt x="4380" y="12130"/>
                    <a:pt x="4664" y="12130"/>
                  </a:cubicBezTo>
                  <a:lnTo>
                    <a:pt x="7499" y="12130"/>
                  </a:lnTo>
                  <a:cubicBezTo>
                    <a:pt x="7751" y="12130"/>
                    <a:pt x="7909" y="11878"/>
                    <a:pt x="7814" y="11626"/>
                  </a:cubicBezTo>
                  <a:cubicBezTo>
                    <a:pt x="6932" y="9925"/>
                    <a:pt x="6932" y="7908"/>
                    <a:pt x="7814" y="6239"/>
                  </a:cubicBezTo>
                  <a:cubicBezTo>
                    <a:pt x="7846" y="6144"/>
                    <a:pt x="7846" y="6018"/>
                    <a:pt x="7814" y="5924"/>
                  </a:cubicBezTo>
                  <a:cubicBezTo>
                    <a:pt x="6932" y="4222"/>
                    <a:pt x="6932" y="2206"/>
                    <a:pt x="7814" y="505"/>
                  </a:cubicBezTo>
                  <a:cubicBezTo>
                    <a:pt x="7909" y="284"/>
                    <a:pt x="7720" y="1"/>
                    <a:pt x="749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8" name="Google Shape;16818;p86"/>
            <p:cNvSpPr/>
            <p:nvPr/>
          </p:nvSpPr>
          <p:spPr>
            <a:xfrm>
              <a:off x="-19962875" y="2110425"/>
              <a:ext cx="95325" cy="233175"/>
            </a:xfrm>
            <a:custGeom>
              <a:avLst/>
              <a:gdLst/>
              <a:ahLst/>
              <a:cxnLst/>
              <a:rect l="l" t="t" r="r" b="b"/>
              <a:pathLst>
                <a:path w="3813" h="9327" extrusionOk="0">
                  <a:moveTo>
                    <a:pt x="2773" y="725"/>
                  </a:moveTo>
                  <a:cubicBezTo>
                    <a:pt x="2269" y="1859"/>
                    <a:pt x="2269" y="3151"/>
                    <a:pt x="2773" y="4317"/>
                  </a:cubicBezTo>
                  <a:lnTo>
                    <a:pt x="1103" y="4317"/>
                  </a:lnTo>
                  <a:cubicBezTo>
                    <a:pt x="1639" y="3151"/>
                    <a:pt x="1639" y="1859"/>
                    <a:pt x="1103" y="725"/>
                  </a:cubicBezTo>
                  <a:close/>
                  <a:moveTo>
                    <a:pt x="2742" y="4978"/>
                  </a:moveTo>
                  <a:cubicBezTo>
                    <a:pt x="2458" y="5546"/>
                    <a:pt x="2332" y="6176"/>
                    <a:pt x="2332" y="6806"/>
                  </a:cubicBezTo>
                  <a:cubicBezTo>
                    <a:pt x="2332" y="7467"/>
                    <a:pt x="2490" y="8066"/>
                    <a:pt x="2742" y="8602"/>
                  </a:cubicBezTo>
                  <a:lnTo>
                    <a:pt x="1072" y="8602"/>
                  </a:lnTo>
                  <a:cubicBezTo>
                    <a:pt x="1355" y="8066"/>
                    <a:pt x="1482" y="7436"/>
                    <a:pt x="1482" y="6806"/>
                  </a:cubicBezTo>
                  <a:cubicBezTo>
                    <a:pt x="1482" y="6176"/>
                    <a:pt x="1355" y="5546"/>
                    <a:pt x="1072" y="4978"/>
                  </a:cubicBezTo>
                  <a:close/>
                  <a:moveTo>
                    <a:pt x="473" y="1"/>
                  </a:moveTo>
                  <a:cubicBezTo>
                    <a:pt x="221" y="1"/>
                    <a:pt x="32" y="347"/>
                    <a:pt x="158" y="568"/>
                  </a:cubicBezTo>
                  <a:cubicBezTo>
                    <a:pt x="914" y="1670"/>
                    <a:pt x="1009" y="3151"/>
                    <a:pt x="158" y="4474"/>
                  </a:cubicBezTo>
                  <a:cubicBezTo>
                    <a:pt x="95" y="4600"/>
                    <a:pt x="95" y="4726"/>
                    <a:pt x="158" y="4852"/>
                  </a:cubicBezTo>
                  <a:cubicBezTo>
                    <a:pt x="946" y="6050"/>
                    <a:pt x="946" y="7625"/>
                    <a:pt x="158" y="8759"/>
                  </a:cubicBezTo>
                  <a:cubicBezTo>
                    <a:pt x="1" y="9011"/>
                    <a:pt x="158" y="9326"/>
                    <a:pt x="473" y="9326"/>
                  </a:cubicBezTo>
                  <a:lnTo>
                    <a:pt x="3309" y="9326"/>
                  </a:lnTo>
                  <a:cubicBezTo>
                    <a:pt x="3592" y="9326"/>
                    <a:pt x="3813" y="9011"/>
                    <a:pt x="3624" y="8759"/>
                  </a:cubicBezTo>
                  <a:cubicBezTo>
                    <a:pt x="2836" y="7593"/>
                    <a:pt x="2836" y="6018"/>
                    <a:pt x="3624" y="4852"/>
                  </a:cubicBezTo>
                  <a:cubicBezTo>
                    <a:pt x="3718" y="4726"/>
                    <a:pt x="3718" y="4600"/>
                    <a:pt x="3624" y="4474"/>
                  </a:cubicBezTo>
                  <a:cubicBezTo>
                    <a:pt x="2836" y="3277"/>
                    <a:pt x="2836" y="1765"/>
                    <a:pt x="3624" y="568"/>
                  </a:cubicBezTo>
                  <a:cubicBezTo>
                    <a:pt x="3813" y="347"/>
                    <a:pt x="3624" y="1"/>
                    <a:pt x="33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19" name="Google Shape;16819;p86"/>
          <p:cNvSpPr/>
          <p:nvPr/>
        </p:nvSpPr>
        <p:spPr>
          <a:xfrm>
            <a:off x="3467963" y="3033956"/>
            <a:ext cx="630235" cy="629405"/>
          </a:xfrm>
          <a:custGeom>
            <a:avLst/>
            <a:gdLst/>
            <a:ahLst/>
            <a:cxnLst/>
            <a:rect l="l" t="t" r="r" b="b"/>
            <a:pathLst>
              <a:path w="12162" h="12146" extrusionOk="0">
                <a:moveTo>
                  <a:pt x="8979" y="686"/>
                </a:moveTo>
                <a:lnTo>
                  <a:pt x="11437" y="1946"/>
                </a:lnTo>
                <a:lnTo>
                  <a:pt x="11437" y="5096"/>
                </a:lnTo>
                <a:lnTo>
                  <a:pt x="8979" y="6357"/>
                </a:lnTo>
                <a:lnTo>
                  <a:pt x="8444" y="6073"/>
                </a:lnTo>
                <a:cubicBezTo>
                  <a:pt x="8444" y="5821"/>
                  <a:pt x="8381" y="5569"/>
                  <a:pt x="8286" y="5285"/>
                </a:cubicBezTo>
                <a:lnTo>
                  <a:pt x="9767" y="4939"/>
                </a:lnTo>
                <a:cubicBezTo>
                  <a:pt x="9956" y="4907"/>
                  <a:pt x="10082" y="4718"/>
                  <a:pt x="10019" y="4498"/>
                </a:cubicBezTo>
                <a:cubicBezTo>
                  <a:pt x="9993" y="4342"/>
                  <a:pt x="9861" y="4229"/>
                  <a:pt x="9709" y="4229"/>
                </a:cubicBezTo>
                <a:cubicBezTo>
                  <a:pt x="9676" y="4229"/>
                  <a:pt x="9643" y="4235"/>
                  <a:pt x="9609" y="4246"/>
                </a:cubicBezTo>
                <a:lnTo>
                  <a:pt x="7940" y="4655"/>
                </a:lnTo>
                <a:cubicBezTo>
                  <a:pt x="7877" y="4592"/>
                  <a:pt x="7814" y="4498"/>
                  <a:pt x="7751" y="4435"/>
                </a:cubicBezTo>
                <a:lnTo>
                  <a:pt x="8570" y="2986"/>
                </a:lnTo>
                <a:cubicBezTo>
                  <a:pt x="8664" y="2828"/>
                  <a:pt x="8601" y="2576"/>
                  <a:pt x="8444" y="2513"/>
                </a:cubicBezTo>
                <a:cubicBezTo>
                  <a:pt x="8385" y="2477"/>
                  <a:pt x="8317" y="2460"/>
                  <a:pt x="8250" y="2460"/>
                </a:cubicBezTo>
                <a:cubicBezTo>
                  <a:pt x="8139" y="2460"/>
                  <a:pt x="8030" y="2509"/>
                  <a:pt x="7971" y="2607"/>
                </a:cubicBezTo>
                <a:lnTo>
                  <a:pt x="7184" y="3994"/>
                </a:lnTo>
                <a:cubicBezTo>
                  <a:pt x="6963" y="3868"/>
                  <a:pt x="6774" y="3805"/>
                  <a:pt x="6490" y="3710"/>
                </a:cubicBezTo>
                <a:lnTo>
                  <a:pt x="6490" y="1946"/>
                </a:lnTo>
                <a:lnTo>
                  <a:pt x="8979" y="686"/>
                </a:lnTo>
                <a:close/>
                <a:moveTo>
                  <a:pt x="2438" y="3498"/>
                </a:moveTo>
                <a:cubicBezTo>
                  <a:pt x="2782" y="3498"/>
                  <a:pt x="3112" y="3707"/>
                  <a:pt x="3245" y="4088"/>
                </a:cubicBezTo>
                <a:lnTo>
                  <a:pt x="4191" y="6451"/>
                </a:lnTo>
                <a:cubicBezTo>
                  <a:pt x="3876" y="6231"/>
                  <a:pt x="2363" y="5380"/>
                  <a:pt x="2017" y="5191"/>
                </a:cubicBezTo>
                <a:cubicBezTo>
                  <a:pt x="1481" y="4907"/>
                  <a:pt x="1387" y="4183"/>
                  <a:pt x="1796" y="3773"/>
                </a:cubicBezTo>
                <a:cubicBezTo>
                  <a:pt x="1983" y="3587"/>
                  <a:pt x="2213" y="3498"/>
                  <a:pt x="2438" y="3498"/>
                </a:cubicBezTo>
                <a:close/>
                <a:moveTo>
                  <a:pt x="5970" y="4409"/>
                </a:moveTo>
                <a:cubicBezTo>
                  <a:pt x="6417" y="4409"/>
                  <a:pt x="6857" y="4584"/>
                  <a:pt x="7184" y="4939"/>
                </a:cubicBezTo>
                <a:cubicBezTo>
                  <a:pt x="7940" y="5695"/>
                  <a:pt x="7877" y="6987"/>
                  <a:pt x="6995" y="7648"/>
                </a:cubicBezTo>
                <a:lnTo>
                  <a:pt x="5230" y="6955"/>
                </a:lnTo>
                <a:lnTo>
                  <a:pt x="4506" y="5191"/>
                </a:lnTo>
                <a:cubicBezTo>
                  <a:pt x="4870" y="4671"/>
                  <a:pt x="5424" y="4409"/>
                  <a:pt x="5970" y="4409"/>
                </a:cubicBezTo>
                <a:close/>
                <a:moveTo>
                  <a:pt x="3025" y="6609"/>
                </a:moveTo>
                <a:lnTo>
                  <a:pt x="4632" y="7491"/>
                </a:lnTo>
                <a:lnTo>
                  <a:pt x="5545" y="9129"/>
                </a:lnTo>
                <a:lnTo>
                  <a:pt x="5419" y="9223"/>
                </a:lnTo>
                <a:lnTo>
                  <a:pt x="2899" y="6703"/>
                </a:lnTo>
                <a:lnTo>
                  <a:pt x="3025" y="6609"/>
                </a:lnTo>
                <a:close/>
                <a:moveTo>
                  <a:pt x="2395" y="7207"/>
                </a:moveTo>
                <a:lnTo>
                  <a:pt x="4915" y="9759"/>
                </a:lnTo>
                <a:lnTo>
                  <a:pt x="4758" y="9917"/>
                </a:lnTo>
                <a:cubicBezTo>
                  <a:pt x="4632" y="10011"/>
                  <a:pt x="4537" y="10106"/>
                  <a:pt x="4411" y="10232"/>
                </a:cubicBezTo>
                <a:lnTo>
                  <a:pt x="1922" y="7743"/>
                </a:lnTo>
                <a:cubicBezTo>
                  <a:pt x="1985" y="7617"/>
                  <a:pt x="2111" y="7491"/>
                  <a:pt x="2237" y="7396"/>
                </a:cubicBezTo>
                <a:lnTo>
                  <a:pt x="2395" y="7207"/>
                </a:lnTo>
                <a:close/>
                <a:moveTo>
                  <a:pt x="5734" y="7900"/>
                </a:moveTo>
                <a:cubicBezTo>
                  <a:pt x="6018" y="8026"/>
                  <a:pt x="7782" y="8719"/>
                  <a:pt x="8066" y="8845"/>
                </a:cubicBezTo>
                <a:cubicBezTo>
                  <a:pt x="8664" y="9066"/>
                  <a:pt x="8822" y="9854"/>
                  <a:pt x="8381" y="10295"/>
                </a:cubicBezTo>
                <a:cubicBezTo>
                  <a:pt x="8196" y="10479"/>
                  <a:pt x="7968" y="10564"/>
                  <a:pt x="7744" y="10564"/>
                </a:cubicBezTo>
                <a:cubicBezTo>
                  <a:pt x="7432" y="10564"/>
                  <a:pt x="7128" y="10399"/>
                  <a:pt x="6963" y="10106"/>
                </a:cubicBezTo>
                <a:cubicBezTo>
                  <a:pt x="6837" y="9854"/>
                  <a:pt x="5860" y="8089"/>
                  <a:pt x="5734" y="7900"/>
                </a:cubicBezTo>
                <a:close/>
                <a:moveTo>
                  <a:pt x="1576" y="8404"/>
                </a:moveTo>
                <a:lnTo>
                  <a:pt x="3750" y="10578"/>
                </a:lnTo>
                <a:cubicBezTo>
                  <a:pt x="3447" y="10661"/>
                  <a:pt x="3132" y="10707"/>
                  <a:pt x="2819" y="10707"/>
                </a:cubicBezTo>
                <a:cubicBezTo>
                  <a:pt x="2414" y="10707"/>
                  <a:pt x="2012" y="10630"/>
                  <a:pt x="1639" y="10452"/>
                </a:cubicBezTo>
                <a:cubicBezTo>
                  <a:pt x="1324" y="9791"/>
                  <a:pt x="1324" y="9034"/>
                  <a:pt x="1576" y="8404"/>
                </a:cubicBezTo>
                <a:close/>
                <a:moveTo>
                  <a:pt x="8956" y="0"/>
                </a:moveTo>
                <a:cubicBezTo>
                  <a:pt x="8901" y="0"/>
                  <a:pt x="8853" y="8"/>
                  <a:pt x="8822" y="24"/>
                </a:cubicBezTo>
                <a:lnTo>
                  <a:pt x="5986" y="1442"/>
                </a:lnTo>
                <a:cubicBezTo>
                  <a:pt x="5860" y="1505"/>
                  <a:pt x="5766" y="1631"/>
                  <a:pt x="5766" y="1757"/>
                </a:cubicBezTo>
                <a:lnTo>
                  <a:pt x="5766" y="3710"/>
                </a:lnTo>
                <a:cubicBezTo>
                  <a:pt x="5199" y="3773"/>
                  <a:pt x="4632" y="4025"/>
                  <a:pt x="4254" y="4435"/>
                </a:cubicBezTo>
                <a:lnTo>
                  <a:pt x="4002" y="3805"/>
                </a:lnTo>
                <a:cubicBezTo>
                  <a:pt x="3751" y="3149"/>
                  <a:pt x="3134" y="2788"/>
                  <a:pt x="2505" y="2788"/>
                </a:cubicBezTo>
                <a:cubicBezTo>
                  <a:pt x="2107" y="2788"/>
                  <a:pt x="1704" y="2932"/>
                  <a:pt x="1387" y="3238"/>
                </a:cubicBezTo>
                <a:cubicBezTo>
                  <a:pt x="631" y="3994"/>
                  <a:pt x="788" y="5285"/>
                  <a:pt x="1733" y="5821"/>
                </a:cubicBezTo>
                <a:lnTo>
                  <a:pt x="2426" y="6199"/>
                </a:lnTo>
                <a:lnTo>
                  <a:pt x="1765" y="6861"/>
                </a:lnTo>
                <a:cubicBezTo>
                  <a:pt x="788" y="7869"/>
                  <a:pt x="473" y="9349"/>
                  <a:pt x="1009" y="10641"/>
                </a:cubicBezTo>
                <a:lnTo>
                  <a:pt x="158" y="11523"/>
                </a:lnTo>
                <a:cubicBezTo>
                  <a:pt x="0" y="11681"/>
                  <a:pt x="0" y="11870"/>
                  <a:pt x="158" y="12027"/>
                </a:cubicBezTo>
                <a:cubicBezTo>
                  <a:pt x="237" y="12106"/>
                  <a:pt x="323" y="12146"/>
                  <a:pt x="410" y="12146"/>
                </a:cubicBezTo>
                <a:cubicBezTo>
                  <a:pt x="497" y="12146"/>
                  <a:pt x="583" y="12106"/>
                  <a:pt x="662" y="12027"/>
                </a:cubicBezTo>
                <a:lnTo>
                  <a:pt x="1544" y="11177"/>
                </a:lnTo>
                <a:cubicBezTo>
                  <a:pt x="1966" y="11341"/>
                  <a:pt x="2408" y="11422"/>
                  <a:pt x="2846" y="11422"/>
                </a:cubicBezTo>
                <a:cubicBezTo>
                  <a:pt x="3752" y="11422"/>
                  <a:pt x="4646" y="11079"/>
                  <a:pt x="5325" y="10421"/>
                </a:cubicBezTo>
                <a:lnTo>
                  <a:pt x="5986" y="9759"/>
                </a:lnTo>
                <a:lnTo>
                  <a:pt x="6364" y="10452"/>
                </a:lnTo>
                <a:cubicBezTo>
                  <a:pt x="6672" y="10994"/>
                  <a:pt x="7217" y="11277"/>
                  <a:pt x="7776" y="11277"/>
                </a:cubicBezTo>
                <a:cubicBezTo>
                  <a:pt x="8190" y="11277"/>
                  <a:pt x="8612" y="11121"/>
                  <a:pt x="8948" y="10799"/>
                </a:cubicBezTo>
                <a:cubicBezTo>
                  <a:pt x="9767" y="9980"/>
                  <a:pt x="9483" y="8593"/>
                  <a:pt x="8381" y="8184"/>
                </a:cubicBezTo>
                <a:lnTo>
                  <a:pt x="7751" y="7932"/>
                </a:lnTo>
                <a:cubicBezTo>
                  <a:pt x="8066" y="7617"/>
                  <a:pt x="8255" y="7270"/>
                  <a:pt x="8381" y="6829"/>
                </a:cubicBezTo>
                <a:lnTo>
                  <a:pt x="8822" y="7081"/>
                </a:lnTo>
                <a:cubicBezTo>
                  <a:pt x="8885" y="7097"/>
                  <a:pt x="8940" y="7105"/>
                  <a:pt x="8991" y="7105"/>
                </a:cubicBezTo>
                <a:cubicBezTo>
                  <a:pt x="9042" y="7105"/>
                  <a:pt x="9090" y="7097"/>
                  <a:pt x="9137" y="7081"/>
                </a:cubicBezTo>
                <a:lnTo>
                  <a:pt x="11972" y="5663"/>
                </a:lnTo>
                <a:cubicBezTo>
                  <a:pt x="12098" y="5569"/>
                  <a:pt x="12161" y="5443"/>
                  <a:pt x="12161" y="5348"/>
                </a:cubicBezTo>
                <a:lnTo>
                  <a:pt x="12161" y="1757"/>
                </a:lnTo>
                <a:cubicBezTo>
                  <a:pt x="12161" y="1631"/>
                  <a:pt x="12067" y="1473"/>
                  <a:pt x="11972" y="1442"/>
                </a:cubicBezTo>
                <a:lnTo>
                  <a:pt x="9137" y="24"/>
                </a:lnTo>
                <a:cubicBezTo>
                  <a:pt x="9074" y="8"/>
                  <a:pt x="9011" y="0"/>
                  <a:pt x="89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20" name="Google Shape;16820;p86"/>
          <p:cNvGrpSpPr/>
          <p:nvPr/>
        </p:nvGrpSpPr>
        <p:grpSpPr>
          <a:xfrm>
            <a:off x="3469591" y="3800377"/>
            <a:ext cx="630235" cy="633500"/>
            <a:chOff x="-20173175" y="2787775"/>
            <a:chExt cx="304050" cy="305625"/>
          </a:xfrm>
        </p:grpSpPr>
        <p:sp>
          <p:nvSpPr>
            <p:cNvPr id="16821" name="Google Shape;16821;p86"/>
            <p:cNvSpPr/>
            <p:nvPr/>
          </p:nvSpPr>
          <p:spPr>
            <a:xfrm>
              <a:off x="-19959725" y="2896475"/>
              <a:ext cx="18150" cy="18150"/>
            </a:xfrm>
            <a:custGeom>
              <a:avLst/>
              <a:gdLst/>
              <a:ahLst/>
              <a:cxnLst/>
              <a:rect l="l" t="t" r="r" b="b"/>
              <a:pathLst>
                <a:path w="726" h="726" extrusionOk="0">
                  <a:moveTo>
                    <a:pt x="347" y="0"/>
                  </a:moveTo>
                  <a:cubicBezTo>
                    <a:pt x="158" y="0"/>
                    <a:pt x="1" y="158"/>
                    <a:pt x="1" y="347"/>
                  </a:cubicBezTo>
                  <a:cubicBezTo>
                    <a:pt x="1" y="505"/>
                    <a:pt x="158" y="725"/>
                    <a:pt x="347" y="725"/>
                  </a:cubicBezTo>
                  <a:cubicBezTo>
                    <a:pt x="568" y="725"/>
                    <a:pt x="725" y="568"/>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2" name="Google Shape;16822;p86"/>
            <p:cNvSpPr/>
            <p:nvPr/>
          </p:nvSpPr>
          <p:spPr>
            <a:xfrm>
              <a:off x="-19941600" y="28602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3" name="Google Shape;16823;p86"/>
            <p:cNvSpPr/>
            <p:nvPr/>
          </p:nvSpPr>
          <p:spPr>
            <a:xfrm>
              <a:off x="-20102275" y="2895675"/>
              <a:ext cx="18125" cy="17375"/>
            </a:xfrm>
            <a:custGeom>
              <a:avLst/>
              <a:gdLst/>
              <a:ahLst/>
              <a:cxnLst/>
              <a:rect l="l" t="t" r="r" b="b"/>
              <a:pathLst>
                <a:path w="725" h="695" extrusionOk="0">
                  <a:moveTo>
                    <a:pt x="347" y="1"/>
                  </a:moveTo>
                  <a:cubicBezTo>
                    <a:pt x="158" y="1"/>
                    <a:pt x="0" y="159"/>
                    <a:pt x="0" y="348"/>
                  </a:cubicBezTo>
                  <a:cubicBezTo>
                    <a:pt x="0" y="537"/>
                    <a:pt x="158" y="694"/>
                    <a:pt x="347" y="694"/>
                  </a:cubicBezTo>
                  <a:cubicBezTo>
                    <a:pt x="536" y="694"/>
                    <a:pt x="725" y="537"/>
                    <a:pt x="725" y="348"/>
                  </a:cubicBezTo>
                  <a:cubicBezTo>
                    <a:pt x="725" y="159"/>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4" name="Google Shape;16824;p86"/>
            <p:cNvSpPr/>
            <p:nvPr/>
          </p:nvSpPr>
          <p:spPr>
            <a:xfrm>
              <a:off x="-20120400" y="286025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5" name="Google Shape;16825;p86"/>
            <p:cNvSpPr/>
            <p:nvPr/>
          </p:nvSpPr>
          <p:spPr>
            <a:xfrm>
              <a:off x="-20173175" y="2787775"/>
              <a:ext cx="304050" cy="305625"/>
            </a:xfrm>
            <a:custGeom>
              <a:avLst/>
              <a:gdLst/>
              <a:ahLst/>
              <a:cxnLst/>
              <a:rect l="l" t="t" r="r" b="b"/>
              <a:pathLst>
                <a:path w="12162" h="12225" extrusionOk="0">
                  <a:moveTo>
                    <a:pt x="11437" y="1482"/>
                  </a:moveTo>
                  <a:lnTo>
                    <a:pt x="11437" y="3246"/>
                  </a:lnTo>
                  <a:lnTo>
                    <a:pt x="11406" y="3246"/>
                  </a:lnTo>
                  <a:cubicBezTo>
                    <a:pt x="11406" y="3844"/>
                    <a:pt x="10902" y="4317"/>
                    <a:pt x="10303" y="4317"/>
                  </a:cubicBezTo>
                  <a:cubicBezTo>
                    <a:pt x="10114" y="4317"/>
                    <a:pt x="9957" y="4475"/>
                    <a:pt x="9957" y="4664"/>
                  </a:cubicBezTo>
                  <a:cubicBezTo>
                    <a:pt x="9957" y="5262"/>
                    <a:pt x="9484" y="5735"/>
                    <a:pt x="8885" y="5735"/>
                  </a:cubicBezTo>
                  <a:lnTo>
                    <a:pt x="7121" y="5735"/>
                  </a:lnTo>
                  <a:cubicBezTo>
                    <a:pt x="7279" y="3435"/>
                    <a:pt x="9137" y="1639"/>
                    <a:pt x="11437" y="1482"/>
                  </a:cubicBezTo>
                  <a:close/>
                  <a:moveTo>
                    <a:pt x="663" y="1513"/>
                  </a:moveTo>
                  <a:cubicBezTo>
                    <a:pt x="2962" y="1671"/>
                    <a:pt x="4790" y="3529"/>
                    <a:pt x="4947" y="5766"/>
                  </a:cubicBezTo>
                  <a:lnTo>
                    <a:pt x="3183" y="5766"/>
                  </a:lnTo>
                  <a:cubicBezTo>
                    <a:pt x="2584" y="5766"/>
                    <a:pt x="2143" y="5294"/>
                    <a:pt x="2143" y="4695"/>
                  </a:cubicBezTo>
                  <a:cubicBezTo>
                    <a:pt x="2143" y="4506"/>
                    <a:pt x="1986" y="4348"/>
                    <a:pt x="1765" y="4348"/>
                  </a:cubicBezTo>
                  <a:cubicBezTo>
                    <a:pt x="1198" y="4348"/>
                    <a:pt x="663" y="3876"/>
                    <a:pt x="663" y="3277"/>
                  </a:cubicBezTo>
                  <a:lnTo>
                    <a:pt x="663" y="1513"/>
                  </a:lnTo>
                  <a:close/>
                  <a:moveTo>
                    <a:pt x="6018" y="4317"/>
                  </a:moveTo>
                  <a:cubicBezTo>
                    <a:pt x="6207" y="4317"/>
                    <a:pt x="6365" y="4475"/>
                    <a:pt x="6365" y="4664"/>
                  </a:cubicBezTo>
                  <a:lnTo>
                    <a:pt x="6365" y="8948"/>
                  </a:lnTo>
                  <a:cubicBezTo>
                    <a:pt x="6365" y="9169"/>
                    <a:pt x="6207" y="9326"/>
                    <a:pt x="6018" y="9326"/>
                  </a:cubicBezTo>
                  <a:cubicBezTo>
                    <a:pt x="5829" y="9326"/>
                    <a:pt x="5672" y="9169"/>
                    <a:pt x="5672" y="8948"/>
                  </a:cubicBezTo>
                  <a:lnTo>
                    <a:pt x="5672" y="4664"/>
                  </a:lnTo>
                  <a:cubicBezTo>
                    <a:pt x="5672" y="4475"/>
                    <a:pt x="5829" y="4317"/>
                    <a:pt x="6018" y="4317"/>
                  </a:cubicBezTo>
                  <a:close/>
                  <a:moveTo>
                    <a:pt x="4947" y="6459"/>
                  </a:moveTo>
                  <a:lnTo>
                    <a:pt x="4947" y="8948"/>
                  </a:lnTo>
                  <a:lnTo>
                    <a:pt x="4947" y="11122"/>
                  </a:lnTo>
                  <a:cubicBezTo>
                    <a:pt x="4947" y="11311"/>
                    <a:pt x="4790" y="11469"/>
                    <a:pt x="4601" y="11469"/>
                  </a:cubicBezTo>
                  <a:cubicBezTo>
                    <a:pt x="4412" y="11469"/>
                    <a:pt x="4254" y="11311"/>
                    <a:pt x="4254" y="11122"/>
                  </a:cubicBezTo>
                  <a:cubicBezTo>
                    <a:pt x="4254" y="10838"/>
                    <a:pt x="4128" y="10586"/>
                    <a:pt x="3939" y="10366"/>
                  </a:cubicBezTo>
                  <a:cubicBezTo>
                    <a:pt x="3750" y="10177"/>
                    <a:pt x="3467" y="10051"/>
                    <a:pt x="3183" y="10051"/>
                  </a:cubicBezTo>
                  <a:cubicBezTo>
                    <a:pt x="2175" y="10051"/>
                    <a:pt x="1324" y="9200"/>
                    <a:pt x="1419" y="8161"/>
                  </a:cubicBezTo>
                  <a:cubicBezTo>
                    <a:pt x="1450" y="7215"/>
                    <a:pt x="2332" y="6459"/>
                    <a:pt x="3309" y="6459"/>
                  </a:cubicBezTo>
                  <a:close/>
                  <a:moveTo>
                    <a:pt x="8791" y="6491"/>
                  </a:moveTo>
                  <a:cubicBezTo>
                    <a:pt x="9767" y="6491"/>
                    <a:pt x="10618" y="7215"/>
                    <a:pt x="10681" y="8161"/>
                  </a:cubicBezTo>
                  <a:cubicBezTo>
                    <a:pt x="10713" y="9200"/>
                    <a:pt x="9925" y="10051"/>
                    <a:pt x="8885" y="10051"/>
                  </a:cubicBezTo>
                  <a:cubicBezTo>
                    <a:pt x="8633" y="10051"/>
                    <a:pt x="8350" y="10177"/>
                    <a:pt x="8161" y="10366"/>
                  </a:cubicBezTo>
                  <a:cubicBezTo>
                    <a:pt x="7940" y="10586"/>
                    <a:pt x="7846" y="10838"/>
                    <a:pt x="7846" y="11122"/>
                  </a:cubicBezTo>
                  <a:cubicBezTo>
                    <a:pt x="7846" y="11311"/>
                    <a:pt x="7688" y="11469"/>
                    <a:pt x="7468" y="11469"/>
                  </a:cubicBezTo>
                  <a:cubicBezTo>
                    <a:pt x="7279" y="11469"/>
                    <a:pt x="7121" y="11311"/>
                    <a:pt x="7121" y="11122"/>
                  </a:cubicBezTo>
                  <a:lnTo>
                    <a:pt x="7121" y="8948"/>
                  </a:lnTo>
                  <a:lnTo>
                    <a:pt x="7121" y="6491"/>
                  </a:lnTo>
                  <a:close/>
                  <a:moveTo>
                    <a:pt x="4632" y="1"/>
                  </a:moveTo>
                  <a:cubicBezTo>
                    <a:pt x="4443" y="1"/>
                    <a:pt x="4286" y="158"/>
                    <a:pt x="4286" y="379"/>
                  </a:cubicBezTo>
                  <a:cubicBezTo>
                    <a:pt x="4286" y="568"/>
                    <a:pt x="4443" y="725"/>
                    <a:pt x="4632" y="725"/>
                  </a:cubicBezTo>
                  <a:cubicBezTo>
                    <a:pt x="5231" y="725"/>
                    <a:pt x="5703" y="1230"/>
                    <a:pt x="5703" y="1828"/>
                  </a:cubicBezTo>
                  <a:lnTo>
                    <a:pt x="5703" y="3687"/>
                  </a:lnTo>
                  <a:cubicBezTo>
                    <a:pt x="5546" y="3750"/>
                    <a:pt x="5388" y="3844"/>
                    <a:pt x="5262" y="4002"/>
                  </a:cubicBezTo>
                  <a:cubicBezTo>
                    <a:pt x="4443" y="2112"/>
                    <a:pt x="2553" y="757"/>
                    <a:pt x="348" y="757"/>
                  </a:cubicBezTo>
                  <a:cubicBezTo>
                    <a:pt x="158" y="757"/>
                    <a:pt x="1" y="914"/>
                    <a:pt x="1" y="1135"/>
                  </a:cubicBezTo>
                  <a:lnTo>
                    <a:pt x="1" y="3246"/>
                  </a:lnTo>
                  <a:cubicBezTo>
                    <a:pt x="1" y="4159"/>
                    <a:pt x="663" y="4853"/>
                    <a:pt x="1482" y="5010"/>
                  </a:cubicBezTo>
                  <a:cubicBezTo>
                    <a:pt x="1576" y="5451"/>
                    <a:pt x="1797" y="5798"/>
                    <a:pt x="2112" y="6081"/>
                  </a:cubicBezTo>
                  <a:cubicBezTo>
                    <a:pt x="1324" y="6491"/>
                    <a:pt x="820" y="7215"/>
                    <a:pt x="757" y="8129"/>
                  </a:cubicBezTo>
                  <a:cubicBezTo>
                    <a:pt x="663" y="9547"/>
                    <a:pt x="1797" y="10775"/>
                    <a:pt x="3214" y="10775"/>
                  </a:cubicBezTo>
                  <a:cubicBezTo>
                    <a:pt x="3435" y="10775"/>
                    <a:pt x="3593" y="10965"/>
                    <a:pt x="3593" y="11154"/>
                  </a:cubicBezTo>
                  <a:cubicBezTo>
                    <a:pt x="3593" y="11752"/>
                    <a:pt x="4065" y="12225"/>
                    <a:pt x="4632" y="12225"/>
                  </a:cubicBezTo>
                  <a:cubicBezTo>
                    <a:pt x="5231" y="12225"/>
                    <a:pt x="5703" y="11752"/>
                    <a:pt x="5703" y="11154"/>
                  </a:cubicBezTo>
                  <a:lnTo>
                    <a:pt x="5703" y="10019"/>
                  </a:lnTo>
                  <a:cubicBezTo>
                    <a:pt x="5829" y="10051"/>
                    <a:pt x="5955" y="10082"/>
                    <a:pt x="6050" y="10082"/>
                  </a:cubicBezTo>
                  <a:cubicBezTo>
                    <a:pt x="6176" y="10082"/>
                    <a:pt x="6302" y="10051"/>
                    <a:pt x="6428" y="10019"/>
                  </a:cubicBezTo>
                  <a:lnTo>
                    <a:pt x="6428" y="11154"/>
                  </a:lnTo>
                  <a:cubicBezTo>
                    <a:pt x="6428" y="11752"/>
                    <a:pt x="6901" y="12225"/>
                    <a:pt x="7468" y="12225"/>
                  </a:cubicBezTo>
                  <a:cubicBezTo>
                    <a:pt x="8066" y="12225"/>
                    <a:pt x="8539" y="11752"/>
                    <a:pt x="8539" y="11154"/>
                  </a:cubicBezTo>
                  <a:cubicBezTo>
                    <a:pt x="8539" y="10965"/>
                    <a:pt x="8696" y="10775"/>
                    <a:pt x="8885" y="10775"/>
                  </a:cubicBezTo>
                  <a:cubicBezTo>
                    <a:pt x="10303" y="10775"/>
                    <a:pt x="11469" y="9578"/>
                    <a:pt x="11374" y="8129"/>
                  </a:cubicBezTo>
                  <a:cubicBezTo>
                    <a:pt x="11343" y="7499"/>
                    <a:pt x="11059" y="6869"/>
                    <a:pt x="10555" y="6428"/>
                  </a:cubicBezTo>
                  <a:cubicBezTo>
                    <a:pt x="10398" y="6270"/>
                    <a:pt x="10209" y="6176"/>
                    <a:pt x="10051" y="6081"/>
                  </a:cubicBezTo>
                  <a:cubicBezTo>
                    <a:pt x="10366" y="5798"/>
                    <a:pt x="10587" y="5451"/>
                    <a:pt x="10681" y="5010"/>
                  </a:cubicBezTo>
                  <a:cubicBezTo>
                    <a:pt x="11500" y="4853"/>
                    <a:pt x="12162" y="4159"/>
                    <a:pt x="12162" y="3246"/>
                  </a:cubicBezTo>
                  <a:lnTo>
                    <a:pt x="12162" y="1135"/>
                  </a:lnTo>
                  <a:cubicBezTo>
                    <a:pt x="12130" y="914"/>
                    <a:pt x="11973" y="757"/>
                    <a:pt x="11784" y="757"/>
                  </a:cubicBezTo>
                  <a:cubicBezTo>
                    <a:pt x="9578" y="757"/>
                    <a:pt x="7688" y="2112"/>
                    <a:pt x="6838" y="4002"/>
                  </a:cubicBezTo>
                  <a:cubicBezTo>
                    <a:pt x="6743" y="3876"/>
                    <a:pt x="6585" y="3750"/>
                    <a:pt x="6428" y="3687"/>
                  </a:cubicBezTo>
                  <a:lnTo>
                    <a:pt x="6428" y="1828"/>
                  </a:lnTo>
                  <a:cubicBezTo>
                    <a:pt x="6428" y="1230"/>
                    <a:pt x="6901" y="725"/>
                    <a:pt x="7468" y="725"/>
                  </a:cubicBezTo>
                  <a:cubicBezTo>
                    <a:pt x="7688" y="725"/>
                    <a:pt x="7846" y="568"/>
                    <a:pt x="7846" y="379"/>
                  </a:cubicBezTo>
                  <a:cubicBezTo>
                    <a:pt x="7846" y="158"/>
                    <a:pt x="7688" y="1"/>
                    <a:pt x="7468" y="1"/>
                  </a:cubicBezTo>
                  <a:cubicBezTo>
                    <a:pt x="6995" y="1"/>
                    <a:pt x="6522" y="221"/>
                    <a:pt x="6207" y="568"/>
                  </a:cubicBezTo>
                  <a:cubicBezTo>
                    <a:pt x="6144" y="631"/>
                    <a:pt x="6113" y="694"/>
                    <a:pt x="6050" y="757"/>
                  </a:cubicBezTo>
                  <a:cubicBezTo>
                    <a:pt x="6018" y="694"/>
                    <a:pt x="5955" y="631"/>
                    <a:pt x="5892" y="568"/>
                  </a:cubicBezTo>
                  <a:cubicBezTo>
                    <a:pt x="5546" y="221"/>
                    <a:pt x="5105" y="1"/>
                    <a:pt x="463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6" name="Google Shape;16826;p86"/>
            <p:cNvSpPr/>
            <p:nvPr/>
          </p:nvSpPr>
          <p:spPr>
            <a:xfrm>
              <a:off x="-19977050" y="2967350"/>
              <a:ext cx="52800" cy="53600"/>
            </a:xfrm>
            <a:custGeom>
              <a:avLst/>
              <a:gdLst/>
              <a:ahLst/>
              <a:cxnLst/>
              <a:rect l="l" t="t" r="r" b="b"/>
              <a:pathLst>
                <a:path w="2112" h="2144" extrusionOk="0">
                  <a:moveTo>
                    <a:pt x="1040" y="726"/>
                  </a:moveTo>
                  <a:cubicBezTo>
                    <a:pt x="1261" y="726"/>
                    <a:pt x="1418" y="883"/>
                    <a:pt x="1418" y="1072"/>
                  </a:cubicBezTo>
                  <a:cubicBezTo>
                    <a:pt x="1418" y="1261"/>
                    <a:pt x="1261" y="1419"/>
                    <a:pt x="1040" y="1419"/>
                  </a:cubicBezTo>
                  <a:cubicBezTo>
                    <a:pt x="851" y="1419"/>
                    <a:pt x="694" y="1261"/>
                    <a:pt x="694" y="1072"/>
                  </a:cubicBezTo>
                  <a:cubicBezTo>
                    <a:pt x="694" y="883"/>
                    <a:pt x="851" y="726"/>
                    <a:pt x="1040" y="726"/>
                  </a:cubicBezTo>
                  <a:close/>
                  <a:moveTo>
                    <a:pt x="1040" y="1"/>
                  </a:moveTo>
                  <a:cubicBezTo>
                    <a:pt x="473" y="1"/>
                    <a:pt x="1" y="473"/>
                    <a:pt x="1" y="1072"/>
                  </a:cubicBezTo>
                  <a:cubicBezTo>
                    <a:pt x="1" y="1671"/>
                    <a:pt x="473" y="2143"/>
                    <a:pt x="1040" y="2143"/>
                  </a:cubicBezTo>
                  <a:cubicBezTo>
                    <a:pt x="1639" y="2143"/>
                    <a:pt x="2112" y="1671"/>
                    <a:pt x="2112" y="1072"/>
                  </a:cubicBezTo>
                  <a:cubicBezTo>
                    <a:pt x="2112"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7" name="Google Shape;16827;p86"/>
            <p:cNvSpPr/>
            <p:nvPr/>
          </p:nvSpPr>
          <p:spPr>
            <a:xfrm>
              <a:off x="-20119600" y="2967350"/>
              <a:ext cx="52800" cy="52800"/>
            </a:xfrm>
            <a:custGeom>
              <a:avLst/>
              <a:gdLst/>
              <a:ahLst/>
              <a:cxnLst/>
              <a:rect l="l" t="t" r="r" b="b"/>
              <a:pathLst>
                <a:path w="2112" h="2112" extrusionOk="0">
                  <a:moveTo>
                    <a:pt x="1040" y="726"/>
                  </a:moveTo>
                  <a:cubicBezTo>
                    <a:pt x="1229" y="726"/>
                    <a:pt x="1418" y="883"/>
                    <a:pt x="1418" y="1072"/>
                  </a:cubicBezTo>
                  <a:cubicBezTo>
                    <a:pt x="1418" y="1261"/>
                    <a:pt x="1229" y="1419"/>
                    <a:pt x="1040" y="1419"/>
                  </a:cubicBezTo>
                  <a:cubicBezTo>
                    <a:pt x="851" y="1419"/>
                    <a:pt x="693" y="1261"/>
                    <a:pt x="693" y="1072"/>
                  </a:cubicBezTo>
                  <a:cubicBezTo>
                    <a:pt x="693" y="883"/>
                    <a:pt x="851" y="726"/>
                    <a:pt x="1040" y="726"/>
                  </a:cubicBezTo>
                  <a:close/>
                  <a:moveTo>
                    <a:pt x="1040" y="1"/>
                  </a:moveTo>
                  <a:cubicBezTo>
                    <a:pt x="441" y="1"/>
                    <a:pt x="0" y="473"/>
                    <a:pt x="0" y="1072"/>
                  </a:cubicBezTo>
                  <a:cubicBezTo>
                    <a:pt x="0" y="1639"/>
                    <a:pt x="441" y="2112"/>
                    <a:pt x="1040" y="2112"/>
                  </a:cubicBezTo>
                  <a:cubicBezTo>
                    <a:pt x="1639" y="2112"/>
                    <a:pt x="2111" y="1639"/>
                    <a:pt x="2111" y="1072"/>
                  </a:cubicBezTo>
                  <a:cubicBezTo>
                    <a:pt x="2111"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28" name="Google Shape;16828;p86"/>
          <p:cNvGrpSpPr/>
          <p:nvPr/>
        </p:nvGrpSpPr>
        <p:grpSpPr>
          <a:xfrm>
            <a:off x="7369570" y="3034086"/>
            <a:ext cx="631841" cy="628628"/>
            <a:chOff x="-18294675" y="2434925"/>
            <a:chExt cx="304825" cy="303275"/>
          </a:xfrm>
        </p:grpSpPr>
        <p:sp>
          <p:nvSpPr>
            <p:cNvPr id="16829" name="Google Shape;16829;p86"/>
            <p:cNvSpPr/>
            <p:nvPr/>
          </p:nvSpPr>
          <p:spPr>
            <a:xfrm>
              <a:off x="-18294675" y="2434925"/>
              <a:ext cx="304825" cy="303275"/>
            </a:xfrm>
            <a:custGeom>
              <a:avLst/>
              <a:gdLst/>
              <a:ahLst/>
              <a:cxnLst/>
              <a:rect l="l" t="t" r="r" b="b"/>
              <a:pathLst>
                <a:path w="12193" h="12131" extrusionOk="0">
                  <a:moveTo>
                    <a:pt x="1103" y="694"/>
                  </a:moveTo>
                  <a:cubicBezTo>
                    <a:pt x="2363" y="694"/>
                    <a:pt x="3497" y="1450"/>
                    <a:pt x="4033" y="2584"/>
                  </a:cubicBezTo>
                  <a:cubicBezTo>
                    <a:pt x="3434" y="2836"/>
                    <a:pt x="2867" y="3214"/>
                    <a:pt x="2363" y="3687"/>
                  </a:cubicBezTo>
                  <a:lnTo>
                    <a:pt x="2237" y="3813"/>
                  </a:lnTo>
                  <a:cubicBezTo>
                    <a:pt x="1323" y="3214"/>
                    <a:pt x="756" y="2175"/>
                    <a:pt x="756" y="1072"/>
                  </a:cubicBezTo>
                  <a:lnTo>
                    <a:pt x="756" y="694"/>
                  </a:lnTo>
                  <a:close/>
                  <a:moveTo>
                    <a:pt x="11500" y="694"/>
                  </a:moveTo>
                  <a:lnTo>
                    <a:pt x="11500" y="1072"/>
                  </a:lnTo>
                  <a:cubicBezTo>
                    <a:pt x="11500" y="2175"/>
                    <a:pt x="10901" y="3214"/>
                    <a:pt x="9924" y="3813"/>
                  </a:cubicBezTo>
                  <a:cubicBezTo>
                    <a:pt x="9420" y="3277"/>
                    <a:pt x="8822" y="2868"/>
                    <a:pt x="8192" y="2584"/>
                  </a:cubicBezTo>
                  <a:cubicBezTo>
                    <a:pt x="8696" y="1450"/>
                    <a:pt x="9893" y="694"/>
                    <a:pt x="11153" y="694"/>
                  </a:cubicBezTo>
                  <a:close/>
                  <a:moveTo>
                    <a:pt x="2806" y="7389"/>
                  </a:moveTo>
                  <a:cubicBezTo>
                    <a:pt x="2924" y="7389"/>
                    <a:pt x="3043" y="7413"/>
                    <a:pt x="3151" y="7467"/>
                  </a:cubicBezTo>
                  <a:cubicBezTo>
                    <a:pt x="3434" y="7625"/>
                    <a:pt x="3623" y="7908"/>
                    <a:pt x="3623" y="8223"/>
                  </a:cubicBezTo>
                  <a:lnTo>
                    <a:pt x="3623" y="9011"/>
                  </a:lnTo>
                  <a:cubicBezTo>
                    <a:pt x="3182" y="8507"/>
                    <a:pt x="2552" y="8160"/>
                    <a:pt x="1891" y="7940"/>
                  </a:cubicBezTo>
                  <a:lnTo>
                    <a:pt x="2206" y="7625"/>
                  </a:lnTo>
                  <a:cubicBezTo>
                    <a:pt x="2351" y="7480"/>
                    <a:pt x="2578" y="7389"/>
                    <a:pt x="2806" y="7389"/>
                  </a:cubicBezTo>
                  <a:close/>
                  <a:moveTo>
                    <a:pt x="9468" y="7444"/>
                  </a:moveTo>
                  <a:cubicBezTo>
                    <a:pt x="9681" y="7444"/>
                    <a:pt x="9891" y="7528"/>
                    <a:pt x="10050" y="7688"/>
                  </a:cubicBezTo>
                  <a:lnTo>
                    <a:pt x="10365" y="8003"/>
                  </a:lnTo>
                  <a:cubicBezTo>
                    <a:pt x="9672" y="8160"/>
                    <a:pt x="9042" y="8507"/>
                    <a:pt x="8633" y="9043"/>
                  </a:cubicBezTo>
                  <a:lnTo>
                    <a:pt x="8633" y="8255"/>
                  </a:lnTo>
                  <a:cubicBezTo>
                    <a:pt x="8633" y="7940"/>
                    <a:pt x="8790" y="7688"/>
                    <a:pt x="9105" y="7530"/>
                  </a:cubicBezTo>
                  <a:cubicBezTo>
                    <a:pt x="9221" y="7473"/>
                    <a:pt x="9345" y="7444"/>
                    <a:pt x="9468" y="7444"/>
                  </a:cubicBezTo>
                  <a:close/>
                  <a:moveTo>
                    <a:pt x="6112" y="9484"/>
                  </a:moveTo>
                  <a:cubicBezTo>
                    <a:pt x="6270" y="9484"/>
                    <a:pt x="6427" y="9610"/>
                    <a:pt x="6459" y="9736"/>
                  </a:cubicBezTo>
                  <a:lnTo>
                    <a:pt x="6112" y="10145"/>
                  </a:lnTo>
                  <a:lnTo>
                    <a:pt x="5734" y="9736"/>
                  </a:lnTo>
                  <a:cubicBezTo>
                    <a:pt x="5797" y="9578"/>
                    <a:pt x="5955" y="9484"/>
                    <a:pt x="6112" y="9484"/>
                  </a:cubicBezTo>
                  <a:close/>
                  <a:moveTo>
                    <a:pt x="6270" y="2836"/>
                  </a:moveTo>
                  <a:cubicBezTo>
                    <a:pt x="8633" y="2899"/>
                    <a:pt x="10554" y="4884"/>
                    <a:pt x="10743" y="7310"/>
                  </a:cubicBezTo>
                  <a:lnTo>
                    <a:pt x="10554" y="7121"/>
                  </a:lnTo>
                  <a:cubicBezTo>
                    <a:pt x="10258" y="6824"/>
                    <a:pt x="9861" y="6664"/>
                    <a:pt x="9467" y="6664"/>
                  </a:cubicBezTo>
                  <a:cubicBezTo>
                    <a:pt x="9234" y="6664"/>
                    <a:pt x="9001" y="6720"/>
                    <a:pt x="8790" y="6837"/>
                  </a:cubicBezTo>
                  <a:cubicBezTo>
                    <a:pt x="8255" y="7121"/>
                    <a:pt x="7908" y="7625"/>
                    <a:pt x="7908" y="8223"/>
                  </a:cubicBezTo>
                  <a:lnTo>
                    <a:pt x="7908" y="9043"/>
                  </a:lnTo>
                  <a:cubicBezTo>
                    <a:pt x="7908" y="9641"/>
                    <a:pt x="7719" y="10240"/>
                    <a:pt x="7372" y="10744"/>
                  </a:cubicBezTo>
                  <a:cubicBezTo>
                    <a:pt x="7278" y="10870"/>
                    <a:pt x="7215" y="10933"/>
                    <a:pt x="7120" y="11027"/>
                  </a:cubicBezTo>
                  <a:cubicBezTo>
                    <a:pt x="6931" y="11216"/>
                    <a:pt x="6679" y="11342"/>
                    <a:pt x="6490" y="11374"/>
                  </a:cubicBezTo>
                  <a:lnTo>
                    <a:pt x="6490" y="10838"/>
                  </a:lnTo>
                  <a:lnTo>
                    <a:pt x="7120" y="10051"/>
                  </a:lnTo>
                  <a:cubicBezTo>
                    <a:pt x="7152" y="9956"/>
                    <a:pt x="7215" y="9893"/>
                    <a:pt x="7215" y="9799"/>
                  </a:cubicBezTo>
                  <a:cubicBezTo>
                    <a:pt x="7215" y="9200"/>
                    <a:pt x="6742" y="8728"/>
                    <a:pt x="6144" y="8728"/>
                  </a:cubicBezTo>
                  <a:cubicBezTo>
                    <a:pt x="5545" y="8728"/>
                    <a:pt x="5073" y="9200"/>
                    <a:pt x="5073" y="9799"/>
                  </a:cubicBezTo>
                  <a:cubicBezTo>
                    <a:pt x="5073" y="9893"/>
                    <a:pt x="5104" y="9956"/>
                    <a:pt x="5167" y="10051"/>
                  </a:cubicBezTo>
                  <a:lnTo>
                    <a:pt x="5797" y="10838"/>
                  </a:lnTo>
                  <a:lnTo>
                    <a:pt x="5797" y="11374"/>
                  </a:lnTo>
                  <a:cubicBezTo>
                    <a:pt x="5545" y="11311"/>
                    <a:pt x="5356" y="11185"/>
                    <a:pt x="5199" y="11027"/>
                  </a:cubicBezTo>
                  <a:cubicBezTo>
                    <a:pt x="5104" y="10933"/>
                    <a:pt x="5041" y="10838"/>
                    <a:pt x="4947" y="10744"/>
                  </a:cubicBezTo>
                  <a:cubicBezTo>
                    <a:pt x="4600" y="10271"/>
                    <a:pt x="4411" y="9673"/>
                    <a:pt x="4411" y="9043"/>
                  </a:cubicBezTo>
                  <a:lnTo>
                    <a:pt x="4411" y="8223"/>
                  </a:lnTo>
                  <a:cubicBezTo>
                    <a:pt x="4411" y="7625"/>
                    <a:pt x="4096" y="7121"/>
                    <a:pt x="3529" y="6837"/>
                  </a:cubicBezTo>
                  <a:cubicBezTo>
                    <a:pt x="3318" y="6720"/>
                    <a:pt x="3085" y="6664"/>
                    <a:pt x="2852" y="6664"/>
                  </a:cubicBezTo>
                  <a:cubicBezTo>
                    <a:pt x="2458" y="6664"/>
                    <a:pt x="2061" y="6824"/>
                    <a:pt x="1765" y="7121"/>
                  </a:cubicBezTo>
                  <a:lnTo>
                    <a:pt x="1576" y="7310"/>
                  </a:lnTo>
                  <a:cubicBezTo>
                    <a:pt x="1607" y="6270"/>
                    <a:pt x="2017" y="5230"/>
                    <a:pt x="2678" y="4443"/>
                  </a:cubicBezTo>
                  <a:cubicBezTo>
                    <a:pt x="2741" y="4317"/>
                    <a:pt x="2867" y="4254"/>
                    <a:pt x="2962" y="4128"/>
                  </a:cubicBezTo>
                  <a:cubicBezTo>
                    <a:pt x="3466" y="3655"/>
                    <a:pt x="4001" y="3309"/>
                    <a:pt x="4632" y="3057"/>
                  </a:cubicBezTo>
                  <a:cubicBezTo>
                    <a:pt x="5167" y="2899"/>
                    <a:pt x="5703" y="2836"/>
                    <a:pt x="6270" y="2836"/>
                  </a:cubicBezTo>
                  <a:close/>
                  <a:moveTo>
                    <a:pt x="11153" y="1"/>
                  </a:moveTo>
                  <a:cubicBezTo>
                    <a:pt x="10334" y="1"/>
                    <a:pt x="9483" y="253"/>
                    <a:pt x="8822" y="757"/>
                  </a:cubicBezTo>
                  <a:cubicBezTo>
                    <a:pt x="8255" y="1135"/>
                    <a:pt x="7782" y="1733"/>
                    <a:pt x="7530" y="2364"/>
                  </a:cubicBezTo>
                  <a:cubicBezTo>
                    <a:pt x="7120" y="2238"/>
                    <a:pt x="6679" y="2175"/>
                    <a:pt x="6270" y="2175"/>
                  </a:cubicBezTo>
                  <a:cubicBezTo>
                    <a:pt x="5703" y="2175"/>
                    <a:pt x="5199" y="2206"/>
                    <a:pt x="4695" y="2364"/>
                  </a:cubicBezTo>
                  <a:cubicBezTo>
                    <a:pt x="4411" y="1733"/>
                    <a:pt x="3938" y="1166"/>
                    <a:pt x="3371" y="788"/>
                  </a:cubicBezTo>
                  <a:cubicBezTo>
                    <a:pt x="2710" y="253"/>
                    <a:pt x="1891" y="32"/>
                    <a:pt x="1071" y="32"/>
                  </a:cubicBezTo>
                  <a:lnTo>
                    <a:pt x="347" y="32"/>
                  </a:lnTo>
                  <a:cubicBezTo>
                    <a:pt x="158" y="32"/>
                    <a:pt x="0" y="190"/>
                    <a:pt x="0" y="379"/>
                  </a:cubicBezTo>
                  <a:lnTo>
                    <a:pt x="0" y="1103"/>
                  </a:lnTo>
                  <a:cubicBezTo>
                    <a:pt x="0" y="1859"/>
                    <a:pt x="189" y="2553"/>
                    <a:pt x="599" y="3183"/>
                  </a:cubicBezTo>
                  <a:cubicBezTo>
                    <a:pt x="914" y="3655"/>
                    <a:pt x="1292" y="4096"/>
                    <a:pt x="1765" y="4411"/>
                  </a:cubicBezTo>
                  <a:cubicBezTo>
                    <a:pt x="1544" y="4726"/>
                    <a:pt x="1323" y="5073"/>
                    <a:pt x="1166" y="5420"/>
                  </a:cubicBezTo>
                  <a:cubicBezTo>
                    <a:pt x="914" y="6113"/>
                    <a:pt x="756" y="6806"/>
                    <a:pt x="756" y="7562"/>
                  </a:cubicBezTo>
                  <a:lnTo>
                    <a:pt x="756" y="8255"/>
                  </a:lnTo>
                  <a:cubicBezTo>
                    <a:pt x="756" y="8475"/>
                    <a:pt x="914" y="8633"/>
                    <a:pt x="1103" y="8633"/>
                  </a:cubicBezTo>
                  <a:cubicBezTo>
                    <a:pt x="1891" y="8633"/>
                    <a:pt x="2647" y="8980"/>
                    <a:pt x="3119" y="9610"/>
                  </a:cubicBezTo>
                  <a:lnTo>
                    <a:pt x="4316" y="11185"/>
                  </a:lnTo>
                  <a:cubicBezTo>
                    <a:pt x="4411" y="11311"/>
                    <a:pt x="4537" y="11405"/>
                    <a:pt x="4632" y="11531"/>
                  </a:cubicBezTo>
                  <a:cubicBezTo>
                    <a:pt x="5041" y="11941"/>
                    <a:pt x="5545" y="12130"/>
                    <a:pt x="6112" y="12130"/>
                  </a:cubicBezTo>
                  <a:cubicBezTo>
                    <a:pt x="6648" y="12130"/>
                    <a:pt x="7152" y="11941"/>
                    <a:pt x="7561" y="11531"/>
                  </a:cubicBezTo>
                  <a:cubicBezTo>
                    <a:pt x="7687" y="11405"/>
                    <a:pt x="7782" y="11311"/>
                    <a:pt x="7877" y="11185"/>
                  </a:cubicBezTo>
                  <a:lnTo>
                    <a:pt x="9105" y="9610"/>
                  </a:lnTo>
                  <a:cubicBezTo>
                    <a:pt x="9578" y="8980"/>
                    <a:pt x="10302" y="8633"/>
                    <a:pt x="11090" y="8633"/>
                  </a:cubicBezTo>
                  <a:cubicBezTo>
                    <a:pt x="11311" y="8633"/>
                    <a:pt x="11468" y="8475"/>
                    <a:pt x="11468" y="8255"/>
                  </a:cubicBezTo>
                  <a:lnTo>
                    <a:pt x="11468" y="7751"/>
                  </a:lnTo>
                  <a:cubicBezTo>
                    <a:pt x="11468" y="6522"/>
                    <a:pt x="11059" y="5388"/>
                    <a:pt x="10397" y="4411"/>
                  </a:cubicBezTo>
                  <a:cubicBezTo>
                    <a:pt x="10870" y="4096"/>
                    <a:pt x="11311" y="3655"/>
                    <a:pt x="11626" y="3151"/>
                  </a:cubicBezTo>
                  <a:cubicBezTo>
                    <a:pt x="12004" y="2521"/>
                    <a:pt x="12193" y="1796"/>
                    <a:pt x="12193" y="1072"/>
                  </a:cubicBezTo>
                  <a:lnTo>
                    <a:pt x="12193" y="347"/>
                  </a:lnTo>
                  <a:cubicBezTo>
                    <a:pt x="12193" y="158"/>
                    <a:pt x="12035" y="1"/>
                    <a:pt x="1184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0" name="Google Shape;16830;p86"/>
            <p:cNvSpPr/>
            <p:nvPr/>
          </p:nvSpPr>
          <p:spPr>
            <a:xfrm>
              <a:off x="-18223800" y="2559575"/>
              <a:ext cx="37050" cy="36850"/>
            </a:xfrm>
            <a:custGeom>
              <a:avLst/>
              <a:gdLst/>
              <a:ahLst/>
              <a:cxnLst/>
              <a:rect l="l" t="t" r="r" b="b"/>
              <a:pathLst>
                <a:path w="1482" h="1474" extrusionOk="0">
                  <a:moveTo>
                    <a:pt x="410" y="0"/>
                  </a:moveTo>
                  <a:cubicBezTo>
                    <a:pt x="324" y="0"/>
                    <a:pt x="237" y="40"/>
                    <a:pt x="158" y="118"/>
                  </a:cubicBezTo>
                  <a:cubicBezTo>
                    <a:pt x="1" y="276"/>
                    <a:pt x="1" y="497"/>
                    <a:pt x="158" y="654"/>
                  </a:cubicBezTo>
                  <a:lnTo>
                    <a:pt x="851" y="1347"/>
                  </a:lnTo>
                  <a:cubicBezTo>
                    <a:pt x="946" y="1442"/>
                    <a:pt x="1009" y="1473"/>
                    <a:pt x="1103" y="1473"/>
                  </a:cubicBezTo>
                  <a:cubicBezTo>
                    <a:pt x="1166" y="1473"/>
                    <a:pt x="1292" y="1442"/>
                    <a:pt x="1324" y="1347"/>
                  </a:cubicBezTo>
                  <a:cubicBezTo>
                    <a:pt x="1481" y="1190"/>
                    <a:pt x="1481" y="1001"/>
                    <a:pt x="1324" y="843"/>
                  </a:cubicBezTo>
                  <a:lnTo>
                    <a:pt x="662" y="118"/>
                  </a:lnTo>
                  <a:cubicBezTo>
                    <a:pt x="584" y="40"/>
                    <a:pt x="497"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1" name="Google Shape;16831;p86"/>
            <p:cNvSpPr/>
            <p:nvPr/>
          </p:nvSpPr>
          <p:spPr>
            <a:xfrm>
              <a:off x="-18098550" y="2559575"/>
              <a:ext cx="37825" cy="36850"/>
            </a:xfrm>
            <a:custGeom>
              <a:avLst/>
              <a:gdLst/>
              <a:ahLst/>
              <a:cxnLst/>
              <a:rect l="l" t="t" r="r" b="b"/>
              <a:pathLst>
                <a:path w="1513" h="1474" extrusionOk="0">
                  <a:moveTo>
                    <a:pt x="1103" y="0"/>
                  </a:moveTo>
                  <a:cubicBezTo>
                    <a:pt x="1016" y="0"/>
                    <a:pt x="929" y="40"/>
                    <a:pt x="851" y="118"/>
                  </a:cubicBezTo>
                  <a:lnTo>
                    <a:pt x="158" y="843"/>
                  </a:lnTo>
                  <a:cubicBezTo>
                    <a:pt x="0" y="1001"/>
                    <a:pt x="0" y="1190"/>
                    <a:pt x="158" y="1347"/>
                  </a:cubicBezTo>
                  <a:cubicBezTo>
                    <a:pt x="221" y="1442"/>
                    <a:pt x="315" y="1473"/>
                    <a:pt x="410" y="1473"/>
                  </a:cubicBezTo>
                  <a:cubicBezTo>
                    <a:pt x="504" y="1473"/>
                    <a:pt x="630" y="1442"/>
                    <a:pt x="662" y="1347"/>
                  </a:cubicBezTo>
                  <a:lnTo>
                    <a:pt x="1355" y="623"/>
                  </a:lnTo>
                  <a:cubicBezTo>
                    <a:pt x="1512" y="465"/>
                    <a:pt x="1512" y="276"/>
                    <a:pt x="1355" y="118"/>
                  </a:cubicBezTo>
                  <a:cubicBezTo>
                    <a:pt x="1276" y="40"/>
                    <a:pt x="1189" y="0"/>
                    <a:pt x="11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32" name="Google Shape;16832;p86"/>
          <p:cNvGrpSpPr/>
          <p:nvPr/>
        </p:nvGrpSpPr>
        <p:grpSpPr>
          <a:xfrm>
            <a:off x="7444656" y="3802810"/>
            <a:ext cx="481667" cy="628628"/>
            <a:chOff x="-18258450" y="2809825"/>
            <a:chExt cx="232375" cy="303275"/>
          </a:xfrm>
        </p:grpSpPr>
        <p:sp>
          <p:nvSpPr>
            <p:cNvPr id="16833" name="Google Shape;16833;p86"/>
            <p:cNvSpPr/>
            <p:nvPr/>
          </p:nvSpPr>
          <p:spPr>
            <a:xfrm>
              <a:off x="-18177325" y="29083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4" name="Google Shape;16834;p86"/>
            <p:cNvSpPr/>
            <p:nvPr/>
          </p:nvSpPr>
          <p:spPr>
            <a:xfrm>
              <a:off x="-18123775" y="290830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5" name="Google Shape;16835;p86"/>
            <p:cNvSpPr/>
            <p:nvPr/>
          </p:nvSpPr>
          <p:spPr>
            <a:xfrm>
              <a:off x="-18258450" y="2809825"/>
              <a:ext cx="232375" cy="303275"/>
            </a:xfrm>
            <a:custGeom>
              <a:avLst/>
              <a:gdLst/>
              <a:ahLst/>
              <a:cxnLst/>
              <a:rect l="l" t="t" r="r" b="b"/>
              <a:pathLst>
                <a:path w="9295" h="12131" extrusionOk="0">
                  <a:moveTo>
                    <a:pt x="4663" y="726"/>
                  </a:moveTo>
                  <a:cubicBezTo>
                    <a:pt x="5640" y="726"/>
                    <a:pt x="6617" y="1387"/>
                    <a:pt x="7373" y="2553"/>
                  </a:cubicBezTo>
                  <a:cubicBezTo>
                    <a:pt x="7121" y="2490"/>
                    <a:pt x="6459" y="2238"/>
                    <a:pt x="6175" y="2175"/>
                  </a:cubicBezTo>
                  <a:cubicBezTo>
                    <a:pt x="6144" y="2159"/>
                    <a:pt x="6097" y="2151"/>
                    <a:pt x="6049" y="2151"/>
                  </a:cubicBezTo>
                  <a:cubicBezTo>
                    <a:pt x="6002" y="2151"/>
                    <a:pt x="5955" y="2159"/>
                    <a:pt x="5923" y="2175"/>
                  </a:cubicBezTo>
                  <a:lnTo>
                    <a:pt x="4663" y="2805"/>
                  </a:lnTo>
                  <a:lnTo>
                    <a:pt x="3403" y="2175"/>
                  </a:lnTo>
                  <a:cubicBezTo>
                    <a:pt x="3356" y="2159"/>
                    <a:pt x="3301" y="2151"/>
                    <a:pt x="3249" y="2151"/>
                  </a:cubicBezTo>
                  <a:cubicBezTo>
                    <a:pt x="3198" y="2151"/>
                    <a:pt x="3151" y="2159"/>
                    <a:pt x="3120" y="2175"/>
                  </a:cubicBezTo>
                  <a:lnTo>
                    <a:pt x="1922" y="2553"/>
                  </a:lnTo>
                  <a:cubicBezTo>
                    <a:pt x="2710" y="1387"/>
                    <a:pt x="3718" y="726"/>
                    <a:pt x="4663" y="726"/>
                  </a:cubicBezTo>
                  <a:close/>
                  <a:moveTo>
                    <a:pt x="6144" y="2868"/>
                  </a:moveTo>
                  <a:lnTo>
                    <a:pt x="6617" y="3025"/>
                  </a:lnTo>
                  <a:cubicBezTo>
                    <a:pt x="7341" y="3908"/>
                    <a:pt x="7404" y="5168"/>
                    <a:pt x="6743" y="6081"/>
                  </a:cubicBezTo>
                  <a:lnTo>
                    <a:pt x="6112" y="6396"/>
                  </a:lnTo>
                  <a:lnTo>
                    <a:pt x="5041" y="5829"/>
                  </a:lnTo>
                  <a:lnTo>
                    <a:pt x="5041" y="5325"/>
                  </a:lnTo>
                  <a:cubicBezTo>
                    <a:pt x="5041" y="5136"/>
                    <a:pt x="4884" y="4979"/>
                    <a:pt x="4695" y="4979"/>
                  </a:cubicBezTo>
                  <a:cubicBezTo>
                    <a:pt x="4506" y="4979"/>
                    <a:pt x="4348" y="5136"/>
                    <a:pt x="4348" y="5325"/>
                  </a:cubicBezTo>
                  <a:lnTo>
                    <a:pt x="4348" y="5829"/>
                  </a:lnTo>
                  <a:lnTo>
                    <a:pt x="3277" y="6396"/>
                  </a:lnTo>
                  <a:lnTo>
                    <a:pt x="2647" y="6081"/>
                  </a:lnTo>
                  <a:cubicBezTo>
                    <a:pt x="1985" y="5136"/>
                    <a:pt x="2048" y="3908"/>
                    <a:pt x="2773" y="3025"/>
                  </a:cubicBezTo>
                  <a:lnTo>
                    <a:pt x="3246" y="2868"/>
                  </a:lnTo>
                  <a:lnTo>
                    <a:pt x="4537" y="3498"/>
                  </a:lnTo>
                  <a:cubicBezTo>
                    <a:pt x="4600" y="3530"/>
                    <a:pt x="4655" y="3545"/>
                    <a:pt x="4707" y="3545"/>
                  </a:cubicBezTo>
                  <a:cubicBezTo>
                    <a:pt x="4758" y="3545"/>
                    <a:pt x="4805" y="3530"/>
                    <a:pt x="4852" y="3498"/>
                  </a:cubicBezTo>
                  <a:lnTo>
                    <a:pt x="6144" y="2868"/>
                  </a:lnTo>
                  <a:close/>
                  <a:moveTo>
                    <a:pt x="7530" y="6459"/>
                  </a:moveTo>
                  <a:lnTo>
                    <a:pt x="8601" y="7027"/>
                  </a:lnTo>
                  <a:cubicBezTo>
                    <a:pt x="8507" y="9641"/>
                    <a:pt x="6932" y="11469"/>
                    <a:pt x="4663" y="11469"/>
                  </a:cubicBezTo>
                  <a:cubicBezTo>
                    <a:pt x="2363" y="11469"/>
                    <a:pt x="788" y="9704"/>
                    <a:pt x="725" y="7027"/>
                  </a:cubicBezTo>
                  <a:lnTo>
                    <a:pt x="1765" y="6459"/>
                  </a:lnTo>
                  <a:lnTo>
                    <a:pt x="2206" y="6648"/>
                  </a:lnTo>
                  <a:lnTo>
                    <a:pt x="3088" y="7090"/>
                  </a:lnTo>
                  <a:cubicBezTo>
                    <a:pt x="3135" y="7105"/>
                    <a:pt x="3190" y="7113"/>
                    <a:pt x="3246" y="7113"/>
                  </a:cubicBezTo>
                  <a:cubicBezTo>
                    <a:pt x="3301" y="7113"/>
                    <a:pt x="3356" y="7105"/>
                    <a:pt x="3403" y="7090"/>
                  </a:cubicBezTo>
                  <a:lnTo>
                    <a:pt x="4663" y="6459"/>
                  </a:lnTo>
                  <a:lnTo>
                    <a:pt x="5923" y="7090"/>
                  </a:lnTo>
                  <a:cubicBezTo>
                    <a:pt x="5971" y="7105"/>
                    <a:pt x="6026" y="7113"/>
                    <a:pt x="6081" y="7113"/>
                  </a:cubicBezTo>
                  <a:cubicBezTo>
                    <a:pt x="6136" y="7113"/>
                    <a:pt x="6191" y="7105"/>
                    <a:pt x="6238" y="7090"/>
                  </a:cubicBezTo>
                  <a:lnTo>
                    <a:pt x="7089" y="6648"/>
                  </a:lnTo>
                  <a:lnTo>
                    <a:pt x="7530" y="6459"/>
                  </a:lnTo>
                  <a:close/>
                  <a:moveTo>
                    <a:pt x="4663" y="1"/>
                  </a:moveTo>
                  <a:cubicBezTo>
                    <a:pt x="3214" y="1"/>
                    <a:pt x="1796" y="1135"/>
                    <a:pt x="883" y="3025"/>
                  </a:cubicBezTo>
                  <a:cubicBezTo>
                    <a:pt x="776" y="3265"/>
                    <a:pt x="939" y="3527"/>
                    <a:pt x="1163" y="3527"/>
                  </a:cubicBezTo>
                  <a:cubicBezTo>
                    <a:pt x="1205" y="3527"/>
                    <a:pt x="1248" y="3518"/>
                    <a:pt x="1292" y="3498"/>
                  </a:cubicBezTo>
                  <a:lnTo>
                    <a:pt x="1702" y="3403"/>
                  </a:lnTo>
                  <a:lnTo>
                    <a:pt x="1702" y="3403"/>
                  </a:lnTo>
                  <a:cubicBezTo>
                    <a:pt x="1387" y="4128"/>
                    <a:pt x="1355" y="4979"/>
                    <a:pt x="1607" y="5766"/>
                  </a:cubicBezTo>
                  <a:lnTo>
                    <a:pt x="221" y="6459"/>
                  </a:lnTo>
                  <a:cubicBezTo>
                    <a:pt x="95" y="6554"/>
                    <a:pt x="1" y="6648"/>
                    <a:pt x="1" y="6774"/>
                  </a:cubicBezTo>
                  <a:cubicBezTo>
                    <a:pt x="1" y="10209"/>
                    <a:pt x="2143" y="12130"/>
                    <a:pt x="4663" y="12130"/>
                  </a:cubicBezTo>
                  <a:cubicBezTo>
                    <a:pt x="7184" y="12130"/>
                    <a:pt x="9294" y="10177"/>
                    <a:pt x="9294" y="6774"/>
                  </a:cubicBezTo>
                  <a:cubicBezTo>
                    <a:pt x="9294" y="6648"/>
                    <a:pt x="9231" y="6554"/>
                    <a:pt x="9105" y="6459"/>
                  </a:cubicBezTo>
                  <a:lnTo>
                    <a:pt x="7688" y="5766"/>
                  </a:lnTo>
                  <a:cubicBezTo>
                    <a:pt x="7971" y="5010"/>
                    <a:pt x="7971" y="4191"/>
                    <a:pt x="7593" y="3403"/>
                  </a:cubicBezTo>
                  <a:lnTo>
                    <a:pt x="7593" y="3403"/>
                  </a:lnTo>
                  <a:lnTo>
                    <a:pt x="8003" y="3498"/>
                  </a:lnTo>
                  <a:cubicBezTo>
                    <a:pt x="8052" y="3518"/>
                    <a:pt x="8099" y="3527"/>
                    <a:pt x="8144" y="3527"/>
                  </a:cubicBezTo>
                  <a:cubicBezTo>
                    <a:pt x="8387" y="3527"/>
                    <a:pt x="8550" y="3265"/>
                    <a:pt x="8444" y="3025"/>
                  </a:cubicBezTo>
                  <a:cubicBezTo>
                    <a:pt x="7530" y="1135"/>
                    <a:pt x="6112" y="1"/>
                    <a:pt x="466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36" name="Google Shape;16836;p86"/>
          <p:cNvSpPr/>
          <p:nvPr/>
        </p:nvSpPr>
        <p:spPr>
          <a:xfrm>
            <a:off x="1942119" y="4592991"/>
            <a:ext cx="628628" cy="633500"/>
          </a:xfrm>
          <a:custGeom>
            <a:avLst/>
            <a:gdLst/>
            <a:ahLst/>
            <a:cxnLst/>
            <a:rect l="l" t="t" r="r" b="b"/>
            <a:pathLst>
              <a:path w="12131" h="12225" extrusionOk="0">
                <a:moveTo>
                  <a:pt x="6050" y="756"/>
                </a:moveTo>
                <a:cubicBezTo>
                  <a:pt x="6239" y="756"/>
                  <a:pt x="6396" y="914"/>
                  <a:pt x="6396" y="1103"/>
                </a:cubicBezTo>
                <a:cubicBezTo>
                  <a:pt x="6396" y="1324"/>
                  <a:pt x="6239" y="1481"/>
                  <a:pt x="6050" y="1481"/>
                </a:cubicBezTo>
                <a:cubicBezTo>
                  <a:pt x="5861" y="1481"/>
                  <a:pt x="5703" y="1324"/>
                  <a:pt x="5703" y="1103"/>
                </a:cubicBezTo>
                <a:cubicBezTo>
                  <a:pt x="5703" y="914"/>
                  <a:pt x="5861" y="756"/>
                  <a:pt x="6050" y="756"/>
                </a:cubicBezTo>
                <a:close/>
                <a:moveTo>
                  <a:pt x="3183" y="2174"/>
                </a:moveTo>
                <a:cubicBezTo>
                  <a:pt x="3372" y="2174"/>
                  <a:pt x="3530" y="2332"/>
                  <a:pt x="3530" y="2521"/>
                </a:cubicBezTo>
                <a:cubicBezTo>
                  <a:pt x="3530" y="2741"/>
                  <a:pt x="3372" y="2899"/>
                  <a:pt x="3183" y="2899"/>
                </a:cubicBezTo>
                <a:cubicBezTo>
                  <a:pt x="2994" y="2899"/>
                  <a:pt x="2836" y="2741"/>
                  <a:pt x="2836" y="2521"/>
                </a:cubicBezTo>
                <a:cubicBezTo>
                  <a:pt x="2836" y="2332"/>
                  <a:pt x="2994" y="2174"/>
                  <a:pt x="3183" y="2174"/>
                </a:cubicBezTo>
                <a:close/>
                <a:moveTo>
                  <a:pt x="8885" y="2174"/>
                </a:moveTo>
                <a:cubicBezTo>
                  <a:pt x="9074" y="2174"/>
                  <a:pt x="9232" y="2332"/>
                  <a:pt x="9232" y="2521"/>
                </a:cubicBezTo>
                <a:cubicBezTo>
                  <a:pt x="9232" y="2741"/>
                  <a:pt x="9074" y="2899"/>
                  <a:pt x="8885" y="2899"/>
                </a:cubicBezTo>
                <a:cubicBezTo>
                  <a:pt x="8696" y="2899"/>
                  <a:pt x="8539" y="2741"/>
                  <a:pt x="8539" y="2521"/>
                </a:cubicBezTo>
                <a:cubicBezTo>
                  <a:pt x="8539" y="2332"/>
                  <a:pt x="8696" y="2174"/>
                  <a:pt x="8885" y="2174"/>
                </a:cubicBezTo>
                <a:close/>
                <a:moveTo>
                  <a:pt x="6050" y="3718"/>
                </a:moveTo>
                <a:cubicBezTo>
                  <a:pt x="6396" y="4033"/>
                  <a:pt x="7153" y="4726"/>
                  <a:pt x="7562" y="5640"/>
                </a:cubicBezTo>
                <a:cubicBezTo>
                  <a:pt x="6869" y="6238"/>
                  <a:pt x="6365" y="6931"/>
                  <a:pt x="6050" y="7814"/>
                </a:cubicBezTo>
                <a:cubicBezTo>
                  <a:pt x="5735" y="6994"/>
                  <a:pt x="5199" y="6238"/>
                  <a:pt x="4569" y="5640"/>
                </a:cubicBezTo>
                <a:cubicBezTo>
                  <a:pt x="4947" y="4726"/>
                  <a:pt x="5703" y="4033"/>
                  <a:pt x="6050" y="3718"/>
                </a:cubicBezTo>
                <a:close/>
                <a:moveTo>
                  <a:pt x="1009" y="5010"/>
                </a:moveTo>
                <a:cubicBezTo>
                  <a:pt x="3561" y="5010"/>
                  <a:pt x="5672" y="7089"/>
                  <a:pt x="5672" y="9704"/>
                </a:cubicBezTo>
                <a:lnTo>
                  <a:pt x="5672" y="10050"/>
                </a:lnTo>
                <a:lnTo>
                  <a:pt x="5294" y="10050"/>
                </a:lnTo>
                <a:cubicBezTo>
                  <a:pt x="2773" y="10050"/>
                  <a:pt x="663" y="7971"/>
                  <a:pt x="663" y="5356"/>
                </a:cubicBezTo>
                <a:lnTo>
                  <a:pt x="663" y="5010"/>
                </a:lnTo>
                <a:close/>
                <a:moveTo>
                  <a:pt x="11406" y="5010"/>
                </a:moveTo>
                <a:lnTo>
                  <a:pt x="11406" y="5356"/>
                </a:lnTo>
                <a:cubicBezTo>
                  <a:pt x="11406" y="7971"/>
                  <a:pt x="9326" y="10050"/>
                  <a:pt x="6775" y="10050"/>
                </a:cubicBezTo>
                <a:lnTo>
                  <a:pt x="6396" y="10050"/>
                </a:lnTo>
                <a:lnTo>
                  <a:pt x="6396" y="9704"/>
                </a:lnTo>
                <a:cubicBezTo>
                  <a:pt x="6396" y="7089"/>
                  <a:pt x="8507" y="5010"/>
                  <a:pt x="11059" y="5010"/>
                </a:cubicBezTo>
                <a:close/>
                <a:moveTo>
                  <a:pt x="7814" y="10649"/>
                </a:moveTo>
                <a:lnTo>
                  <a:pt x="7814" y="10775"/>
                </a:lnTo>
                <a:cubicBezTo>
                  <a:pt x="7814" y="11153"/>
                  <a:pt x="7499" y="11468"/>
                  <a:pt x="7121" y="11468"/>
                </a:cubicBezTo>
                <a:cubicBezTo>
                  <a:pt x="6712" y="11468"/>
                  <a:pt x="6396" y="11153"/>
                  <a:pt x="6396" y="10775"/>
                </a:cubicBezTo>
                <a:cubicBezTo>
                  <a:pt x="6838" y="10775"/>
                  <a:pt x="7247" y="10775"/>
                  <a:pt x="7814" y="10649"/>
                </a:cubicBezTo>
                <a:close/>
                <a:moveTo>
                  <a:pt x="4286" y="10680"/>
                </a:moveTo>
                <a:cubicBezTo>
                  <a:pt x="4884" y="10806"/>
                  <a:pt x="5262" y="10806"/>
                  <a:pt x="5703" y="10806"/>
                </a:cubicBezTo>
                <a:cubicBezTo>
                  <a:pt x="5703" y="11153"/>
                  <a:pt x="5388" y="11500"/>
                  <a:pt x="4979" y="11500"/>
                </a:cubicBezTo>
                <a:cubicBezTo>
                  <a:pt x="4601" y="11500"/>
                  <a:pt x="4286" y="11185"/>
                  <a:pt x="4286" y="10806"/>
                </a:cubicBezTo>
                <a:lnTo>
                  <a:pt x="4286" y="10680"/>
                </a:lnTo>
                <a:close/>
                <a:moveTo>
                  <a:pt x="6050" y="0"/>
                </a:moveTo>
                <a:cubicBezTo>
                  <a:pt x="5451" y="0"/>
                  <a:pt x="4979" y="473"/>
                  <a:pt x="4979" y="1071"/>
                </a:cubicBezTo>
                <a:cubicBezTo>
                  <a:pt x="4979" y="1544"/>
                  <a:pt x="5294" y="1922"/>
                  <a:pt x="5703" y="2080"/>
                </a:cubicBezTo>
                <a:lnTo>
                  <a:pt x="5703" y="3025"/>
                </a:lnTo>
                <a:cubicBezTo>
                  <a:pt x="5357" y="3308"/>
                  <a:pt x="4475" y="4096"/>
                  <a:pt x="3971" y="5167"/>
                </a:cubicBezTo>
                <a:cubicBezTo>
                  <a:pt x="3845" y="5104"/>
                  <a:pt x="3687" y="5010"/>
                  <a:pt x="3561" y="4947"/>
                </a:cubicBezTo>
                <a:lnTo>
                  <a:pt x="3561" y="3529"/>
                </a:lnTo>
                <a:cubicBezTo>
                  <a:pt x="4002" y="3371"/>
                  <a:pt x="4286" y="2962"/>
                  <a:pt x="4286" y="2489"/>
                </a:cubicBezTo>
                <a:cubicBezTo>
                  <a:pt x="4286" y="1891"/>
                  <a:pt x="3813" y="1418"/>
                  <a:pt x="3214" y="1418"/>
                </a:cubicBezTo>
                <a:cubicBezTo>
                  <a:pt x="2616" y="1418"/>
                  <a:pt x="2143" y="1891"/>
                  <a:pt x="2143" y="2489"/>
                </a:cubicBezTo>
                <a:cubicBezTo>
                  <a:pt x="2143" y="2962"/>
                  <a:pt x="2458" y="3371"/>
                  <a:pt x="2868" y="3529"/>
                </a:cubicBezTo>
                <a:lnTo>
                  <a:pt x="2868" y="4632"/>
                </a:lnTo>
                <a:cubicBezTo>
                  <a:pt x="2269" y="4411"/>
                  <a:pt x="1671" y="4316"/>
                  <a:pt x="1041" y="4316"/>
                </a:cubicBezTo>
                <a:lnTo>
                  <a:pt x="348" y="4316"/>
                </a:lnTo>
                <a:cubicBezTo>
                  <a:pt x="158" y="4316"/>
                  <a:pt x="1" y="4474"/>
                  <a:pt x="1" y="4663"/>
                </a:cubicBezTo>
                <a:lnTo>
                  <a:pt x="1" y="5356"/>
                </a:lnTo>
                <a:cubicBezTo>
                  <a:pt x="1" y="6774"/>
                  <a:pt x="537" y="8160"/>
                  <a:pt x="1576" y="9200"/>
                </a:cubicBezTo>
                <a:cubicBezTo>
                  <a:pt x="2143" y="9767"/>
                  <a:pt x="2836" y="10208"/>
                  <a:pt x="3561" y="10491"/>
                </a:cubicBezTo>
                <a:lnTo>
                  <a:pt x="3561" y="10806"/>
                </a:lnTo>
                <a:cubicBezTo>
                  <a:pt x="3561" y="11594"/>
                  <a:pt x="4191" y="12224"/>
                  <a:pt x="4979" y="12224"/>
                </a:cubicBezTo>
                <a:cubicBezTo>
                  <a:pt x="5420" y="12224"/>
                  <a:pt x="5829" y="12035"/>
                  <a:pt x="6050" y="11752"/>
                </a:cubicBezTo>
                <a:cubicBezTo>
                  <a:pt x="6333" y="12067"/>
                  <a:pt x="6680" y="12224"/>
                  <a:pt x="7121" y="12224"/>
                </a:cubicBezTo>
                <a:cubicBezTo>
                  <a:pt x="7909" y="12224"/>
                  <a:pt x="8539" y="11594"/>
                  <a:pt x="8539" y="10806"/>
                </a:cubicBezTo>
                <a:lnTo>
                  <a:pt x="8539" y="10491"/>
                </a:lnTo>
                <a:cubicBezTo>
                  <a:pt x="9295" y="10208"/>
                  <a:pt x="9957" y="9767"/>
                  <a:pt x="10555" y="9200"/>
                </a:cubicBezTo>
                <a:cubicBezTo>
                  <a:pt x="11563" y="8160"/>
                  <a:pt x="12130" y="6837"/>
                  <a:pt x="12130" y="5356"/>
                </a:cubicBezTo>
                <a:lnTo>
                  <a:pt x="12130" y="4663"/>
                </a:lnTo>
                <a:cubicBezTo>
                  <a:pt x="12130" y="4474"/>
                  <a:pt x="11973" y="4316"/>
                  <a:pt x="11752" y="4316"/>
                </a:cubicBezTo>
                <a:lnTo>
                  <a:pt x="11059" y="4316"/>
                </a:lnTo>
                <a:cubicBezTo>
                  <a:pt x="10429" y="4316"/>
                  <a:pt x="9831" y="4411"/>
                  <a:pt x="9232" y="4632"/>
                </a:cubicBezTo>
                <a:lnTo>
                  <a:pt x="9232" y="3529"/>
                </a:lnTo>
                <a:cubicBezTo>
                  <a:pt x="9673" y="3371"/>
                  <a:pt x="9957" y="2962"/>
                  <a:pt x="9957" y="2489"/>
                </a:cubicBezTo>
                <a:cubicBezTo>
                  <a:pt x="9957" y="1891"/>
                  <a:pt x="9484" y="1418"/>
                  <a:pt x="8885" y="1418"/>
                </a:cubicBezTo>
                <a:cubicBezTo>
                  <a:pt x="8287" y="1418"/>
                  <a:pt x="7814" y="1891"/>
                  <a:pt x="7814" y="2489"/>
                </a:cubicBezTo>
                <a:cubicBezTo>
                  <a:pt x="7814" y="2962"/>
                  <a:pt x="8129" y="3371"/>
                  <a:pt x="8539" y="3529"/>
                </a:cubicBezTo>
                <a:lnTo>
                  <a:pt x="8539" y="4947"/>
                </a:lnTo>
                <a:cubicBezTo>
                  <a:pt x="8381" y="5010"/>
                  <a:pt x="8255" y="5104"/>
                  <a:pt x="8129" y="5167"/>
                </a:cubicBezTo>
                <a:cubicBezTo>
                  <a:pt x="7625" y="4096"/>
                  <a:pt x="6775" y="3308"/>
                  <a:pt x="6396" y="3025"/>
                </a:cubicBezTo>
                <a:lnTo>
                  <a:pt x="6396" y="2080"/>
                </a:lnTo>
                <a:cubicBezTo>
                  <a:pt x="6838" y="1922"/>
                  <a:pt x="7121" y="1544"/>
                  <a:pt x="7121" y="1071"/>
                </a:cubicBezTo>
                <a:cubicBezTo>
                  <a:pt x="7121" y="473"/>
                  <a:pt x="6649" y="0"/>
                  <a:pt x="60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37" name="Google Shape;16837;p86"/>
          <p:cNvGrpSpPr/>
          <p:nvPr/>
        </p:nvGrpSpPr>
        <p:grpSpPr>
          <a:xfrm>
            <a:off x="5058257" y="4593644"/>
            <a:ext cx="553489" cy="631893"/>
            <a:chOff x="-16422500" y="2425450"/>
            <a:chExt cx="267025" cy="304850"/>
          </a:xfrm>
        </p:grpSpPr>
        <p:sp>
          <p:nvSpPr>
            <p:cNvPr id="16838" name="Google Shape;16838;p86"/>
            <p:cNvSpPr/>
            <p:nvPr/>
          </p:nvSpPr>
          <p:spPr>
            <a:xfrm>
              <a:off x="-16350825" y="25152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9" name="Google Shape;16839;p86"/>
            <p:cNvSpPr/>
            <p:nvPr/>
          </p:nvSpPr>
          <p:spPr>
            <a:xfrm>
              <a:off x="-16245275" y="2515275"/>
              <a:ext cx="18125" cy="18125"/>
            </a:xfrm>
            <a:custGeom>
              <a:avLst/>
              <a:gdLst/>
              <a:ahLst/>
              <a:cxnLst/>
              <a:rect l="l" t="t" r="r" b="b"/>
              <a:pathLst>
                <a:path w="725" h="725" extrusionOk="0">
                  <a:moveTo>
                    <a:pt x="378" y="0"/>
                  </a:moveTo>
                  <a:cubicBezTo>
                    <a:pt x="158" y="0"/>
                    <a:pt x="0" y="158"/>
                    <a:pt x="0" y="378"/>
                  </a:cubicBezTo>
                  <a:cubicBezTo>
                    <a:pt x="0" y="567"/>
                    <a:pt x="158" y="725"/>
                    <a:pt x="378" y="725"/>
                  </a:cubicBezTo>
                  <a:cubicBezTo>
                    <a:pt x="567" y="725"/>
                    <a:pt x="725" y="567"/>
                    <a:pt x="725" y="378"/>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0" name="Google Shape;16840;p86"/>
            <p:cNvSpPr/>
            <p:nvPr/>
          </p:nvSpPr>
          <p:spPr>
            <a:xfrm>
              <a:off x="-16422500" y="2425450"/>
              <a:ext cx="267025" cy="304850"/>
            </a:xfrm>
            <a:custGeom>
              <a:avLst/>
              <a:gdLst/>
              <a:ahLst/>
              <a:cxnLst/>
              <a:rect l="l" t="t" r="r" b="b"/>
              <a:pathLst>
                <a:path w="10681" h="12194" extrusionOk="0">
                  <a:moveTo>
                    <a:pt x="5325" y="5925"/>
                  </a:moveTo>
                  <a:cubicBezTo>
                    <a:pt x="5482" y="5925"/>
                    <a:pt x="5640" y="6051"/>
                    <a:pt x="5703" y="6177"/>
                  </a:cubicBezTo>
                  <a:lnTo>
                    <a:pt x="5325" y="6586"/>
                  </a:lnTo>
                  <a:lnTo>
                    <a:pt x="4978" y="6177"/>
                  </a:lnTo>
                  <a:cubicBezTo>
                    <a:pt x="5010" y="6019"/>
                    <a:pt x="5167" y="5925"/>
                    <a:pt x="5325" y="5925"/>
                  </a:cubicBezTo>
                  <a:close/>
                  <a:moveTo>
                    <a:pt x="4411" y="5767"/>
                  </a:moveTo>
                  <a:cubicBezTo>
                    <a:pt x="4348" y="5925"/>
                    <a:pt x="4254" y="6114"/>
                    <a:pt x="4254" y="6334"/>
                  </a:cubicBezTo>
                  <a:cubicBezTo>
                    <a:pt x="4254" y="6366"/>
                    <a:pt x="4254" y="6429"/>
                    <a:pt x="4348" y="6523"/>
                  </a:cubicBezTo>
                  <a:lnTo>
                    <a:pt x="4978" y="7311"/>
                  </a:lnTo>
                  <a:cubicBezTo>
                    <a:pt x="4884" y="8004"/>
                    <a:pt x="4317" y="8602"/>
                    <a:pt x="3561" y="8602"/>
                  </a:cubicBezTo>
                  <a:cubicBezTo>
                    <a:pt x="2773" y="8602"/>
                    <a:pt x="2143" y="7972"/>
                    <a:pt x="2143" y="7185"/>
                  </a:cubicBezTo>
                  <a:cubicBezTo>
                    <a:pt x="2143" y="6397"/>
                    <a:pt x="2773" y="5767"/>
                    <a:pt x="3561" y="5767"/>
                  </a:cubicBezTo>
                  <a:close/>
                  <a:moveTo>
                    <a:pt x="7089" y="5735"/>
                  </a:moveTo>
                  <a:cubicBezTo>
                    <a:pt x="7877" y="5735"/>
                    <a:pt x="8507" y="6366"/>
                    <a:pt x="8507" y="7153"/>
                  </a:cubicBezTo>
                  <a:cubicBezTo>
                    <a:pt x="8507" y="7972"/>
                    <a:pt x="7877" y="8602"/>
                    <a:pt x="7089" y="8602"/>
                  </a:cubicBezTo>
                  <a:cubicBezTo>
                    <a:pt x="6365" y="8602"/>
                    <a:pt x="5734" y="8004"/>
                    <a:pt x="5671" y="7311"/>
                  </a:cubicBezTo>
                  <a:lnTo>
                    <a:pt x="6302" y="6523"/>
                  </a:lnTo>
                  <a:cubicBezTo>
                    <a:pt x="6365" y="6429"/>
                    <a:pt x="6396" y="6366"/>
                    <a:pt x="6396" y="6271"/>
                  </a:cubicBezTo>
                  <a:cubicBezTo>
                    <a:pt x="6396" y="6082"/>
                    <a:pt x="6365" y="5893"/>
                    <a:pt x="6239" y="5735"/>
                  </a:cubicBezTo>
                  <a:close/>
                  <a:moveTo>
                    <a:pt x="5317" y="725"/>
                  </a:moveTo>
                  <a:cubicBezTo>
                    <a:pt x="6534" y="725"/>
                    <a:pt x="7685" y="1194"/>
                    <a:pt x="8570" y="2018"/>
                  </a:cubicBezTo>
                  <a:cubicBezTo>
                    <a:pt x="9452" y="2932"/>
                    <a:pt x="9988" y="4129"/>
                    <a:pt x="9988" y="5389"/>
                  </a:cubicBezTo>
                  <a:lnTo>
                    <a:pt x="9988" y="8256"/>
                  </a:lnTo>
                  <a:cubicBezTo>
                    <a:pt x="9988" y="8854"/>
                    <a:pt x="9515" y="9327"/>
                    <a:pt x="8916" y="9327"/>
                  </a:cubicBezTo>
                  <a:lnTo>
                    <a:pt x="8570" y="9327"/>
                  </a:lnTo>
                  <a:lnTo>
                    <a:pt x="8570" y="8760"/>
                  </a:lnTo>
                  <a:cubicBezTo>
                    <a:pt x="9043" y="8350"/>
                    <a:pt x="9263" y="7783"/>
                    <a:pt x="9263" y="7153"/>
                  </a:cubicBezTo>
                  <a:cubicBezTo>
                    <a:pt x="9263" y="5956"/>
                    <a:pt x="8318" y="5011"/>
                    <a:pt x="7152" y="5011"/>
                  </a:cubicBezTo>
                  <a:lnTo>
                    <a:pt x="3561" y="5011"/>
                  </a:lnTo>
                  <a:cubicBezTo>
                    <a:pt x="2363" y="5011"/>
                    <a:pt x="1418" y="5956"/>
                    <a:pt x="1418" y="7153"/>
                  </a:cubicBezTo>
                  <a:cubicBezTo>
                    <a:pt x="1418" y="7783"/>
                    <a:pt x="1702" y="8319"/>
                    <a:pt x="2143" y="8760"/>
                  </a:cubicBezTo>
                  <a:lnTo>
                    <a:pt x="2143" y="9327"/>
                  </a:lnTo>
                  <a:lnTo>
                    <a:pt x="1796" y="9327"/>
                  </a:lnTo>
                  <a:cubicBezTo>
                    <a:pt x="1198" y="9327"/>
                    <a:pt x="725" y="8854"/>
                    <a:pt x="725" y="8256"/>
                  </a:cubicBezTo>
                  <a:lnTo>
                    <a:pt x="725" y="5609"/>
                  </a:lnTo>
                  <a:cubicBezTo>
                    <a:pt x="725" y="3026"/>
                    <a:pt x="2742" y="821"/>
                    <a:pt x="5199" y="726"/>
                  </a:cubicBezTo>
                  <a:cubicBezTo>
                    <a:pt x="5238" y="725"/>
                    <a:pt x="5278" y="725"/>
                    <a:pt x="5317" y="725"/>
                  </a:cubicBezTo>
                  <a:close/>
                  <a:moveTo>
                    <a:pt x="5325" y="8382"/>
                  </a:moveTo>
                  <a:cubicBezTo>
                    <a:pt x="5577" y="8760"/>
                    <a:pt x="5955" y="9043"/>
                    <a:pt x="6396" y="9201"/>
                  </a:cubicBezTo>
                  <a:lnTo>
                    <a:pt x="6396" y="9674"/>
                  </a:lnTo>
                  <a:cubicBezTo>
                    <a:pt x="6081" y="9894"/>
                    <a:pt x="5734" y="10020"/>
                    <a:pt x="5325" y="10020"/>
                  </a:cubicBezTo>
                  <a:cubicBezTo>
                    <a:pt x="4947" y="10020"/>
                    <a:pt x="4569" y="9894"/>
                    <a:pt x="4254" y="9674"/>
                  </a:cubicBezTo>
                  <a:lnTo>
                    <a:pt x="4254" y="9201"/>
                  </a:lnTo>
                  <a:cubicBezTo>
                    <a:pt x="4695" y="9043"/>
                    <a:pt x="5104" y="8728"/>
                    <a:pt x="5325" y="8382"/>
                  </a:cubicBezTo>
                  <a:close/>
                  <a:moveTo>
                    <a:pt x="2836" y="9201"/>
                  </a:moveTo>
                  <a:cubicBezTo>
                    <a:pt x="3088" y="9264"/>
                    <a:pt x="3309" y="9327"/>
                    <a:pt x="3561" y="9327"/>
                  </a:cubicBezTo>
                  <a:lnTo>
                    <a:pt x="3561" y="11406"/>
                  </a:lnTo>
                  <a:cubicBezTo>
                    <a:pt x="3151" y="11249"/>
                    <a:pt x="2836" y="10839"/>
                    <a:pt x="2836" y="10367"/>
                  </a:cubicBezTo>
                  <a:lnTo>
                    <a:pt x="2836" y="9201"/>
                  </a:lnTo>
                  <a:close/>
                  <a:moveTo>
                    <a:pt x="7814" y="9201"/>
                  </a:moveTo>
                  <a:lnTo>
                    <a:pt x="7814" y="10367"/>
                  </a:lnTo>
                  <a:cubicBezTo>
                    <a:pt x="7814" y="10839"/>
                    <a:pt x="7499" y="11249"/>
                    <a:pt x="7089" y="11406"/>
                  </a:cubicBezTo>
                  <a:lnTo>
                    <a:pt x="7089" y="9327"/>
                  </a:lnTo>
                  <a:cubicBezTo>
                    <a:pt x="7341" y="9327"/>
                    <a:pt x="7562" y="9264"/>
                    <a:pt x="7814" y="9201"/>
                  </a:cubicBezTo>
                  <a:close/>
                  <a:moveTo>
                    <a:pt x="5317" y="0"/>
                  </a:moveTo>
                  <a:cubicBezTo>
                    <a:pt x="5278" y="0"/>
                    <a:pt x="5238" y="1"/>
                    <a:pt x="5199" y="2"/>
                  </a:cubicBezTo>
                  <a:cubicBezTo>
                    <a:pt x="3781" y="65"/>
                    <a:pt x="2489" y="695"/>
                    <a:pt x="1513" y="1766"/>
                  </a:cubicBezTo>
                  <a:cubicBezTo>
                    <a:pt x="568" y="2806"/>
                    <a:pt x="1" y="4160"/>
                    <a:pt x="1" y="5609"/>
                  </a:cubicBezTo>
                  <a:lnTo>
                    <a:pt x="1" y="8256"/>
                  </a:lnTo>
                  <a:cubicBezTo>
                    <a:pt x="1" y="9233"/>
                    <a:pt x="788" y="10020"/>
                    <a:pt x="1796" y="10020"/>
                  </a:cubicBezTo>
                  <a:lnTo>
                    <a:pt x="2143" y="10020"/>
                  </a:lnTo>
                  <a:lnTo>
                    <a:pt x="2143" y="10367"/>
                  </a:lnTo>
                  <a:cubicBezTo>
                    <a:pt x="2143" y="10839"/>
                    <a:pt x="2332" y="11312"/>
                    <a:pt x="2647" y="11627"/>
                  </a:cubicBezTo>
                  <a:cubicBezTo>
                    <a:pt x="2994" y="12005"/>
                    <a:pt x="3435" y="12194"/>
                    <a:pt x="3907" y="12194"/>
                  </a:cubicBezTo>
                  <a:cubicBezTo>
                    <a:pt x="4096" y="12194"/>
                    <a:pt x="4254" y="12036"/>
                    <a:pt x="4254" y="11847"/>
                  </a:cubicBezTo>
                  <a:lnTo>
                    <a:pt x="4254" y="10493"/>
                  </a:lnTo>
                  <a:cubicBezTo>
                    <a:pt x="4569" y="10650"/>
                    <a:pt x="4978" y="10713"/>
                    <a:pt x="5325" y="10713"/>
                  </a:cubicBezTo>
                  <a:cubicBezTo>
                    <a:pt x="5703" y="10713"/>
                    <a:pt x="6081" y="10650"/>
                    <a:pt x="6396" y="10493"/>
                  </a:cubicBezTo>
                  <a:lnTo>
                    <a:pt x="6396" y="11847"/>
                  </a:lnTo>
                  <a:cubicBezTo>
                    <a:pt x="6396" y="12036"/>
                    <a:pt x="6554" y="12194"/>
                    <a:pt x="6743" y="12194"/>
                  </a:cubicBezTo>
                  <a:cubicBezTo>
                    <a:pt x="7215" y="12194"/>
                    <a:pt x="7656" y="12005"/>
                    <a:pt x="8003" y="11627"/>
                  </a:cubicBezTo>
                  <a:cubicBezTo>
                    <a:pt x="8381" y="11280"/>
                    <a:pt x="8538" y="10839"/>
                    <a:pt x="8538" y="10367"/>
                  </a:cubicBezTo>
                  <a:lnTo>
                    <a:pt x="8538" y="10020"/>
                  </a:lnTo>
                  <a:lnTo>
                    <a:pt x="8885" y="10020"/>
                  </a:lnTo>
                  <a:cubicBezTo>
                    <a:pt x="9862" y="10020"/>
                    <a:pt x="10649" y="9233"/>
                    <a:pt x="10649" y="8256"/>
                  </a:cubicBezTo>
                  <a:lnTo>
                    <a:pt x="10649" y="5420"/>
                  </a:lnTo>
                  <a:cubicBezTo>
                    <a:pt x="10681" y="4664"/>
                    <a:pt x="10523" y="3908"/>
                    <a:pt x="10240" y="3247"/>
                  </a:cubicBezTo>
                  <a:cubicBezTo>
                    <a:pt x="9988" y="2585"/>
                    <a:pt x="9578" y="2018"/>
                    <a:pt x="9074" y="1514"/>
                  </a:cubicBezTo>
                  <a:cubicBezTo>
                    <a:pt x="8033" y="534"/>
                    <a:pt x="6694" y="0"/>
                    <a:pt x="53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41" name="Google Shape;16841;p86"/>
          <p:cNvGrpSpPr/>
          <p:nvPr/>
        </p:nvGrpSpPr>
        <p:grpSpPr>
          <a:xfrm>
            <a:off x="8128604" y="4594451"/>
            <a:ext cx="631893" cy="630235"/>
            <a:chOff x="-16442200" y="2801175"/>
            <a:chExt cx="304850" cy="304050"/>
          </a:xfrm>
        </p:grpSpPr>
        <p:sp>
          <p:nvSpPr>
            <p:cNvPr id="16842" name="Google Shape;16842;p86"/>
            <p:cNvSpPr/>
            <p:nvPr/>
          </p:nvSpPr>
          <p:spPr>
            <a:xfrm>
              <a:off x="-16369725" y="29429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3" name="Google Shape;16843;p86"/>
            <p:cNvSpPr/>
            <p:nvPr/>
          </p:nvSpPr>
          <p:spPr>
            <a:xfrm>
              <a:off x="-16442200" y="2801175"/>
              <a:ext cx="304850" cy="304050"/>
            </a:xfrm>
            <a:custGeom>
              <a:avLst/>
              <a:gdLst/>
              <a:ahLst/>
              <a:cxnLst/>
              <a:rect l="l" t="t" r="r" b="b"/>
              <a:pathLst>
                <a:path w="12194" h="12162" extrusionOk="0">
                  <a:moveTo>
                    <a:pt x="7940" y="694"/>
                  </a:moveTo>
                  <a:cubicBezTo>
                    <a:pt x="8255" y="694"/>
                    <a:pt x="8539" y="914"/>
                    <a:pt x="8602" y="1229"/>
                  </a:cubicBezTo>
                  <a:cubicBezTo>
                    <a:pt x="8633" y="1324"/>
                    <a:pt x="8728" y="1418"/>
                    <a:pt x="8854" y="1450"/>
                  </a:cubicBezTo>
                  <a:cubicBezTo>
                    <a:pt x="9169" y="1544"/>
                    <a:pt x="9358" y="1796"/>
                    <a:pt x="9358" y="2111"/>
                  </a:cubicBezTo>
                  <a:cubicBezTo>
                    <a:pt x="9358" y="2426"/>
                    <a:pt x="9169" y="2710"/>
                    <a:pt x="8854" y="2804"/>
                  </a:cubicBezTo>
                  <a:cubicBezTo>
                    <a:pt x="8728" y="2836"/>
                    <a:pt x="8633" y="2899"/>
                    <a:pt x="8602" y="3025"/>
                  </a:cubicBezTo>
                  <a:cubicBezTo>
                    <a:pt x="8539" y="3340"/>
                    <a:pt x="8255" y="3529"/>
                    <a:pt x="7940" y="3529"/>
                  </a:cubicBezTo>
                  <a:cubicBezTo>
                    <a:pt x="7625" y="3529"/>
                    <a:pt x="7373" y="3340"/>
                    <a:pt x="7279" y="3056"/>
                  </a:cubicBezTo>
                  <a:cubicBezTo>
                    <a:pt x="7216" y="2899"/>
                    <a:pt x="7058" y="2836"/>
                    <a:pt x="6901" y="2836"/>
                  </a:cubicBezTo>
                  <a:lnTo>
                    <a:pt x="6806" y="2836"/>
                  </a:lnTo>
                  <a:cubicBezTo>
                    <a:pt x="6649" y="2836"/>
                    <a:pt x="6522" y="2899"/>
                    <a:pt x="6428" y="3056"/>
                  </a:cubicBezTo>
                  <a:cubicBezTo>
                    <a:pt x="6333" y="3340"/>
                    <a:pt x="6081" y="3529"/>
                    <a:pt x="5766" y="3529"/>
                  </a:cubicBezTo>
                  <a:cubicBezTo>
                    <a:pt x="5451" y="3529"/>
                    <a:pt x="5231" y="3340"/>
                    <a:pt x="5105" y="3056"/>
                  </a:cubicBezTo>
                  <a:cubicBezTo>
                    <a:pt x="5073" y="2899"/>
                    <a:pt x="4916" y="2836"/>
                    <a:pt x="4758" y="2836"/>
                  </a:cubicBezTo>
                  <a:lnTo>
                    <a:pt x="4632" y="2836"/>
                  </a:lnTo>
                  <a:cubicBezTo>
                    <a:pt x="4475" y="2836"/>
                    <a:pt x="4349" y="2899"/>
                    <a:pt x="4254" y="3056"/>
                  </a:cubicBezTo>
                  <a:cubicBezTo>
                    <a:pt x="4191" y="3340"/>
                    <a:pt x="3908" y="3529"/>
                    <a:pt x="3593" y="3529"/>
                  </a:cubicBezTo>
                  <a:cubicBezTo>
                    <a:pt x="3277" y="3529"/>
                    <a:pt x="2994" y="3340"/>
                    <a:pt x="2931" y="3025"/>
                  </a:cubicBezTo>
                  <a:cubicBezTo>
                    <a:pt x="2899" y="2899"/>
                    <a:pt x="2805" y="2836"/>
                    <a:pt x="2679" y="2804"/>
                  </a:cubicBezTo>
                  <a:cubicBezTo>
                    <a:pt x="2395" y="2710"/>
                    <a:pt x="2175" y="2426"/>
                    <a:pt x="2175" y="2111"/>
                  </a:cubicBezTo>
                  <a:cubicBezTo>
                    <a:pt x="2175" y="1796"/>
                    <a:pt x="2395" y="1544"/>
                    <a:pt x="2679" y="1450"/>
                  </a:cubicBezTo>
                  <a:cubicBezTo>
                    <a:pt x="2805" y="1418"/>
                    <a:pt x="2899" y="1324"/>
                    <a:pt x="2931" y="1229"/>
                  </a:cubicBezTo>
                  <a:cubicBezTo>
                    <a:pt x="2994" y="914"/>
                    <a:pt x="3277" y="694"/>
                    <a:pt x="3593" y="694"/>
                  </a:cubicBezTo>
                  <a:cubicBezTo>
                    <a:pt x="3908" y="694"/>
                    <a:pt x="4160" y="914"/>
                    <a:pt x="4254" y="1166"/>
                  </a:cubicBezTo>
                  <a:cubicBezTo>
                    <a:pt x="4317" y="1324"/>
                    <a:pt x="4475" y="1418"/>
                    <a:pt x="4632" y="1418"/>
                  </a:cubicBezTo>
                  <a:lnTo>
                    <a:pt x="4758" y="1418"/>
                  </a:lnTo>
                  <a:cubicBezTo>
                    <a:pt x="4916" y="1418"/>
                    <a:pt x="5010" y="1324"/>
                    <a:pt x="5105" y="1166"/>
                  </a:cubicBezTo>
                  <a:cubicBezTo>
                    <a:pt x="5231" y="914"/>
                    <a:pt x="5451" y="694"/>
                    <a:pt x="5766" y="694"/>
                  </a:cubicBezTo>
                  <a:cubicBezTo>
                    <a:pt x="6081" y="694"/>
                    <a:pt x="6333" y="914"/>
                    <a:pt x="6428" y="1166"/>
                  </a:cubicBezTo>
                  <a:cubicBezTo>
                    <a:pt x="6491" y="1324"/>
                    <a:pt x="6649" y="1418"/>
                    <a:pt x="6806" y="1418"/>
                  </a:cubicBezTo>
                  <a:lnTo>
                    <a:pt x="6901" y="1418"/>
                  </a:lnTo>
                  <a:cubicBezTo>
                    <a:pt x="7058" y="1418"/>
                    <a:pt x="7184" y="1324"/>
                    <a:pt x="7279" y="1166"/>
                  </a:cubicBezTo>
                  <a:cubicBezTo>
                    <a:pt x="7373" y="914"/>
                    <a:pt x="7625" y="694"/>
                    <a:pt x="7940" y="694"/>
                  </a:cubicBezTo>
                  <a:close/>
                  <a:moveTo>
                    <a:pt x="6459" y="4065"/>
                  </a:moveTo>
                  <a:cubicBezTo>
                    <a:pt x="6522" y="4128"/>
                    <a:pt x="7184" y="4632"/>
                    <a:pt x="7184" y="5671"/>
                  </a:cubicBezTo>
                  <a:cubicBezTo>
                    <a:pt x="7184" y="6207"/>
                    <a:pt x="6995" y="6711"/>
                    <a:pt x="6585" y="7120"/>
                  </a:cubicBezTo>
                  <a:cubicBezTo>
                    <a:pt x="6428" y="7120"/>
                    <a:pt x="6270" y="7089"/>
                    <a:pt x="6081" y="7089"/>
                  </a:cubicBezTo>
                  <a:cubicBezTo>
                    <a:pt x="5798" y="7089"/>
                    <a:pt x="5514" y="7120"/>
                    <a:pt x="5294" y="7152"/>
                  </a:cubicBezTo>
                  <a:cubicBezTo>
                    <a:pt x="5577" y="6711"/>
                    <a:pt x="5735" y="6175"/>
                    <a:pt x="5735" y="5608"/>
                  </a:cubicBezTo>
                  <a:cubicBezTo>
                    <a:pt x="5735" y="5104"/>
                    <a:pt x="5577" y="4569"/>
                    <a:pt x="5294" y="4128"/>
                  </a:cubicBezTo>
                  <a:lnTo>
                    <a:pt x="5294" y="4128"/>
                  </a:lnTo>
                  <a:cubicBezTo>
                    <a:pt x="5420" y="4159"/>
                    <a:pt x="5577" y="4191"/>
                    <a:pt x="5735" y="4191"/>
                  </a:cubicBezTo>
                  <a:cubicBezTo>
                    <a:pt x="5792" y="4205"/>
                    <a:pt x="5848" y="4211"/>
                    <a:pt x="5905" y="4211"/>
                  </a:cubicBezTo>
                  <a:cubicBezTo>
                    <a:pt x="6099" y="4211"/>
                    <a:pt x="6289" y="4138"/>
                    <a:pt x="6459" y="4065"/>
                  </a:cubicBezTo>
                  <a:close/>
                  <a:moveTo>
                    <a:pt x="8602" y="4065"/>
                  </a:moveTo>
                  <a:cubicBezTo>
                    <a:pt x="8633" y="4128"/>
                    <a:pt x="9295" y="4632"/>
                    <a:pt x="9295" y="5671"/>
                  </a:cubicBezTo>
                  <a:cubicBezTo>
                    <a:pt x="9295" y="6459"/>
                    <a:pt x="9043" y="7404"/>
                    <a:pt x="8287" y="7751"/>
                  </a:cubicBezTo>
                  <a:cubicBezTo>
                    <a:pt x="8003" y="7562"/>
                    <a:pt x="7688" y="7404"/>
                    <a:pt x="7373" y="7310"/>
                  </a:cubicBezTo>
                  <a:cubicBezTo>
                    <a:pt x="7751" y="6837"/>
                    <a:pt x="7909" y="6270"/>
                    <a:pt x="7909" y="5671"/>
                  </a:cubicBezTo>
                  <a:cubicBezTo>
                    <a:pt x="7877" y="5167"/>
                    <a:pt x="7720" y="4632"/>
                    <a:pt x="7468" y="4159"/>
                  </a:cubicBezTo>
                  <a:lnTo>
                    <a:pt x="7468" y="4159"/>
                  </a:lnTo>
                  <a:cubicBezTo>
                    <a:pt x="7619" y="4209"/>
                    <a:pt x="7775" y="4235"/>
                    <a:pt x="7930" y="4235"/>
                  </a:cubicBezTo>
                  <a:cubicBezTo>
                    <a:pt x="8163" y="4235"/>
                    <a:pt x="8394" y="4178"/>
                    <a:pt x="8602" y="4065"/>
                  </a:cubicBezTo>
                  <a:close/>
                  <a:moveTo>
                    <a:pt x="9894" y="2710"/>
                  </a:moveTo>
                  <a:cubicBezTo>
                    <a:pt x="10870" y="3371"/>
                    <a:pt x="11469" y="4474"/>
                    <a:pt x="11469" y="5671"/>
                  </a:cubicBezTo>
                  <a:cubicBezTo>
                    <a:pt x="11469" y="7367"/>
                    <a:pt x="9957" y="9278"/>
                    <a:pt x="8454" y="9278"/>
                  </a:cubicBezTo>
                  <a:cubicBezTo>
                    <a:pt x="8141" y="9278"/>
                    <a:pt x="7829" y="9195"/>
                    <a:pt x="7531" y="9011"/>
                  </a:cubicBezTo>
                  <a:lnTo>
                    <a:pt x="7405" y="8948"/>
                  </a:lnTo>
                  <a:cubicBezTo>
                    <a:pt x="7011" y="8648"/>
                    <a:pt x="6562" y="8499"/>
                    <a:pt x="6117" y="8499"/>
                  </a:cubicBezTo>
                  <a:cubicBezTo>
                    <a:pt x="5672" y="8499"/>
                    <a:pt x="5231" y="8648"/>
                    <a:pt x="4853" y="8948"/>
                  </a:cubicBezTo>
                  <a:cubicBezTo>
                    <a:pt x="4601" y="9137"/>
                    <a:pt x="4309" y="9231"/>
                    <a:pt x="4018" y="9231"/>
                  </a:cubicBezTo>
                  <a:cubicBezTo>
                    <a:pt x="3726" y="9231"/>
                    <a:pt x="3435" y="9137"/>
                    <a:pt x="3183" y="8948"/>
                  </a:cubicBezTo>
                  <a:cubicBezTo>
                    <a:pt x="2789" y="8622"/>
                    <a:pt x="2329" y="8464"/>
                    <a:pt x="1870" y="8464"/>
                  </a:cubicBezTo>
                  <a:cubicBezTo>
                    <a:pt x="1486" y="8464"/>
                    <a:pt x="1102" y="8575"/>
                    <a:pt x="757" y="8790"/>
                  </a:cubicBezTo>
                  <a:lnTo>
                    <a:pt x="757" y="7940"/>
                  </a:lnTo>
                  <a:cubicBezTo>
                    <a:pt x="1080" y="7815"/>
                    <a:pt x="1423" y="7752"/>
                    <a:pt x="1769" y="7752"/>
                  </a:cubicBezTo>
                  <a:cubicBezTo>
                    <a:pt x="2469" y="7752"/>
                    <a:pt x="3180" y="8011"/>
                    <a:pt x="3750" y="8538"/>
                  </a:cubicBezTo>
                  <a:cubicBezTo>
                    <a:pt x="3813" y="8601"/>
                    <a:pt x="3900" y="8633"/>
                    <a:pt x="3986" y="8633"/>
                  </a:cubicBezTo>
                  <a:cubicBezTo>
                    <a:pt x="4073" y="8633"/>
                    <a:pt x="4160" y="8601"/>
                    <a:pt x="4223" y="8538"/>
                  </a:cubicBezTo>
                  <a:cubicBezTo>
                    <a:pt x="4724" y="8069"/>
                    <a:pt x="5416" y="7833"/>
                    <a:pt x="6124" y="7833"/>
                  </a:cubicBezTo>
                  <a:cubicBezTo>
                    <a:pt x="6796" y="7833"/>
                    <a:pt x="7483" y="8046"/>
                    <a:pt x="8035" y="8475"/>
                  </a:cubicBezTo>
                  <a:cubicBezTo>
                    <a:pt x="8090" y="8512"/>
                    <a:pt x="8167" y="8527"/>
                    <a:pt x="8234" y="8527"/>
                  </a:cubicBezTo>
                  <a:cubicBezTo>
                    <a:pt x="8281" y="8527"/>
                    <a:pt x="8324" y="8520"/>
                    <a:pt x="8350" y="8507"/>
                  </a:cubicBezTo>
                  <a:cubicBezTo>
                    <a:pt x="8917" y="8318"/>
                    <a:pt x="9358" y="7908"/>
                    <a:pt x="9673" y="7373"/>
                  </a:cubicBezTo>
                  <a:cubicBezTo>
                    <a:pt x="9894" y="6900"/>
                    <a:pt x="10051" y="6301"/>
                    <a:pt x="10051" y="5671"/>
                  </a:cubicBezTo>
                  <a:cubicBezTo>
                    <a:pt x="10051" y="4884"/>
                    <a:pt x="9736" y="4128"/>
                    <a:pt x="9137" y="3560"/>
                  </a:cubicBezTo>
                  <a:lnTo>
                    <a:pt x="9106" y="3529"/>
                  </a:lnTo>
                  <a:cubicBezTo>
                    <a:pt x="9137" y="3497"/>
                    <a:pt x="9200" y="3403"/>
                    <a:pt x="9200" y="3371"/>
                  </a:cubicBezTo>
                  <a:cubicBezTo>
                    <a:pt x="9515" y="3214"/>
                    <a:pt x="9736" y="2993"/>
                    <a:pt x="9894" y="2710"/>
                  </a:cubicBezTo>
                  <a:close/>
                  <a:moveTo>
                    <a:pt x="11500" y="8034"/>
                  </a:moveTo>
                  <a:lnTo>
                    <a:pt x="11500" y="11468"/>
                  </a:lnTo>
                  <a:lnTo>
                    <a:pt x="726" y="11468"/>
                  </a:lnTo>
                  <a:lnTo>
                    <a:pt x="726" y="11405"/>
                  </a:lnTo>
                  <a:lnTo>
                    <a:pt x="726" y="9672"/>
                  </a:lnTo>
                  <a:cubicBezTo>
                    <a:pt x="789" y="9641"/>
                    <a:pt x="883" y="9578"/>
                    <a:pt x="946" y="9515"/>
                  </a:cubicBezTo>
                  <a:cubicBezTo>
                    <a:pt x="1214" y="9326"/>
                    <a:pt x="1521" y="9231"/>
                    <a:pt x="1824" y="9231"/>
                  </a:cubicBezTo>
                  <a:cubicBezTo>
                    <a:pt x="2128" y="9231"/>
                    <a:pt x="2427" y="9326"/>
                    <a:pt x="2679" y="9515"/>
                  </a:cubicBezTo>
                  <a:cubicBezTo>
                    <a:pt x="3073" y="9830"/>
                    <a:pt x="3530" y="9987"/>
                    <a:pt x="3986" y="9987"/>
                  </a:cubicBezTo>
                  <a:cubicBezTo>
                    <a:pt x="4443" y="9987"/>
                    <a:pt x="4900" y="9830"/>
                    <a:pt x="5294" y="9515"/>
                  </a:cubicBezTo>
                  <a:cubicBezTo>
                    <a:pt x="5546" y="9326"/>
                    <a:pt x="5837" y="9231"/>
                    <a:pt x="6133" y="9231"/>
                  </a:cubicBezTo>
                  <a:cubicBezTo>
                    <a:pt x="6428" y="9231"/>
                    <a:pt x="6727" y="9326"/>
                    <a:pt x="6995" y="9515"/>
                  </a:cubicBezTo>
                  <a:cubicBezTo>
                    <a:pt x="7027" y="9515"/>
                    <a:pt x="7027" y="9578"/>
                    <a:pt x="7184" y="9641"/>
                  </a:cubicBezTo>
                  <a:cubicBezTo>
                    <a:pt x="7562" y="9893"/>
                    <a:pt x="8003" y="9987"/>
                    <a:pt x="8476" y="9987"/>
                  </a:cubicBezTo>
                  <a:cubicBezTo>
                    <a:pt x="9704" y="9987"/>
                    <a:pt x="10839" y="9105"/>
                    <a:pt x="11500" y="8034"/>
                  </a:cubicBezTo>
                  <a:close/>
                  <a:moveTo>
                    <a:pt x="3624" y="0"/>
                  </a:moveTo>
                  <a:cubicBezTo>
                    <a:pt x="3088" y="0"/>
                    <a:pt x="2584" y="315"/>
                    <a:pt x="2332" y="820"/>
                  </a:cubicBezTo>
                  <a:cubicBezTo>
                    <a:pt x="1828" y="1040"/>
                    <a:pt x="1513" y="1544"/>
                    <a:pt x="1513" y="2111"/>
                  </a:cubicBezTo>
                  <a:cubicBezTo>
                    <a:pt x="1513" y="2678"/>
                    <a:pt x="1828" y="3182"/>
                    <a:pt x="2332" y="3434"/>
                  </a:cubicBezTo>
                  <a:cubicBezTo>
                    <a:pt x="2584" y="3939"/>
                    <a:pt x="3057" y="4254"/>
                    <a:pt x="3624" y="4254"/>
                  </a:cubicBezTo>
                  <a:cubicBezTo>
                    <a:pt x="3876" y="4254"/>
                    <a:pt x="4160" y="4159"/>
                    <a:pt x="4349" y="4065"/>
                  </a:cubicBezTo>
                  <a:cubicBezTo>
                    <a:pt x="4380" y="4128"/>
                    <a:pt x="5042" y="4632"/>
                    <a:pt x="5042" y="5671"/>
                  </a:cubicBezTo>
                  <a:cubicBezTo>
                    <a:pt x="5042" y="6522"/>
                    <a:pt x="4538" y="7278"/>
                    <a:pt x="3750" y="7625"/>
                  </a:cubicBezTo>
                  <a:cubicBezTo>
                    <a:pt x="3164" y="7245"/>
                    <a:pt x="2502" y="7045"/>
                    <a:pt x="1837" y="7045"/>
                  </a:cubicBezTo>
                  <a:cubicBezTo>
                    <a:pt x="1287" y="7045"/>
                    <a:pt x="735" y="7182"/>
                    <a:pt x="221" y="7467"/>
                  </a:cubicBezTo>
                  <a:cubicBezTo>
                    <a:pt x="95" y="7562"/>
                    <a:pt x="1" y="7688"/>
                    <a:pt x="1" y="7782"/>
                  </a:cubicBezTo>
                  <a:lnTo>
                    <a:pt x="1" y="11815"/>
                  </a:lnTo>
                  <a:cubicBezTo>
                    <a:pt x="1" y="12004"/>
                    <a:pt x="158" y="12161"/>
                    <a:pt x="379" y="12161"/>
                  </a:cubicBezTo>
                  <a:lnTo>
                    <a:pt x="11815" y="12161"/>
                  </a:lnTo>
                  <a:cubicBezTo>
                    <a:pt x="12036" y="12161"/>
                    <a:pt x="12193" y="12004"/>
                    <a:pt x="12193" y="11815"/>
                  </a:cubicBezTo>
                  <a:lnTo>
                    <a:pt x="12193" y="5671"/>
                  </a:lnTo>
                  <a:cubicBezTo>
                    <a:pt x="12193" y="4128"/>
                    <a:pt x="11343" y="2710"/>
                    <a:pt x="10020" y="1954"/>
                  </a:cubicBezTo>
                  <a:cubicBezTo>
                    <a:pt x="9988" y="1450"/>
                    <a:pt x="9673" y="1009"/>
                    <a:pt x="9200" y="820"/>
                  </a:cubicBezTo>
                  <a:cubicBezTo>
                    <a:pt x="8948" y="315"/>
                    <a:pt x="8476" y="0"/>
                    <a:pt x="7909" y="0"/>
                  </a:cubicBezTo>
                  <a:cubicBezTo>
                    <a:pt x="7468" y="0"/>
                    <a:pt x="7121" y="189"/>
                    <a:pt x="6838" y="473"/>
                  </a:cubicBezTo>
                  <a:cubicBezTo>
                    <a:pt x="6554" y="158"/>
                    <a:pt x="6144" y="0"/>
                    <a:pt x="5766" y="0"/>
                  </a:cubicBezTo>
                  <a:cubicBezTo>
                    <a:pt x="5357" y="0"/>
                    <a:pt x="4979" y="189"/>
                    <a:pt x="4695" y="473"/>
                  </a:cubicBezTo>
                  <a:cubicBezTo>
                    <a:pt x="4412" y="158"/>
                    <a:pt x="4034" y="0"/>
                    <a:pt x="36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4" name="Google Shape;16844;p86"/>
            <p:cNvSpPr/>
            <p:nvPr/>
          </p:nvSpPr>
          <p:spPr>
            <a:xfrm>
              <a:off x="-16423275" y="2907500"/>
              <a:ext cx="35450" cy="35475"/>
            </a:xfrm>
            <a:custGeom>
              <a:avLst/>
              <a:gdLst/>
              <a:ahLst/>
              <a:cxnLst/>
              <a:rect l="l" t="t" r="r" b="b"/>
              <a:pathLst>
                <a:path w="1418" h="1419" extrusionOk="0">
                  <a:moveTo>
                    <a:pt x="725" y="1"/>
                  </a:moveTo>
                  <a:cubicBezTo>
                    <a:pt x="315" y="1"/>
                    <a:pt x="0" y="316"/>
                    <a:pt x="0" y="694"/>
                  </a:cubicBezTo>
                  <a:cubicBezTo>
                    <a:pt x="0"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45" name="Google Shape;16845;p86"/>
          <p:cNvSpPr/>
          <p:nvPr/>
        </p:nvSpPr>
        <p:spPr>
          <a:xfrm>
            <a:off x="4276881" y="4596255"/>
            <a:ext cx="628576" cy="626971"/>
          </a:xfrm>
          <a:custGeom>
            <a:avLst/>
            <a:gdLst/>
            <a:ahLst/>
            <a:cxnLst/>
            <a:rect l="l" t="t" r="r" b="b"/>
            <a:pathLst>
              <a:path w="12130" h="12099" extrusionOk="0">
                <a:moveTo>
                  <a:pt x="6018" y="1072"/>
                </a:moveTo>
                <a:cubicBezTo>
                  <a:pt x="6396" y="1923"/>
                  <a:pt x="7089" y="3624"/>
                  <a:pt x="7089" y="5577"/>
                </a:cubicBezTo>
                <a:cubicBezTo>
                  <a:pt x="6869" y="6018"/>
                  <a:pt x="6680" y="6459"/>
                  <a:pt x="6522" y="6932"/>
                </a:cubicBezTo>
                <a:cubicBezTo>
                  <a:pt x="6333" y="7467"/>
                  <a:pt x="6176" y="8035"/>
                  <a:pt x="6018" y="8633"/>
                </a:cubicBezTo>
                <a:cubicBezTo>
                  <a:pt x="5892" y="8035"/>
                  <a:pt x="5703" y="7467"/>
                  <a:pt x="5514" y="6932"/>
                </a:cubicBezTo>
                <a:cubicBezTo>
                  <a:pt x="5356" y="6459"/>
                  <a:pt x="5136" y="6018"/>
                  <a:pt x="4947" y="5577"/>
                </a:cubicBezTo>
                <a:cubicBezTo>
                  <a:pt x="4978" y="3655"/>
                  <a:pt x="5608" y="1923"/>
                  <a:pt x="6018" y="1072"/>
                </a:cubicBezTo>
                <a:close/>
                <a:moveTo>
                  <a:pt x="2552" y="3183"/>
                </a:moveTo>
                <a:cubicBezTo>
                  <a:pt x="4285" y="5199"/>
                  <a:pt x="5356" y="7720"/>
                  <a:pt x="5608" y="10366"/>
                </a:cubicBezTo>
                <a:cubicBezTo>
                  <a:pt x="4947" y="9452"/>
                  <a:pt x="4411" y="9043"/>
                  <a:pt x="3529" y="8381"/>
                </a:cubicBezTo>
                <a:cubicBezTo>
                  <a:pt x="3529" y="7152"/>
                  <a:pt x="3340" y="5955"/>
                  <a:pt x="3025" y="4790"/>
                </a:cubicBezTo>
                <a:lnTo>
                  <a:pt x="2552" y="3183"/>
                </a:lnTo>
                <a:close/>
                <a:moveTo>
                  <a:pt x="9515" y="3183"/>
                </a:moveTo>
                <a:lnTo>
                  <a:pt x="9043" y="4790"/>
                </a:lnTo>
                <a:cubicBezTo>
                  <a:pt x="8727" y="5987"/>
                  <a:pt x="8538" y="7152"/>
                  <a:pt x="8538" y="8381"/>
                </a:cubicBezTo>
                <a:cubicBezTo>
                  <a:pt x="7719" y="9043"/>
                  <a:pt x="7152" y="9452"/>
                  <a:pt x="6459" y="10366"/>
                </a:cubicBezTo>
                <a:cubicBezTo>
                  <a:pt x="6711" y="7720"/>
                  <a:pt x="7782" y="5199"/>
                  <a:pt x="9515" y="3183"/>
                </a:cubicBezTo>
                <a:close/>
                <a:moveTo>
                  <a:pt x="662" y="5703"/>
                </a:moveTo>
                <a:cubicBezTo>
                  <a:pt x="1166" y="6995"/>
                  <a:pt x="2017" y="8066"/>
                  <a:pt x="3025" y="8885"/>
                </a:cubicBezTo>
                <a:cubicBezTo>
                  <a:pt x="3970" y="9641"/>
                  <a:pt x="4663" y="10145"/>
                  <a:pt x="5419" y="11374"/>
                </a:cubicBezTo>
                <a:cubicBezTo>
                  <a:pt x="2584" y="11374"/>
                  <a:pt x="662" y="9169"/>
                  <a:pt x="662" y="6680"/>
                </a:cubicBezTo>
                <a:lnTo>
                  <a:pt x="662" y="5703"/>
                </a:lnTo>
                <a:close/>
                <a:moveTo>
                  <a:pt x="11405" y="5703"/>
                </a:moveTo>
                <a:lnTo>
                  <a:pt x="11405" y="6680"/>
                </a:lnTo>
                <a:cubicBezTo>
                  <a:pt x="11405" y="9169"/>
                  <a:pt x="9484" y="11374"/>
                  <a:pt x="6648" y="11374"/>
                </a:cubicBezTo>
                <a:cubicBezTo>
                  <a:pt x="7436" y="10051"/>
                  <a:pt x="8192" y="9578"/>
                  <a:pt x="9137" y="8822"/>
                </a:cubicBezTo>
                <a:cubicBezTo>
                  <a:pt x="10145" y="8003"/>
                  <a:pt x="10901" y="6963"/>
                  <a:pt x="11405" y="5703"/>
                </a:cubicBezTo>
                <a:close/>
                <a:moveTo>
                  <a:pt x="6050" y="1"/>
                </a:moveTo>
                <a:cubicBezTo>
                  <a:pt x="5924" y="1"/>
                  <a:pt x="5829" y="64"/>
                  <a:pt x="5734" y="158"/>
                </a:cubicBezTo>
                <a:cubicBezTo>
                  <a:pt x="5734" y="190"/>
                  <a:pt x="5356" y="788"/>
                  <a:pt x="4978" y="1765"/>
                </a:cubicBezTo>
                <a:cubicBezTo>
                  <a:pt x="4758" y="2427"/>
                  <a:pt x="4474" y="3372"/>
                  <a:pt x="4317" y="4443"/>
                </a:cubicBezTo>
                <a:cubicBezTo>
                  <a:pt x="3939" y="3813"/>
                  <a:pt x="3529" y="3277"/>
                  <a:pt x="3057" y="2710"/>
                </a:cubicBezTo>
                <a:lnTo>
                  <a:pt x="2048" y="1482"/>
                </a:lnTo>
                <a:cubicBezTo>
                  <a:pt x="1966" y="1420"/>
                  <a:pt x="1871" y="1372"/>
                  <a:pt x="1771" y="1372"/>
                </a:cubicBezTo>
                <a:cubicBezTo>
                  <a:pt x="1717" y="1372"/>
                  <a:pt x="1662" y="1386"/>
                  <a:pt x="1607" y="1419"/>
                </a:cubicBezTo>
                <a:cubicBezTo>
                  <a:pt x="1450" y="1482"/>
                  <a:pt x="1355" y="1639"/>
                  <a:pt x="1450" y="1797"/>
                </a:cubicBezTo>
                <a:lnTo>
                  <a:pt x="2363" y="5010"/>
                </a:lnTo>
                <a:cubicBezTo>
                  <a:pt x="2584" y="5892"/>
                  <a:pt x="2773" y="6806"/>
                  <a:pt x="2836" y="7720"/>
                </a:cubicBezTo>
                <a:cubicBezTo>
                  <a:pt x="2206" y="7089"/>
                  <a:pt x="1733" y="6302"/>
                  <a:pt x="1355" y="5514"/>
                </a:cubicBezTo>
                <a:lnTo>
                  <a:pt x="662" y="3750"/>
                </a:lnTo>
                <a:cubicBezTo>
                  <a:pt x="568" y="3592"/>
                  <a:pt x="410" y="3498"/>
                  <a:pt x="253" y="3498"/>
                </a:cubicBezTo>
                <a:cubicBezTo>
                  <a:pt x="95" y="3529"/>
                  <a:pt x="1" y="3687"/>
                  <a:pt x="1" y="3844"/>
                </a:cubicBezTo>
                <a:lnTo>
                  <a:pt x="1" y="6680"/>
                </a:lnTo>
                <a:cubicBezTo>
                  <a:pt x="1" y="8098"/>
                  <a:pt x="536" y="9484"/>
                  <a:pt x="1576" y="10523"/>
                </a:cubicBezTo>
                <a:cubicBezTo>
                  <a:pt x="2584" y="11532"/>
                  <a:pt x="3939" y="12099"/>
                  <a:pt x="5356" y="12099"/>
                </a:cubicBezTo>
                <a:lnTo>
                  <a:pt x="6774" y="12099"/>
                </a:lnTo>
                <a:cubicBezTo>
                  <a:pt x="8192" y="12099"/>
                  <a:pt x="9547" y="11532"/>
                  <a:pt x="10555" y="10523"/>
                </a:cubicBezTo>
                <a:cubicBezTo>
                  <a:pt x="11563" y="9484"/>
                  <a:pt x="12130" y="8161"/>
                  <a:pt x="12130" y="6680"/>
                </a:cubicBezTo>
                <a:lnTo>
                  <a:pt x="12130" y="3844"/>
                </a:lnTo>
                <a:cubicBezTo>
                  <a:pt x="12130" y="3687"/>
                  <a:pt x="12004" y="3529"/>
                  <a:pt x="11846" y="3498"/>
                </a:cubicBezTo>
                <a:cubicBezTo>
                  <a:pt x="11821" y="3493"/>
                  <a:pt x="11794" y="3490"/>
                  <a:pt x="11768" y="3490"/>
                </a:cubicBezTo>
                <a:cubicBezTo>
                  <a:pt x="11631" y="3490"/>
                  <a:pt x="11490" y="3560"/>
                  <a:pt x="11437" y="3718"/>
                </a:cubicBezTo>
                <a:lnTo>
                  <a:pt x="10744" y="5514"/>
                </a:lnTo>
                <a:cubicBezTo>
                  <a:pt x="10429" y="6333"/>
                  <a:pt x="9925" y="7089"/>
                  <a:pt x="9295" y="7720"/>
                </a:cubicBezTo>
                <a:cubicBezTo>
                  <a:pt x="9358" y="6806"/>
                  <a:pt x="9515" y="5861"/>
                  <a:pt x="9767" y="4979"/>
                </a:cubicBezTo>
                <a:lnTo>
                  <a:pt x="10649" y="1797"/>
                </a:lnTo>
                <a:cubicBezTo>
                  <a:pt x="10712" y="1639"/>
                  <a:pt x="10618" y="1482"/>
                  <a:pt x="10492" y="1419"/>
                </a:cubicBezTo>
                <a:cubicBezTo>
                  <a:pt x="10454" y="1381"/>
                  <a:pt x="10398" y="1364"/>
                  <a:pt x="10337" y="1364"/>
                </a:cubicBezTo>
                <a:cubicBezTo>
                  <a:pt x="10243" y="1364"/>
                  <a:pt x="10139" y="1405"/>
                  <a:pt x="10082" y="1482"/>
                </a:cubicBezTo>
                <a:lnTo>
                  <a:pt x="9043" y="2710"/>
                </a:lnTo>
                <a:cubicBezTo>
                  <a:pt x="8570" y="3277"/>
                  <a:pt x="8129" y="3844"/>
                  <a:pt x="7782" y="4443"/>
                </a:cubicBezTo>
                <a:cubicBezTo>
                  <a:pt x="7656" y="3372"/>
                  <a:pt x="7404" y="2427"/>
                  <a:pt x="7121" y="1765"/>
                </a:cubicBezTo>
                <a:cubicBezTo>
                  <a:pt x="6774" y="788"/>
                  <a:pt x="6396" y="158"/>
                  <a:pt x="6365" y="158"/>
                </a:cubicBezTo>
                <a:cubicBezTo>
                  <a:pt x="6302" y="32"/>
                  <a:pt x="6176" y="1"/>
                  <a:pt x="605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6" name="Google Shape;16846;p86"/>
          <p:cNvSpPr/>
          <p:nvPr/>
        </p:nvSpPr>
        <p:spPr>
          <a:xfrm>
            <a:off x="4232053" y="2275168"/>
            <a:ext cx="633500" cy="584115"/>
          </a:xfrm>
          <a:custGeom>
            <a:avLst/>
            <a:gdLst/>
            <a:ahLst/>
            <a:cxnLst/>
            <a:rect l="l" t="t" r="r" b="b"/>
            <a:pathLst>
              <a:path w="12225" h="11272" extrusionOk="0">
                <a:moveTo>
                  <a:pt x="2490" y="1190"/>
                </a:moveTo>
                <a:lnTo>
                  <a:pt x="4065" y="4372"/>
                </a:lnTo>
                <a:lnTo>
                  <a:pt x="4159" y="4624"/>
                </a:lnTo>
                <a:lnTo>
                  <a:pt x="3183" y="6577"/>
                </a:lnTo>
                <a:cubicBezTo>
                  <a:pt x="3151" y="6671"/>
                  <a:pt x="3120" y="6766"/>
                  <a:pt x="3057" y="6892"/>
                </a:cubicBezTo>
                <a:cubicBezTo>
                  <a:pt x="2868" y="6923"/>
                  <a:pt x="2679" y="6986"/>
                  <a:pt x="2490" y="6986"/>
                </a:cubicBezTo>
                <a:cubicBezTo>
                  <a:pt x="1482" y="6986"/>
                  <a:pt x="662" y="6199"/>
                  <a:pt x="662" y="5191"/>
                </a:cubicBezTo>
                <a:cubicBezTo>
                  <a:pt x="662" y="4939"/>
                  <a:pt x="757" y="4655"/>
                  <a:pt x="851" y="4372"/>
                </a:cubicBezTo>
                <a:cubicBezTo>
                  <a:pt x="851" y="4372"/>
                  <a:pt x="2269" y="1568"/>
                  <a:pt x="2490" y="1190"/>
                </a:cubicBezTo>
                <a:close/>
                <a:moveTo>
                  <a:pt x="9610" y="1190"/>
                </a:moveTo>
                <a:lnTo>
                  <a:pt x="11217" y="4372"/>
                </a:lnTo>
                <a:cubicBezTo>
                  <a:pt x="11343" y="4655"/>
                  <a:pt x="11406" y="4876"/>
                  <a:pt x="11406" y="5191"/>
                </a:cubicBezTo>
                <a:cubicBezTo>
                  <a:pt x="11406" y="6136"/>
                  <a:pt x="10618" y="6986"/>
                  <a:pt x="9610" y="6986"/>
                </a:cubicBezTo>
                <a:cubicBezTo>
                  <a:pt x="9421" y="6986"/>
                  <a:pt x="9200" y="6923"/>
                  <a:pt x="9011" y="6892"/>
                </a:cubicBezTo>
                <a:cubicBezTo>
                  <a:pt x="8980" y="6766"/>
                  <a:pt x="8948" y="6703"/>
                  <a:pt x="8885" y="6577"/>
                </a:cubicBezTo>
                <a:lnTo>
                  <a:pt x="7909" y="4624"/>
                </a:lnTo>
                <a:lnTo>
                  <a:pt x="8035" y="4372"/>
                </a:lnTo>
                <a:cubicBezTo>
                  <a:pt x="8035" y="4372"/>
                  <a:pt x="9452" y="1536"/>
                  <a:pt x="9610" y="1190"/>
                </a:cubicBezTo>
                <a:close/>
                <a:moveTo>
                  <a:pt x="6050" y="2387"/>
                </a:moveTo>
                <a:lnTo>
                  <a:pt x="8255" y="6892"/>
                </a:lnTo>
                <a:cubicBezTo>
                  <a:pt x="8476" y="7238"/>
                  <a:pt x="8539" y="7648"/>
                  <a:pt x="8539" y="8026"/>
                </a:cubicBezTo>
                <a:cubicBezTo>
                  <a:pt x="8539" y="9412"/>
                  <a:pt x="7436" y="10515"/>
                  <a:pt x="6050" y="10515"/>
                </a:cubicBezTo>
                <a:cubicBezTo>
                  <a:pt x="4695" y="10515"/>
                  <a:pt x="3592" y="9412"/>
                  <a:pt x="3592" y="8026"/>
                </a:cubicBezTo>
                <a:cubicBezTo>
                  <a:pt x="3592" y="7648"/>
                  <a:pt x="3655" y="7238"/>
                  <a:pt x="3844" y="6892"/>
                </a:cubicBezTo>
                <a:lnTo>
                  <a:pt x="6050" y="2387"/>
                </a:lnTo>
                <a:close/>
                <a:moveTo>
                  <a:pt x="2521" y="0"/>
                </a:moveTo>
                <a:cubicBezTo>
                  <a:pt x="2395" y="0"/>
                  <a:pt x="2269" y="71"/>
                  <a:pt x="2206" y="213"/>
                </a:cubicBezTo>
                <a:cubicBezTo>
                  <a:pt x="2112" y="307"/>
                  <a:pt x="284" y="4025"/>
                  <a:pt x="284" y="4025"/>
                </a:cubicBezTo>
                <a:cubicBezTo>
                  <a:pt x="64" y="4372"/>
                  <a:pt x="1" y="4781"/>
                  <a:pt x="1" y="5159"/>
                </a:cubicBezTo>
                <a:cubicBezTo>
                  <a:pt x="1" y="5821"/>
                  <a:pt x="284" y="6451"/>
                  <a:pt x="757" y="6923"/>
                </a:cubicBezTo>
                <a:cubicBezTo>
                  <a:pt x="1230" y="7396"/>
                  <a:pt x="1860" y="7680"/>
                  <a:pt x="2521" y="7680"/>
                </a:cubicBezTo>
                <a:cubicBezTo>
                  <a:pt x="2647" y="7680"/>
                  <a:pt x="2742" y="7680"/>
                  <a:pt x="2899" y="7648"/>
                </a:cubicBezTo>
                <a:lnTo>
                  <a:pt x="2899" y="7648"/>
                </a:lnTo>
                <a:cubicBezTo>
                  <a:pt x="2899" y="7774"/>
                  <a:pt x="2868" y="7932"/>
                  <a:pt x="2868" y="8026"/>
                </a:cubicBezTo>
                <a:cubicBezTo>
                  <a:pt x="2868" y="9822"/>
                  <a:pt x="4348" y="11271"/>
                  <a:pt x="6113" y="11271"/>
                </a:cubicBezTo>
                <a:cubicBezTo>
                  <a:pt x="7877" y="11271"/>
                  <a:pt x="9326" y="9822"/>
                  <a:pt x="9326" y="8026"/>
                </a:cubicBezTo>
                <a:cubicBezTo>
                  <a:pt x="9326" y="7932"/>
                  <a:pt x="9326" y="7774"/>
                  <a:pt x="9295" y="7648"/>
                </a:cubicBezTo>
                <a:cubicBezTo>
                  <a:pt x="9421" y="7648"/>
                  <a:pt x="9547" y="7680"/>
                  <a:pt x="9704" y="7680"/>
                </a:cubicBezTo>
                <a:cubicBezTo>
                  <a:pt x="11059" y="7680"/>
                  <a:pt x="12225" y="6577"/>
                  <a:pt x="12225" y="5191"/>
                </a:cubicBezTo>
                <a:cubicBezTo>
                  <a:pt x="12130" y="4750"/>
                  <a:pt x="12036" y="4372"/>
                  <a:pt x="11847" y="4025"/>
                </a:cubicBezTo>
                <a:lnTo>
                  <a:pt x="9925" y="213"/>
                </a:lnTo>
                <a:cubicBezTo>
                  <a:pt x="9862" y="71"/>
                  <a:pt x="9736" y="0"/>
                  <a:pt x="9610" y="0"/>
                </a:cubicBezTo>
                <a:cubicBezTo>
                  <a:pt x="9484" y="0"/>
                  <a:pt x="9358" y="71"/>
                  <a:pt x="9295" y="213"/>
                </a:cubicBezTo>
                <a:cubicBezTo>
                  <a:pt x="8948" y="906"/>
                  <a:pt x="7530" y="3773"/>
                  <a:pt x="7530" y="3773"/>
                </a:cubicBezTo>
                <a:lnTo>
                  <a:pt x="6365" y="1473"/>
                </a:lnTo>
                <a:cubicBezTo>
                  <a:pt x="6318" y="1331"/>
                  <a:pt x="6192" y="1260"/>
                  <a:pt x="6062" y="1260"/>
                </a:cubicBezTo>
                <a:cubicBezTo>
                  <a:pt x="5932" y="1260"/>
                  <a:pt x="5798" y="1331"/>
                  <a:pt x="5735" y="1473"/>
                </a:cubicBezTo>
                <a:lnTo>
                  <a:pt x="4601" y="3773"/>
                </a:lnTo>
                <a:lnTo>
                  <a:pt x="2836" y="213"/>
                </a:lnTo>
                <a:cubicBezTo>
                  <a:pt x="2773" y="71"/>
                  <a:pt x="2647" y="0"/>
                  <a:pt x="252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47" name="Google Shape;16847;p86"/>
          <p:cNvGrpSpPr/>
          <p:nvPr/>
        </p:nvGrpSpPr>
        <p:grpSpPr>
          <a:xfrm>
            <a:off x="4229557" y="3035125"/>
            <a:ext cx="641687" cy="626556"/>
            <a:chOff x="-19802200" y="2416025"/>
            <a:chExt cx="309575" cy="302275"/>
          </a:xfrm>
        </p:grpSpPr>
        <p:sp>
          <p:nvSpPr>
            <p:cNvPr id="16848" name="Google Shape;16848;p86"/>
            <p:cNvSpPr/>
            <p:nvPr/>
          </p:nvSpPr>
          <p:spPr>
            <a:xfrm>
              <a:off x="-19602925" y="25751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9" name="Google Shape;16849;p86"/>
            <p:cNvSpPr/>
            <p:nvPr/>
          </p:nvSpPr>
          <p:spPr>
            <a:xfrm>
              <a:off x="-19710825" y="2575925"/>
              <a:ext cx="18925" cy="17350"/>
            </a:xfrm>
            <a:custGeom>
              <a:avLst/>
              <a:gdLst/>
              <a:ahLst/>
              <a:cxnLst/>
              <a:rect l="l" t="t" r="r" b="b"/>
              <a:pathLst>
                <a:path w="757" h="694" extrusionOk="0">
                  <a:moveTo>
                    <a:pt x="378" y="0"/>
                  </a:moveTo>
                  <a:cubicBezTo>
                    <a:pt x="158" y="0"/>
                    <a:pt x="0" y="158"/>
                    <a:pt x="0" y="347"/>
                  </a:cubicBezTo>
                  <a:cubicBezTo>
                    <a:pt x="0" y="536"/>
                    <a:pt x="158" y="693"/>
                    <a:pt x="378" y="693"/>
                  </a:cubicBezTo>
                  <a:cubicBezTo>
                    <a:pt x="567" y="693"/>
                    <a:pt x="725" y="536"/>
                    <a:pt x="725" y="347"/>
                  </a:cubicBezTo>
                  <a:cubicBezTo>
                    <a:pt x="756"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0" name="Google Shape;16850;p86"/>
            <p:cNvSpPr/>
            <p:nvPr/>
          </p:nvSpPr>
          <p:spPr>
            <a:xfrm>
              <a:off x="-19602925" y="261135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1" name="Google Shape;16851;p86"/>
            <p:cNvSpPr/>
            <p:nvPr/>
          </p:nvSpPr>
          <p:spPr>
            <a:xfrm>
              <a:off x="-19728150" y="2611350"/>
              <a:ext cx="35450" cy="35475"/>
            </a:xfrm>
            <a:custGeom>
              <a:avLst/>
              <a:gdLst/>
              <a:ahLst/>
              <a:cxnLst/>
              <a:rect l="l" t="t" r="r" b="b"/>
              <a:pathLst>
                <a:path w="1418" h="1419" extrusionOk="0">
                  <a:moveTo>
                    <a:pt x="725" y="1"/>
                  </a:moveTo>
                  <a:cubicBezTo>
                    <a:pt x="315" y="1"/>
                    <a:pt x="0" y="316"/>
                    <a:pt x="0" y="694"/>
                  </a:cubicBezTo>
                  <a:cubicBezTo>
                    <a:pt x="0" y="1072"/>
                    <a:pt x="315" y="1418"/>
                    <a:pt x="725" y="1418"/>
                  </a:cubicBezTo>
                  <a:cubicBezTo>
                    <a:pt x="1103" y="1418"/>
                    <a:pt x="1418" y="1072"/>
                    <a:pt x="1418" y="694"/>
                  </a:cubicBezTo>
                  <a:cubicBezTo>
                    <a:pt x="1418" y="316"/>
                    <a:pt x="1103"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2" name="Google Shape;16852;p86"/>
            <p:cNvSpPr/>
            <p:nvPr/>
          </p:nvSpPr>
          <p:spPr>
            <a:xfrm>
              <a:off x="-19802200" y="2416025"/>
              <a:ext cx="309575" cy="302275"/>
            </a:xfrm>
            <a:custGeom>
              <a:avLst/>
              <a:gdLst/>
              <a:ahLst/>
              <a:cxnLst/>
              <a:rect l="l" t="t" r="r" b="b"/>
              <a:pathLst>
                <a:path w="12383" h="12091" extrusionOk="0">
                  <a:moveTo>
                    <a:pt x="6176" y="2080"/>
                  </a:moveTo>
                  <a:cubicBezTo>
                    <a:pt x="6711" y="2080"/>
                    <a:pt x="7121" y="2458"/>
                    <a:pt x="7215" y="2931"/>
                  </a:cubicBezTo>
                  <a:cubicBezTo>
                    <a:pt x="6869" y="2836"/>
                    <a:pt x="6554" y="2804"/>
                    <a:pt x="6176" y="2804"/>
                  </a:cubicBezTo>
                  <a:cubicBezTo>
                    <a:pt x="5829" y="2804"/>
                    <a:pt x="5483" y="2836"/>
                    <a:pt x="5168" y="2931"/>
                  </a:cubicBezTo>
                  <a:cubicBezTo>
                    <a:pt x="5231" y="2458"/>
                    <a:pt x="5672" y="2080"/>
                    <a:pt x="6176" y="2080"/>
                  </a:cubicBezTo>
                  <a:close/>
                  <a:moveTo>
                    <a:pt x="6176" y="3561"/>
                  </a:moveTo>
                  <a:cubicBezTo>
                    <a:pt x="6900" y="3561"/>
                    <a:pt x="7562" y="3750"/>
                    <a:pt x="8129" y="4065"/>
                  </a:cubicBezTo>
                  <a:cubicBezTo>
                    <a:pt x="7656" y="4600"/>
                    <a:pt x="6932" y="4978"/>
                    <a:pt x="6176" y="4978"/>
                  </a:cubicBezTo>
                  <a:cubicBezTo>
                    <a:pt x="5451" y="4978"/>
                    <a:pt x="4727" y="4600"/>
                    <a:pt x="4254" y="4065"/>
                  </a:cubicBezTo>
                  <a:cubicBezTo>
                    <a:pt x="4853" y="3750"/>
                    <a:pt x="5483" y="3561"/>
                    <a:pt x="6176" y="3561"/>
                  </a:cubicBezTo>
                  <a:close/>
                  <a:moveTo>
                    <a:pt x="6176" y="6932"/>
                  </a:moveTo>
                  <a:lnTo>
                    <a:pt x="7026" y="10555"/>
                  </a:lnTo>
                  <a:cubicBezTo>
                    <a:pt x="6743" y="10649"/>
                    <a:pt x="6459" y="10681"/>
                    <a:pt x="6176" y="10681"/>
                  </a:cubicBezTo>
                  <a:cubicBezTo>
                    <a:pt x="5924" y="10681"/>
                    <a:pt x="5640" y="10649"/>
                    <a:pt x="5357" y="10555"/>
                  </a:cubicBezTo>
                  <a:lnTo>
                    <a:pt x="6176" y="6932"/>
                  </a:lnTo>
                  <a:close/>
                  <a:moveTo>
                    <a:pt x="3655" y="4443"/>
                  </a:moveTo>
                  <a:cubicBezTo>
                    <a:pt x="4191" y="5073"/>
                    <a:pt x="4884" y="5514"/>
                    <a:pt x="5766" y="5640"/>
                  </a:cubicBezTo>
                  <a:lnTo>
                    <a:pt x="4538" y="11027"/>
                  </a:lnTo>
                  <a:cubicBezTo>
                    <a:pt x="3151" y="10366"/>
                    <a:pt x="2238" y="8979"/>
                    <a:pt x="2238" y="7436"/>
                  </a:cubicBezTo>
                  <a:cubicBezTo>
                    <a:pt x="2238" y="6239"/>
                    <a:pt x="2805" y="5167"/>
                    <a:pt x="3655" y="4443"/>
                  </a:cubicBezTo>
                  <a:close/>
                  <a:moveTo>
                    <a:pt x="8696" y="4443"/>
                  </a:moveTo>
                  <a:cubicBezTo>
                    <a:pt x="9578" y="5167"/>
                    <a:pt x="10114" y="6270"/>
                    <a:pt x="10114" y="7436"/>
                  </a:cubicBezTo>
                  <a:cubicBezTo>
                    <a:pt x="10082" y="8979"/>
                    <a:pt x="9232" y="10366"/>
                    <a:pt x="7846" y="11027"/>
                  </a:cubicBezTo>
                  <a:lnTo>
                    <a:pt x="6617" y="5640"/>
                  </a:lnTo>
                  <a:cubicBezTo>
                    <a:pt x="7499" y="5514"/>
                    <a:pt x="8192" y="5073"/>
                    <a:pt x="8696" y="4443"/>
                  </a:cubicBezTo>
                  <a:close/>
                  <a:moveTo>
                    <a:pt x="4727" y="1"/>
                  </a:moveTo>
                  <a:cubicBezTo>
                    <a:pt x="4538" y="1"/>
                    <a:pt x="4380" y="158"/>
                    <a:pt x="4380" y="347"/>
                  </a:cubicBezTo>
                  <a:cubicBezTo>
                    <a:pt x="4380" y="946"/>
                    <a:pt x="4664" y="1513"/>
                    <a:pt x="5073" y="1828"/>
                  </a:cubicBezTo>
                  <a:cubicBezTo>
                    <a:pt x="4664" y="2143"/>
                    <a:pt x="4380" y="2678"/>
                    <a:pt x="4380" y="3246"/>
                  </a:cubicBezTo>
                  <a:cubicBezTo>
                    <a:pt x="3592" y="3561"/>
                    <a:pt x="2931" y="4096"/>
                    <a:pt x="2395" y="4758"/>
                  </a:cubicBezTo>
                  <a:lnTo>
                    <a:pt x="1387" y="4380"/>
                  </a:lnTo>
                  <a:lnTo>
                    <a:pt x="725" y="3088"/>
                  </a:lnTo>
                  <a:cubicBezTo>
                    <a:pt x="657" y="2974"/>
                    <a:pt x="522" y="2893"/>
                    <a:pt x="393" y="2893"/>
                  </a:cubicBezTo>
                  <a:cubicBezTo>
                    <a:pt x="344" y="2893"/>
                    <a:pt x="296" y="2904"/>
                    <a:pt x="253" y="2931"/>
                  </a:cubicBezTo>
                  <a:cubicBezTo>
                    <a:pt x="95" y="2994"/>
                    <a:pt x="1" y="3246"/>
                    <a:pt x="95" y="3403"/>
                  </a:cubicBezTo>
                  <a:lnTo>
                    <a:pt x="788" y="4789"/>
                  </a:lnTo>
                  <a:cubicBezTo>
                    <a:pt x="820" y="4884"/>
                    <a:pt x="914" y="4978"/>
                    <a:pt x="977" y="4978"/>
                  </a:cubicBezTo>
                  <a:lnTo>
                    <a:pt x="2017" y="5356"/>
                  </a:lnTo>
                  <a:cubicBezTo>
                    <a:pt x="1734" y="5923"/>
                    <a:pt x="1545" y="6491"/>
                    <a:pt x="1513" y="7121"/>
                  </a:cubicBezTo>
                  <a:lnTo>
                    <a:pt x="410" y="7121"/>
                  </a:lnTo>
                  <a:cubicBezTo>
                    <a:pt x="190" y="7121"/>
                    <a:pt x="32" y="7278"/>
                    <a:pt x="32" y="7499"/>
                  </a:cubicBezTo>
                  <a:cubicBezTo>
                    <a:pt x="32" y="7688"/>
                    <a:pt x="190" y="7845"/>
                    <a:pt x="410" y="7845"/>
                  </a:cubicBezTo>
                  <a:lnTo>
                    <a:pt x="1513" y="7845"/>
                  </a:lnTo>
                  <a:cubicBezTo>
                    <a:pt x="1545" y="8475"/>
                    <a:pt x="1734" y="9074"/>
                    <a:pt x="2017" y="9610"/>
                  </a:cubicBezTo>
                  <a:lnTo>
                    <a:pt x="977" y="10019"/>
                  </a:lnTo>
                  <a:cubicBezTo>
                    <a:pt x="914" y="10051"/>
                    <a:pt x="820" y="10082"/>
                    <a:pt x="788" y="10177"/>
                  </a:cubicBezTo>
                  <a:lnTo>
                    <a:pt x="95" y="11594"/>
                  </a:lnTo>
                  <a:cubicBezTo>
                    <a:pt x="1" y="11752"/>
                    <a:pt x="95" y="11972"/>
                    <a:pt x="253" y="12067"/>
                  </a:cubicBezTo>
                  <a:cubicBezTo>
                    <a:pt x="292" y="12083"/>
                    <a:pt x="336" y="12091"/>
                    <a:pt x="380" y="12091"/>
                  </a:cubicBezTo>
                  <a:cubicBezTo>
                    <a:pt x="513" y="12091"/>
                    <a:pt x="655" y="12020"/>
                    <a:pt x="725" y="11878"/>
                  </a:cubicBezTo>
                  <a:lnTo>
                    <a:pt x="1387" y="10586"/>
                  </a:lnTo>
                  <a:lnTo>
                    <a:pt x="2395" y="10208"/>
                  </a:lnTo>
                  <a:cubicBezTo>
                    <a:pt x="2962" y="10933"/>
                    <a:pt x="3718" y="11531"/>
                    <a:pt x="4664" y="11846"/>
                  </a:cubicBezTo>
                  <a:cubicBezTo>
                    <a:pt x="4706" y="11868"/>
                    <a:pt x="4750" y="11878"/>
                    <a:pt x="4794" y="11878"/>
                  </a:cubicBezTo>
                  <a:cubicBezTo>
                    <a:pt x="4944" y="11878"/>
                    <a:pt x="5087" y="11758"/>
                    <a:pt x="5136" y="11563"/>
                  </a:cubicBezTo>
                  <a:lnTo>
                    <a:pt x="5199" y="11248"/>
                  </a:lnTo>
                  <a:cubicBezTo>
                    <a:pt x="5514" y="11342"/>
                    <a:pt x="5829" y="11374"/>
                    <a:pt x="6176" y="11374"/>
                  </a:cubicBezTo>
                  <a:cubicBezTo>
                    <a:pt x="6491" y="11374"/>
                    <a:pt x="6869" y="11342"/>
                    <a:pt x="7184" y="11248"/>
                  </a:cubicBezTo>
                  <a:lnTo>
                    <a:pt x="7247" y="11563"/>
                  </a:lnTo>
                  <a:cubicBezTo>
                    <a:pt x="7275" y="11756"/>
                    <a:pt x="7471" y="11852"/>
                    <a:pt x="7646" y="11852"/>
                  </a:cubicBezTo>
                  <a:cubicBezTo>
                    <a:pt x="7671" y="11852"/>
                    <a:pt x="7696" y="11850"/>
                    <a:pt x="7720" y="11846"/>
                  </a:cubicBezTo>
                  <a:cubicBezTo>
                    <a:pt x="8633" y="11531"/>
                    <a:pt x="9421" y="10933"/>
                    <a:pt x="9956" y="10208"/>
                  </a:cubicBezTo>
                  <a:lnTo>
                    <a:pt x="10996" y="10586"/>
                  </a:lnTo>
                  <a:lnTo>
                    <a:pt x="11658" y="11878"/>
                  </a:lnTo>
                  <a:cubicBezTo>
                    <a:pt x="11729" y="12020"/>
                    <a:pt x="11870" y="12091"/>
                    <a:pt x="12003" y="12091"/>
                  </a:cubicBezTo>
                  <a:cubicBezTo>
                    <a:pt x="12048" y="12091"/>
                    <a:pt x="12091" y="12083"/>
                    <a:pt x="12130" y="12067"/>
                  </a:cubicBezTo>
                  <a:cubicBezTo>
                    <a:pt x="12288" y="11972"/>
                    <a:pt x="12382" y="11720"/>
                    <a:pt x="12288" y="11594"/>
                  </a:cubicBezTo>
                  <a:lnTo>
                    <a:pt x="11500" y="10177"/>
                  </a:lnTo>
                  <a:cubicBezTo>
                    <a:pt x="11469" y="10082"/>
                    <a:pt x="11374" y="10019"/>
                    <a:pt x="11311" y="10019"/>
                  </a:cubicBezTo>
                  <a:lnTo>
                    <a:pt x="10271" y="9610"/>
                  </a:lnTo>
                  <a:cubicBezTo>
                    <a:pt x="10555" y="9074"/>
                    <a:pt x="10712" y="8475"/>
                    <a:pt x="10807" y="7845"/>
                  </a:cubicBezTo>
                  <a:lnTo>
                    <a:pt x="11910" y="7845"/>
                  </a:lnTo>
                  <a:cubicBezTo>
                    <a:pt x="12099" y="7845"/>
                    <a:pt x="12256" y="7688"/>
                    <a:pt x="12256" y="7499"/>
                  </a:cubicBezTo>
                  <a:cubicBezTo>
                    <a:pt x="12256" y="7278"/>
                    <a:pt x="12099" y="7121"/>
                    <a:pt x="11910" y="7121"/>
                  </a:cubicBezTo>
                  <a:lnTo>
                    <a:pt x="10807" y="7121"/>
                  </a:lnTo>
                  <a:cubicBezTo>
                    <a:pt x="10775" y="6491"/>
                    <a:pt x="10555" y="5923"/>
                    <a:pt x="10271" y="5356"/>
                  </a:cubicBezTo>
                  <a:lnTo>
                    <a:pt x="11311" y="4978"/>
                  </a:lnTo>
                  <a:cubicBezTo>
                    <a:pt x="11374" y="4915"/>
                    <a:pt x="11469" y="4884"/>
                    <a:pt x="11500" y="4789"/>
                  </a:cubicBezTo>
                  <a:lnTo>
                    <a:pt x="12225" y="3403"/>
                  </a:lnTo>
                  <a:cubicBezTo>
                    <a:pt x="12288" y="3214"/>
                    <a:pt x="12225" y="2994"/>
                    <a:pt x="12067" y="2931"/>
                  </a:cubicBezTo>
                  <a:cubicBezTo>
                    <a:pt x="12024" y="2904"/>
                    <a:pt x="11973" y="2893"/>
                    <a:pt x="11922" y="2893"/>
                  </a:cubicBezTo>
                  <a:cubicBezTo>
                    <a:pt x="11785" y="2893"/>
                    <a:pt x="11640" y="2974"/>
                    <a:pt x="11595" y="3088"/>
                  </a:cubicBezTo>
                  <a:lnTo>
                    <a:pt x="10902" y="4380"/>
                  </a:lnTo>
                  <a:lnTo>
                    <a:pt x="9893" y="4758"/>
                  </a:lnTo>
                  <a:cubicBezTo>
                    <a:pt x="9389" y="4096"/>
                    <a:pt x="8696" y="3561"/>
                    <a:pt x="7909" y="3246"/>
                  </a:cubicBezTo>
                  <a:cubicBezTo>
                    <a:pt x="7909" y="2647"/>
                    <a:pt x="7656" y="2143"/>
                    <a:pt x="7215" y="1828"/>
                  </a:cubicBezTo>
                  <a:cubicBezTo>
                    <a:pt x="7656" y="1450"/>
                    <a:pt x="7909" y="946"/>
                    <a:pt x="7909" y="347"/>
                  </a:cubicBezTo>
                  <a:cubicBezTo>
                    <a:pt x="7909" y="158"/>
                    <a:pt x="7751" y="1"/>
                    <a:pt x="7562" y="1"/>
                  </a:cubicBezTo>
                  <a:cubicBezTo>
                    <a:pt x="7373" y="1"/>
                    <a:pt x="7215" y="158"/>
                    <a:pt x="7215" y="347"/>
                  </a:cubicBezTo>
                  <a:cubicBezTo>
                    <a:pt x="7215" y="946"/>
                    <a:pt x="6743" y="1450"/>
                    <a:pt x="6144" y="1450"/>
                  </a:cubicBezTo>
                  <a:cubicBezTo>
                    <a:pt x="5546" y="1450"/>
                    <a:pt x="5073" y="946"/>
                    <a:pt x="5073" y="347"/>
                  </a:cubicBezTo>
                  <a:cubicBezTo>
                    <a:pt x="5073" y="158"/>
                    <a:pt x="4916" y="1"/>
                    <a:pt x="47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53" name="Google Shape;16853;p86"/>
          <p:cNvGrpSpPr/>
          <p:nvPr/>
        </p:nvGrpSpPr>
        <p:grpSpPr>
          <a:xfrm>
            <a:off x="4233651" y="3802008"/>
            <a:ext cx="633500" cy="630235"/>
            <a:chOff x="-19801400" y="2788575"/>
            <a:chExt cx="305625" cy="304050"/>
          </a:xfrm>
        </p:grpSpPr>
        <p:sp>
          <p:nvSpPr>
            <p:cNvPr id="16854" name="Google Shape;16854;p86"/>
            <p:cNvSpPr/>
            <p:nvPr/>
          </p:nvSpPr>
          <p:spPr>
            <a:xfrm>
              <a:off x="-19744700"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22" y="725"/>
                    <a:pt x="2111" y="567"/>
                    <a:pt x="2111" y="347"/>
                  </a:cubicBez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5" name="Google Shape;16855;p86"/>
            <p:cNvSpPr/>
            <p:nvPr/>
          </p:nvSpPr>
          <p:spPr>
            <a:xfrm>
              <a:off x="-19709250" y="2967350"/>
              <a:ext cx="52800" cy="18150"/>
            </a:xfrm>
            <a:custGeom>
              <a:avLst/>
              <a:gdLst/>
              <a:ahLst/>
              <a:cxnLst/>
              <a:rect l="l" t="t" r="r" b="b"/>
              <a:pathLst>
                <a:path w="2112" h="726" extrusionOk="0">
                  <a:moveTo>
                    <a:pt x="347" y="1"/>
                  </a:moveTo>
                  <a:cubicBezTo>
                    <a:pt x="158" y="1"/>
                    <a:pt x="0" y="158"/>
                    <a:pt x="0" y="347"/>
                  </a:cubicBezTo>
                  <a:cubicBezTo>
                    <a:pt x="0" y="568"/>
                    <a:pt x="158" y="726"/>
                    <a:pt x="347" y="726"/>
                  </a:cubicBezTo>
                  <a:lnTo>
                    <a:pt x="1765" y="726"/>
                  </a:lnTo>
                  <a:cubicBezTo>
                    <a:pt x="1954" y="726"/>
                    <a:pt x="2111" y="568"/>
                    <a:pt x="2111" y="347"/>
                  </a:cubicBezTo>
                  <a:cubicBezTo>
                    <a:pt x="2111" y="190"/>
                    <a:pt x="1954"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6" name="Google Shape;16856;p86"/>
            <p:cNvSpPr/>
            <p:nvPr/>
          </p:nvSpPr>
          <p:spPr>
            <a:xfrm>
              <a:off x="-19638375" y="2968150"/>
              <a:ext cx="52800" cy="18150"/>
            </a:xfrm>
            <a:custGeom>
              <a:avLst/>
              <a:gdLst/>
              <a:ahLst/>
              <a:cxnLst/>
              <a:rect l="l" t="t" r="r" b="b"/>
              <a:pathLst>
                <a:path w="2112" h="726" extrusionOk="0">
                  <a:moveTo>
                    <a:pt x="347" y="0"/>
                  </a:moveTo>
                  <a:cubicBezTo>
                    <a:pt x="158" y="0"/>
                    <a:pt x="1" y="158"/>
                    <a:pt x="1" y="378"/>
                  </a:cubicBezTo>
                  <a:cubicBezTo>
                    <a:pt x="1" y="568"/>
                    <a:pt x="158" y="725"/>
                    <a:pt x="347" y="725"/>
                  </a:cubicBezTo>
                  <a:lnTo>
                    <a:pt x="1765" y="725"/>
                  </a:lnTo>
                  <a:cubicBezTo>
                    <a:pt x="1954" y="725"/>
                    <a:pt x="2112" y="568"/>
                    <a:pt x="2112" y="378"/>
                  </a:cubicBezTo>
                  <a:cubicBezTo>
                    <a:pt x="2112"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7" name="Google Shape;16857;p86"/>
            <p:cNvSpPr/>
            <p:nvPr/>
          </p:nvSpPr>
          <p:spPr>
            <a:xfrm>
              <a:off x="-19673800" y="2931925"/>
              <a:ext cx="52775" cy="18125"/>
            </a:xfrm>
            <a:custGeom>
              <a:avLst/>
              <a:gdLst/>
              <a:ahLst/>
              <a:cxnLst/>
              <a:rect l="l" t="t" r="r" b="b"/>
              <a:pathLst>
                <a:path w="2111" h="725" extrusionOk="0">
                  <a:moveTo>
                    <a:pt x="347" y="0"/>
                  </a:moveTo>
                  <a:cubicBezTo>
                    <a:pt x="158" y="0"/>
                    <a:pt x="0" y="158"/>
                    <a:pt x="0" y="347"/>
                  </a:cubicBezTo>
                  <a:cubicBezTo>
                    <a:pt x="0" y="567"/>
                    <a:pt x="158" y="725"/>
                    <a:pt x="347" y="725"/>
                  </a:cubicBezTo>
                  <a:lnTo>
                    <a:pt x="1764" y="725"/>
                  </a:lnTo>
                  <a:cubicBezTo>
                    <a:pt x="1953" y="725"/>
                    <a:pt x="2111" y="567"/>
                    <a:pt x="2111" y="347"/>
                  </a:cubicBezTo>
                  <a:cubicBezTo>
                    <a:pt x="2111" y="158"/>
                    <a:pt x="1953"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8" name="Google Shape;16858;p86"/>
            <p:cNvSpPr/>
            <p:nvPr/>
          </p:nvSpPr>
          <p:spPr>
            <a:xfrm>
              <a:off x="-19602925"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54" y="725"/>
                    <a:pt x="2111" y="567"/>
                    <a:pt x="2111" y="347"/>
                  </a:cubicBez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9" name="Google Shape;16859;p86"/>
            <p:cNvSpPr/>
            <p:nvPr/>
          </p:nvSpPr>
          <p:spPr>
            <a:xfrm>
              <a:off x="-19801400" y="2788575"/>
              <a:ext cx="305625" cy="304050"/>
            </a:xfrm>
            <a:custGeom>
              <a:avLst/>
              <a:gdLst/>
              <a:ahLst/>
              <a:cxnLst/>
              <a:rect l="l" t="t" r="r" b="b"/>
              <a:pathLst>
                <a:path w="12225" h="12162" extrusionOk="0">
                  <a:moveTo>
                    <a:pt x="6144" y="693"/>
                  </a:moveTo>
                  <a:cubicBezTo>
                    <a:pt x="7026" y="693"/>
                    <a:pt x="7940" y="2584"/>
                    <a:pt x="7940" y="4316"/>
                  </a:cubicBezTo>
                  <a:lnTo>
                    <a:pt x="4348" y="4316"/>
                  </a:lnTo>
                  <a:cubicBezTo>
                    <a:pt x="4348" y="2584"/>
                    <a:pt x="5293" y="693"/>
                    <a:pt x="6144" y="693"/>
                  </a:cubicBezTo>
                  <a:close/>
                  <a:moveTo>
                    <a:pt x="9677" y="1496"/>
                  </a:moveTo>
                  <a:cubicBezTo>
                    <a:pt x="9731" y="1496"/>
                    <a:pt x="9781" y="1501"/>
                    <a:pt x="9830" y="1513"/>
                  </a:cubicBezTo>
                  <a:cubicBezTo>
                    <a:pt x="10145" y="1607"/>
                    <a:pt x="10397" y="1985"/>
                    <a:pt x="10617" y="2552"/>
                  </a:cubicBezTo>
                  <a:cubicBezTo>
                    <a:pt x="10775" y="3056"/>
                    <a:pt x="10838" y="3686"/>
                    <a:pt x="10806" y="4316"/>
                  </a:cubicBezTo>
                  <a:lnTo>
                    <a:pt x="8633" y="4316"/>
                  </a:lnTo>
                  <a:cubicBezTo>
                    <a:pt x="8633" y="3686"/>
                    <a:pt x="8507" y="2993"/>
                    <a:pt x="8318" y="2300"/>
                  </a:cubicBezTo>
                  <a:cubicBezTo>
                    <a:pt x="8762" y="1800"/>
                    <a:pt x="9280" y="1496"/>
                    <a:pt x="9677" y="1496"/>
                  </a:cubicBezTo>
                  <a:close/>
                  <a:moveTo>
                    <a:pt x="2638" y="1496"/>
                  </a:moveTo>
                  <a:cubicBezTo>
                    <a:pt x="3024" y="1496"/>
                    <a:pt x="3501" y="1807"/>
                    <a:pt x="4001" y="2363"/>
                  </a:cubicBezTo>
                  <a:cubicBezTo>
                    <a:pt x="3781" y="2993"/>
                    <a:pt x="3686" y="3686"/>
                    <a:pt x="3686" y="4348"/>
                  </a:cubicBezTo>
                  <a:lnTo>
                    <a:pt x="1513" y="4348"/>
                  </a:lnTo>
                  <a:cubicBezTo>
                    <a:pt x="1481" y="3686"/>
                    <a:pt x="1544" y="3056"/>
                    <a:pt x="1702" y="2552"/>
                  </a:cubicBezTo>
                  <a:cubicBezTo>
                    <a:pt x="1891" y="1954"/>
                    <a:pt x="2174" y="1607"/>
                    <a:pt x="2489" y="1513"/>
                  </a:cubicBezTo>
                  <a:cubicBezTo>
                    <a:pt x="2537" y="1502"/>
                    <a:pt x="2587" y="1496"/>
                    <a:pt x="2638" y="1496"/>
                  </a:cubicBezTo>
                  <a:close/>
                  <a:moveTo>
                    <a:pt x="11153" y="5041"/>
                  </a:moveTo>
                  <a:cubicBezTo>
                    <a:pt x="11342" y="5041"/>
                    <a:pt x="11500" y="5199"/>
                    <a:pt x="11500" y="5388"/>
                  </a:cubicBezTo>
                  <a:cubicBezTo>
                    <a:pt x="11500" y="7152"/>
                    <a:pt x="10050" y="8601"/>
                    <a:pt x="8286" y="8601"/>
                  </a:cubicBezTo>
                  <a:lnTo>
                    <a:pt x="4001" y="8601"/>
                  </a:lnTo>
                  <a:cubicBezTo>
                    <a:pt x="2206" y="8601"/>
                    <a:pt x="756" y="7152"/>
                    <a:pt x="756" y="5388"/>
                  </a:cubicBezTo>
                  <a:cubicBezTo>
                    <a:pt x="756" y="5199"/>
                    <a:pt x="914" y="5041"/>
                    <a:pt x="1103" y="5041"/>
                  </a:cubicBezTo>
                  <a:close/>
                  <a:moveTo>
                    <a:pt x="9357" y="9326"/>
                  </a:moveTo>
                  <a:lnTo>
                    <a:pt x="9357" y="9672"/>
                  </a:lnTo>
                  <a:cubicBezTo>
                    <a:pt x="9357" y="10271"/>
                    <a:pt x="8885" y="10743"/>
                    <a:pt x="8286" y="10743"/>
                  </a:cubicBezTo>
                  <a:lnTo>
                    <a:pt x="7940" y="10743"/>
                  </a:lnTo>
                  <a:lnTo>
                    <a:pt x="7940" y="10397"/>
                  </a:lnTo>
                  <a:cubicBezTo>
                    <a:pt x="7940" y="9798"/>
                    <a:pt x="8412" y="9326"/>
                    <a:pt x="8979" y="9326"/>
                  </a:cubicBezTo>
                  <a:close/>
                  <a:moveTo>
                    <a:pt x="10050" y="9357"/>
                  </a:moveTo>
                  <a:cubicBezTo>
                    <a:pt x="10870" y="9515"/>
                    <a:pt x="11500" y="10208"/>
                    <a:pt x="11500" y="11090"/>
                  </a:cubicBezTo>
                  <a:lnTo>
                    <a:pt x="11500" y="11437"/>
                  </a:lnTo>
                  <a:lnTo>
                    <a:pt x="11153" y="11437"/>
                  </a:lnTo>
                  <a:cubicBezTo>
                    <a:pt x="10617" y="11437"/>
                    <a:pt x="10050" y="11185"/>
                    <a:pt x="9704" y="10743"/>
                  </a:cubicBezTo>
                  <a:cubicBezTo>
                    <a:pt x="9924" y="10428"/>
                    <a:pt x="10050" y="10082"/>
                    <a:pt x="10050" y="9672"/>
                  </a:cubicBezTo>
                  <a:lnTo>
                    <a:pt x="10050" y="9357"/>
                  </a:lnTo>
                  <a:close/>
                  <a:moveTo>
                    <a:pt x="6112" y="0"/>
                  </a:moveTo>
                  <a:cubicBezTo>
                    <a:pt x="5419" y="0"/>
                    <a:pt x="4789" y="536"/>
                    <a:pt x="4253" y="1513"/>
                  </a:cubicBezTo>
                  <a:cubicBezTo>
                    <a:pt x="4253" y="1576"/>
                    <a:pt x="4222" y="1576"/>
                    <a:pt x="4222" y="1607"/>
                  </a:cubicBezTo>
                  <a:cubicBezTo>
                    <a:pt x="3680" y="1065"/>
                    <a:pt x="3096" y="777"/>
                    <a:pt x="2591" y="777"/>
                  </a:cubicBezTo>
                  <a:cubicBezTo>
                    <a:pt x="2479" y="777"/>
                    <a:pt x="2371" y="791"/>
                    <a:pt x="2269" y="819"/>
                  </a:cubicBezTo>
                  <a:cubicBezTo>
                    <a:pt x="1166" y="1135"/>
                    <a:pt x="630" y="2836"/>
                    <a:pt x="725" y="4348"/>
                  </a:cubicBezTo>
                  <a:cubicBezTo>
                    <a:pt x="284" y="4506"/>
                    <a:pt x="0" y="4915"/>
                    <a:pt x="0" y="5388"/>
                  </a:cubicBezTo>
                  <a:cubicBezTo>
                    <a:pt x="0" y="7561"/>
                    <a:pt x="1796" y="9326"/>
                    <a:pt x="3938" y="9326"/>
                  </a:cubicBezTo>
                  <a:lnTo>
                    <a:pt x="7530" y="9326"/>
                  </a:lnTo>
                  <a:cubicBezTo>
                    <a:pt x="7309" y="9641"/>
                    <a:pt x="7183" y="9987"/>
                    <a:pt x="7183" y="10365"/>
                  </a:cubicBezTo>
                  <a:lnTo>
                    <a:pt x="7183" y="11090"/>
                  </a:lnTo>
                  <a:cubicBezTo>
                    <a:pt x="7183" y="11279"/>
                    <a:pt x="7341" y="11437"/>
                    <a:pt x="7530" y="11437"/>
                  </a:cubicBezTo>
                  <a:lnTo>
                    <a:pt x="8255" y="11437"/>
                  </a:lnTo>
                  <a:cubicBezTo>
                    <a:pt x="8570" y="11437"/>
                    <a:pt x="8885" y="11374"/>
                    <a:pt x="9137" y="11216"/>
                  </a:cubicBezTo>
                  <a:cubicBezTo>
                    <a:pt x="9609" y="11815"/>
                    <a:pt x="10365" y="12161"/>
                    <a:pt x="11122" y="12161"/>
                  </a:cubicBezTo>
                  <a:lnTo>
                    <a:pt x="11815" y="12161"/>
                  </a:lnTo>
                  <a:cubicBezTo>
                    <a:pt x="12035" y="12161"/>
                    <a:pt x="12193" y="12004"/>
                    <a:pt x="12193" y="11815"/>
                  </a:cubicBezTo>
                  <a:lnTo>
                    <a:pt x="12193" y="11090"/>
                  </a:lnTo>
                  <a:cubicBezTo>
                    <a:pt x="12224" y="9956"/>
                    <a:pt x="11468" y="9011"/>
                    <a:pt x="10397" y="8696"/>
                  </a:cubicBezTo>
                  <a:cubicBezTo>
                    <a:pt x="11500" y="7971"/>
                    <a:pt x="12224" y="6774"/>
                    <a:pt x="12224" y="5388"/>
                  </a:cubicBezTo>
                  <a:cubicBezTo>
                    <a:pt x="12224" y="4915"/>
                    <a:pt x="11909" y="4506"/>
                    <a:pt x="11500" y="4348"/>
                  </a:cubicBezTo>
                  <a:cubicBezTo>
                    <a:pt x="11594" y="2773"/>
                    <a:pt x="11122" y="1103"/>
                    <a:pt x="9987" y="819"/>
                  </a:cubicBezTo>
                  <a:cubicBezTo>
                    <a:pt x="9879" y="791"/>
                    <a:pt x="9767" y="777"/>
                    <a:pt x="9651" y="777"/>
                  </a:cubicBezTo>
                  <a:cubicBezTo>
                    <a:pt x="9129" y="777"/>
                    <a:pt x="8544" y="1065"/>
                    <a:pt x="8003" y="1607"/>
                  </a:cubicBezTo>
                  <a:cubicBezTo>
                    <a:pt x="8003" y="1576"/>
                    <a:pt x="7971" y="1576"/>
                    <a:pt x="7971" y="1513"/>
                  </a:cubicBezTo>
                  <a:cubicBezTo>
                    <a:pt x="7498" y="536"/>
                    <a:pt x="6837" y="0"/>
                    <a:pt x="61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60" name="Google Shape;16860;p86"/>
          <p:cNvGrpSpPr/>
          <p:nvPr/>
        </p:nvGrpSpPr>
        <p:grpSpPr>
          <a:xfrm>
            <a:off x="8173753" y="2251888"/>
            <a:ext cx="563284" cy="630235"/>
            <a:chOff x="-17903225" y="2060800"/>
            <a:chExt cx="271750" cy="304050"/>
          </a:xfrm>
        </p:grpSpPr>
        <p:sp>
          <p:nvSpPr>
            <p:cNvPr id="16861" name="Google Shape;16861;p86"/>
            <p:cNvSpPr/>
            <p:nvPr/>
          </p:nvSpPr>
          <p:spPr>
            <a:xfrm>
              <a:off x="-17722875"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6" y="568"/>
                    <a:pt x="726" y="379"/>
                  </a:cubicBezTo>
                  <a:cubicBezTo>
                    <a:pt x="726"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2" name="Google Shape;16862;p86"/>
            <p:cNvSpPr/>
            <p:nvPr/>
          </p:nvSpPr>
          <p:spPr>
            <a:xfrm>
              <a:off x="-17829200"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5" y="568"/>
                    <a:pt x="725" y="379"/>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3" name="Google Shape;16863;p86"/>
            <p:cNvSpPr/>
            <p:nvPr/>
          </p:nvSpPr>
          <p:spPr>
            <a:xfrm>
              <a:off x="-17903225" y="2060800"/>
              <a:ext cx="271750" cy="304050"/>
            </a:xfrm>
            <a:custGeom>
              <a:avLst/>
              <a:gdLst/>
              <a:ahLst/>
              <a:cxnLst/>
              <a:rect l="l" t="t" r="r" b="b"/>
              <a:pathLst>
                <a:path w="10870" h="12162" extrusionOk="0">
                  <a:moveTo>
                    <a:pt x="1040" y="694"/>
                  </a:moveTo>
                  <a:cubicBezTo>
                    <a:pt x="1891" y="694"/>
                    <a:pt x="2615" y="1293"/>
                    <a:pt x="2773" y="2112"/>
                  </a:cubicBezTo>
                  <a:cubicBezTo>
                    <a:pt x="2552" y="2364"/>
                    <a:pt x="2332" y="2679"/>
                    <a:pt x="2143" y="2994"/>
                  </a:cubicBezTo>
                  <a:lnTo>
                    <a:pt x="1040" y="694"/>
                  </a:lnTo>
                  <a:close/>
                  <a:moveTo>
                    <a:pt x="9861" y="694"/>
                  </a:moveTo>
                  <a:lnTo>
                    <a:pt x="8727" y="2994"/>
                  </a:lnTo>
                  <a:cubicBezTo>
                    <a:pt x="8507" y="2679"/>
                    <a:pt x="8318" y="2395"/>
                    <a:pt x="8097" y="2112"/>
                  </a:cubicBezTo>
                  <a:cubicBezTo>
                    <a:pt x="8255" y="1293"/>
                    <a:pt x="8979" y="694"/>
                    <a:pt x="9830" y="694"/>
                  </a:cubicBezTo>
                  <a:close/>
                  <a:moveTo>
                    <a:pt x="5451" y="1419"/>
                  </a:moveTo>
                  <a:cubicBezTo>
                    <a:pt x="6144" y="1419"/>
                    <a:pt x="6900" y="1860"/>
                    <a:pt x="7561" y="2584"/>
                  </a:cubicBezTo>
                  <a:lnTo>
                    <a:pt x="6994" y="2994"/>
                  </a:lnTo>
                  <a:cubicBezTo>
                    <a:pt x="6270" y="3466"/>
                    <a:pt x="5829" y="4254"/>
                    <a:pt x="5829" y="5136"/>
                  </a:cubicBezTo>
                  <a:lnTo>
                    <a:pt x="5829" y="6522"/>
                  </a:lnTo>
                  <a:cubicBezTo>
                    <a:pt x="5734" y="6491"/>
                    <a:pt x="5608" y="6491"/>
                    <a:pt x="5482" y="6491"/>
                  </a:cubicBezTo>
                  <a:cubicBezTo>
                    <a:pt x="5356" y="6491"/>
                    <a:pt x="5199" y="6522"/>
                    <a:pt x="5104" y="6554"/>
                  </a:cubicBezTo>
                  <a:lnTo>
                    <a:pt x="5104" y="5199"/>
                  </a:lnTo>
                  <a:cubicBezTo>
                    <a:pt x="5104" y="4317"/>
                    <a:pt x="4663" y="3498"/>
                    <a:pt x="3938" y="3025"/>
                  </a:cubicBezTo>
                  <a:lnTo>
                    <a:pt x="3371" y="2616"/>
                  </a:lnTo>
                  <a:cubicBezTo>
                    <a:pt x="4001" y="1797"/>
                    <a:pt x="4726" y="1419"/>
                    <a:pt x="5451" y="1419"/>
                  </a:cubicBezTo>
                  <a:close/>
                  <a:moveTo>
                    <a:pt x="5451" y="7152"/>
                  </a:moveTo>
                  <a:cubicBezTo>
                    <a:pt x="5608" y="7152"/>
                    <a:pt x="5734" y="7279"/>
                    <a:pt x="5797" y="7405"/>
                  </a:cubicBezTo>
                  <a:lnTo>
                    <a:pt x="5797" y="7562"/>
                  </a:lnTo>
                  <a:cubicBezTo>
                    <a:pt x="5766" y="7625"/>
                    <a:pt x="5608" y="7751"/>
                    <a:pt x="5451" y="7846"/>
                  </a:cubicBezTo>
                  <a:cubicBezTo>
                    <a:pt x="5262" y="7720"/>
                    <a:pt x="5104" y="7594"/>
                    <a:pt x="5104" y="7499"/>
                  </a:cubicBezTo>
                  <a:cubicBezTo>
                    <a:pt x="5104" y="7310"/>
                    <a:pt x="5262" y="7152"/>
                    <a:pt x="5451" y="7152"/>
                  </a:cubicBezTo>
                  <a:close/>
                  <a:moveTo>
                    <a:pt x="2899" y="3151"/>
                  </a:moveTo>
                  <a:lnTo>
                    <a:pt x="3560" y="3561"/>
                  </a:lnTo>
                  <a:cubicBezTo>
                    <a:pt x="4064" y="3907"/>
                    <a:pt x="4379" y="4538"/>
                    <a:pt x="4379" y="5105"/>
                  </a:cubicBezTo>
                  <a:lnTo>
                    <a:pt x="4379" y="7499"/>
                  </a:lnTo>
                  <a:cubicBezTo>
                    <a:pt x="4379" y="7562"/>
                    <a:pt x="4379" y="7625"/>
                    <a:pt x="4411" y="7688"/>
                  </a:cubicBezTo>
                  <a:cubicBezTo>
                    <a:pt x="4505" y="8035"/>
                    <a:pt x="4852" y="8287"/>
                    <a:pt x="5104" y="8413"/>
                  </a:cubicBezTo>
                  <a:lnTo>
                    <a:pt x="5104" y="8948"/>
                  </a:lnTo>
                  <a:lnTo>
                    <a:pt x="5104" y="8980"/>
                  </a:lnTo>
                  <a:cubicBezTo>
                    <a:pt x="5059" y="9813"/>
                    <a:pt x="4353" y="10357"/>
                    <a:pt x="3575" y="10357"/>
                  </a:cubicBezTo>
                  <a:cubicBezTo>
                    <a:pt x="3264" y="10357"/>
                    <a:pt x="2943" y="10271"/>
                    <a:pt x="2647" y="10082"/>
                  </a:cubicBezTo>
                  <a:cubicBezTo>
                    <a:pt x="1859" y="9547"/>
                    <a:pt x="1512" y="8728"/>
                    <a:pt x="1512" y="7499"/>
                  </a:cubicBezTo>
                  <a:cubicBezTo>
                    <a:pt x="1512" y="6144"/>
                    <a:pt x="2017" y="4443"/>
                    <a:pt x="2899" y="3151"/>
                  </a:cubicBezTo>
                  <a:close/>
                  <a:moveTo>
                    <a:pt x="8066" y="3151"/>
                  </a:moveTo>
                  <a:cubicBezTo>
                    <a:pt x="8916" y="4412"/>
                    <a:pt x="9420" y="6144"/>
                    <a:pt x="9420" y="7499"/>
                  </a:cubicBezTo>
                  <a:cubicBezTo>
                    <a:pt x="9389" y="8696"/>
                    <a:pt x="8979" y="9578"/>
                    <a:pt x="8192" y="10082"/>
                  </a:cubicBezTo>
                  <a:cubicBezTo>
                    <a:pt x="7913" y="10271"/>
                    <a:pt x="7599" y="10357"/>
                    <a:pt x="7293" y="10357"/>
                  </a:cubicBezTo>
                  <a:cubicBezTo>
                    <a:pt x="6522" y="10357"/>
                    <a:pt x="5797" y="9813"/>
                    <a:pt x="5797" y="8980"/>
                  </a:cubicBezTo>
                  <a:lnTo>
                    <a:pt x="5797" y="8917"/>
                  </a:lnTo>
                  <a:lnTo>
                    <a:pt x="5797" y="8476"/>
                  </a:lnTo>
                  <a:cubicBezTo>
                    <a:pt x="6175" y="8255"/>
                    <a:pt x="6553" y="7940"/>
                    <a:pt x="6553" y="7499"/>
                  </a:cubicBezTo>
                  <a:lnTo>
                    <a:pt x="6553" y="7310"/>
                  </a:lnTo>
                  <a:lnTo>
                    <a:pt x="6553" y="5105"/>
                  </a:lnTo>
                  <a:cubicBezTo>
                    <a:pt x="6553" y="4475"/>
                    <a:pt x="6868" y="3907"/>
                    <a:pt x="7372" y="3561"/>
                  </a:cubicBezTo>
                  <a:lnTo>
                    <a:pt x="8066" y="3151"/>
                  </a:lnTo>
                  <a:close/>
                  <a:moveTo>
                    <a:pt x="5451" y="10145"/>
                  </a:moveTo>
                  <a:cubicBezTo>
                    <a:pt x="5577" y="10303"/>
                    <a:pt x="5671" y="10429"/>
                    <a:pt x="5797" y="10555"/>
                  </a:cubicBezTo>
                  <a:lnTo>
                    <a:pt x="5797" y="11437"/>
                  </a:lnTo>
                  <a:lnTo>
                    <a:pt x="5104" y="11437"/>
                  </a:lnTo>
                  <a:lnTo>
                    <a:pt x="5104" y="10555"/>
                  </a:lnTo>
                  <a:cubicBezTo>
                    <a:pt x="5199" y="10429"/>
                    <a:pt x="5356" y="10303"/>
                    <a:pt x="5451" y="10145"/>
                  </a:cubicBezTo>
                  <a:close/>
                  <a:moveTo>
                    <a:pt x="441" y="1"/>
                  </a:moveTo>
                  <a:cubicBezTo>
                    <a:pt x="158" y="1"/>
                    <a:pt x="0" y="284"/>
                    <a:pt x="126" y="505"/>
                  </a:cubicBezTo>
                  <a:lnTo>
                    <a:pt x="1733" y="3750"/>
                  </a:lnTo>
                  <a:cubicBezTo>
                    <a:pt x="1166" y="4947"/>
                    <a:pt x="788" y="6302"/>
                    <a:pt x="788" y="7499"/>
                  </a:cubicBezTo>
                  <a:cubicBezTo>
                    <a:pt x="788" y="8917"/>
                    <a:pt x="1260" y="9988"/>
                    <a:pt x="2269" y="10650"/>
                  </a:cubicBezTo>
                  <a:cubicBezTo>
                    <a:pt x="2670" y="10930"/>
                    <a:pt x="3134" y="11071"/>
                    <a:pt x="3598" y="11071"/>
                  </a:cubicBezTo>
                  <a:cubicBezTo>
                    <a:pt x="3863" y="11071"/>
                    <a:pt x="4127" y="11025"/>
                    <a:pt x="4379" y="10933"/>
                  </a:cubicBezTo>
                  <a:lnTo>
                    <a:pt x="4379" y="11815"/>
                  </a:lnTo>
                  <a:cubicBezTo>
                    <a:pt x="4379" y="12004"/>
                    <a:pt x="4537" y="12162"/>
                    <a:pt x="4726" y="12162"/>
                  </a:cubicBezTo>
                  <a:lnTo>
                    <a:pt x="6144" y="12162"/>
                  </a:lnTo>
                  <a:cubicBezTo>
                    <a:pt x="6364" y="12162"/>
                    <a:pt x="6522" y="12004"/>
                    <a:pt x="6522" y="11815"/>
                  </a:cubicBezTo>
                  <a:lnTo>
                    <a:pt x="6522" y="10933"/>
                  </a:lnTo>
                  <a:cubicBezTo>
                    <a:pt x="6774" y="11025"/>
                    <a:pt x="7038" y="11071"/>
                    <a:pt x="7303" y="11071"/>
                  </a:cubicBezTo>
                  <a:cubicBezTo>
                    <a:pt x="7767" y="11071"/>
                    <a:pt x="8232" y="10930"/>
                    <a:pt x="8633" y="10650"/>
                  </a:cubicBezTo>
                  <a:cubicBezTo>
                    <a:pt x="9641" y="9988"/>
                    <a:pt x="10113" y="8917"/>
                    <a:pt x="10113" y="7499"/>
                  </a:cubicBezTo>
                  <a:cubicBezTo>
                    <a:pt x="10113" y="6302"/>
                    <a:pt x="9735" y="4916"/>
                    <a:pt x="9137" y="3750"/>
                  </a:cubicBezTo>
                  <a:lnTo>
                    <a:pt x="10775" y="505"/>
                  </a:lnTo>
                  <a:cubicBezTo>
                    <a:pt x="10869" y="284"/>
                    <a:pt x="10680" y="1"/>
                    <a:pt x="10460" y="1"/>
                  </a:cubicBezTo>
                  <a:lnTo>
                    <a:pt x="9861" y="1"/>
                  </a:lnTo>
                  <a:cubicBezTo>
                    <a:pt x="8853" y="1"/>
                    <a:pt x="7940" y="631"/>
                    <a:pt x="7530" y="1576"/>
                  </a:cubicBezTo>
                  <a:cubicBezTo>
                    <a:pt x="7467" y="1545"/>
                    <a:pt x="7404" y="1450"/>
                    <a:pt x="7341" y="1419"/>
                  </a:cubicBezTo>
                  <a:cubicBezTo>
                    <a:pt x="6742" y="946"/>
                    <a:pt x="6112" y="694"/>
                    <a:pt x="5451" y="694"/>
                  </a:cubicBezTo>
                  <a:cubicBezTo>
                    <a:pt x="4663" y="694"/>
                    <a:pt x="3938" y="1072"/>
                    <a:pt x="3371" y="1576"/>
                  </a:cubicBezTo>
                  <a:cubicBezTo>
                    <a:pt x="2993" y="631"/>
                    <a:pt x="2111"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64" name="Google Shape;16864;p86"/>
          <p:cNvGrpSpPr/>
          <p:nvPr/>
        </p:nvGrpSpPr>
        <p:grpSpPr>
          <a:xfrm>
            <a:off x="8139474" y="3033283"/>
            <a:ext cx="631841" cy="630235"/>
            <a:chOff x="-17918975" y="2435725"/>
            <a:chExt cx="304825" cy="304050"/>
          </a:xfrm>
        </p:grpSpPr>
        <p:sp>
          <p:nvSpPr>
            <p:cNvPr id="16865" name="Google Shape;16865;p86"/>
            <p:cNvSpPr/>
            <p:nvPr/>
          </p:nvSpPr>
          <p:spPr>
            <a:xfrm>
              <a:off x="-17918975" y="2435725"/>
              <a:ext cx="304825" cy="304050"/>
            </a:xfrm>
            <a:custGeom>
              <a:avLst/>
              <a:gdLst/>
              <a:ahLst/>
              <a:cxnLst/>
              <a:rect l="l" t="t" r="r" b="b"/>
              <a:pathLst>
                <a:path w="12193" h="12162" extrusionOk="0">
                  <a:moveTo>
                    <a:pt x="1040" y="662"/>
                  </a:moveTo>
                  <a:cubicBezTo>
                    <a:pt x="1229" y="662"/>
                    <a:pt x="1386" y="819"/>
                    <a:pt x="1386" y="1040"/>
                  </a:cubicBezTo>
                  <a:cubicBezTo>
                    <a:pt x="1386" y="1229"/>
                    <a:pt x="1229" y="1386"/>
                    <a:pt x="1040" y="1386"/>
                  </a:cubicBezTo>
                  <a:cubicBezTo>
                    <a:pt x="851" y="1386"/>
                    <a:pt x="693" y="1229"/>
                    <a:pt x="693" y="1040"/>
                  </a:cubicBezTo>
                  <a:cubicBezTo>
                    <a:pt x="693" y="819"/>
                    <a:pt x="851" y="662"/>
                    <a:pt x="1040" y="662"/>
                  </a:cubicBezTo>
                  <a:close/>
                  <a:moveTo>
                    <a:pt x="3907" y="662"/>
                  </a:moveTo>
                  <a:cubicBezTo>
                    <a:pt x="4096" y="662"/>
                    <a:pt x="4253" y="819"/>
                    <a:pt x="4253" y="1040"/>
                  </a:cubicBezTo>
                  <a:cubicBezTo>
                    <a:pt x="4253" y="1229"/>
                    <a:pt x="4096" y="1386"/>
                    <a:pt x="3907" y="1386"/>
                  </a:cubicBezTo>
                  <a:cubicBezTo>
                    <a:pt x="3718" y="1386"/>
                    <a:pt x="3560" y="1229"/>
                    <a:pt x="3560" y="1040"/>
                  </a:cubicBezTo>
                  <a:cubicBezTo>
                    <a:pt x="3560" y="819"/>
                    <a:pt x="3718" y="662"/>
                    <a:pt x="3907" y="662"/>
                  </a:cubicBezTo>
                  <a:close/>
                  <a:moveTo>
                    <a:pt x="7828" y="2853"/>
                  </a:moveTo>
                  <a:cubicBezTo>
                    <a:pt x="9848" y="2853"/>
                    <a:pt x="11436" y="4484"/>
                    <a:pt x="11436" y="6427"/>
                  </a:cubicBezTo>
                  <a:lnTo>
                    <a:pt x="11436" y="6774"/>
                  </a:lnTo>
                  <a:cubicBezTo>
                    <a:pt x="11436" y="8538"/>
                    <a:pt x="9987" y="10019"/>
                    <a:pt x="8191" y="10019"/>
                  </a:cubicBezTo>
                  <a:cubicBezTo>
                    <a:pt x="6837" y="10019"/>
                    <a:pt x="5671" y="8916"/>
                    <a:pt x="5671" y="7530"/>
                  </a:cubicBezTo>
                  <a:lnTo>
                    <a:pt x="5671" y="6931"/>
                  </a:lnTo>
                  <a:cubicBezTo>
                    <a:pt x="5671" y="5955"/>
                    <a:pt x="6427" y="5072"/>
                    <a:pt x="7372" y="5041"/>
                  </a:cubicBezTo>
                  <a:cubicBezTo>
                    <a:pt x="7392" y="5040"/>
                    <a:pt x="7413" y="5040"/>
                    <a:pt x="7433" y="5040"/>
                  </a:cubicBezTo>
                  <a:cubicBezTo>
                    <a:pt x="8445" y="5040"/>
                    <a:pt x="9263" y="5817"/>
                    <a:pt x="9263" y="6805"/>
                  </a:cubicBezTo>
                  <a:lnTo>
                    <a:pt x="9263" y="7152"/>
                  </a:lnTo>
                  <a:cubicBezTo>
                    <a:pt x="9263" y="7561"/>
                    <a:pt x="8948" y="7876"/>
                    <a:pt x="8570" y="7876"/>
                  </a:cubicBezTo>
                  <a:cubicBezTo>
                    <a:pt x="8160" y="7876"/>
                    <a:pt x="7845" y="7561"/>
                    <a:pt x="7845" y="7152"/>
                  </a:cubicBezTo>
                  <a:lnTo>
                    <a:pt x="7845" y="6805"/>
                  </a:lnTo>
                  <a:cubicBezTo>
                    <a:pt x="7845" y="6616"/>
                    <a:pt x="7687" y="6459"/>
                    <a:pt x="7498" y="6459"/>
                  </a:cubicBezTo>
                  <a:cubicBezTo>
                    <a:pt x="7309" y="6459"/>
                    <a:pt x="7152" y="6616"/>
                    <a:pt x="7152" y="6805"/>
                  </a:cubicBezTo>
                  <a:lnTo>
                    <a:pt x="7152" y="7152"/>
                  </a:lnTo>
                  <a:cubicBezTo>
                    <a:pt x="7152" y="7939"/>
                    <a:pt x="7782" y="8569"/>
                    <a:pt x="8570" y="8569"/>
                  </a:cubicBezTo>
                  <a:cubicBezTo>
                    <a:pt x="9357" y="8569"/>
                    <a:pt x="9987" y="7939"/>
                    <a:pt x="9987" y="7152"/>
                  </a:cubicBezTo>
                  <a:lnTo>
                    <a:pt x="9987" y="6805"/>
                  </a:lnTo>
                  <a:cubicBezTo>
                    <a:pt x="9987" y="5425"/>
                    <a:pt x="8853" y="4314"/>
                    <a:pt x="7456" y="4314"/>
                  </a:cubicBezTo>
                  <a:cubicBezTo>
                    <a:pt x="7418" y="4314"/>
                    <a:pt x="7379" y="4315"/>
                    <a:pt x="7341" y="4316"/>
                  </a:cubicBezTo>
                  <a:cubicBezTo>
                    <a:pt x="5986" y="4411"/>
                    <a:pt x="4946" y="5577"/>
                    <a:pt x="4946" y="6931"/>
                  </a:cubicBezTo>
                  <a:lnTo>
                    <a:pt x="4946" y="7530"/>
                  </a:lnTo>
                  <a:cubicBezTo>
                    <a:pt x="4946" y="8191"/>
                    <a:pt x="5135" y="8790"/>
                    <a:pt x="5482" y="9294"/>
                  </a:cubicBezTo>
                  <a:lnTo>
                    <a:pt x="5293" y="9294"/>
                  </a:lnTo>
                  <a:cubicBezTo>
                    <a:pt x="4694" y="9294"/>
                    <a:pt x="4222" y="8822"/>
                    <a:pt x="4222" y="8223"/>
                  </a:cubicBezTo>
                  <a:lnTo>
                    <a:pt x="4222" y="6616"/>
                  </a:lnTo>
                  <a:cubicBezTo>
                    <a:pt x="4253" y="4663"/>
                    <a:pt x="5671" y="3025"/>
                    <a:pt x="7498" y="2867"/>
                  </a:cubicBezTo>
                  <a:cubicBezTo>
                    <a:pt x="7609" y="2857"/>
                    <a:pt x="7719" y="2853"/>
                    <a:pt x="7828" y="2853"/>
                  </a:cubicBezTo>
                  <a:close/>
                  <a:moveTo>
                    <a:pt x="2518" y="4236"/>
                  </a:moveTo>
                  <a:cubicBezTo>
                    <a:pt x="3101" y="4236"/>
                    <a:pt x="3592" y="4754"/>
                    <a:pt x="3592" y="5324"/>
                  </a:cubicBezTo>
                  <a:lnTo>
                    <a:pt x="3592" y="8160"/>
                  </a:lnTo>
                  <a:cubicBezTo>
                    <a:pt x="3592" y="9137"/>
                    <a:pt x="4379" y="9924"/>
                    <a:pt x="5356" y="9924"/>
                  </a:cubicBezTo>
                  <a:lnTo>
                    <a:pt x="6207" y="9924"/>
                  </a:lnTo>
                  <a:cubicBezTo>
                    <a:pt x="6742" y="10365"/>
                    <a:pt x="7467" y="10617"/>
                    <a:pt x="8254" y="10617"/>
                  </a:cubicBezTo>
                  <a:cubicBezTo>
                    <a:pt x="9011" y="10617"/>
                    <a:pt x="9704" y="10428"/>
                    <a:pt x="10334" y="10050"/>
                  </a:cubicBezTo>
                  <a:cubicBezTo>
                    <a:pt x="10838" y="10334"/>
                    <a:pt x="11279" y="10838"/>
                    <a:pt x="11405" y="11436"/>
                  </a:cubicBezTo>
                  <a:lnTo>
                    <a:pt x="3907" y="11436"/>
                  </a:lnTo>
                  <a:cubicBezTo>
                    <a:pt x="2521" y="11436"/>
                    <a:pt x="1418" y="10271"/>
                    <a:pt x="1418" y="8916"/>
                  </a:cubicBezTo>
                  <a:lnTo>
                    <a:pt x="1418" y="5388"/>
                  </a:lnTo>
                  <a:cubicBezTo>
                    <a:pt x="1418" y="4852"/>
                    <a:pt x="1827" y="4348"/>
                    <a:pt x="2332" y="4253"/>
                  </a:cubicBezTo>
                  <a:cubicBezTo>
                    <a:pt x="2394" y="4241"/>
                    <a:pt x="2457" y="4236"/>
                    <a:pt x="2518" y="4236"/>
                  </a:cubicBezTo>
                  <a:close/>
                  <a:moveTo>
                    <a:pt x="1071" y="0"/>
                  </a:moveTo>
                  <a:cubicBezTo>
                    <a:pt x="473" y="0"/>
                    <a:pt x="0" y="473"/>
                    <a:pt x="0" y="1071"/>
                  </a:cubicBezTo>
                  <a:cubicBezTo>
                    <a:pt x="0" y="1652"/>
                    <a:pt x="504" y="2144"/>
                    <a:pt x="1052" y="2144"/>
                  </a:cubicBezTo>
                  <a:cubicBezTo>
                    <a:pt x="1069" y="2144"/>
                    <a:pt x="1086" y="2143"/>
                    <a:pt x="1103" y="2143"/>
                  </a:cubicBezTo>
                  <a:lnTo>
                    <a:pt x="1733" y="3749"/>
                  </a:lnTo>
                  <a:cubicBezTo>
                    <a:pt x="1103" y="4001"/>
                    <a:pt x="725" y="4694"/>
                    <a:pt x="725" y="5451"/>
                  </a:cubicBezTo>
                  <a:lnTo>
                    <a:pt x="725" y="8948"/>
                  </a:lnTo>
                  <a:cubicBezTo>
                    <a:pt x="725" y="10712"/>
                    <a:pt x="2174" y="12161"/>
                    <a:pt x="3938" y="12161"/>
                  </a:cubicBezTo>
                  <a:lnTo>
                    <a:pt x="11815" y="12161"/>
                  </a:lnTo>
                  <a:cubicBezTo>
                    <a:pt x="12035" y="12161"/>
                    <a:pt x="12193" y="12004"/>
                    <a:pt x="12193" y="11814"/>
                  </a:cubicBezTo>
                  <a:cubicBezTo>
                    <a:pt x="12193" y="11279"/>
                    <a:pt x="11972" y="10712"/>
                    <a:pt x="11657" y="10271"/>
                  </a:cubicBezTo>
                  <a:cubicBezTo>
                    <a:pt x="11468" y="10019"/>
                    <a:pt x="11247" y="9798"/>
                    <a:pt x="10964" y="9641"/>
                  </a:cubicBezTo>
                  <a:cubicBezTo>
                    <a:pt x="11657" y="8916"/>
                    <a:pt x="12193" y="7876"/>
                    <a:pt x="12193" y="6774"/>
                  </a:cubicBezTo>
                  <a:lnTo>
                    <a:pt x="12193" y="6427"/>
                  </a:lnTo>
                  <a:cubicBezTo>
                    <a:pt x="12193" y="4080"/>
                    <a:pt x="10259" y="2153"/>
                    <a:pt x="7898" y="2153"/>
                  </a:cubicBezTo>
                  <a:cubicBezTo>
                    <a:pt x="7756" y="2153"/>
                    <a:pt x="7612" y="2160"/>
                    <a:pt x="7467" y="2174"/>
                  </a:cubicBezTo>
                  <a:cubicBezTo>
                    <a:pt x="5986" y="2332"/>
                    <a:pt x="4726" y="3214"/>
                    <a:pt x="4064" y="4537"/>
                  </a:cubicBezTo>
                  <a:cubicBezTo>
                    <a:pt x="3875" y="4190"/>
                    <a:pt x="3592" y="3907"/>
                    <a:pt x="3245" y="3749"/>
                  </a:cubicBezTo>
                  <a:lnTo>
                    <a:pt x="3875" y="2143"/>
                  </a:lnTo>
                  <a:lnTo>
                    <a:pt x="3907" y="2143"/>
                  </a:lnTo>
                  <a:cubicBezTo>
                    <a:pt x="4505" y="2143"/>
                    <a:pt x="4978" y="1670"/>
                    <a:pt x="4978" y="1071"/>
                  </a:cubicBezTo>
                  <a:cubicBezTo>
                    <a:pt x="4978" y="473"/>
                    <a:pt x="4505" y="0"/>
                    <a:pt x="3907" y="0"/>
                  </a:cubicBezTo>
                  <a:cubicBezTo>
                    <a:pt x="3308" y="0"/>
                    <a:pt x="2836" y="473"/>
                    <a:pt x="2836" y="1071"/>
                  </a:cubicBezTo>
                  <a:cubicBezTo>
                    <a:pt x="2836" y="1386"/>
                    <a:pt x="2993" y="1670"/>
                    <a:pt x="3214" y="1859"/>
                  </a:cubicBezTo>
                  <a:lnTo>
                    <a:pt x="2521" y="3592"/>
                  </a:lnTo>
                  <a:lnTo>
                    <a:pt x="2458" y="3592"/>
                  </a:lnTo>
                  <a:lnTo>
                    <a:pt x="1796" y="1859"/>
                  </a:lnTo>
                  <a:cubicBezTo>
                    <a:pt x="2016" y="1670"/>
                    <a:pt x="2142" y="1386"/>
                    <a:pt x="2142" y="1071"/>
                  </a:cubicBezTo>
                  <a:cubicBezTo>
                    <a:pt x="2142" y="473"/>
                    <a:pt x="167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6" name="Google Shape;16866;p86"/>
            <p:cNvSpPr/>
            <p:nvPr/>
          </p:nvSpPr>
          <p:spPr>
            <a:xfrm>
              <a:off x="-17865425" y="256015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4" y="537"/>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67" name="Google Shape;16867;p86"/>
          <p:cNvGrpSpPr/>
          <p:nvPr/>
        </p:nvGrpSpPr>
        <p:grpSpPr>
          <a:xfrm>
            <a:off x="8177821" y="3803639"/>
            <a:ext cx="555148" cy="626971"/>
            <a:chOff x="-17899300" y="2810625"/>
            <a:chExt cx="267825" cy="302475"/>
          </a:xfrm>
        </p:grpSpPr>
        <p:sp>
          <p:nvSpPr>
            <p:cNvPr id="16868" name="Google Shape;16868;p86"/>
            <p:cNvSpPr/>
            <p:nvPr/>
          </p:nvSpPr>
          <p:spPr>
            <a:xfrm>
              <a:off x="-17899300" y="2810625"/>
              <a:ext cx="267825" cy="302475"/>
            </a:xfrm>
            <a:custGeom>
              <a:avLst/>
              <a:gdLst/>
              <a:ahLst/>
              <a:cxnLst/>
              <a:rect l="l" t="t" r="r" b="b"/>
              <a:pathLst>
                <a:path w="10713" h="12099" extrusionOk="0">
                  <a:moveTo>
                    <a:pt x="1009" y="4978"/>
                  </a:moveTo>
                  <a:cubicBezTo>
                    <a:pt x="1482" y="4978"/>
                    <a:pt x="1860" y="5293"/>
                    <a:pt x="2017" y="5671"/>
                  </a:cubicBezTo>
                  <a:lnTo>
                    <a:pt x="1702" y="5671"/>
                  </a:lnTo>
                  <a:cubicBezTo>
                    <a:pt x="1229" y="5671"/>
                    <a:pt x="851" y="5356"/>
                    <a:pt x="694" y="4978"/>
                  </a:cubicBezTo>
                  <a:close/>
                  <a:moveTo>
                    <a:pt x="9862" y="4978"/>
                  </a:moveTo>
                  <a:cubicBezTo>
                    <a:pt x="9704" y="5356"/>
                    <a:pt x="9295" y="5671"/>
                    <a:pt x="8822" y="5671"/>
                  </a:cubicBezTo>
                  <a:lnTo>
                    <a:pt x="8507" y="5671"/>
                  </a:lnTo>
                  <a:cubicBezTo>
                    <a:pt x="8696" y="5262"/>
                    <a:pt x="9074" y="4978"/>
                    <a:pt x="9547" y="4978"/>
                  </a:cubicBezTo>
                  <a:close/>
                  <a:moveTo>
                    <a:pt x="5294" y="7845"/>
                  </a:moveTo>
                  <a:cubicBezTo>
                    <a:pt x="5451" y="7845"/>
                    <a:pt x="5609" y="7971"/>
                    <a:pt x="5640" y="8097"/>
                  </a:cubicBezTo>
                  <a:lnTo>
                    <a:pt x="5294" y="8507"/>
                  </a:lnTo>
                  <a:lnTo>
                    <a:pt x="4947" y="8097"/>
                  </a:lnTo>
                  <a:cubicBezTo>
                    <a:pt x="4979" y="7971"/>
                    <a:pt x="5136" y="7845"/>
                    <a:pt x="5294" y="7845"/>
                  </a:cubicBezTo>
                  <a:close/>
                  <a:moveTo>
                    <a:pt x="5294" y="4254"/>
                  </a:moveTo>
                  <a:cubicBezTo>
                    <a:pt x="6774" y="4254"/>
                    <a:pt x="7783" y="5104"/>
                    <a:pt x="7783" y="6742"/>
                  </a:cubicBezTo>
                  <a:cubicBezTo>
                    <a:pt x="7783" y="7467"/>
                    <a:pt x="7625" y="8192"/>
                    <a:pt x="7310" y="8885"/>
                  </a:cubicBezTo>
                  <a:lnTo>
                    <a:pt x="7310" y="8822"/>
                  </a:lnTo>
                  <a:cubicBezTo>
                    <a:pt x="7152" y="7845"/>
                    <a:pt x="6270" y="7152"/>
                    <a:pt x="5294" y="7152"/>
                  </a:cubicBezTo>
                  <a:cubicBezTo>
                    <a:pt x="4317" y="7152"/>
                    <a:pt x="3435" y="7845"/>
                    <a:pt x="3277" y="8822"/>
                  </a:cubicBezTo>
                  <a:lnTo>
                    <a:pt x="3277" y="8885"/>
                  </a:lnTo>
                  <a:cubicBezTo>
                    <a:pt x="2962" y="8192"/>
                    <a:pt x="2805" y="7467"/>
                    <a:pt x="2805" y="6742"/>
                  </a:cubicBezTo>
                  <a:cubicBezTo>
                    <a:pt x="2805" y="5104"/>
                    <a:pt x="3844" y="4254"/>
                    <a:pt x="5294" y="4254"/>
                  </a:cubicBezTo>
                  <a:close/>
                  <a:moveTo>
                    <a:pt x="4254" y="8412"/>
                  </a:moveTo>
                  <a:cubicBezTo>
                    <a:pt x="4317" y="8444"/>
                    <a:pt x="4254" y="8412"/>
                    <a:pt x="4947" y="9263"/>
                  </a:cubicBezTo>
                  <a:lnTo>
                    <a:pt x="4947" y="9546"/>
                  </a:lnTo>
                  <a:lnTo>
                    <a:pt x="4348" y="10114"/>
                  </a:lnTo>
                  <a:cubicBezTo>
                    <a:pt x="4191" y="10271"/>
                    <a:pt x="4191" y="10492"/>
                    <a:pt x="4348" y="10649"/>
                  </a:cubicBezTo>
                  <a:cubicBezTo>
                    <a:pt x="4427" y="10728"/>
                    <a:pt x="4514" y="10767"/>
                    <a:pt x="4601" y="10767"/>
                  </a:cubicBezTo>
                  <a:cubicBezTo>
                    <a:pt x="4687" y="10767"/>
                    <a:pt x="4774" y="10728"/>
                    <a:pt x="4853" y="10649"/>
                  </a:cubicBezTo>
                  <a:lnTo>
                    <a:pt x="5325" y="10177"/>
                  </a:lnTo>
                  <a:lnTo>
                    <a:pt x="5798" y="10649"/>
                  </a:lnTo>
                  <a:cubicBezTo>
                    <a:pt x="5876" y="10728"/>
                    <a:pt x="5971" y="10767"/>
                    <a:pt x="6065" y="10767"/>
                  </a:cubicBezTo>
                  <a:cubicBezTo>
                    <a:pt x="6160" y="10767"/>
                    <a:pt x="6255" y="10728"/>
                    <a:pt x="6333" y="10649"/>
                  </a:cubicBezTo>
                  <a:cubicBezTo>
                    <a:pt x="6491" y="10492"/>
                    <a:pt x="6491" y="10271"/>
                    <a:pt x="6333" y="10114"/>
                  </a:cubicBezTo>
                  <a:lnTo>
                    <a:pt x="5735" y="9546"/>
                  </a:lnTo>
                  <a:lnTo>
                    <a:pt x="5735" y="9263"/>
                  </a:lnTo>
                  <a:cubicBezTo>
                    <a:pt x="6428" y="8412"/>
                    <a:pt x="6396" y="8444"/>
                    <a:pt x="6396" y="8412"/>
                  </a:cubicBezTo>
                  <a:lnTo>
                    <a:pt x="6396" y="8412"/>
                  </a:lnTo>
                  <a:cubicBezTo>
                    <a:pt x="6522" y="8570"/>
                    <a:pt x="6617" y="8790"/>
                    <a:pt x="6680" y="8979"/>
                  </a:cubicBezTo>
                  <a:lnTo>
                    <a:pt x="6837" y="9893"/>
                  </a:lnTo>
                  <a:cubicBezTo>
                    <a:pt x="6869" y="10681"/>
                    <a:pt x="6270" y="11437"/>
                    <a:pt x="5451" y="11437"/>
                  </a:cubicBezTo>
                  <a:lnTo>
                    <a:pt x="5136" y="11437"/>
                  </a:lnTo>
                  <a:cubicBezTo>
                    <a:pt x="4317" y="11437"/>
                    <a:pt x="3687" y="10681"/>
                    <a:pt x="3844" y="9893"/>
                  </a:cubicBezTo>
                  <a:lnTo>
                    <a:pt x="4002" y="8979"/>
                  </a:lnTo>
                  <a:cubicBezTo>
                    <a:pt x="4033" y="8759"/>
                    <a:pt x="4096" y="8570"/>
                    <a:pt x="4254" y="8412"/>
                  </a:cubicBezTo>
                  <a:close/>
                  <a:moveTo>
                    <a:pt x="1040" y="0"/>
                  </a:moveTo>
                  <a:cubicBezTo>
                    <a:pt x="851" y="0"/>
                    <a:pt x="694" y="158"/>
                    <a:pt x="694" y="379"/>
                  </a:cubicBezTo>
                  <a:lnTo>
                    <a:pt x="694" y="1072"/>
                  </a:lnTo>
                  <a:cubicBezTo>
                    <a:pt x="694" y="1670"/>
                    <a:pt x="1166" y="2143"/>
                    <a:pt x="1734" y="2143"/>
                  </a:cubicBezTo>
                  <a:lnTo>
                    <a:pt x="2112" y="2143"/>
                  </a:lnTo>
                  <a:lnTo>
                    <a:pt x="2112" y="3529"/>
                  </a:lnTo>
                  <a:cubicBezTo>
                    <a:pt x="2112" y="3907"/>
                    <a:pt x="2332" y="4317"/>
                    <a:pt x="2679" y="4474"/>
                  </a:cubicBezTo>
                  <a:lnTo>
                    <a:pt x="2899" y="4537"/>
                  </a:lnTo>
                  <a:cubicBezTo>
                    <a:pt x="2742" y="4695"/>
                    <a:pt x="2616" y="4852"/>
                    <a:pt x="2521" y="5041"/>
                  </a:cubicBezTo>
                  <a:cubicBezTo>
                    <a:pt x="2206" y="4569"/>
                    <a:pt x="1671" y="4254"/>
                    <a:pt x="1072" y="4254"/>
                  </a:cubicBezTo>
                  <a:lnTo>
                    <a:pt x="379" y="4254"/>
                  </a:lnTo>
                  <a:cubicBezTo>
                    <a:pt x="158" y="4254"/>
                    <a:pt x="1" y="4411"/>
                    <a:pt x="1" y="4632"/>
                  </a:cubicBezTo>
                  <a:cubicBezTo>
                    <a:pt x="1" y="5608"/>
                    <a:pt x="788" y="6396"/>
                    <a:pt x="1797" y="6396"/>
                  </a:cubicBezTo>
                  <a:lnTo>
                    <a:pt x="2143" y="6396"/>
                  </a:lnTo>
                  <a:lnTo>
                    <a:pt x="2143" y="6742"/>
                  </a:lnTo>
                  <a:cubicBezTo>
                    <a:pt x="2143" y="7877"/>
                    <a:pt x="2521" y="9105"/>
                    <a:pt x="3151" y="10019"/>
                  </a:cubicBezTo>
                  <a:cubicBezTo>
                    <a:pt x="3120" y="11153"/>
                    <a:pt x="4065" y="12098"/>
                    <a:pt x="5199" y="12098"/>
                  </a:cubicBezTo>
                  <a:lnTo>
                    <a:pt x="5514" y="12098"/>
                  </a:lnTo>
                  <a:cubicBezTo>
                    <a:pt x="6680" y="12098"/>
                    <a:pt x="7625" y="11153"/>
                    <a:pt x="7562" y="10019"/>
                  </a:cubicBezTo>
                  <a:cubicBezTo>
                    <a:pt x="8192" y="9105"/>
                    <a:pt x="8602" y="7845"/>
                    <a:pt x="8602" y="6742"/>
                  </a:cubicBezTo>
                  <a:lnTo>
                    <a:pt x="8602" y="6396"/>
                  </a:lnTo>
                  <a:lnTo>
                    <a:pt x="8948" y="6396"/>
                  </a:lnTo>
                  <a:cubicBezTo>
                    <a:pt x="9925" y="6396"/>
                    <a:pt x="10712" y="5608"/>
                    <a:pt x="10712" y="4632"/>
                  </a:cubicBezTo>
                  <a:cubicBezTo>
                    <a:pt x="10649" y="4411"/>
                    <a:pt x="10492" y="4254"/>
                    <a:pt x="10303" y="4254"/>
                  </a:cubicBezTo>
                  <a:lnTo>
                    <a:pt x="9578" y="4254"/>
                  </a:lnTo>
                  <a:cubicBezTo>
                    <a:pt x="8980" y="4254"/>
                    <a:pt x="8444" y="4569"/>
                    <a:pt x="8129" y="5041"/>
                  </a:cubicBezTo>
                  <a:cubicBezTo>
                    <a:pt x="8003" y="4852"/>
                    <a:pt x="7909" y="4695"/>
                    <a:pt x="7783" y="4537"/>
                  </a:cubicBezTo>
                  <a:lnTo>
                    <a:pt x="7972" y="4474"/>
                  </a:lnTo>
                  <a:cubicBezTo>
                    <a:pt x="8318" y="4254"/>
                    <a:pt x="8570" y="3907"/>
                    <a:pt x="8570" y="3529"/>
                  </a:cubicBezTo>
                  <a:lnTo>
                    <a:pt x="8570" y="2143"/>
                  </a:lnTo>
                  <a:lnTo>
                    <a:pt x="8917" y="2143"/>
                  </a:lnTo>
                  <a:cubicBezTo>
                    <a:pt x="9515" y="2143"/>
                    <a:pt x="9988" y="1670"/>
                    <a:pt x="9988" y="1072"/>
                  </a:cubicBezTo>
                  <a:lnTo>
                    <a:pt x="9988" y="379"/>
                  </a:lnTo>
                  <a:cubicBezTo>
                    <a:pt x="9988" y="158"/>
                    <a:pt x="9830" y="0"/>
                    <a:pt x="9610" y="0"/>
                  </a:cubicBezTo>
                  <a:cubicBezTo>
                    <a:pt x="9421" y="0"/>
                    <a:pt x="9263" y="158"/>
                    <a:pt x="9263" y="379"/>
                  </a:cubicBezTo>
                  <a:lnTo>
                    <a:pt x="9263" y="1072"/>
                  </a:lnTo>
                  <a:cubicBezTo>
                    <a:pt x="9263" y="1261"/>
                    <a:pt x="9106" y="1418"/>
                    <a:pt x="8917" y="1418"/>
                  </a:cubicBezTo>
                  <a:lnTo>
                    <a:pt x="8570" y="1418"/>
                  </a:lnTo>
                  <a:lnTo>
                    <a:pt x="8570" y="1072"/>
                  </a:lnTo>
                  <a:cubicBezTo>
                    <a:pt x="8570" y="883"/>
                    <a:pt x="8413" y="725"/>
                    <a:pt x="8192" y="725"/>
                  </a:cubicBezTo>
                  <a:cubicBezTo>
                    <a:pt x="8003" y="725"/>
                    <a:pt x="7846" y="883"/>
                    <a:pt x="7846" y="1072"/>
                  </a:cubicBezTo>
                  <a:lnTo>
                    <a:pt x="7846" y="2143"/>
                  </a:lnTo>
                  <a:lnTo>
                    <a:pt x="7499" y="2143"/>
                  </a:lnTo>
                  <a:cubicBezTo>
                    <a:pt x="7310" y="2143"/>
                    <a:pt x="7152" y="1985"/>
                    <a:pt x="7152" y="1796"/>
                  </a:cubicBezTo>
                  <a:lnTo>
                    <a:pt x="7152" y="1072"/>
                  </a:lnTo>
                  <a:cubicBezTo>
                    <a:pt x="7152" y="883"/>
                    <a:pt x="6995" y="725"/>
                    <a:pt x="6774" y="725"/>
                  </a:cubicBezTo>
                  <a:cubicBezTo>
                    <a:pt x="6585" y="725"/>
                    <a:pt x="6428" y="883"/>
                    <a:pt x="6428" y="1072"/>
                  </a:cubicBezTo>
                  <a:lnTo>
                    <a:pt x="6428" y="1796"/>
                  </a:lnTo>
                  <a:cubicBezTo>
                    <a:pt x="6428" y="2363"/>
                    <a:pt x="6900" y="2836"/>
                    <a:pt x="7499" y="2836"/>
                  </a:cubicBezTo>
                  <a:lnTo>
                    <a:pt x="7846" y="2836"/>
                  </a:lnTo>
                  <a:lnTo>
                    <a:pt x="7846" y="3498"/>
                  </a:lnTo>
                  <a:cubicBezTo>
                    <a:pt x="7846" y="3624"/>
                    <a:pt x="7783" y="3781"/>
                    <a:pt x="7656" y="3813"/>
                  </a:cubicBezTo>
                  <a:lnTo>
                    <a:pt x="7184" y="4065"/>
                  </a:lnTo>
                  <a:cubicBezTo>
                    <a:pt x="6680" y="3750"/>
                    <a:pt x="6050" y="3592"/>
                    <a:pt x="5325" y="3592"/>
                  </a:cubicBezTo>
                  <a:cubicBezTo>
                    <a:pt x="4632" y="3592"/>
                    <a:pt x="4002" y="3750"/>
                    <a:pt x="3466" y="4065"/>
                  </a:cubicBezTo>
                  <a:lnTo>
                    <a:pt x="2994" y="3813"/>
                  </a:lnTo>
                  <a:cubicBezTo>
                    <a:pt x="2899" y="3750"/>
                    <a:pt x="2805" y="3624"/>
                    <a:pt x="2805" y="3498"/>
                  </a:cubicBezTo>
                  <a:lnTo>
                    <a:pt x="2805" y="2836"/>
                  </a:lnTo>
                  <a:lnTo>
                    <a:pt x="3151" y="2836"/>
                  </a:lnTo>
                  <a:cubicBezTo>
                    <a:pt x="3750" y="2836"/>
                    <a:pt x="4222" y="2363"/>
                    <a:pt x="4222" y="1796"/>
                  </a:cubicBezTo>
                  <a:lnTo>
                    <a:pt x="4222" y="1072"/>
                  </a:lnTo>
                  <a:cubicBezTo>
                    <a:pt x="4222" y="883"/>
                    <a:pt x="4065" y="725"/>
                    <a:pt x="3876" y="725"/>
                  </a:cubicBezTo>
                  <a:cubicBezTo>
                    <a:pt x="3687" y="725"/>
                    <a:pt x="3529" y="883"/>
                    <a:pt x="3529" y="1072"/>
                  </a:cubicBezTo>
                  <a:lnTo>
                    <a:pt x="3529" y="1796"/>
                  </a:lnTo>
                  <a:cubicBezTo>
                    <a:pt x="3529" y="1985"/>
                    <a:pt x="3372" y="2143"/>
                    <a:pt x="3151" y="2143"/>
                  </a:cubicBezTo>
                  <a:lnTo>
                    <a:pt x="2805" y="2143"/>
                  </a:lnTo>
                  <a:lnTo>
                    <a:pt x="2805" y="1072"/>
                  </a:lnTo>
                  <a:cubicBezTo>
                    <a:pt x="2805" y="883"/>
                    <a:pt x="2647" y="725"/>
                    <a:pt x="2458" y="725"/>
                  </a:cubicBezTo>
                  <a:cubicBezTo>
                    <a:pt x="2269" y="725"/>
                    <a:pt x="2112" y="883"/>
                    <a:pt x="2112" y="1072"/>
                  </a:cubicBezTo>
                  <a:lnTo>
                    <a:pt x="2112" y="1418"/>
                  </a:lnTo>
                  <a:lnTo>
                    <a:pt x="1734" y="1418"/>
                  </a:lnTo>
                  <a:cubicBezTo>
                    <a:pt x="1545" y="1418"/>
                    <a:pt x="1387" y="1261"/>
                    <a:pt x="1387" y="1072"/>
                  </a:cubicBezTo>
                  <a:lnTo>
                    <a:pt x="1387" y="379"/>
                  </a:lnTo>
                  <a:cubicBezTo>
                    <a:pt x="1387" y="158"/>
                    <a:pt x="122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9" name="Google Shape;16869;p86"/>
            <p:cNvSpPr/>
            <p:nvPr/>
          </p:nvSpPr>
          <p:spPr>
            <a:xfrm>
              <a:off x="-17740200" y="2952400"/>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0" name="Google Shape;16870;p86"/>
            <p:cNvSpPr/>
            <p:nvPr/>
          </p:nvSpPr>
          <p:spPr>
            <a:xfrm>
              <a:off x="-17811075" y="295240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71" name="Google Shape;16871;p86"/>
          <p:cNvGrpSpPr/>
          <p:nvPr/>
        </p:nvGrpSpPr>
        <p:grpSpPr>
          <a:xfrm>
            <a:off x="2718957" y="4614889"/>
            <a:ext cx="630235" cy="589452"/>
            <a:chOff x="-16066500" y="2060800"/>
            <a:chExt cx="304050" cy="284375"/>
          </a:xfrm>
        </p:grpSpPr>
        <p:sp>
          <p:nvSpPr>
            <p:cNvPr id="16872" name="Google Shape;16872;p86"/>
            <p:cNvSpPr/>
            <p:nvPr/>
          </p:nvSpPr>
          <p:spPr>
            <a:xfrm>
              <a:off x="-15978275" y="2203375"/>
              <a:ext cx="18125" cy="18125"/>
            </a:xfrm>
            <a:custGeom>
              <a:avLst/>
              <a:gdLst/>
              <a:ahLst/>
              <a:cxnLst/>
              <a:rect l="l" t="t" r="r" b="b"/>
              <a:pathLst>
                <a:path w="725" h="725" extrusionOk="0">
                  <a:moveTo>
                    <a:pt x="347" y="0"/>
                  </a:moveTo>
                  <a:cubicBezTo>
                    <a:pt x="158" y="0"/>
                    <a:pt x="0" y="158"/>
                    <a:pt x="0" y="347"/>
                  </a:cubicBezTo>
                  <a:cubicBezTo>
                    <a:pt x="0" y="567"/>
                    <a:pt x="158" y="725"/>
                    <a:pt x="347" y="725"/>
                  </a:cubicBezTo>
                  <a:cubicBezTo>
                    <a:pt x="567" y="725"/>
                    <a:pt x="725" y="567"/>
                    <a:pt x="725" y="347"/>
                  </a:cubicBez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3" name="Google Shape;16873;p86"/>
            <p:cNvSpPr/>
            <p:nvPr/>
          </p:nvSpPr>
          <p:spPr>
            <a:xfrm>
              <a:off x="-15869575" y="220337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4" name="Google Shape;16874;p86"/>
            <p:cNvSpPr/>
            <p:nvPr/>
          </p:nvSpPr>
          <p:spPr>
            <a:xfrm>
              <a:off x="-15954650" y="2186825"/>
              <a:ext cx="78775" cy="88250"/>
            </a:xfrm>
            <a:custGeom>
              <a:avLst/>
              <a:gdLst/>
              <a:ahLst/>
              <a:cxnLst/>
              <a:rect l="l" t="t" r="r" b="b"/>
              <a:pathLst>
                <a:path w="3151" h="3530" extrusionOk="0">
                  <a:moveTo>
                    <a:pt x="1607" y="662"/>
                  </a:moveTo>
                  <a:cubicBezTo>
                    <a:pt x="1891" y="662"/>
                    <a:pt x="2080" y="820"/>
                    <a:pt x="2174" y="1103"/>
                  </a:cubicBezTo>
                  <a:lnTo>
                    <a:pt x="2458" y="2111"/>
                  </a:lnTo>
                  <a:cubicBezTo>
                    <a:pt x="2489" y="2269"/>
                    <a:pt x="2458" y="2490"/>
                    <a:pt x="2332" y="2584"/>
                  </a:cubicBezTo>
                  <a:cubicBezTo>
                    <a:pt x="2206" y="2710"/>
                    <a:pt x="2048" y="2805"/>
                    <a:pt x="1891" y="2805"/>
                  </a:cubicBezTo>
                  <a:lnTo>
                    <a:pt x="1387" y="2805"/>
                  </a:lnTo>
                  <a:cubicBezTo>
                    <a:pt x="1229" y="2805"/>
                    <a:pt x="1072" y="2710"/>
                    <a:pt x="946" y="2584"/>
                  </a:cubicBezTo>
                  <a:cubicBezTo>
                    <a:pt x="788" y="2458"/>
                    <a:pt x="757" y="2269"/>
                    <a:pt x="788" y="2111"/>
                  </a:cubicBezTo>
                  <a:lnTo>
                    <a:pt x="1072" y="1103"/>
                  </a:lnTo>
                  <a:cubicBezTo>
                    <a:pt x="1135" y="851"/>
                    <a:pt x="1355" y="662"/>
                    <a:pt x="1607" y="662"/>
                  </a:cubicBezTo>
                  <a:close/>
                  <a:moveTo>
                    <a:pt x="1576" y="1"/>
                  </a:moveTo>
                  <a:cubicBezTo>
                    <a:pt x="977" y="1"/>
                    <a:pt x="473" y="379"/>
                    <a:pt x="347" y="946"/>
                  </a:cubicBezTo>
                  <a:lnTo>
                    <a:pt x="95" y="1954"/>
                  </a:lnTo>
                  <a:cubicBezTo>
                    <a:pt x="1" y="2364"/>
                    <a:pt x="95" y="2742"/>
                    <a:pt x="316" y="3057"/>
                  </a:cubicBezTo>
                  <a:cubicBezTo>
                    <a:pt x="599" y="3340"/>
                    <a:pt x="946" y="3529"/>
                    <a:pt x="1355" y="3529"/>
                  </a:cubicBezTo>
                  <a:lnTo>
                    <a:pt x="1859" y="3529"/>
                  </a:lnTo>
                  <a:cubicBezTo>
                    <a:pt x="2237" y="3529"/>
                    <a:pt x="2615" y="3340"/>
                    <a:pt x="2836" y="3057"/>
                  </a:cubicBezTo>
                  <a:cubicBezTo>
                    <a:pt x="3088" y="2742"/>
                    <a:pt x="3151" y="2364"/>
                    <a:pt x="3088" y="1954"/>
                  </a:cubicBezTo>
                  <a:lnTo>
                    <a:pt x="2804" y="946"/>
                  </a:lnTo>
                  <a:cubicBezTo>
                    <a:pt x="2647" y="379"/>
                    <a:pt x="2174" y="1"/>
                    <a:pt x="15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5" name="Google Shape;16875;p86"/>
            <p:cNvSpPr/>
            <p:nvPr/>
          </p:nvSpPr>
          <p:spPr>
            <a:xfrm>
              <a:off x="-16066500" y="2060800"/>
              <a:ext cx="304050" cy="284375"/>
            </a:xfrm>
            <a:custGeom>
              <a:avLst/>
              <a:gdLst/>
              <a:ahLst/>
              <a:cxnLst/>
              <a:rect l="l" t="t" r="r" b="b"/>
              <a:pathLst>
                <a:path w="12162" h="11375" extrusionOk="0">
                  <a:moveTo>
                    <a:pt x="9326" y="694"/>
                  </a:moveTo>
                  <a:cubicBezTo>
                    <a:pt x="10492" y="694"/>
                    <a:pt x="11437" y="1639"/>
                    <a:pt x="11437" y="2836"/>
                  </a:cubicBezTo>
                  <a:cubicBezTo>
                    <a:pt x="11437" y="2962"/>
                    <a:pt x="11437" y="3025"/>
                    <a:pt x="11406" y="3120"/>
                  </a:cubicBezTo>
                  <a:cubicBezTo>
                    <a:pt x="10996" y="2584"/>
                    <a:pt x="10334" y="2269"/>
                    <a:pt x="9673" y="2175"/>
                  </a:cubicBezTo>
                  <a:cubicBezTo>
                    <a:pt x="9649" y="2170"/>
                    <a:pt x="9625" y="2168"/>
                    <a:pt x="9602" y="2168"/>
                  </a:cubicBezTo>
                  <a:cubicBezTo>
                    <a:pt x="9302" y="2168"/>
                    <a:pt x="9153" y="2537"/>
                    <a:pt x="9358" y="2742"/>
                  </a:cubicBezTo>
                  <a:cubicBezTo>
                    <a:pt x="9767" y="3151"/>
                    <a:pt x="9988" y="3687"/>
                    <a:pt x="9988" y="4254"/>
                  </a:cubicBezTo>
                  <a:cubicBezTo>
                    <a:pt x="9988" y="4412"/>
                    <a:pt x="9988" y="4569"/>
                    <a:pt x="9956" y="4727"/>
                  </a:cubicBezTo>
                  <a:cubicBezTo>
                    <a:pt x="9484" y="3844"/>
                    <a:pt x="8759" y="3120"/>
                    <a:pt x="7909" y="2616"/>
                  </a:cubicBezTo>
                  <a:cubicBezTo>
                    <a:pt x="7657" y="2521"/>
                    <a:pt x="7468" y="2395"/>
                    <a:pt x="7247" y="2301"/>
                  </a:cubicBezTo>
                  <a:cubicBezTo>
                    <a:pt x="7468" y="1356"/>
                    <a:pt x="8287" y="694"/>
                    <a:pt x="9326" y="694"/>
                  </a:cubicBezTo>
                  <a:close/>
                  <a:moveTo>
                    <a:pt x="2836" y="757"/>
                  </a:moveTo>
                  <a:cubicBezTo>
                    <a:pt x="3813" y="757"/>
                    <a:pt x="4664" y="1419"/>
                    <a:pt x="4916" y="2364"/>
                  </a:cubicBezTo>
                  <a:cubicBezTo>
                    <a:pt x="3718" y="2742"/>
                    <a:pt x="2773" y="3687"/>
                    <a:pt x="2206" y="4758"/>
                  </a:cubicBezTo>
                  <a:cubicBezTo>
                    <a:pt x="2143" y="4601"/>
                    <a:pt x="2112" y="4443"/>
                    <a:pt x="2112" y="4286"/>
                  </a:cubicBezTo>
                  <a:cubicBezTo>
                    <a:pt x="2112" y="3750"/>
                    <a:pt x="2364" y="3183"/>
                    <a:pt x="2742" y="2773"/>
                  </a:cubicBezTo>
                  <a:cubicBezTo>
                    <a:pt x="2970" y="2574"/>
                    <a:pt x="2811" y="2193"/>
                    <a:pt x="2521" y="2193"/>
                  </a:cubicBezTo>
                  <a:cubicBezTo>
                    <a:pt x="2491" y="2193"/>
                    <a:pt x="2459" y="2197"/>
                    <a:pt x="2427" y="2206"/>
                  </a:cubicBezTo>
                  <a:cubicBezTo>
                    <a:pt x="1765" y="2269"/>
                    <a:pt x="1135" y="2616"/>
                    <a:pt x="694" y="3151"/>
                  </a:cubicBezTo>
                  <a:cubicBezTo>
                    <a:pt x="536" y="1891"/>
                    <a:pt x="1513" y="757"/>
                    <a:pt x="2836" y="757"/>
                  </a:cubicBezTo>
                  <a:close/>
                  <a:moveTo>
                    <a:pt x="6050" y="2836"/>
                  </a:moveTo>
                  <a:cubicBezTo>
                    <a:pt x="8224" y="2836"/>
                    <a:pt x="9988" y="5325"/>
                    <a:pt x="9988" y="7468"/>
                  </a:cubicBezTo>
                  <a:cubicBezTo>
                    <a:pt x="10019" y="9862"/>
                    <a:pt x="7909" y="10713"/>
                    <a:pt x="6050" y="10713"/>
                  </a:cubicBezTo>
                  <a:cubicBezTo>
                    <a:pt x="4254" y="10713"/>
                    <a:pt x="2112" y="9893"/>
                    <a:pt x="2112" y="7468"/>
                  </a:cubicBezTo>
                  <a:cubicBezTo>
                    <a:pt x="2112" y="5325"/>
                    <a:pt x="3876" y="2836"/>
                    <a:pt x="6050" y="2836"/>
                  </a:cubicBezTo>
                  <a:close/>
                  <a:moveTo>
                    <a:pt x="2836" y="1"/>
                  </a:moveTo>
                  <a:cubicBezTo>
                    <a:pt x="1261" y="1"/>
                    <a:pt x="1" y="1293"/>
                    <a:pt x="1" y="2836"/>
                  </a:cubicBezTo>
                  <a:cubicBezTo>
                    <a:pt x="1" y="3246"/>
                    <a:pt x="64" y="3655"/>
                    <a:pt x="253" y="4034"/>
                  </a:cubicBezTo>
                  <a:cubicBezTo>
                    <a:pt x="316" y="4175"/>
                    <a:pt x="450" y="4246"/>
                    <a:pt x="580" y="4246"/>
                  </a:cubicBezTo>
                  <a:cubicBezTo>
                    <a:pt x="710" y="4246"/>
                    <a:pt x="836" y="4175"/>
                    <a:pt x="883" y="4034"/>
                  </a:cubicBezTo>
                  <a:cubicBezTo>
                    <a:pt x="1040" y="3687"/>
                    <a:pt x="1293" y="3403"/>
                    <a:pt x="1608" y="3214"/>
                  </a:cubicBezTo>
                  <a:lnTo>
                    <a:pt x="1608" y="3214"/>
                  </a:lnTo>
                  <a:cubicBezTo>
                    <a:pt x="1482" y="3529"/>
                    <a:pt x="1419" y="3876"/>
                    <a:pt x="1419" y="4254"/>
                  </a:cubicBezTo>
                  <a:cubicBezTo>
                    <a:pt x="1419" y="4727"/>
                    <a:pt x="1513" y="5199"/>
                    <a:pt x="1765" y="5577"/>
                  </a:cubicBezTo>
                  <a:cubicBezTo>
                    <a:pt x="1513" y="6176"/>
                    <a:pt x="1419" y="6806"/>
                    <a:pt x="1419" y="7436"/>
                  </a:cubicBezTo>
                  <a:cubicBezTo>
                    <a:pt x="1419" y="9988"/>
                    <a:pt x="3498" y="11374"/>
                    <a:pt x="6050" y="11374"/>
                  </a:cubicBezTo>
                  <a:cubicBezTo>
                    <a:pt x="8665" y="11374"/>
                    <a:pt x="10713" y="9988"/>
                    <a:pt x="10713" y="7436"/>
                  </a:cubicBezTo>
                  <a:cubicBezTo>
                    <a:pt x="10713" y="6806"/>
                    <a:pt x="10586" y="6176"/>
                    <a:pt x="10334" y="5577"/>
                  </a:cubicBezTo>
                  <a:cubicBezTo>
                    <a:pt x="10586" y="5136"/>
                    <a:pt x="10713" y="4727"/>
                    <a:pt x="10713" y="4254"/>
                  </a:cubicBezTo>
                  <a:cubicBezTo>
                    <a:pt x="10713" y="3876"/>
                    <a:pt x="10618" y="3529"/>
                    <a:pt x="10492" y="3214"/>
                  </a:cubicBezTo>
                  <a:lnTo>
                    <a:pt x="10492" y="3214"/>
                  </a:lnTo>
                  <a:cubicBezTo>
                    <a:pt x="10776" y="3403"/>
                    <a:pt x="11028" y="3687"/>
                    <a:pt x="11217" y="4034"/>
                  </a:cubicBezTo>
                  <a:cubicBezTo>
                    <a:pt x="11280" y="4175"/>
                    <a:pt x="11406" y="4246"/>
                    <a:pt x="11532" y="4246"/>
                  </a:cubicBezTo>
                  <a:cubicBezTo>
                    <a:pt x="11658" y="4246"/>
                    <a:pt x="11784" y="4175"/>
                    <a:pt x="11847" y="4034"/>
                  </a:cubicBezTo>
                  <a:cubicBezTo>
                    <a:pt x="12036" y="3655"/>
                    <a:pt x="12130" y="3246"/>
                    <a:pt x="12130" y="2836"/>
                  </a:cubicBezTo>
                  <a:cubicBezTo>
                    <a:pt x="12162" y="1293"/>
                    <a:pt x="10870" y="1"/>
                    <a:pt x="9295" y="1"/>
                  </a:cubicBezTo>
                  <a:cubicBezTo>
                    <a:pt x="7940" y="1"/>
                    <a:pt x="6837" y="915"/>
                    <a:pt x="6522" y="2175"/>
                  </a:cubicBezTo>
                  <a:cubicBezTo>
                    <a:pt x="6365" y="2112"/>
                    <a:pt x="6207" y="2112"/>
                    <a:pt x="6050" y="2112"/>
                  </a:cubicBezTo>
                  <a:cubicBezTo>
                    <a:pt x="5892" y="2112"/>
                    <a:pt x="5735" y="2112"/>
                    <a:pt x="5577" y="2175"/>
                  </a:cubicBezTo>
                  <a:cubicBezTo>
                    <a:pt x="5262" y="915"/>
                    <a:pt x="4128" y="1"/>
                    <a:pt x="283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6" name="Google Shape;16876;p86"/>
            <p:cNvSpPr/>
            <p:nvPr/>
          </p:nvSpPr>
          <p:spPr>
            <a:xfrm>
              <a:off x="-15960175" y="2287225"/>
              <a:ext cx="91400" cy="24075"/>
            </a:xfrm>
            <a:custGeom>
              <a:avLst/>
              <a:gdLst/>
              <a:ahLst/>
              <a:cxnLst/>
              <a:rect l="l" t="t" r="r" b="b"/>
              <a:pathLst>
                <a:path w="3656" h="963" extrusionOk="0">
                  <a:moveTo>
                    <a:pt x="437" y="1"/>
                  </a:moveTo>
                  <a:cubicBezTo>
                    <a:pt x="284" y="1"/>
                    <a:pt x="142" y="114"/>
                    <a:pt x="64" y="269"/>
                  </a:cubicBezTo>
                  <a:cubicBezTo>
                    <a:pt x="1" y="458"/>
                    <a:pt x="96" y="647"/>
                    <a:pt x="316" y="742"/>
                  </a:cubicBezTo>
                  <a:cubicBezTo>
                    <a:pt x="852" y="931"/>
                    <a:pt x="1450" y="962"/>
                    <a:pt x="1828" y="962"/>
                  </a:cubicBezTo>
                  <a:cubicBezTo>
                    <a:pt x="2238" y="962"/>
                    <a:pt x="2836" y="931"/>
                    <a:pt x="3372" y="742"/>
                  </a:cubicBezTo>
                  <a:cubicBezTo>
                    <a:pt x="3593" y="647"/>
                    <a:pt x="3656" y="458"/>
                    <a:pt x="3624" y="269"/>
                  </a:cubicBezTo>
                  <a:cubicBezTo>
                    <a:pt x="3546" y="114"/>
                    <a:pt x="3383" y="1"/>
                    <a:pt x="3240" y="1"/>
                  </a:cubicBezTo>
                  <a:cubicBezTo>
                    <a:pt x="3209" y="1"/>
                    <a:pt x="3179" y="6"/>
                    <a:pt x="3151" y="17"/>
                  </a:cubicBezTo>
                  <a:cubicBezTo>
                    <a:pt x="2679" y="206"/>
                    <a:pt x="2143" y="238"/>
                    <a:pt x="1828" y="238"/>
                  </a:cubicBezTo>
                  <a:cubicBezTo>
                    <a:pt x="1482" y="238"/>
                    <a:pt x="1009" y="206"/>
                    <a:pt x="537" y="17"/>
                  </a:cubicBezTo>
                  <a:cubicBezTo>
                    <a:pt x="503" y="6"/>
                    <a:pt x="470" y="1"/>
                    <a:pt x="4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77" name="Google Shape;16877;p86"/>
          <p:cNvSpPr/>
          <p:nvPr/>
        </p:nvSpPr>
        <p:spPr>
          <a:xfrm>
            <a:off x="5793270" y="4593016"/>
            <a:ext cx="633500" cy="633448"/>
          </a:xfrm>
          <a:custGeom>
            <a:avLst/>
            <a:gdLst/>
            <a:ahLst/>
            <a:cxnLst/>
            <a:rect l="l" t="t" r="r" b="b"/>
            <a:pathLst>
              <a:path w="12225" h="12224" extrusionOk="0">
                <a:moveTo>
                  <a:pt x="6522" y="1638"/>
                </a:moveTo>
                <a:lnTo>
                  <a:pt x="9074" y="2678"/>
                </a:lnTo>
                <a:lnTo>
                  <a:pt x="8507" y="3245"/>
                </a:lnTo>
                <a:lnTo>
                  <a:pt x="6522" y="2426"/>
                </a:lnTo>
                <a:lnTo>
                  <a:pt x="6522" y="1638"/>
                </a:lnTo>
                <a:close/>
                <a:moveTo>
                  <a:pt x="5766" y="1670"/>
                </a:moveTo>
                <a:lnTo>
                  <a:pt x="5766" y="2457"/>
                </a:lnTo>
                <a:lnTo>
                  <a:pt x="3750" y="3277"/>
                </a:lnTo>
                <a:lnTo>
                  <a:pt x="3214" y="2741"/>
                </a:lnTo>
                <a:lnTo>
                  <a:pt x="5766" y="1670"/>
                </a:lnTo>
                <a:close/>
                <a:moveTo>
                  <a:pt x="5766" y="3214"/>
                </a:moveTo>
                <a:lnTo>
                  <a:pt x="5766" y="4001"/>
                </a:lnTo>
                <a:lnTo>
                  <a:pt x="4821" y="4348"/>
                </a:lnTo>
                <a:lnTo>
                  <a:pt x="4254" y="3781"/>
                </a:lnTo>
                <a:lnTo>
                  <a:pt x="5766" y="3214"/>
                </a:lnTo>
                <a:close/>
                <a:moveTo>
                  <a:pt x="6459" y="3214"/>
                </a:moveTo>
                <a:lnTo>
                  <a:pt x="7972" y="3781"/>
                </a:lnTo>
                <a:lnTo>
                  <a:pt x="7404" y="4348"/>
                </a:lnTo>
                <a:lnTo>
                  <a:pt x="6459" y="4001"/>
                </a:lnTo>
                <a:lnTo>
                  <a:pt x="6459" y="3214"/>
                </a:lnTo>
                <a:close/>
                <a:moveTo>
                  <a:pt x="5766" y="4726"/>
                </a:moveTo>
                <a:lnTo>
                  <a:pt x="5766" y="5293"/>
                </a:lnTo>
                <a:lnTo>
                  <a:pt x="5357" y="4883"/>
                </a:lnTo>
                <a:lnTo>
                  <a:pt x="5766" y="4726"/>
                </a:lnTo>
                <a:close/>
                <a:moveTo>
                  <a:pt x="6459" y="4726"/>
                </a:moveTo>
                <a:lnTo>
                  <a:pt x="6869" y="4883"/>
                </a:lnTo>
                <a:lnTo>
                  <a:pt x="6459" y="5293"/>
                </a:lnTo>
                <a:lnTo>
                  <a:pt x="6459" y="4726"/>
                </a:lnTo>
                <a:close/>
                <a:moveTo>
                  <a:pt x="2679" y="3214"/>
                </a:moveTo>
                <a:lnTo>
                  <a:pt x="3246" y="3749"/>
                </a:lnTo>
                <a:lnTo>
                  <a:pt x="2427" y="5765"/>
                </a:lnTo>
                <a:lnTo>
                  <a:pt x="1639" y="5765"/>
                </a:lnTo>
                <a:lnTo>
                  <a:pt x="2679" y="3214"/>
                </a:lnTo>
                <a:close/>
                <a:moveTo>
                  <a:pt x="4853" y="5356"/>
                </a:moveTo>
                <a:lnTo>
                  <a:pt x="5262" y="5765"/>
                </a:lnTo>
                <a:lnTo>
                  <a:pt x="4695" y="5765"/>
                </a:lnTo>
                <a:lnTo>
                  <a:pt x="4853" y="5356"/>
                </a:lnTo>
                <a:close/>
                <a:moveTo>
                  <a:pt x="7373" y="5356"/>
                </a:moveTo>
                <a:lnTo>
                  <a:pt x="7531" y="5765"/>
                </a:lnTo>
                <a:lnTo>
                  <a:pt x="6995" y="5765"/>
                </a:lnTo>
                <a:lnTo>
                  <a:pt x="7373" y="5356"/>
                </a:lnTo>
                <a:close/>
                <a:moveTo>
                  <a:pt x="8476" y="4253"/>
                </a:moveTo>
                <a:lnTo>
                  <a:pt x="9074" y="5765"/>
                </a:lnTo>
                <a:lnTo>
                  <a:pt x="8287" y="5765"/>
                </a:lnTo>
                <a:lnTo>
                  <a:pt x="7940" y="4820"/>
                </a:lnTo>
                <a:lnTo>
                  <a:pt x="8476" y="4253"/>
                </a:lnTo>
                <a:close/>
                <a:moveTo>
                  <a:pt x="9547" y="3214"/>
                </a:moveTo>
                <a:lnTo>
                  <a:pt x="10618" y="5765"/>
                </a:lnTo>
                <a:lnTo>
                  <a:pt x="9830" y="5765"/>
                </a:lnTo>
                <a:lnTo>
                  <a:pt x="8980" y="3749"/>
                </a:lnTo>
                <a:lnTo>
                  <a:pt x="9547" y="3214"/>
                </a:lnTo>
                <a:close/>
                <a:moveTo>
                  <a:pt x="3781" y="4316"/>
                </a:moveTo>
                <a:lnTo>
                  <a:pt x="4348" y="4852"/>
                </a:lnTo>
                <a:lnTo>
                  <a:pt x="4002" y="5797"/>
                </a:lnTo>
                <a:lnTo>
                  <a:pt x="3214" y="5797"/>
                </a:lnTo>
                <a:lnTo>
                  <a:pt x="3781" y="4316"/>
                </a:lnTo>
                <a:close/>
                <a:moveTo>
                  <a:pt x="5262" y="6522"/>
                </a:moveTo>
                <a:lnTo>
                  <a:pt x="4853" y="6900"/>
                </a:lnTo>
                <a:lnTo>
                  <a:pt x="4695" y="6522"/>
                </a:lnTo>
                <a:close/>
                <a:moveTo>
                  <a:pt x="7531" y="6522"/>
                </a:moveTo>
                <a:lnTo>
                  <a:pt x="7373" y="6900"/>
                </a:lnTo>
                <a:lnTo>
                  <a:pt x="6995" y="6522"/>
                </a:lnTo>
                <a:close/>
                <a:moveTo>
                  <a:pt x="5766" y="6994"/>
                </a:moveTo>
                <a:lnTo>
                  <a:pt x="5766" y="7530"/>
                </a:lnTo>
                <a:lnTo>
                  <a:pt x="5357" y="7372"/>
                </a:lnTo>
                <a:lnTo>
                  <a:pt x="5766" y="6994"/>
                </a:lnTo>
                <a:close/>
                <a:moveTo>
                  <a:pt x="6459" y="6994"/>
                </a:moveTo>
                <a:lnTo>
                  <a:pt x="6869" y="7372"/>
                </a:lnTo>
                <a:lnTo>
                  <a:pt x="6459" y="7530"/>
                </a:lnTo>
                <a:lnTo>
                  <a:pt x="6459" y="6994"/>
                </a:lnTo>
                <a:close/>
                <a:moveTo>
                  <a:pt x="9074" y="6459"/>
                </a:moveTo>
                <a:lnTo>
                  <a:pt x="8476" y="7971"/>
                </a:lnTo>
                <a:lnTo>
                  <a:pt x="7940" y="7404"/>
                </a:lnTo>
                <a:lnTo>
                  <a:pt x="8287" y="6459"/>
                </a:lnTo>
                <a:close/>
                <a:moveTo>
                  <a:pt x="3939" y="6522"/>
                </a:moveTo>
                <a:lnTo>
                  <a:pt x="4317" y="7467"/>
                </a:lnTo>
                <a:lnTo>
                  <a:pt x="3750" y="8002"/>
                </a:lnTo>
                <a:lnTo>
                  <a:pt x="3151" y="6522"/>
                </a:lnTo>
                <a:close/>
                <a:moveTo>
                  <a:pt x="2458" y="6522"/>
                </a:moveTo>
                <a:lnTo>
                  <a:pt x="3277" y="8506"/>
                </a:lnTo>
                <a:lnTo>
                  <a:pt x="2742" y="9073"/>
                </a:lnTo>
                <a:lnTo>
                  <a:pt x="1671" y="6522"/>
                </a:lnTo>
                <a:close/>
                <a:moveTo>
                  <a:pt x="4853" y="7939"/>
                </a:moveTo>
                <a:lnTo>
                  <a:pt x="5798" y="8286"/>
                </a:lnTo>
                <a:lnTo>
                  <a:pt x="5798" y="9073"/>
                </a:lnTo>
                <a:lnTo>
                  <a:pt x="4317" y="8475"/>
                </a:lnTo>
                <a:lnTo>
                  <a:pt x="4853" y="7939"/>
                </a:lnTo>
                <a:close/>
                <a:moveTo>
                  <a:pt x="7404" y="7939"/>
                </a:moveTo>
                <a:lnTo>
                  <a:pt x="7972" y="8475"/>
                </a:lnTo>
                <a:lnTo>
                  <a:pt x="6491" y="9073"/>
                </a:lnTo>
                <a:lnTo>
                  <a:pt x="6491" y="8286"/>
                </a:lnTo>
                <a:lnTo>
                  <a:pt x="6459" y="8286"/>
                </a:lnTo>
                <a:lnTo>
                  <a:pt x="7404" y="7939"/>
                </a:lnTo>
                <a:close/>
                <a:moveTo>
                  <a:pt x="10649" y="6522"/>
                </a:moveTo>
                <a:lnTo>
                  <a:pt x="9578" y="9073"/>
                </a:lnTo>
                <a:lnTo>
                  <a:pt x="9043" y="8506"/>
                </a:lnTo>
                <a:lnTo>
                  <a:pt x="9862" y="6522"/>
                </a:lnTo>
                <a:close/>
                <a:moveTo>
                  <a:pt x="8476" y="8979"/>
                </a:moveTo>
                <a:lnTo>
                  <a:pt x="9043" y="9546"/>
                </a:lnTo>
                <a:lnTo>
                  <a:pt x="6459" y="10617"/>
                </a:lnTo>
                <a:lnTo>
                  <a:pt x="6459" y="9830"/>
                </a:lnTo>
                <a:lnTo>
                  <a:pt x="8476" y="8979"/>
                </a:lnTo>
                <a:close/>
                <a:moveTo>
                  <a:pt x="3750" y="9042"/>
                </a:moveTo>
                <a:lnTo>
                  <a:pt x="5766" y="9861"/>
                </a:lnTo>
                <a:lnTo>
                  <a:pt x="5766" y="10649"/>
                </a:lnTo>
                <a:lnTo>
                  <a:pt x="3214" y="9578"/>
                </a:lnTo>
                <a:lnTo>
                  <a:pt x="3750" y="9042"/>
                </a:lnTo>
                <a:close/>
                <a:moveTo>
                  <a:pt x="6113" y="0"/>
                </a:moveTo>
                <a:cubicBezTo>
                  <a:pt x="5924" y="0"/>
                  <a:pt x="5766" y="158"/>
                  <a:pt x="5766" y="347"/>
                </a:cubicBezTo>
                <a:lnTo>
                  <a:pt x="5766" y="882"/>
                </a:lnTo>
                <a:lnTo>
                  <a:pt x="2647" y="2142"/>
                </a:lnTo>
                <a:lnTo>
                  <a:pt x="2332" y="1827"/>
                </a:lnTo>
                <a:cubicBezTo>
                  <a:pt x="2253" y="1749"/>
                  <a:pt x="2167" y="1709"/>
                  <a:pt x="2080" y="1709"/>
                </a:cubicBezTo>
                <a:cubicBezTo>
                  <a:pt x="1994" y="1709"/>
                  <a:pt x="1907" y="1749"/>
                  <a:pt x="1828" y="1827"/>
                </a:cubicBezTo>
                <a:cubicBezTo>
                  <a:pt x="1671" y="1985"/>
                  <a:pt x="1671" y="2174"/>
                  <a:pt x="1828" y="2331"/>
                </a:cubicBezTo>
                <a:lnTo>
                  <a:pt x="2143" y="2647"/>
                </a:lnTo>
                <a:lnTo>
                  <a:pt x="883" y="5765"/>
                </a:lnTo>
                <a:lnTo>
                  <a:pt x="379" y="5765"/>
                </a:lnTo>
                <a:cubicBezTo>
                  <a:pt x="158" y="5765"/>
                  <a:pt x="1" y="5923"/>
                  <a:pt x="1" y="6112"/>
                </a:cubicBezTo>
                <a:cubicBezTo>
                  <a:pt x="1" y="6301"/>
                  <a:pt x="158" y="6459"/>
                  <a:pt x="379" y="6459"/>
                </a:cubicBezTo>
                <a:lnTo>
                  <a:pt x="883" y="6459"/>
                </a:lnTo>
                <a:lnTo>
                  <a:pt x="2143" y="9578"/>
                </a:lnTo>
                <a:lnTo>
                  <a:pt x="1828" y="9893"/>
                </a:lnTo>
                <a:cubicBezTo>
                  <a:pt x="1671" y="10050"/>
                  <a:pt x="1671" y="10239"/>
                  <a:pt x="1828" y="10397"/>
                </a:cubicBezTo>
                <a:cubicBezTo>
                  <a:pt x="1907" y="10475"/>
                  <a:pt x="1994" y="10515"/>
                  <a:pt x="2080" y="10515"/>
                </a:cubicBezTo>
                <a:cubicBezTo>
                  <a:pt x="2167" y="10515"/>
                  <a:pt x="2253" y="10475"/>
                  <a:pt x="2332" y="10397"/>
                </a:cubicBezTo>
                <a:lnTo>
                  <a:pt x="2647" y="10082"/>
                </a:lnTo>
                <a:lnTo>
                  <a:pt x="5766" y="11342"/>
                </a:lnTo>
                <a:lnTo>
                  <a:pt x="5766" y="11877"/>
                </a:lnTo>
                <a:cubicBezTo>
                  <a:pt x="5766" y="12066"/>
                  <a:pt x="5924" y="12224"/>
                  <a:pt x="6113" y="12224"/>
                </a:cubicBezTo>
                <a:cubicBezTo>
                  <a:pt x="6302" y="12224"/>
                  <a:pt x="6459" y="12066"/>
                  <a:pt x="6459" y="11877"/>
                </a:cubicBezTo>
                <a:lnTo>
                  <a:pt x="6459" y="11405"/>
                </a:lnTo>
                <a:lnTo>
                  <a:pt x="9578" y="10145"/>
                </a:lnTo>
                <a:lnTo>
                  <a:pt x="9893" y="10460"/>
                </a:lnTo>
                <a:cubicBezTo>
                  <a:pt x="9972" y="10538"/>
                  <a:pt x="10067" y="10578"/>
                  <a:pt x="10157" y="10578"/>
                </a:cubicBezTo>
                <a:cubicBezTo>
                  <a:pt x="10248" y="10578"/>
                  <a:pt x="10334" y="10538"/>
                  <a:pt x="10397" y="10460"/>
                </a:cubicBezTo>
                <a:cubicBezTo>
                  <a:pt x="10555" y="10302"/>
                  <a:pt x="10555" y="10082"/>
                  <a:pt x="10397" y="9924"/>
                </a:cubicBezTo>
                <a:lnTo>
                  <a:pt x="10082" y="9609"/>
                </a:lnTo>
                <a:lnTo>
                  <a:pt x="11343" y="6522"/>
                </a:lnTo>
                <a:lnTo>
                  <a:pt x="11878" y="6522"/>
                </a:lnTo>
                <a:cubicBezTo>
                  <a:pt x="12067" y="6522"/>
                  <a:pt x="12225" y="6364"/>
                  <a:pt x="12225" y="6144"/>
                </a:cubicBezTo>
                <a:cubicBezTo>
                  <a:pt x="12225" y="5955"/>
                  <a:pt x="12067" y="5765"/>
                  <a:pt x="11878" y="5765"/>
                </a:cubicBezTo>
                <a:lnTo>
                  <a:pt x="11343" y="5765"/>
                </a:lnTo>
                <a:lnTo>
                  <a:pt x="10082" y="2647"/>
                </a:lnTo>
                <a:lnTo>
                  <a:pt x="10397" y="2331"/>
                </a:lnTo>
                <a:cubicBezTo>
                  <a:pt x="10555" y="2174"/>
                  <a:pt x="10555" y="1985"/>
                  <a:pt x="10397" y="1827"/>
                </a:cubicBezTo>
                <a:cubicBezTo>
                  <a:pt x="10319" y="1749"/>
                  <a:pt x="10232" y="1709"/>
                  <a:pt x="10145" y="1709"/>
                </a:cubicBezTo>
                <a:cubicBezTo>
                  <a:pt x="10059" y="1709"/>
                  <a:pt x="9972" y="1749"/>
                  <a:pt x="9893" y="1827"/>
                </a:cubicBezTo>
                <a:lnTo>
                  <a:pt x="9578" y="2142"/>
                </a:lnTo>
                <a:lnTo>
                  <a:pt x="6459" y="882"/>
                </a:lnTo>
                <a:lnTo>
                  <a:pt x="6459" y="347"/>
                </a:lnTo>
                <a:cubicBezTo>
                  <a:pt x="6459" y="158"/>
                  <a:pt x="6302" y="0"/>
                  <a:pt x="611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8" name="Google Shape;16878;p86"/>
          <p:cNvSpPr/>
          <p:nvPr/>
        </p:nvSpPr>
        <p:spPr>
          <a:xfrm>
            <a:off x="8958322" y="4593198"/>
            <a:ext cx="522501" cy="633085"/>
          </a:xfrm>
          <a:custGeom>
            <a:avLst/>
            <a:gdLst/>
            <a:ahLst/>
            <a:cxnLst/>
            <a:rect l="l" t="t" r="r" b="b"/>
            <a:pathLst>
              <a:path w="10083" h="12217" extrusionOk="0">
                <a:moveTo>
                  <a:pt x="5356" y="1001"/>
                </a:moveTo>
                <a:cubicBezTo>
                  <a:pt x="5577" y="1316"/>
                  <a:pt x="5734" y="1694"/>
                  <a:pt x="5734" y="2104"/>
                </a:cubicBezTo>
                <a:cubicBezTo>
                  <a:pt x="5734" y="2135"/>
                  <a:pt x="5734" y="2198"/>
                  <a:pt x="5766" y="2261"/>
                </a:cubicBezTo>
                <a:cubicBezTo>
                  <a:pt x="5624" y="2230"/>
                  <a:pt x="5498" y="2214"/>
                  <a:pt x="5372" y="2214"/>
                </a:cubicBezTo>
                <a:cubicBezTo>
                  <a:pt x="5246" y="2214"/>
                  <a:pt x="5120" y="2230"/>
                  <a:pt x="4978" y="2261"/>
                </a:cubicBezTo>
                <a:cubicBezTo>
                  <a:pt x="5010" y="2198"/>
                  <a:pt x="5010" y="2135"/>
                  <a:pt x="5010" y="2104"/>
                </a:cubicBezTo>
                <a:cubicBezTo>
                  <a:pt x="5041" y="1663"/>
                  <a:pt x="5167" y="1316"/>
                  <a:pt x="5356" y="1001"/>
                </a:cubicBezTo>
                <a:close/>
                <a:moveTo>
                  <a:pt x="3529" y="1474"/>
                </a:moveTo>
                <a:cubicBezTo>
                  <a:pt x="3876" y="1631"/>
                  <a:pt x="4159" y="1883"/>
                  <a:pt x="4380" y="2261"/>
                </a:cubicBezTo>
                <a:lnTo>
                  <a:pt x="4506" y="2356"/>
                </a:lnTo>
                <a:cubicBezTo>
                  <a:pt x="4254" y="2450"/>
                  <a:pt x="4033" y="2608"/>
                  <a:pt x="3844" y="2765"/>
                </a:cubicBezTo>
                <a:cubicBezTo>
                  <a:pt x="3844" y="2734"/>
                  <a:pt x="3844" y="2639"/>
                  <a:pt x="3781" y="2608"/>
                </a:cubicBezTo>
                <a:cubicBezTo>
                  <a:pt x="3592" y="2261"/>
                  <a:pt x="3529" y="1852"/>
                  <a:pt x="3529" y="1474"/>
                </a:cubicBezTo>
                <a:close/>
                <a:moveTo>
                  <a:pt x="7247" y="1474"/>
                </a:moveTo>
                <a:lnTo>
                  <a:pt x="7247" y="1474"/>
                </a:lnTo>
                <a:cubicBezTo>
                  <a:pt x="7310" y="1852"/>
                  <a:pt x="7215" y="2261"/>
                  <a:pt x="7026" y="2608"/>
                </a:cubicBezTo>
                <a:cubicBezTo>
                  <a:pt x="6995" y="2639"/>
                  <a:pt x="6995" y="2734"/>
                  <a:pt x="6995" y="2765"/>
                </a:cubicBezTo>
                <a:cubicBezTo>
                  <a:pt x="6806" y="2608"/>
                  <a:pt x="6554" y="2450"/>
                  <a:pt x="6301" y="2356"/>
                </a:cubicBezTo>
                <a:cubicBezTo>
                  <a:pt x="6301" y="2324"/>
                  <a:pt x="6364" y="2293"/>
                  <a:pt x="6396" y="2261"/>
                </a:cubicBezTo>
                <a:cubicBezTo>
                  <a:pt x="6585" y="1883"/>
                  <a:pt x="6900" y="1663"/>
                  <a:pt x="7247" y="1474"/>
                </a:cubicBezTo>
                <a:close/>
                <a:moveTo>
                  <a:pt x="2143" y="2797"/>
                </a:moveTo>
                <a:cubicBezTo>
                  <a:pt x="2521" y="2797"/>
                  <a:pt x="2930" y="2891"/>
                  <a:pt x="3277" y="3080"/>
                </a:cubicBezTo>
                <a:cubicBezTo>
                  <a:pt x="3309" y="3112"/>
                  <a:pt x="3403" y="3112"/>
                  <a:pt x="3435" y="3112"/>
                </a:cubicBezTo>
                <a:cubicBezTo>
                  <a:pt x="3277" y="3301"/>
                  <a:pt x="3119" y="3553"/>
                  <a:pt x="3056" y="3773"/>
                </a:cubicBezTo>
                <a:lnTo>
                  <a:pt x="2930" y="3647"/>
                </a:lnTo>
                <a:cubicBezTo>
                  <a:pt x="2584" y="3458"/>
                  <a:pt x="2332" y="3143"/>
                  <a:pt x="2143" y="2797"/>
                </a:cubicBezTo>
                <a:close/>
                <a:moveTo>
                  <a:pt x="8487" y="2822"/>
                </a:moveTo>
                <a:cubicBezTo>
                  <a:pt x="8536" y="2822"/>
                  <a:pt x="8585" y="2824"/>
                  <a:pt x="8633" y="2828"/>
                </a:cubicBezTo>
                <a:cubicBezTo>
                  <a:pt x="8475" y="3206"/>
                  <a:pt x="8192" y="3458"/>
                  <a:pt x="7845" y="3710"/>
                </a:cubicBezTo>
                <a:lnTo>
                  <a:pt x="7719" y="3836"/>
                </a:lnTo>
                <a:cubicBezTo>
                  <a:pt x="7656" y="3584"/>
                  <a:pt x="7499" y="3364"/>
                  <a:pt x="7341" y="3143"/>
                </a:cubicBezTo>
                <a:cubicBezTo>
                  <a:pt x="7373" y="3112"/>
                  <a:pt x="7404" y="3112"/>
                  <a:pt x="7499" y="3080"/>
                </a:cubicBezTo>
                <a:cubicBezTo>
                  <a:pt x="7801" y="2915"/>
                  <a:pt x="8152" y="2822"/>
                  <a:pt x="8487" y="2822"/>
                </a:cubicBezTo>
                <a:close/>
                <a:moveTo>
                  <a:pt x="2930" y="4309"/>
                </a:moveTo>
                <a:lnTo>
                  <a:pt x="2930" y="4309"/>
                </a:lnTo>
                <a:cubicBezTo>
                  <a:pt x="2899" y="4561"/>
                  <a:pt x="2899" y="4813"/>
                  <a:pt x="2930" y="5097"/>
                </a:cubicBezTo>
                <a:cubicBezTo>
                  <a:pt x="2899" y="5034"/>
                  <a:pt x="2804" y="5034"/>
                  <a:pt x="2773" y="5034"/>
                </a:cubicBezTo>
                <a:cubicBezTo>
                  <a:pt x="2363" y="5034"/>
                  <a:pt x="1985" y="4939"/>
                  <a:pt x="1670" y="4687"/>
                </a:cubicBezTo>
                <a:cubicBezTo>
                  <a:pt x="1985" y="4498"/>
                  <a:pt x="2363" y="4341"/>
                  <a:pt x="2773" y="4341"/>
                </a:cubicBezTo>
                <a:cubicBezTo>
                  <a:pt x="2804" y="4341"/>
                  <a:pt x="2899" y="4341"/>
                  <a:pt x="2930" y="4309"/>
                </a:cubicBezTo>
                <a:close/>
                <a:moveTo>
                  <a:pt x="7845" y="4309"/>
                </a:moveTo>
                <a:cubicBezTo>
                  <a:pt x="7877" y="4341"/>
                  <a:pt x="7971" y="4341"/>
                  <a:pt x="8003" y="4341"/>
                </a:cubicBezTo>
                <a:cubicBezTo>
                  <a:pt x="8412" y="4372"/>
                  <a:pt x="8790" y="4498"/>
                  <a:pt x="9105" y="4687"/>
                </a:cubicBezTo>
                <a:cubicBezTo>
                  <a:pt x="8790" y="4876"/>
                  <a:pt x="8412" y="5034"/>
                  <a:pt x="8003" y="5034"/>
                </a:cubicBezTo>
                <a:cubicBezTo>
                  <a:pt x="7971" y="5034"/>
                  <a:pt x="7877" y="5034"/>
                  <a:pt x="7845" y="5097"/>
                </a:cubicBezTo>
                <a:cubicBezTo>
                  <a:pt x="7877" y="4813"/>
                  <a:pt x="7877" y="4561"/>
                  <a:pt x="7845" y="4309"/>
                </a:cubicBezTo>
                <a:close/>
                <a:moveTo>
                  <a:pt x="5356" y="2923"/>
                </a:moveTo>
                <a:cubicBezTo>
                  <a:pt x="6364" y="2923"/>
                  <a:pt x="7152" y="3710"/>
                  <a:pt x="7152" y="4687"/>
                </a:cubicBezTo>
                <a:cubicBezTo>
                  <a:pt x="7152" y="5664"/>
                  <a:pt x="6364" y="6451"/>
                  <a:pt x="5356" y="6451"/>
                </a:cubicBezTo>
                <a:cubicBezTo>
                  <a:pt x="4380" y="6451"/>
                  <a:pt x="3592" y="5664"/>
                  <a:pt x="3592" y="4687"/>
                </a:cubicBezTo>
                <a:cubicBezTo>
                  <a:pt x="3592" y="3710"/>
                  <a:pt x="4380" y="2923"/>
                  <a:pt x="5356" y="2923"/>
                </a:cubicBezTo>
                <a:close/>
                <a:moveTo>
                  <a:pt x="3056" y="5601"/>
                </a:moveTo>
                <a:cubicBezTo>
                  <a:pt x="3119" y="5821"/>
                  <a:pt x="3277" y="6073"/>
                  <a:pt x="3435" y="6262"/>
                </a:cubicBezTo>
                <a:cubicBezTo>
                  <a:pt x="3403" y="6262"/>
                  <a:pt x="3309" y="6262"/>
                  <a:pt x="3277" y="6294"/>
                </a:cubicBezTo>
                <a:cubicBezTo>
                  <a:pt x="2985" y="6479"/>
                  <a:pt x="2649" y="6554"/>
                  <a:pt x="2324" y="6554"/>
                </a:cubicBezTo>
                <a:cubicBezTo>
                  <a:pt x="2263" y="6554"/>
                  <a:pt x="2203" y="6551"/>
                  <a:pt x="2143" y="6546"/>
                </a:cubicBezTo>
                <a:cubicBezTo>
                  <a:pt x="2300" y="6199"/>
                  <a:pt x="2584" y="5916"/>
                  <a:pt x="2930" y="5664"/>
                </a:cubicBezTo>
                <a:cubicBezTo>
                  <a:pt x="2962" y="5664"/>
                  <a:pt x="2993" y="5632"/>
                  <a:pt x="3056" y="5601"/>
                </a:cubicBezTo>
                <a:close/>
                <a:moveTo>
                  <a:pt x="7719" y="5601"/>
                </a:moveTo>
                <a:lnTo>
                  <a:pt x="7845" y="5727"/>
                </a:lnTo>
                <a:cubicBezTo>
                  <a:pt x="8192" y="5916"/>
                  <a:pt x="8444" y="6231"/>
                  <a:pt x="8633" y="6577"/>
                </a:cubicBezTo>
                <a:cubicBezTo>
                  <a:pt x="8571" y="6583"/>
                  <a:pt x="8509" y="6585"/>
                  <a:pt x="8447" y="6585"/>
                </a:cubicBezTo>
                <a:cubicBezTo>
                  <a:pt x="8124" y="6585"/>
                  <a:pt x="7789" y="6515"/>
                  <a:pt x="7499" y="6357"/>
                </a:cubicBezTo>
                <a:cubicBezTo>
                  <a:pt x="7467" y="6294"/>
                  <a:pt x="7373" y="6294"/>
                  <a:pt x="7341" y="6294"/>
                </a:cubicBezTo>
                <a:cubicBezTo>
                  <a:pt x="7499" y="6073"/>
                  <a:pt x="7625" y="5821"/>
                  <a:pt x="7719" y="5601"/>
                </a:cubicBezTo>
                <a:close/>
                <a:moveTo>
                  <a:pt x="3781" y="6609"/>
                </a:moveTo>
                <a:cubicBezTo>
                  <a:pt x="4002" y="6766"/>
                  <a:pt x="4222" y="6924"/>
                  <a:pt x="4474" y="7018"/>
                </a:cubicBezTo>
                <a:lnTo>
                  <a:pt x="4348" y="7144"/>
                </a:lnTo>
                <a:cubicBezTo>
                  <a:pt x="4159" y="7491"/>
                  <a:pt x="3844" y="7712"/>
                  <a:pt x="3466" y="7932"/>
                </a:cubicBezTo>
                <a:cubicBezTo>
                  <a:pt x="3529" y="7523"/>
                  <a:pt x="3592" y="7144"/>
                  <a:pt x="3750" y="6766"/>
                </a:cubicBezTo>
                <a:cubicBezTo>
                  <a:pt x="3781" y="6735"/>
                  <a:pt x="3781" y="6672"/>
                  <a:pt x="3781" y="6609"/>
                </a:cubicBezTo>
                <a:close/>
                <a:moveTo>
                  <a:pt x="6932" y="6609"/>
                </a:moveTo>
                <a:cubicBezTo>
                  <a:pt x="6932" y="6672"/>
                  <a:pt x="6932" y="6735"/>
                  <a:pt x="6995" y="6766"/>
                </a:cubicBezTo>
                <a:cubicBezTo>
                  <a:pt x="7184" y="7144"/>
                  <a:pt x="7247" y="7523"/>
                  <a:pt x="7215" y="7932"/>
                </a:cubicBezTo>
                <a:cubicBezTo>
                  <a:pt x="6869" y="7775"/>
                  <a:pt x="6585" y="7491"/>
                  <a:pt x="6364" y="7144"/>
                </a:cubicBezTo>
                <a:lnTo>
                  <a:pt x="6238" y="7018"/>
                </a:lnTo>
                <a:cubicBezTo>
                  <a:pt x="6522" y="6924"/>
                  <a:pt x="6743" y="6829"/>
                  <a:pt x="6932" y="6609"/>
                </a:cubicBezTo>
                <a:close/>
                <a:moveTo>
                  <a:pt x="5766" y="7176"/>
                </a:moveTo>
                <a:cubicBezTo>
                  <a:pt x="5766" y="7207"/>
                  <a:pt x="5734" y="7239"/>
                  <a:pt x="5734" y="7334"/>
                </a:cubicBezTo>
                <a:cubicBezTo>
                  <a:pt x="5734" y="7712"/>
                  <a:pt x="5608" y="8121"/>
                  <a:pt x="5356" y="8436"/>
                </a:cubicBezTo>
                <a:cubicBezTo>
                  <a:pt x="5167" y="8121"/>
                  <a:pt x="5010" y="7712"/>
                  <a:pt x="5010" y="7334"/>
                </a:cubicBezTo>
                <a:cubicBezTo>
                  <a:pt x="5010" y="7302"/>
                  <a:pt x="5010" y="7207"/>
                  <a:pt x="4978" y="7176"/>
                </a:cubicBezTo>
                <a:lnTo>
                  <a:pt x="4978" y="7176"/>
                </a:lnTo>
                <a:cubicBezTo>
                  <a:pt x="5120" y="7192"/>
                  <a:pt x="5246" y="7200"/>
                  <a:pt x="5372" y="7200"/>
                </a:cubicBezTo>
                <a:cubicBezTo>
                  <a:pt x="5498" y="7200"/>
                  <a:pt x="5624" y="7192"/>
                  <a:pt x="5766" y="7176"/>
                </a:cubicBezTo>
                <a:close/>
                <a:moveTo>
                  <a:pt x="7971" y="7460"/>
                </a:moveTo>
                <a:cubicBezTo>
                  <a:pt x="8790" y="7869"/>
                  <a:pt x="9357" y="8751"/>
                  <a:pt x="9357" y="9728"/>
                </a:cubicBezTo>
                <a:lnTo>
                  <a:pt x="9357" y="10295"/>
                </a:lnTo>
                <a:lnTo>
                  <a:pt x="8538" y="9444"/>
                </a:lnTo>
                <a:cubicBezTo>
                  <a:pt x="8460" y="9366"/>
                  <a:pt x="8365" y="9326"/>
                  <a:pt x="8271" y="9326"/>
                </a:cubicBezTo>
                <a:cubicBezTo>
                  <a:pt x="8176" y="9326"/>
                  <a:pt x="8082" y="9366"/>
                  <a:pt x="8003" y="9444"/>
                </a:cubicBezTo>
                <a:cubicBezTo>
                  <a:pt x="7845" y="9602"/>
                  <a:pt x="7845" y="9822"/>
                  <a:pt x="8003" y="9980"/>
                </a:cubicBezTo>
                <a:lnTo>
                  <a:pt x="8853" y="10799"/>
                </a:lnTo>
                <a:lnTo>
                  <a:pt x="8286" y="10799"/>
                </a:lnTo>
                <a:cubicBezTo>
                  <a:pt x="7152" y="10799"/>
                  <a:pt x="6144" y="10043"/>
                  <a:pt x="5829" y="8972"/>
                </a:cubicBezTo>
                <a:cubicBezTo>
                  <a:pt x="6049" y="8751"/>
                  <a:pt x="6207" y="8436"/>
                  <a:pt x="6301" y="8121"/>
                </a:cubicBezTo>
                <a:cubicBezTo>
                  <a:pt x="6617" y="8405"/>
                  <a:pt x="7026" y="8625"/>
                  <a:pt x="7467" y="8720"/>
                </a:cubicBezTo>
                <a:cubicBezTo>
                  <a:pt x="7487" y="8723"/>
                  <a:pt x="7507" y="8725"/>
                  <a:pt x="7526" y="8725"/>
                </a:cubicBezTo>
                <a:cubicBezTo>
                  <a:pt x="7694" y="8725"/>
                  <a:pt x="7849" y="8609"/>
                  <a:pt x="7877" y="8468"/>
                </a:cubicBezTo>
                <a:cubicBezTo>
                  <a:pt x="7971" y="8121"/>
                  <a:pt x="8003" y="7806"/>
                  <a:pt x="7971" y="7460"/>
                </a:cubicBezTo>
                <a:close/>
                <a:moveTo>
                  <a:pt x="2836" y="7365"/>
                </a:moveTo>
                <a:cubicBezTo>
                  <a:pt x="2804" y="7712"/>
                  <a:pt x="2804" y="8121"/>
                  <a:pt x="2930" y="8468"/>
                </a:cubicBezTo>
                <a:cubicBezTo>
                  <a:pt x="2956" y="8623"/>
                  <a:pt x="3089" y="8736"/>
                  <a:pt x="3258" y="8736"/>
                </a:cubicBezTo>
                <a:cubicBezTo>
                  <a:pt x="3294" y="8736"/>
                  <a:pt x="3332" y="8731"/>
                  <a:pt x="3372" y="8720"/>
                </a:cubicBezTo>
                <a:cubicBezTo>
                  <a:pt x="3781" y="8594"/>
                  <a:pt x="4159" y="8373"/>
                  <a:pt x="4506" y="8121"/>
                </a:cubicBezTo>
                <a:cubicBezTo>
                  <a:pt x="4632" y="8436"/>
                  <a:pt x="4789" y="8751"/>
                  <a:pt x="4978" y="8972"/>
                </a:cubicBezTo>
                <a:cubicBezTo>
                  <a:pt x="4569" y="10452"/>
                  <a:pt x="3277" y="11492"/>
                  <a:pt x="1828" y="11492"/>
                </a:cubicBezTo>
                <a:lnTo>
                  <a:pt x="1261" y="11492"/>
                </a:lnTo>
                <a:lnTo>
                  <a:pt x="2804" y="9980"/>
                </a:lnTo>
                <a:cubicBezTo>
                  <a:pt x="2962" y="9822"/>
                  <a:pt x="2962" y="9602"/>
                  <a:pt x="2804" y="9444"/>
                </a:cubicBezTo>
                <a:cubicBezTo>
                  <a:pt x="2726" y="9366"/>
                  <a:pt x="2639" y="9326"/>
                  <a:pt x="2552" y="9326"/>
                </a:cubicBezTo>
                <a:cubicBezTo>
                  <a:pt x="2466" y="9326"/>
                  <a:pt x="2379" y="9366"/>
                  <a:pt x="2300" y="9444"/>
                </a:cubicBezTo>
                <a:lnTo>
                  <a:pt x="757" y="10988"/>
                </a:lnTo>
                <a:lnTo>
                  <a:pt x="757" y="10452"/>
                </a:lnTo>
                <a:cubicBezTo>
                  <a:pt x="757" y="9066"/>
                  <a:pt x="1639" y="7838"/>
                  <a:pt x="2836" y="7365"/>
                </a:cubicBezTo>
                <a:close/>
                <a:moveTo>
                  <a:pt x="5388" y="1"/>
                </a:moveTo>
                <a:cubicBezTo>
                  <a:pt x="5301" y="1"/>
                  <a:pt x="5215" y="40"/>
                  <a:pt x="5136" y="119"/>
                </a:cubicBezTo>
                <a:cubicBezTo>
                  <a:pt x="4821" y="434"/>
                  <a:pt x="4569" y="781"/>
                  <a:pt x="4474" y="1222"/>
                </a:cubicBezTo>
                <a:cubicBezTo>
                  <a:pt x="4159" y="938"/>
                  <a:pt x="3750" y="718"/>
                  <a:pt x="3309" y="623"/>
                </a:cubicBezTo>
                <a:cubicBezTo>
                  <a:pt x="3289" y="620"/>
                  <a:pt x="3269" y="618"/>
                  <a:pt x="3250" y="618"/>
                </a:cubicBezTo>
                <a:cubicBezTo>
                  <a:pt x="3082" y="618"/>
                  <a:pt x="2927" y="734"/>
                  <a:pt x="2899" y="875"/>
                </a:cubicBezTo>
                <a:cubicBezTo>
                  <a:pt x="2773" y="1316"/>
                  <a:pt x="2773" y="1726"/>
                  <a:pt x="2836" y="2135"/>
                </a:cubicBezTo>
                <a:cubicBezTo>
                  <a:pt x="2646" y="2091"/>
                  <a:pt x="2449" y="2068"/>
                  <a:pt x="2252" y="2068"/>
                </a:cubicBezTo>
                <a:cubicBezTo>
                  <a:pt x="2024" y="2068"/>
                  <a:pt x="1795" y="2099"/>
                  <a:pt x="1576" y="2167"/>
                </a:cubicBezTo>
                <a:cubicBezTo>
                  <a:pt x="1513" y="2198"/>
                  <a:pt x="1418" y="2261"/>
                  <a:pt x="1387" y="2324"/>
                </a:cubicBezTo>
                <a:cubicBezTo>
                  <a:pt x="1355" y="2419"/>
                  <a:pt x="1324" y="2513"/>
                  <a:pt x="1355" y="2608"/>
                </a:cubicBezTo>
                <a:cubicBezTo>
                  <a:pt x="1481" y="3049"/>
                  <a:pt x="1670" y="3395"/>
                  <a:pt x="1954" y="3742"/>
                </a:cubicBezTo>
                <a:cubicBezTo>
                  <a:pt x="1544" y="3868"/>
                  <a:pt x="1166" y="4089"/>
                  <a:pt x="851" y="4404"/>
                </a:cubicBezTo>
                <a:cubicBezTo>
                  <a:pt x="694" y="4561"/>
                  <a:pt x="694" y="4782"/>
                  <a:pt x="851" y="4939"/>
                </a:cubicBezTo>
                <a:cubicBezTo>
                  <a:pt x="1166" y="5254"/>
                  <a:pt x="1513" y="5475"/>
                  <a:pt x="1954" y="5601"/>
                </a:cubicBezTo>
                <a:cubicBezTo>
                  <a:pt x="1670" y="5916"/>
                  <a:pt x="1418" y="6294"/>
                  <a:pt x="1355" y="6735"/>
                </a:cubicBezTo>
                <a:cubicBezTo>
                  <a:pt x="1324" y="6924"/>
                  <a:pt x="1418" y="7144"/>
                  <a:pt x="1576" y="7176"/>
                </a:cubicBezTo>
                <a:cubicBezTo>
                  <a:pt x="1639" y="7176"/>
                  <a:pt x="1670" y="7176"/>
                  <a:pt x="1702" y="7207"/>
                </a:cubicBezTo>
                <a:cubicBezTo>
                  <a:pt x="1418" y="7397"/>
                  <a:pt x="1198" y="7649"/>
                  <a:pt x="946" y="7869"/>
                </a:cubicBezTo>
                <a:cubicBezTo>
                  <a:pt x="379" y="8594"/>
                  <a:pt x="0" y="9507"/>
                  <a:pt x="0" y="10452"/>
                </a:cubicBezTo>
                <a:lnTo>
                  <a:pt x="0" y="11870"/>
                </a:lnTo>
                <a:cubicBezTo>
                  <a:pt x="0" y="12028"/>
                  <a:pt x="127" y="12185"/>
                  <a:pt x="284" y="12217"/>
                </a:cubicBezTo>
                <a:lnTo>
                  <a:pt x="1733" y="12217"/>
                </a:lnTo>
                <a:cubicBezTo>
                  <a:pt x="2647" y="12217"/>
                  <a:pt x="3561" y="11870"/>
                  <a:pt x="4254" y="11272"/>
                </a:cubicBezTo>
                <a:cubicBezTo>
                  <a:pt x="4726" y="10862"/>
                  <a:pt x="5104" y="10358"/>
                  <a:pt x="5325" y="9822"/>
                </a:cubicBezTo>
                <a:cubicBezTo>
                  <a:pt x="5892" y="10831"/>
                  <a:pt x="6995" y="11492"/>
                  <a:pt x="8129" y="11492"/>
                </a:cubicBezTo>
                <a:lnTo>
                  <a:pt x="9546" y="11492"/>
                </a:lnTo>
                <a:cubicBezTo>
                  <a:pt x="9862" y="11492"/>
                  <a:pt x="10019" y="11335"/>
                  <a:pt x="10019" y="11146"/>
                </a:cubicBezTo>
                <a:lnTo>
                  <a:pt x="10019" y="9728"/>
                </a:lnTo>
                <a:cubicBezTo>
                  <a:pt x="10019" y="8751"/>
                  <a:pt x="9578" y="7838"/>
                  <a:pt x="8885" y="7239"/>
                </a:cubicBezTo>
                <a:cubicBezTo>
                  <a:pt x="8979" y="7239"/>
                  <a:pt x="9074" y="7207"/>
                  <a:pt x="9200" y="7176"/>
                </a:cubicBezTo>
                <a:cubicBezTo>
                  <a:pt x="9389" y="7144"/>
                  <a:pt x="9515" y="6924"/>
                  <a:pt x="9420" y="6735"/>
                </a:cubicBezTo>
                <a:cubicBezTo>
                  <a:pt x="9294" y="6294"/>
                  <a:pt x="9105" y="5947"/>
                  <a:pt x="8822" y="5601"/>
                </a:cubicBezTo>
                <a:cubicBezTo>
                  <a:pt x="9231" y="5475"/>
                  <a:pt x="9610" y="5254"/>
                  <a:pt x="9925" y="4939"/>
                </a:cubicBezTo>
                <a:cubicBezTo>
                  <a:pt x="10082" y="4782"/>
                  <a:pt x="10082" y="4561"/>
                  <a:pt x="9925" y="4404"/>
                </a:cubicBezTo>
                <a:cubicBezTo>
                  <a:pt x="9610" y="4089"/>
                  <a:pt x="9263" y="3868"/>
                  <a:pt x="8822" y="3742"/>
                </a:cubicBezTo>
                <a:cubicBezTo>
                  <a:pt x="9105" y="3427"/>
                  <a:pt x="9357" y="3049"/>
                  <a:pt x="9420" y="2608"/>
                </a:cubicBezTo>
                <a:cubicBezTo>
                  <a:pt x="9452" y="2419"/>
                  <a:pt x="9357" y="2198"/>
                  <a:pt x="9200" y="2167"/>
                </a:cubicBezTo>
                <a:cubicBezTo>
                  <a:pt x="8964" y="2099"/>
                  <a:pt x="8727" y="2068"/>
                  <a:pt x="8501" y="2068"/>
                </a:cubicBezTo>
                <a:cubicBezTo>
                  <a:pt x="8304" y="2068"/>
                  <a:pt x="8115" y="2091"/>
                  <a:pt x="7940" y="2135"/>
                </a:cubicBezTo>
                <a:cubicBezTo>
                  <a:pt x="8003" y="1694"/>
                  <a:pt x="8003" y="1253"/>
                  <a:pt x="7877" y="875"/>
                </a:cubicBezTo>
                <a:cubicBezTo>
                  <a:pt x="7851" y="719"/>
                  <a:pt x="7718" y="607"/>
                  <a:pt x="7567" y="607"/>
                </a:cubicBezTo>
                <a:cubicBezTo>
                  <a:pt x="7534" y="607"/>
                  <a:pt x="7501" y="612"/>
                  <a:pt x="7467" y="623"/>
                </a:cubicBezTo>
                <a:cubicBezTo>
                  <a:pt x="7026" y="749"/>
                  <a:pt x="6680" y="938"/>
                  <a:pt x="6301" y="1222"/>
                </a:cubicBezTo>
                <a:cubicBezTo>
                  <a:pt x="6207" y="844"/>
                  <a:pt x="5955" y="434"/>
                  <a:pt x="5640" y="119"/>
                </a:cubicBezTo>
                <a:cubicBezTo>
                  <a:pt x="5561" y="40"/>
                  <a:pt x="5474"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9" name="Google Shape;16879;p86"/>
          <p:cNvSpPr/>
          <p:nvPr/>
        </p:nvSpPr>
        <p:spPr>
          <a:xfrm>
            <a:off x="7351687" y="4595841"/>
            <a:ext cx="633448" cy="627799"/>
          </a:xfrm>
          <a:custGeom>
            <a:avLst/>
            <a:gdLst/>
            <a:ahLst/>
            <a:cxnLst/>
            <a:rect l="l" t="t" r="r" b="b"/>
            <a:pathLst>
              <a:path w="12224" h="12115" extrusionOk="0">
                <a:moveTo>
                  <a:pt x="3245" y="741"/>
                </a:moveTo>
                <a:cubicBezTo>
                  <a:pt x="3497" y="993"/>
                  <a:pt x="3938" y="1465"/>
                  <a:pt x="3938" y="2033"/>
                </a:cubicBezTo>
                <a:cubicBezTo>
                  <a:pt x="3938" y="2568"/>
                  <a:pt x="3497" y="3104"/>
                  <a:pt x="3245" y="3324"/>
                </a:cubicBezTo>
                <a:cubicBezTo>
                  <a:pt x="2962" y="3041"/>
                  <a:pt x="2520" y="2568"/>
                  <a:pt x="2520" y="2033"/>
                </a:cubicBezTo>
                <a:cubicBezTo>
                  <a:pt x="2520" y="1528"/>
                  <a:pt x="2962" y="993"/>
                  <a:pt x="3245" y="741"/>
                </a:cubicBezTo>
                <a:close/>
                <a:moveTo>
                  <a:pt x="8979" y="741"/>
                </a:moveTo>
                <a:cubicBezTo>
                  <a:pt x="9263" y="993"/>
                  <a:pt x="9704" y="1465"/>
                  <a:pt x="9704" y="2033"/>
                </a:cubicBezTo>
                <a:cubicBezTo>
                  <a:pt x="9704" y="2568"/>
                  <a:pt x="9263" y="3104"/>
                  <a:pt x="8979" y="3324"/>
                </a:cubicBezTo>
                <a:cubicBezTo>
                  <a:pt x="8695" y="3041"/>
                  <a:pt x="8286" y="2568"/>
                  <a:pt x="8286" y="2033"/>
                </a:cubicBezTo>
                <a:cubicBezTo>
                  <a:pt x="8286" y="1528"/>
                  <a:pt x="8758" y="993"/>
                  <a:pt x="8979" y="741"/>
                </a:cubicBezTo>
                <a:close/>
                <a:moveTo>
                  <a:pt x="1827" y="3482"/>
                </a:moveTo>
                <a:cubicBezTo>
                  <a:pt x="2394" y="3482"/>
                  <a:pt x="2899" y="3954"/>
                  <a:pt x="2899" y="4553"/>
                </a:cubicBezTo>
                <a:lnTo>
                  <a:pt x="2899" y="4899"/>
                </a:lnTo>
                <a:lnTo>
                  <a:pt x="2520" y="4899"/>
                </a:lnTo>
                <a:cubicBezTo>
                  <a:pt x="1922" y="4899"/>
                  <a:pt x="1449" y="4427"/>
                  <a:pt x="1449" y="3828"/>
                </a:cubicBezTo>
                <a:lnTo>
                  <a:pt x="1449" y="3482"/>
                </a:lnTo>
                <a:close/>
                <a:moveTo>
                  <a:pt x="5041" y="3482"/>
                </a:moveTo>
                <a:lnTo>
                  <a:pt x="5041" y="3828"/>
                </a:lnTo>
                <a:cubicBezTo>
                  <a:pt x="5041" y="4427"/>
                  <a:pt x="4568" y="4899"/>
                  <a:pt x="3970" y="4899"/>
                </a:cubicBezTo>
                <a:lnTo>
                  <a:pt x="3623" y="4899"/>
                </a:lnTo>
                <a:lnTo>
                  <a:pt x="3623" y="4553"/>
                </a:lnTo>
                <a:cubicBezTo>
                  <a:pt x="3623" y="3954"/>
                  <a:pt x="4096" y="3482"/>
                  <a:pt x="4694" y="3482"/>
                </a:cubicBezTo>
                <a:close/>
                <a:moveTo>
                  <a:pt x="7561" y="3482"/>
                </a:moveTo>
                <a:cubicBezTo>
                  <a:pt x="8160" y="3482"/>
                  <a:pt x="8632" y="3954"/>
                  <a:pt x="8632" y="4553"/>
                </a:cubicBezTo>
                <a:lnTo>
                  <a:pt x="8632" y="4899"/>
                </a:lnTo>
                <a:lnTo>
                  <a:pt x="8286" y="4899"/>
                </a:lnTo>
                <a:cubicBezTo>
                  <a:pt x="7687" y="4899"/>
                  <a:pt x="7215" y="4427"/>
                  <a:pt x="7215" y="3828"/>
                </a:cubicBezTo>
                <a:lnTo>
                  <a:pt x="7215" y="3482"/>
                </a:lnTo>
                <a:close/>
                <a:moveTo>
                  <a:pt x="10806" y="3482"/>
                </a:moveTo>
                <a:lnTo>
                  <a:pt x="10806" y="3828"/>
                </a:lnTo>
                <a:cubicBezTo>
                  <a:pt x="10806" y="4427"/>
                  <a:pt x="10334" y="4899"/>
                  <a:pt x="9735" y="4899"/>
                </a:cubicBezTo>
                <a:lnTo>
                  <a:pt x="9389" y="4899"/>
                </a:lnTo>
                <a:lnTo>
                  <a:pt x="9389" y="4553"/>
                </a:lnTo>
                <a:cubicBezTo>
                  <a:pt x="9389" y="3954"/>
                  <a:pt x="9861" y="3482"/>
                  <a:pt x="10428" y="3482"/>
                </a:cubicBezTo>
                <a:close/>
                <a:moveTo>
                  <a:pt x="1827" y="5624"/>
                </a:moveTo>
                <a:cubicBezTo>
                  <a:pt x="2394" y="5624"/>
                  <a:pt x="2899" y="6065"/>
                  <a:pt x="2899" y="6664"/>
                </a:cubicBezTo>
                <a:lnTo>
                  <a:pt x="2899" y="7042"/>
                </a:lnTo>
                <a:lnTo>
                  <a:pt x="2520" y="7042"/>
                </a:lnTo>
                <a:cubicBezTo>
                  <a:pt x="1922" y="7042"/>
                  <a:pt x="1449" y="6569"/>
                  <a:pt x="1449" y="5971"/>
                </a:cubicBezTo>
                <a:lnTo>
                  <a:pt x="1449" y="5624"/>
                </a:lnTo>
                <a:close/>
                <a:moveTo>
                  <a:pt x="7561" y="5624"/>
                </a:moveTo>
                <a:cubicBezTo>
                  <a:pt x="8160" y="5624"/>
                  <a:pt x="8632" y="6065"/>
                  <a:pt x="8632" y="6664"/>
                </a:cubicBezTo>
                <a:lnTo>
                  <a:pt x="8632" y="7042"/>
                </a:lnTo>
                <a:lnTo>
                  <a:pt x="8286" y="7042"/>
                </a:lnTo>
                <a:cubicBezTo>
                  <a:pt x="7687" y="7042"/>
                  <a:pt x="7215" y="6569"/>
                  <a:pt x="7215" y="5971"/>
                </a:cubicBezTo>
                <a:lnTo>
                  <a:pt x="7215" y="5624"/>
                </a:lnTo>
                <a:close/>
                <a:moveTo>
                  <a:pt x="5009" y="5656"/>
                </a:moveTo>
                <a:lnTo>
                  <a:pt x="5009" y="6002"/>
                </a:lnTo>
                <a:cubicBezTo>
                  <a:pt x="5009" y="6601"/>
                  <a:pt x="4537" y="7073"/>
                  <a:pt x="3938" y="7073"/>
                </a:cubicBezTo>
                <a:lnTo>
                  <a:pt x="3592" y="7073"/>
                </a:lnTo>
                <a:lnTo>
                  <a:pt x="3592" y="6727"/>
                </a:lnTo>
                <a:cubicBezTo>
                  <a:pt x="3592" y="6128"/>
                  <a:pt x="4064" y="5656"/>
                  <a:pt x="4663" y="5656"/>
                </a:cubicBezTo>
                <a:close/>
                <a:moveTo>
                  <a:pt x="10806" y="5656"/>
                </a:moveTo>
                <a:lnTo>
                  <a:pt x="10806" y="6002"/>
                </a:lnTo>
                <a:cubicBezTo>
                  <a:pt x="10806" y="6601"/>
                  <a:pt x="10334" y="7073"/>
                  <a:pt x="9735" y="7073"/>
                </a:cubicBezTo>
                <a:lnTo>
                  <a:pt x="9389" y="7073"/>
                </a:lnTo>
                <a:lnTo>
                  <a:pt x="9389" y="6727"/>
                </a:lnTo>
                <a:cubicBezTo>
                  <a:pt x="9389" y="6128"/>
                  <a:pt x="9861" y="5656"/>
                  <a:pt x="10428" y="5656"/>
                </a:cubicBezTo>
                <a:close/>
                <a:moveTo>
                  <a:pt x="1827" y="7766"/>
                </a:moveTo>
                <a:cubicBezTo>
                  <a:pt x="2394" y="7766"/>
                  <a:pt x="2899" y="8239"/>
                  <a:pt x="2899" y="8838"/>
                </a:cubicBezTo>
                <a:lnTo>
                  <a:pt x="2899" y="9184"/>
                </a:lnTo>
                <a:lnTo>
                  <a:pt x="2520" y="9184"/>
                </a:lnTo>
                <a:cubicBezTo>
                  <a:pt x="1922" y="9184"/>
                  <a:pt x="1449" y="8712"/>
                  <a:pt x="1449" y="8144"/>
                </a:cubicBezTo>
                <a:lnTo>
                  <a:pt x="1449" y="7766"/>
                </a:lnTo>
                <a:close/>
                <a:moveTo>
                  <a:pt x="5041" y="7766"/>
                </a:moveTo>
                <a:lnTo>
                  <a:pt x="5041" y="8144"/>
                </a:lnTo>
                <a:cubicBezTo>
                  <a:pt x="5041" y="8712"/>
                  <a:pt x="4568" y="9184"/>
                  <a:pt x="3970" y="9184"/>
                </a:cubicBezTo>
                <a:lnTo>
                  <a:pt x="3623" y="9184"/>
                </a:lnTo>
                <a:lnTo>
                  <a:pt x="3623" y="8838"/>
                </a:lnTo>
                <a:cubicBezTo>
                  <a:pt x="3623" y="8239"/>
                  <a:pt x="4096" y="7766"/>
                  <a:pt x="4694" y="7766"/>
                </a:cubicBezTo>
                <a:close/>
                <a:moveTo>
                  <a:pt x="7561" y="7766"/>
                </a:moveTo>
                <a:cubicBezTo>
                  <a:pt x="8160" y="7766"/>
                  <a:pt x="8632" y="8239"/>
                  <a:pt x="8632" y="8838"/>
                </a:cubicBezTo>
                <a:lnTo>
                  <a:pt x="8632" y="9184"/>
                </a:lnTo>
                <a:lnTo>
                  <a:pt x="8286" y="9184"/>
                </a:lnTo>
                <a:cubicBezTo>
                  <a:pt x="7687" y="9184"/>
                  <a:pt x="7215" y="8712"/>
                  <a:pt x="7215" y="8144"/>
                </a:cubicBezTo>
                <a:lnTo>
                  <a:pt x="7215" y="7766"/>
                </a:lnTo>
                <a:close/>
                <a:moveTo>
                  <a:pt x="10806" y="7766"/>
                </a:moveTo>
                <a:lnTo>
                  <a:pt x="10806" y="8144"/>
                </a:lnTo>
                <a:cubicBezTo>
                  <a:pt x="10806" y="8712"/>
                  <a:pt x="10334" y="9184"/>
                  <a:pt x="9735" y="9184"/>
                </a:cubicBezTo>
                <a:lnTo>
                  <a:pt x="9389" y="9184"/>
                </a:lnTo>
                <a:lnTo>
                  <a:pt x="9389" y="8838"/>
                </a:lnTo>
                <a:cubicBezTo>
                  <a:pt x="9389" y="8239"/>
                  <a:pt x="9861" y="7766"/>
                  <a:pt x="10428" y="7766"/>
                </a:cubicBezTo>
                <a:close/>
                <a:moveTo>
                  <a:pt x="3214" y="0"/>
                </a:moveTo>
                <a:cubicBezTo>
                  <a:pt x="3135" y="0"/>
                  <a:pt x="3056" y="16"/>
                  <a:pt x="2993" y="48"/>
                </a:cubicBezTo>
                <a:cubicBezTo>
                  <a:pt x="2962" y="79"/>
                  <a:pt x="1796" y="961"/>
                  <a:pt x="1796" y="2127"/>
                </a:cubicBezTo>
                <a:cubicBezTo>
                  <a:pt x="1796" y="2379"/>
                  <a:pt x="1827" y="2663"/>
                  <a:pt x="1953" y="2852"/>
                </a:cubicBezTo>
                <a:lnTo>
                  <a:pt x="1071" y="2852"/>
                </a:lnTo>
                <a:cubicBezTo>
                  <a:pt x="882" y="2852"/>
                  <a:pt x="725" y="3009"/>
                  <a:pt x="725" y="3198"/>
                </a:cubicBezTo>
                <a:lnTo>
                  <a:pt x="725" y="3923"/>
                </a:lnTo>
                <a:cubicBezTo>
                  <a:pt x="725" y="4301"/>
                  <a:pt x="851" y="4710"/>
                  <a:pt x="1071" y="4994"/>
                </a:cubicBezTo>
                <a:cubicBezTo>
                  <a:pt x="882" y="4994"/>
                  <a:pt x="725" y="5152"/>
                  <a:pt x="725" y="5341"/>
                </a:cubicBezTo>
                <a:lnTo>
                  <a:pt x="725" y="6034"/>
                </a:lnTo>
                <a:cubicBezTo>
                  <a:pt x="725" y="6443"/>
                  <a:pt x="851" y="6821"/>
                  <a:pt x="1071" y="7105"/>
                </a:cubicBezTo>
                <a:cubicBezTo>
                  <a:pt x="882" y="7105"/>
                  <a:pt x="725" y="7262"/>
                  <a:pt x="725" y="7451"/>
                </a:cubicBezTo>
                <a:lnTo>
                  <a:pt x="725" y="8176"/>
                </a:lnTo>
                <a:cubicBezTo>
                  <a:pt x="725" y="9153"/>
                  <a:pt x="1512" y="9940"/>
                  <a:pt x="2489" y="9940"/>
                </a:cubicBezTo>
                <a:lnTo>
                  <a:pt x="2836" y="9940"/>
                </a:lnTo>
                <a:lnTo>
                  <a:pt x="2836" y="11389"/>
                </a:lnTo>
                <a:lnTo>
                  <a:pt x="378" y="11389"/>
                </a:lnTo>
                <a:cubicBezTo>
                  <a:pt x="158" y="11389"/>
                  <a:pt x="0" y="11547"/>
                  <a:pt x="0" y="11768"/>
                </a:cubicBezTo>
                <a:cubicBezTo>
                  <a:pt x="0" y="11957"/>
                  <a:pt x="158" y="12114"/>
                  <a:pt x="378" y="12114"/>
                </a:cubicBezTo>
                <a:lnTo>
                  <a:pt x="11814" y="12114"/>
                </a:lnTo>
                <a:cubicBezTo>
                  <a:pt x="12035" y="12114"/>
                  <a:pt x="12192" y="11957"/>
                  <a:pt x="12192" y="11768"/>
                </a:cubicBezTo>
                <a:cubicBezTo>
                  <a:pt x="12224" y="11547"/>
                  <a:pt x="12066" y="11389"/>
                  <a:pt x="11846" y="11389"/>
                </a:cubicBezTo>
                <a:lnTo>
                  <a:pt x="9389" y="11389"/>
                </a:lnTo>
                <a:lnTo>
                  <a:pt x="9389" y="9940"/>
                </a:lnTo>
                <a:lnTo>
                  <a:pt x="9735" y="9940"/>
                </a:lnTo>
                <a:cubicBezTo>
                  <a:pt x="10712" y="9940"/>
                  <a:pt x="11499" y="9153"/>
                  <a:pt x="11499" y="8176"/>
                </a:cubicBezTo>
                <a:lnTo>
                  <a:pt x="11499" y="7451"/>
                </a:lnTo>
                <a:cubicBezTo>
                  <a:pt x="11499" y="7262"/>
                  <a:pt x="11342" y="7105"/>
                  <a:pt x="11153" y="7105"/>
                </a:cubicBezTo>
                <a:cubicBezTo>
                  <a:pt x="11373" y="6790"/>
                  <a:pt x="11499" y="6443"/>
                  <a:pt x="11499" y="6034"/>
                </a:cubicBezTo>
                <a:lnTo>
                  <a:pt x="11499" y="5341"/>
                </a:lnTo>
                <a:cubicBezTo>
                  <a:pt x="11499" y="5152"/>
                  <a:pt x="11342" y="4994"/>
                  <a:pt x="11153" y="4994"/>
                </a:cubicBezTo>
                <a:cubicBezTo>
                  <a:pt x="11373" y="4679"/>
                  <a:pt x="11499" y="4301"/>
                  <a:pt x="11499" y="3923"/>
                </a:cubicBezTo>
                <a:lnTo>
                  <a:pt x="11499" y="3198"/>
                </a:lnTo>
                <a:cubicBezTo>
                  <a:pt x="11499" y="3009"/>
                  <a:pt x="11342" y="2852"/>
                  <a:pt x="11153" y="2852"/>
                </a:cubicBezTo>
                <a:lnTo>
                  <a:pt x="10271" y="2852"/>
                </a:lnTo>
                <a:cubicBezTo>
                  <a:pt x="10365" y="2631"/>
                  <a:pt x="10428" y="2379"/>
                  <a:pt x="10428" y="2127"/>
                </a:cubicBezTo>
                <a:cubicBezTo>
                  <a:pt x="10428" y="993"/>
                  <a:pt x="9263" y="79"/>
                  <a:pt x="9231" y="48"/>
                </a:cubicBezTo>
                <a:cubicBezTo>
                  <a:pt x="9168" y="16"/>
                  <a:pt x="9089" y="0"/>
                  <a:pt x="9010" y="0"/>
                </a:cubicBezTo>
                <a:cubicBezTo>
                  <a:pt x="8932" y="0"/>
                  <a:pt x="8853" y="16"/>
                  <a:pt x="8790" y="48"/>
                </a:cubicBezTo>
                <a:cubicBezTo>
                  <a:pt x="8758" y="79"/>
                  <a:pt x="7561" y="961"/>
                  <a:pt x="7561" y="2127"/>
                </a:cubicBezTo>
                <a:cubicBezTo>
                  <a:pt x="7561" y="2379"/>
                  <a:pt x="7624" y="2663"/>
                  <a:pt x="7719" y="2852"/>
                </a:cubicBezTo>
                <a:lnTo>
                  <a:pt x="6868" y="2852"/>
                </a:lnTo>
                <a:cubicBezTo>
                  <a:pt x="6679" y="2852"/>
                  <a:pt x="6522" y="3009"/>
                  <a:pt x="6522" y="3198"/>
                </a:cubicBezTo>
                <a:lnTo>
                  <a:pt x="6522" y="3923"/>
                </a:lnTo>
                <a:cubicBezTo>
                  <a:pt x="6522" y="4301"/>
                  <a:pt x="6616" y="4710"/>
                  <a:pt x="6868" y="4994"/>
                </a:cubicBezTo>
                <a:cubicBezTo>
                  <a:pt x="6679" y="4994"/>
                  <a:pt x="6522" y="5152"/>
                  <a:pt x="6522" y="5341"/>
                </a:cubicBezTo>
                <a:lnTo>
                  <a:pt x="6522" y="6034"/>
                </a:lnTo>
                <a:cubicBezTo>
                  <a:pt x="6522" y="6443"/>
                  <a:pt x="6616" y="6821"/>
                  <a:pt x="6868" y="7105"/>
                </a:cubicBezTo>
                <a:cubicBezTo>
                  <a:pt x="6679" y="7105"/>
                  <a:pt x="6522" y="7262"/>
                  <a:pt x="6522" y="7451"/>
                </a:cubicBezTo>
                <a:lnTo>
                  <a:pt x="6522" y="8176"/>
                </a:lnTo>
                <a:cubicBezTo>
                  <a:pt x="6522" y="9153"/>
                  <a:pt x="7309" y="9940"/>
                  <a:pt x="8286" y="9940"/>
                </a:cubicBezTo>
                <a:lnTo>
                  <a:pt x="8632" y="9940"/>
                </a:lnTo>
                <a:lnTo>
                  <a:pt x="8632" y="11389"/>
                </a:lnTo>
                <a:lnTo>
                  <a:pt x="3592" y="11389"/>
                </a:lnTo>
                <a:lnTo>
                  <a:pt x="3592" y="9940"/>
                </a:lnTo>
                <a:lnTo>
                  <a:pt x="3938" y="9940"/>
                </a:lnTo>
                <a:cubicBezTo>
                  <a:pt x="4946" y="9940"/>
                  <a:pt x="5734" y="9153"/>
                  <a:pt x="5734" y="8176"/>
                </a:cubicBezTo>
                <a:lnTo>
                  <a:pt x="5734" y="7451"/>
                </a:lnTo>
                <a:cubicBezTo>
                  <a:pt x="5734" y="7262"/>
                  <a:pt x="5576" y="7105"/>
                  <a:pt x="5356" y="7105"/>
                </a:cubicBezTo>
                <a:cubicBezTo>
                  <a:pt x="5608" y="6790"/>
                  <a:pt x="5734" y="6443"/>
                  <a:pt x="5734" y="6034"/>
                </a:cubicBezTo>
                <a:lnTo>
                  <a:pt x="5734" y="5341"/>
                </a:lnTo>
                <a:cubicBezTo>
                  <a:pt x="5734" y="5152"/>
                  <a:pt x="5576" y="4994"/>
                  <a:pt x="5356" y="4994"/>
                </a:cubicBezTo>
                <a:cubicBezTo>
                  <a:pt x="5608" y="4679"/>
                  <a:pt x="5734" y="4301"/>
                  <a:pt x="5734" y="3923"/>
                </a:cubicBezTo>
                <a:lnTo>
                  <a:pt x="5734" y="3198"/>
                </a:lnTo>
                <a:cubicBezTo>
                  <a:pt x="5734" y="3009"/>
                  <a:pt x="5576" y="2852"/>
                  <a:pt x="5356" y="2852"/>
                </a:cubicBezTo>
                <a:lnTo>
                  <a:pt x="4505" y="2852"/>
                </a:lnTo>
                <a:cubicBezTo>
                  <a:pt x="4568" y="2631"/>
                  <a:pt x="4663" y="2379"/>
                  <a:pt x="4663" y="2127"/>
                </a:cubicBezTo>
                <a:cubicBezTo>
                  <a:pt x="4663" y="993"/>
                  <a:pt x="3466" y="79"/>
                  <a:pt x="3434" y="48"/>
                </a:cubicBezTo>
                <a:cubicBezTo>
                  <a:pt x="3371" y="16"/>
                  <a:pt x="3292" y="0"/>
                  <a:pt x="32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80" name="Google Shape;16880;p86"/>
          <p:cNvGrpSpPr/>
          <p:nvPr/>
        </p:nvGrpSpPr>
        <p:grpSpPr>
          <a:xfrm>
            <a:off x="10565234" y="3063668"/>
            <a:ext cx="491149" cy="559085"/>
            <a:chOff x="4995050" y="3245650"/>
            <a:chExt cx="236950" cy="269725"/>
          </a:xfrm>
        </p:grpSpPr>
        <p:sp>
          <p:nvSpPr>
            <p:cNvPr id="16881" name="Google Shape;16881;p86"/>
            <p:cNvSpPr/>
            <p:nvPr/>
          </p:nvSpPr>
          <p:spPr>
            <a:xfrm>
              <a:off x="5074475"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503" y="642"/>
                    <a:pt x="642" y="502"/>
                    <a:pt x="642" y="307"/>
                  </a:cubicBezTo>
                  <a:cubicBezTo>
                    <a:pt x="642" y="140"/>
                    <a:pt x="503"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2" name="Google Shape;16882;p86"/>
            <p:cNvSpPr/>
            <p:nvPr/>
          </p:nvSpPr>
          <p:spPr>
            <a:xfrm>
              <a:off x="5137200"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474" y="642"/>
                    <a:pt x="614" y="502"/>
                    <a:pt x="614" y="307"/>
                  </a:cubicBezTo>
                  <a:cubicBezTo>
                    <a:pt x="642" y="140"/>
                    <a:pt x="474"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3" name="Google Shape;16883;p86"/>
            <p:cNvSpPr/>
            <p:nvPr/>
          </p:nvSpPr>
          <p:spPr>
            <a:xfrm>
              <a:off x="5089125" y="3371950"/>
              <a:ext cx="48100" cy="63100"/>
            </a:xfrm>
            <a:custGeom>
              <a:avLst/>
              <a:gdLst/>
              <a:ahLst/>
              <a:cxnLst/>
              <a:rect l="l" t="t" r="r" b="b"/>
              <a:pathLst>
                <a:path w="1924" h="2524" extrusionOk="0">
                  <a:moveTo>
                    <a:pt x="976" y="774"/>
                  </a:moveTo>
                  <a:lnTo>
                    <a:pt x="1227" y="1025"/>
                  </a:lnTo>
                  <a:lnTo>
                    <a:pt x="976" y="1499"/>
                  </a:lnTo>
                  <a:lnTo>
                    <a:pt x="753" y="1025"/>
                  </a:lnTo>
                  <a:lnTo>
                    <a:pt x="976" y="774"/>
                  </a:lnTo>
                  <a:close/>
                  <a:moveTo>
                    <a:pt x="976" y="1"/>
                  </a:moveTo>
                  <a:cubicBezTo>
                    <a:pt x="899" y="1"/>
                    <a:pt x="822" y="36"/>
                    <a:pt x="753" y="105"/>
                  </a:cubicBezTo>
                  <a:lnTo>
                    <a:pt x="112" y="747"/>
                  </a:lnTo>
                  <a:cubicBezTo>
                    <a:pt x="0" y="858"/>
                    <a:pt x="0" y="997"/>
                    <a:pt x="56" y="1081"/>
                  </a:cubicBezTo>
                  <a:lnTo>
                    <a:pt x="669" y="2335"/>
                  </a:lnTo>
                  <a:cubicBezTo>
                    <a:pt x="725" y="2461"/>
                    <a:pt x="836" y="2524"/>
                    <a:pt x="948" y="2524"/>
                  </a:cubicBezTo>
                  <a:cubicBezTo>
                    <a:pt x="1059" y="2524"/>
                    <a:pt x="1171" y="2461"/>
                    <a:pt x="1227" y="2335"/>
                  </a:cubicBezTo>
                  <a:lnTo>
                    <a:pt x="1840" y="1081"/>
                  </a:lnTo>
                  <a:cubicBezTo>
                    <a:pt x="1924" y="997"/>
                    <a:pt x="1896" y="802"/>
                    <a:pt x="1784" y="747"/>
                  </a:cubicBezTo>
                  <a:lnTo>
                    <a:pt x="1199" y="105"/>
                  </a:lnTo>
                  <a:cubicBezTo>
                    <a:pt x="1129" y="36"/>
                    <a:pt x="1052" y="1"/>
                    <a:pt x="9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84" name="Google Shape;16884;p86"/>
            <p:cNvGrpSpPr/>
            <p:nvPr/>
          </p:nvGrpSpPr>
          <p:grpSpPr>
            <a:xfrm>
              <a:off x="4995050" y="3245650"/>
              <a:ext cx="236950" cy="269725"/>
              <a:chOff x="4995050" y="3245650"/>
              <a:chExt cx="236950" cy="269725"/>
            </a:xfrm>
          </p:grpSpPr>
          <p:sp>
            <p:nvSpPr>
              <p:cNvPr id="16885" name="Google Shape;16885;p86"/>
              <p:cNvSpPr/>
              <p:nvPr/>
            </p:nvSpPr>
            <p:spPr>
              <a:xfrm>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6" name="Google Shape;16886;p86"/>
              <p:cNvSpPr/>
              <p:nvPr/>
            </p:nvSpPr>
            <p:spPr>
              <a:xfrm flipH="1">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6887" name="Google Shape;16887;p86"/>
          <p:cNvGrpSpPr/>
          <p:nvPr/>
        </p:nvGrpSpPr>
        <p:grpSpPr>
          <a:xfrm>
            <a:off x="7364958" y="2252992"/>
            <a:ext cx="644999" cy="641723"/>
            <a:chOff x="4724650" y="2885700"/>
            <a:chExt cx="270750" cy="269375"/>
          </a:xfrm>
        </p:grpSpPr>
        <p:sp>
          <p:nvSpPr>
            <p:cNvPr id="16888" name="Google Shape;16888;p86"/>
            <p:cNvSpPr/>
            <p:nvPr/>
          </p:nvSpPr>
          <p:spPr>
            <a:xfrm flipH="1">
              <a:off x="472500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9" name="Google Shape;16889;p86"/>
            <p:cNvSpPr/>
            <p:nvPr/>
          </p:nvSpPr>
          <p:spPr>
            <a:xfrm>
              <a:off x="472465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0" name="Google Shape;16890;p86"/>
            <p:cNvSpPr/>
            <p:nvPr/>
          </p:nvSpPr>
          <p:spPr>
            <a:xfrm>
              <a:off x="4900250" y="3027525"/>
              <a:ext cx="16075" cy="15350"/>
            </a:xfrm>
            <a:custGeom>
              <a:avLst/>
              <a:gdLst/>
              <a:ahLst/>
              <a:cxnLst/>
              <a:rect l="l" t="t" r="r" b="b"/>
              <a:pathLst>
                <a:path w="643" h="614" extrusionOk="0">
                  <a:moveTo>
                    <a:pt x="308" y="1"/>
                  </a:moveTo>
                  <a:cubicBezTo>
                    <a:pt x="140" y="1"/>
                    <a:pt x="1" y="140"/>
                    <a:pt x="1" y="307"/>
                  </a:cubicBezTo>
                  <a:cubicBezTo>
                    <a:pt x="1" y="474"/>
                    <a:pt x="140" y="614"/>
                    <a:pt x="308" y="614"/>
                  </a:cubicBezTo>
                  <a:cubicBezTo>
                    <a:pt x="503" y="614"/>
                    <a:pt x="642" y="474"/>
                    <a:pt x="642" y="307"/>
                  </a:cubicBezTo>
                  <a:cubicBezTo>
                    <a:pt x="642" y="140"/>
                    <a:pt x="503" y="1"/>
                    <a:pt x="3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1" name="Google Shape;16891;p86"/>
            <p:cNvSpPr/>
            <p:nvPr/>
          </p:nvSpPr>
          <p:spPr>
            <a:xfrm>
              <a:off x="4805475" y="3027525"/>
              <a:ext cx="15375" cy="15350"/>
            </a:xfrm>
            <a:custGeom>
              <a:avLst/>
              <a:gdLst/>
              <a:ahLst/>
              <a:cxnLst/>
              <a:rect l="l" t="t" r="r" b="b"/>
              <a:pathLst>
                <a:path w="615" h="614" extrusionOk="0">
                  <a:moveTo>
                    <a:pt x="308" y="1"/>
                  </a:moveTo>
                  <a:cubicBezTo>
                    <a:pt x="140" y="1"/>
                    <a:pt x="1" y="140"/>
                    <a:pt x="1" y="307"/>
                  </a:cubicBezTo>
                  <a:cubicBezTo>
                    <a:pt x="1" y="474"/>
                    <a:pt x="140" y="614"/>
                    <a:pt x="308" y="614"/>
                  </a:cubicBezTo>
                  <a:cubicBezTo>
                    <a:pt x="475" y="614"/>
                    <a:pt x="614" y="474"/>
                    <a:pt x="614" y="307"/>
                  </a:cubicBezTo>
                  <a:cubicBezTo>
                    <a:pt x="614" y="140"/>
                    <a:pt x="475" y="1"/>
                    <a:pt x="3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2" name="Google Shape;16892;p86"/>
            <p:cNvSpPr/>
            <p:nvPr/>
          </p:nvSpPr>
          <p:spPr>
            <a:xfrm>
              <a:off x="4820825" y="2932750"/>
              <a:ext cx="16050" cy="32075"/>
            </a:xfrm>
            <a:custGeom>
              <a:avLst/>
              <a:gdLst/>
              <a:ahLst/>
              <a:cxnLst/>
              <a:rect l="l" t="t" r="r" b="b"/>
              <a:pathLst>
                <a:path w="642" h="1283" extrusionOk="0">
                  <a:moveTo>
                    <a:pt x="335" y="1"/>
                  </a:moveTo>
                  <a:cubicBezTo>
                    <a:pt x="140" y="1"/>
                    <a:pt x="0" y="140"/>
                    <a:pt x="0" y="335"/>
                  </a:cubicBezTo>
                  <a:lnTo>
                    <a:pt x="0" y="948"/>
                  </a:lnTo>
                  <a:cubicBezTo>
                    <a:pt x="0" y="1143"/>
                    <a:pt x="140" y="1283"/>
                    <a:pt x="335" y="1283"/>
                  </a:cubicBezTo>
                  <a:cubicBezTo>
                    <a:pt x="502" y="1283"/>
                    <a:pt x="641" y="1143"/>
                    <a:pt x="641" y="948"/>
                  </a:cubicBezTo>
                  <a:lnTo>
                    <a:pt x="641" y="335"/>
                  </a:lnTo>
                  <a:cubicBezTo>
                    <a:pt x="641" y="140"/>
                    <a:pt x="502" y="1"/>
                    <a:pt x="3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3" name="Google Shape;16893;p86"/>
            <p:cNvSpPr/>
            <p:nvPr/>
          </p:nvSpPr>
          <p:spPr>
            <a:xfrm>
              <a:off x="4884925" y="2932750"/>
              <a:ext cx="15350" cy="32075"/>
            </a:xfrm>
            <a:custGeom>
              <a:avLst/>
              <a:gdLst/>
              <a:ahLst/>
              <a:cxnLst/>
              <a:rect l="l" t="t" r="r" b="b"/>
              <a:pathLst>
                <a:path w="614" h="1283" extrusionOk="0">
                  <a:moveTo>
                    <a:pt x="307" y="1"/>
                  </a:moveTo>
                  <a:cubicBezTo>
                    <a:pt x="112" y="1"/>
                    <a:pt x="1" y="140"/>
                    <a:pt x="1" y="335"/>
                  </a:cubicBezTo>
                  <a:lnTo>
                    <a:pt x="1" y="948"/>
                  </a:lnTo>
                  <a:cubicBezTo>
                    <a:pt x="1" y="1143"/>
                    <a:pt x="112" y="1283"/>
                    <a:pt x="307" y="1283"/>
                  </a:cubicBezTo>
                  <a:cubicBezTo>
                    <a:pt x="475" y="1283"/>
                    <a:pt x="614" y="1143"/>
                    <a:pt x="614" y="948"/>
                  </a:cubicBezTo>
                  <a:lnTo>
                    <a:pt x="614" y="335"/>
                  </a:lnTo>
                  <a:cubicBezTo>
                    <a:pt x="614" y="140"/>
                    <a:pt x="475"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4" name="Google Shape;16894;p86"/>
            <p:cNvSpPr/>
            <p:nvPr/>
          </p:nvSpPr>
          <p:spPr>
            <a:xfrm>
              <a:off x="4852175" y="2948775"/>
              <a:ext cx="16050" cy="31400"/>
            </a:xfrm>
            <a:custGeom>
              <a:avLst/>
              <a:gdLst/>
              <a:ahLst/>
              <a:cxnLst/>
              <a:rect l="l" t="t" r="r" b="b"/>
              <a:pathLst>
                <a:path w="642" h="1256" extrusionOk="0">
                  <a:moveTo>
                    <a:pt x="335" y="1"/>
                  </a:moveTo>
                  <a:cubicBezTo>
                    <a:pt x="140" y="1"/>
                    <a:pt x="1" y="140"/>
                    <a:pt x="1" y="307"/>
                  </a:cubicBezTo>
                  <a:lnTo>
                    <a:pt x="1" y="948"/>
                  </a:lnTo>
                  <a:cubicBezTo>
                    <a:pt x="1" y="1116"/>
                    <a:pt x="140" y="1255"/>
                    <a:pt x="335" y="1255"/>
                  </a:cubicBezTo>
                  <a:cubicBezTo>
                    <a:pt x="502" y="1255"/>
                    <a:pt x="642" y="1116"/>
                    <a:pt x="642" y="948"/>
                  </a:cubicBezTo>
                  <a:lnTo>
                    <a:pt x="642" y="307"/>
                  </a:lnTo>
                  <a:cubicBezTo>
                    <a:pt x="642" y="140"/>
                    <a:pt x="502" y="1"/>
                    <a:pt x="3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95" name="Google Shape;16895;p86"/>
          <p:cNvGrpSpPr/>
          <p:nvPr/>
        </p:nvGrpSpPr>
        <p:grpSpPr>
          <a:xfrm>
            <a:off x="5854432" y="2245160"/>
            <a:ext cx="519233" cy="623763"/>
            <a:chOff x="4459350" y="2882125"/>
            <a:chExt cx="228375" cy="274350"/>
          </a:xfrm>
        </p:grpSpPr>
        <p:sp>
          <p:nvSpPr>
            <p:cNvPr id="16896" name="Google Shape;16896;p86"/>
            <p:cNvSpPr/>
            <p:nvPr/>
          </p:nvSpPr>
          <p:spPr>
            <a:xfrm>
              <a:off x="4537175" y="3045650"/>
              <a:ext cx="15375" cy="15350"/>
            </a:xfrm>
            <a:custGeom>
              <a:avLst/>
              <a:gdLst/>
              <a:ahLst/>
              <a:cxnLst/>
              <a:rect l="l" t="t" r="r" b="b"/>
              <a:pathLst>
                <a:path w="615" h="614" extrusionOk="0">
                  <a:moveTo>
                    <a:pt x="308" y="0"/>
                  </a:moveTo>
                  <a:cubicBezTo>
                    <a:pt x="140" y="0"/>
                    <a:pt x="1" y="140"/>
                    <a:pt x="1" y="307"/>
                  </a:cubicBezTo>
                  <a:cubicBezTo>
                    <a:pt x="1" y="474"/>
                    <a:pt x="140" y="614"/>
                    <a:pt x="308" y="614"/>
                  </a:cubicBezTo>
                  <a:cubicBezTo>
                    <a:pt x="475" y="614"/>
                    <a:pt x="614" y="474"/>
                    <a:pt x="614" y="307"/>
                  </a:cubicBezTo>
                  <a:cubicBezTo>
                    <a:pt x="614" y="140"/>
                    <a:pt x="475" y="0"/>
                    <a:pt x="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7" name="Google Shape;16897;p86"/>
            <p:cNvSpPr/>
            <p:nvPr/>
          </p:nvSpPr>
          <p:spPr>
            <a:xfrm>
              <a:off x="4599900" y="3045650"/>
              <a:ext cx="15350" cy="15350"/>
            </a:xfrm>
            <a:custGeom>
              <a:avLst/>
              <a:gdLst/>
              <a:ahLst/>
              <a:cxnLst/>
              <a:rect l="l" t="t" r="r" b="b"/>
              <a:pathLst>
                <a:path w="614" h="614" extrusionOk="0">
                  <a:moveTo>
                    <a:pt x="307" y="0"/>
                  </a:moveTo>
                  <a:cubicBezTo>
                    <a:pt x="140" y="0"/>
                    <a:pt x="1" y="140"/>
                    <a:pt x="1" y="307"/>
                  </a:cubicBezTo>
                  <a:cubicBezTo>
                    <a:pt x="1" y="474"/>
                    <a:pt x="140" y="614"/>
                    <a:pt x="307" y="614"/>
                  </a:cubicBezTo>
                  <a:cubicBezTo>
                    <a:pt x="475" y="614"/>
                    <a:pt x="614" y="474"/>
                    <a:pt x="614" y="307"/>
                  </a:cubicBezTo>
                  <a:cubicBezTo>
                    <a:pt x="614" y="140"/>
                    <a:pt x="475"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8" name="Google Shape;16898;p86"/>
            <p:cNvSpPr/>
            <p:nvPr/>
          </p:nvSpPr>
          <p:spPr>
            <a:xfrm>
              <a:off x="446470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9" name="Google Shape;16899;p86"/>
            <p:cNvSpPr/>
            <p:nvPr/>
          </p:nvSpPr>
          <p:spPr>
            <a:xfrm flipH="1">
              <a:off x="445935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00" name="Google Shape;16900;p86"/>
            <p:cNvSpPr/>
            <p:nvPr/>
          </p:nvSpPr>
          <p:spPr>
            <a:xfrm rot="-537108">
              <a:off x="4468759"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sp>
          <p:nvSpPr>
            <p:cNvPr id="16901" name="Google Shape;16901;p86"/>
            <p:cNvSpPr/>
            <p:nvPr/>
          </p:nvSpPr>
          <p:spPr>
            <a:xfrm rot="537108" flipH="1">
              <a:off x="4653897"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grpSp>
      <p:sp>
        <p:nvSpPr>
          <p:cNvPr id="16902" name="Google Shape;16902;p86"/>
          <p:cNvSpPr txBox="1"/>
          <p:nvPr/>
        </p:nvSpPr>
        <p:spPr>
          <a:xfrm>
            <a:off x="1627333" y="1447800"/>
            <a:ext cx="9396400" cy="643200"/>
          </a:xfrm>
          <a:prstGeom prst="rect">
            <a:avLst/>
          </a:prstGeom>
          <a:noFill/>
          <a:ln>
            <a:noFill/>
          </a:ln>
        </p:spPr>
        <p:txBody>
          <a:bodyPr spcFirstLastPara="1" wrap="square" lIns="121900" tIns="121900" rIns="121900" bIns="121900" anchor="t" anchorCtr="0">
            <a:noAutofit/>
          </a:bodyPr>
          <a:lstStyle/>
          <a:p>
            <a:pPr algn="ctr"/>
            <a:r>
              <a:rPr lang="en" sz="3200">
                <a:solidFill>
                  <a:srgbClr val="FFFFFF"/>
                </a:solidFill>
              </a:rPr>
              <a:t>Nature Icons</a:t>
            </a:r>
            <a:endParaRPr sz="3200">
              <a:solidFill>
                <a:srgbClr val="FFFFFF"/>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6906"/>
        <p:cNvGrpSpPr/>
        <p:nvPr/>
      </p:nvGrpSpPr>
      <p:grpSpPr>
        <a:xfrm>
          <a:off x="0" y="0"/>
          <a:ext cx="0" cy="0"/>
          <a:chOff x="0" y="0"/>
          <a:chExt cx="0" cy="0"/>
        </a:xfrm>
      </p:grpSpPr>
      <p:sp>
        <p:nvSpPr>
          <p:cNvPr id="16907" name="Google Shape;16907;p87"/>
          <p:cNvSpPr txBox="1">
            <a:spLocks noGrp="1"/>
          </p:cNvSpPr>
          <p:nvPr>
            <p:ph type="title" idx="4294967295"/>
          </p:nvPr>
        </p:nvSpPr>
        <p:spPr>
          <a:xfrm>
            <a:off x="1424133" y="1244600"/>
            <a:ext cx="93964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sp>
        <p:nvSpPr>
          <p:cNvPr id="16908" name="Google Shape;16908;p87"/>
          <p:cNvSpPr/>
          <p:nvPr/>
        </p:nvSpPr>
        <p:spPr>
          <a:xfrm>
            <a:off x="1125467" y="2173519"/>
            <a:ext cx="577712" cy="563708"/>
          </a:xfrm>
          <a:custGeom>
            <a:avLst/>
            <a:gdLst/>
            <a:ahLst/>
            <a:cxnLst/>
            <a:rect l="l" t="t" r="r" b="b"/>
            <a:pathLst>
              <a:path w="12004" h="11713" extrusionOk="0">
                <a:moveTo>
                  <a:pt x="8633" y="2088"/>
                </a:moveTo>
                <a:cubicBezTo>
                  <a:pt x="8900" y="2088"/>
                  <a:pt x="9168" y="2182"/>
                  <a:pt x="9357" y="2371"/>
                </a:cubicBezTo>
                <a:cubicBezTo>
                  <a:pt x="9767" y="2781"/>
                  <a:pt x="9767" y="3442"/>
                  <a:pt x="9357" y="3820"/>
                </a:cubicBezTo>
                <a:lnTo>
                  <a:pt x="8128" y="5018"/>
                </a:lnTo>
                <a:cubicBezTo>
                  <a:pt x="7939" y="4702"/>
                  <a:pt x="7750" y="4419"/>
                  <a:pt x="7498" y="4135"/>
                </a:cubicBezTo>
                <a:cubicBezTo>
                  <a:pt x="7278" y="3915"/>
                  <a:pt x="6994" y="3726"/>
                  <a:pt x="6679" y="3568"/>
                </a:cubicBezTo>
                <a:lnTo>
                  <a:pt x="7908" y="2371"/>
                </a:lnTo>
                <a:cubicBezTo>
                  <a:pt x="8097" y="2182"/>
                  <a:pt x="8365" y="2088"/>
                  <a:pt x="8633" y="2088"/>
                </a:cubicBezTo>
                <a:close/>
                <a:moveTo>
                  <a:pt x="5230" y="5333"/>
                </a:moveTo>
                <a:cubicBezTo>
                  <a:pt x="5514" y="5333"/>
                  <a:pt x="5829" y="5396"/>
                  <a:pt x="6018" y="5648"/>
                </a:cubicBezTo>
                <a:cubicBezTo>
                  <a:pt x="6207" y="5837"/>
                  <a:pt x="6333" y="6120"/>
                  <a:pt x="6333" y="6435"/>
                </a:cubicBezTo>
                <a:cubicBezTo>
                  <a:pt x="6049" y="6435"/>
                  <a:pt x="5766" y="6309"/>
                  <a:pt x="5545" y="6120"/>
                </a:cubicBezTo>
                <a:cubicBezTo>
                  <a:pt x="5356" y="5931"/>
                  <a:pt x="5230" y="5648"/>
                  <a:pt x="5230" y="5333"/>
                </a:cubicBezTo>
                <a:close/>
                <a:moveTo>
                  <a:pt x="8617" y="717"/>
                </a:moveTo>
                <a:cubicBezTo>
                  <a:pt x="9223" y="717"/>
                  <a:pt x="9830" y="953"/>
                  <a:pt x="10302" y="1426"/>
                </a:cubicBezTo>
                <a:cubicBezTo>
                  <a:pt x="11247" y="2340"/>
                  <a:pt x="11247" y="3883"/>
                  <a:pt x="10302" y="4828"/>
                </a:cubicBezTo>
                <a:lnTo>
                  <a:pt x="8381" y="6719"/>
                </a:lnTo>
                <a:cubicBezTo>
                  <a:pt x="8412" y="6404"/>
                  <a:pt x="8412" y="6089"/>
                  <a:pt x="8349" y="5774"/>
                </a:cubicBezTo>
                <a:lnTo>
                  <a:pt x="9798" y="4356"/>
                </a:lnTo>
                <a:cubicBezTo>
                  <a:pt x="10460" y="3663"/>
                  <a:pt x="10460" y="2560"/>
                  <a:pt x="9798" y="1930"/>
                </a:cubicBezTo>
                <a:cubicBezTo>
                  <a:pt x="9467" y="1599"/>
                  <a:pt x="9034" y="1434"/>
                  <a:pt x="8601" y="1434"/>
                </a:cubicBezTo>
                <a:cubicBezTo>
                  <a:pt x="8168" y="1434"/>
                  <a:pt x="7735" y="1599"/>
                  <a:pt x="7404" y="1930"/>
                </a:cubicBezTo>
                <a:cubicBezTo>
                  <a:pt x="7309" y="2025"/>
                  <a:pt x="5356" y="3946"/>
                  <a:pt x="5073" y="4230"/>
                </a:cubicBezTo>
                <a:cubicBezTo>
                  <a:pt x="4411" y="4892"/>
                  <a:pt x="4411" y="5963"/>
                  <a:pt x="5073" y="6624"/>
                </a:cubicBezTo>
                <a:cubicBezTo>
                  <a:pt x="5356" y="6908"/>
                  <a:pt x="5671" y="7065"/>
                  <a:pt x="6049" y="7097"/>
                </a:cubicBezTo>
                <a:lnTo>
                  <a:pt x="5514" y="7664"/>
                </a:lnTo>
                <a:cubicBezTo>
                  <a:pt x="5167" y="7538"/>
                  <a:pt x="4883" y="7349"/>
                  <a:pt x="4600" y="7097"/>
                </a:cubicBezTo>
                <a:cubicBezTo>
                  <a:pt x="3655" y="6152"/>
                  <a:pt x="3655" y="4671"/>
                  <a:pt x="4600" y="3726"/>
                </a:cubicBezTo>
                <a:lnTo>
                  <a:pt x="6931" y="1426"/>
                </a:lnTo>
                <a:cubicBezTo>
                  <a:pt x="7404" y="953"/>
                  <a:pt x="8010" y="717"/>
                  <a:pt x="8617" y="717"/>
                </a:cubicBezTo>
                <a:close/>
                <a:moveTo>
                  <a:pt x="3497" y="6719"/>
                </a:moveTo>
                <a:cubicBezTo>
                  <a:pt x="3655" y="7034"/>
                  <a:pt x="3844" y="7286"/>
                  <a:pt x="4127" y="7569"/>
                </a:cubicBezTo>
                <a:cubicBezTo>
                  <a:pt x="4348" y="7821"/>
                  <a:pt x="4663" y="8042"/>
                  <a:pt x="4978" y="8168"/>
                </a:cubicBezTo>
                <a:lnTo>
                  <a:pt x="3812" y="9334"/>
                </a:lnTo>
                <a:cubicBezTo>
                  <a:pt x="3608" y="9538"/>
                  <a:pt x="3340" y="9641"/>
                  <a:pt x="3076" y="9641"/>
                </a:cubicBezTo>
                <a:cubicBezTo>
                  <a:pt x="2812" y="9641"/>
                  <a:pt x="2552" y="9538"/>
                  <a:pt x="2363" y="9334"/>
                </a:cubicBezTo>
                <a:cubicBezTo>
                  <a:pt x="1954" y="8956"/>
                  <a:pt x="1954" y="8294"/>
                  <a:pt x="2363" y="7884"/>
                </a:cubicBezTo>
                <a:lnTo>
                  <a:pt x="3497" y="6719"/>
                </a:lnTo>
                <a:close/>
                <a:moveTo>
                  <a:pt x="6112" y="4135"/>
                </a:moveTo>
                <a:cubicBezTo>
                  <a:pt x="6396" y="4261"/>
                  <a:pt x="6742" y="4450"/>
                  <a:pt x="6963" y="4702"/>
                </a:cubicBezTo>
                <a:cubicBezTo>
                  <a:pt x="7908" y="5648"/>
                  <a:pt x="7908" y="7128"/>
                  <a:pt x="6963" y="8073"/>
                </a:cubicBezTo>
                <a:lnTo>
                  <a:pt x="4757" y="10342"/>
                </a:lnTo>
                <a:cubicBezTo>
                  <a:pt x="4285" y="10814"/>
                  <a:pt x="3671" y="11051"/>
                  <a:pt x="3056" y="11051"/>
                </a:cubicBezTo>
                <a:cubicBezTo>
                  <a:pt x="2442" y="11051"/>
                  <a:pt x="1828" y="10814"/>
                  <a:pt x="1355" y="10342"/>
                </a:cubicBezTo>
                <a:cubicBezTo>
                  <a:pt x="945" y="9901"/>
                  <a:pt x="662" y="9271"/>
                  <a:pt x="662" y="8641"/>
                </a:cubicBezTo>
                <a:cubicBezTo>
                  <a:pt x="662" y="8010"/>
                  <a:pt x="882" y="7380"/>
                  <a:pt x="1355" y="6939"/>
                </a:cubicBezTo>
                <a:lnTo>
                  <a:pt x="3214" y="5081"/>
                </a:lnTo>
                <a:lnTo>
                  <a:pt x="3214" y="5081"/>
                </a:lnTo>
                <a:cubicBezTo>
                  <a:pt x="3182" y="5396"/>
                  <a:pt x="3214" y="5679"/>
                  <a:pt x="3245" y="5994"/>
                </a:cubicBezTo>
                <a:lnTo>
                  <a:pt x="1828" y="7443"/>
                </a:lnTo>
                <a:cubicBezTo>
                  <a:pt x="1166" y="8105"/>
                  <a:pt x="1166" y="9176"/>
                  <a:pt x="1828" y="9838"/>
                </a:cubicBezTo>
                <a:cubicBezTo>
                  <a:pt x="2174" y="10184"/>
                  <a:pt x="2623" y="10358"/>
                  <a:pt x="3064" y="10358"/>
                </a:cubicBezTo>
                <a:cubicBezTo>
                  <a:pt x="3505" y="10358"/>
                  <a:pt x="3938" y="10184"/>
                  <a:pt x="4253" y="9838"/>
                </a:cubicBezTo>
                <a:lnTo>
                  <a:pt x="6490" y="7569"/>
                </a:lnTo>
                <a:cubicBezTo>
                  <a:pt x="7152" y="6908"/>
                  <a:pt x="7152" y="5837"/>
                  <a:pt x="6490" y="5175"/>
                </a:cubicBezTo>
                <a:cubicBezTo>
                  <a:pt x="6207" y="4892"/>
                  <a:pt x="5892" y="4734"/>
                  <a:pt x="5514" y="4702"/>
                </a:cubicBezTo>
                <a:lnTo>
                  <a:pt x="6112" y="4135"/>
                </a:lnTo>
                <a:close/>
                <a:moveTo>
                  <a:pt x="8585" y="0"/>
                </a:moveTo>
                <a:cubicBezTo>
                  <a:pt x="7798" y="0"/>
                  <a:pt x="7010" y="308"/>
                  <a:pt x="6396" y="922"/>
                </a:cubicBezTo>
                <a:lnTo>
                  <a:pt x="4096" y="3190"/>
                </a:lnTo>
                <a:lnTo>
                  <a:pt x="882" y="6467"/>
                </a:lnTo>
                <a:cubicBezTo>
                  <a:pt x="315" y="7065"/>
                  <a:pt x="0" y="7821"/>
                  <a:pt x="0" y="8641"/>
                </a:cubicBezTo>
                <a:cubicBezTo>
                  <a:pt x="0" y="9460"/>
                  <a:pt x="315" y="10247"/>
                  <a:pt x="882" y="10814"/>
                </a:cubicBezTo>
                <a:cubicBezTo>
                  <a:pt x="1497" y="11413"/>
                  <a:pt x="2284" y="11712"/>
                  <a:pt x="3072" y="11712"/>
                </a:cubicBezTo>
                <a:cubicBezTo>
                  <a:pt x="3860" y="11712"/>
                  <a:pt x="4647" y="11413"/>
                  <a:pt x="5262" y="10814"/>
                </a:cubicBezTo>
                <a:cubicBezTo>
                  <a:pt x="8034" y="8010"/>
                  <a:pt x="6837" y="9145"/>
                  <a:pt x="10775" y="5301"/>
                </a:cubicBezTo>
                <a:cubicBezTo>
                  <a:pt x="12004" y="4072"/>
                  <a:pt x="12004" y="2151"/>
                  <a:pt x="10775" y="922"/>
                </a:cubicBezTo>
                <a:cubicBezTo>
                  <a:pt x="10161" y="308"/>
                  <a:pt x="9373" y="0"/>
                  <a:pt x="85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09" name="Google Shape;16909;p87"/>
          <p:cNvGrpSpPr/>
          <p:nvPr/>
        </p:nvGrpSpPr>
        <p:grpSpPr>
          <a:xfrm>
            <a:off x="1129443" y="2853883"/>
            <a:ext cx="568616" cy="561061"/>
            <a:chOff x="-6713450" y="2397900"/>
            <a:chExt cx="295375" cy="291450"/>
          </a:xfrm>
        </p:grpSpPr>
        <p:sp>
          <p:nvSpPr>
            <p:cNvPr id="16910" name="Google Shape;16910;p87"/>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11" name="Google Shape;16911;p87"/>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912" name="Google Shape;16912;p87"/>
          <p:cNvSpPr/>
          <p:nvPr/>
        </p:nvSpPr>
        <p:spPr>
          <a:xfrm>
            <a:off x="1145900" y="3546972"/>
            <a:ext cx="568665" cy="562552"/>
          </a:xfrm>
          <a:custGeom>
            <a:avLst/>
            <a:gdLst/>
            <a:ahLst/>
            <a:cxnLst/>
            <a:rect l="l" t="t" r="r" b="b"/>
            <a:pathLst>
              <a:path w="11816" h="11689" extrusionOk="0">
                <a:moveTo>
                  <a:pt x="7026" y="757"/>
                </a:moveTo>
                <a:lnTo>
                  <a:pt x="7026" y="2710"/>
                </a:lnTo>
                <a:lnTo>
                  <a:pt x="5829" y="2710"/>
                </a:lnTo>
                <a:cubicBezTo>
                  <a:pt x="5924" y="2332"/>
                  <a:pt x="6081" y="1954"/>
                  <a:pt x="6176" y="1702"/>
                </a:cubicBezTo>
                <a:cubicBezTo>
                  <a:pt x="6428" y="1229"/>
                  <a:pt x="6711" y="914"/>
                  <a:pt x="7026" y="757"/>
                </a:cubicBezTo>
                <a:close/>
                <a:moveTo>
                  <a:pt x="7688" y="757"/>
                </a:moveTo>
                <a:cubicBezTo>
                  <a:pt x="8003" y="914"/>
                  <a:pt x="8287" y="1229"/>
                  <a:pt x="8507" y="1702"/>
                </a:cubicBezTo>
                <a:cubicBezTo>
                  <a:pt x="8665" y="2017"/>
                  <a:pt x="8791" y="2364"/>
                  <a:pt x="8854" y="2710"/>
                </a:cubicBezTo>
                <a:lnTo>
                  <a:pt x="7688" y="2710"/>
                </a:lnTo>
                <a:lnTo>
                  <a:pt x="7688" y="757"/>
                </a:lnTo>
                <a:close/>
                <a:moveTo>
                  <a:pt x="8917" y="977"/>
                </a:moveTo>
                <a:cubicBezTo>
                  <a:pt x="9704" y="1387"/>
                  <a:pt x="10334" y="1954"/>
                  <a:pt x="10712" y="2710"/>
                </a:cubicBezTo>
                <a:lnTo>
                  <a:pt x="9578" y="2710"/>
                </a:lnTo>
                <a:cubicBezTo>
                  <a:pt x="9452" y="2206"/>
                  <a:pt x="9295" y="1765"/>
                  <a:pt x="9106" y="1387"/>
                </a:cubicBezTo>
                <a:cubicBezTo>
                  <a:pt x="9011" y="1261"/>
                  <a:pt x="8948" y="1103"/>
                  <a:pt x="8917" y="977"/>
                </a:cubicBezTo>
                <a:close/>
                <a:moveTo>
                  <a:pt x="5798" y="1009"/>
                </a:moveTo>
                <a:lnTo>
                  <a:pt x="5798" y="1009"/>
                </a:lnTo>
                <a:cubicBezTo>
                  <a:pt x="5703" y="1135"/>
                  <a:pt x="5640" y="1261"/>
                  <a:pt x="5609" y="1418"/>
                </a:cubicBezTo>
                <a:cubicBezTo>
                  <a:pt x="5388" y="1796"/>
                  <a:pt x="5231" y="2269"/>
                  <a:pt x="5136" y="2742"/>
                </a:cubicBezTo>
                <a:lnTo>
                  <a:pt x="3970" y="2742"/>
                </a:lnTo>
                <a:cubicBezTo>
                  <a:pt x="4380" y="1954"/>
                  <a:pt x="5042" y="1387"/>
                  <a:pt x="5798" y="1009"/>
                </a:cubicBezTo>
                <a:close/>
                <a:moveTo>
                  <a:pt x="5010" y="3435"/>
                </a:moveTo>
                <a:cubicBezTo>
                  <a:pt x="4978" y="3750"/>
                  <a:pt x="4915" y="4096"/>
                  <a:pt x="4915" y="4443"/>
                </a:cubicBezTo>
                <a:cubicBezTo>
                  <a:pt x="4978" y="4789"/>
                  <a:pt x="4978" y="5167"/>
                  <a:pt x="5010" y="5482"/>
                </a:cubicBezTo>
                <a:lnTo>
                  <a:pt x="3718" y="5482"/>
                </a:lnTo>
                <a:cubicBezTo>
                  <a:pt x="3624" y="5167"/>
                  <a:pt x="3561" y="4789"/>
                  <a:pt x="3561" y="4443"/>
                </a:cubicBezTo>
                <a:cubicBezTo>
                  <a:pt x="3561" y="4096"/>
                  <a:pt x="3592" y="3750"/>
                  <a:pt x="3718" y="3435"/>
                </a:cubicBezTo>
                <a:close/>
                <a:moveTo>
                  <a:pt x="7026" y="3435"/>
                </a:moveTo>
                <a:lnTo>
                  <a:pt x="7026" y="5482"/>
                </a:lnTo>
                <a:lnTo>
                  <a:pt x="5703" y="5482"/>
                </a:lnTo>
                <a:cubicBezTo>
                  <a:pt x="5672" y="5136"/>
                  <a:pt x="5640" y="4789"/>
                  <a:pt x="5640" y="4443"/>
                </a:cubicBezTo>
                <a:cubicBezTo>
                  <a:pt x="5640" y="4096"/>
                  <a:pt x="5672" y="3718"/>
                  <a:pt x="5703" y="3435"/>
                </a:cubicBezTo>
                <a:close/>
                <a:moveTo>
                  <a:pt x="8980" y="3435"/>
                </a:moveTo>
                <a:cubicBezTo>
                  <a:pt x="9011" y="3750"/>
                  <a:pt x="9074" y="4096"/>
                  <a:pt x="9074" y="4443"/>
                </a:cubicBezTo>
                <a:cubicBezTo>
                  <a:pt x="9074" y="4789"/>
                  <a:pt x="9011" y="5167"/>
                  <a:pt x="8980" y="5482"/>
                </a:cubicBezTo>
                <a:lnTo>
                  <a:pt x="7688" y="5482"/>
                </a:lnTo>
                <a:lnTo>
                  <a:pt x="7688" y="3435"/>
                </a:lnTo>
                <a:close/>
                <a:moveTo>
                  <a:pt x="10996" y="3435"/>
                </a:moveTo>
                <a:cubicBezTo>
                  <a:pt x="11059" y="3750"/>
                  <a:pt x="11153" y="4096"/>
                  <a:pt x="11153" y="4443"/>
                </a:cubicBezTo>
                <a:cubicBezTo>
                  <a:pt x="11153" y="4789"/>
                  <a:pt x="11122" y="5167"/>
                  <a:pt x="10996" y="5482"/>
                </a:cubicBezTo>
                <a:lnTo>
                  <a:pt x="9704" y="5482"/>
                </a:lnTo>
                <a:cubicBezTo>
                  <a:pt x="9736" y="5136"/>
                  <a:pt x="9767" y="4789"/>
                  <a:pt x="9767" y="4443"/>
                </a:cubicBezTo>
                <a:cubicBezTo>
                  <a:pt x="9736" y="4096"/>
                  <a:pt x="9736" y="3750"/>
                  <a:pt x="9704" y="3435"/>
                </a:cubicBezTo>
                <a:close/>
                <a:moveTo>
                  <a:pt x="5136" y="6144"/>
                </a:moveTo>
                <a:cubicBezTo>
                  <a:pt x="5231" y="6648"/>
                  <a:pt x="5388" y="7089"/>
                  <a:pt x="5609" y="7467"/>
                </a:cubicBezTo>
                <a:cubicBezTo>
                  <a:pt x="5672" y="7593"/>
                  <a:pt x="5766" y="7751"/>
                  <a:pt x="5798" y="7877"/>
                </a:cubicBezTo>
                <a:cubicBezTo>
                  <a:pt x="5042" y="7530"/>
                  <a:pt x="4380" y="6932"/>
                  <a:pt x="3970" y="6144"/>
                </a:cubicBezTo>
                <a:close/>
                <a:moveTo>
                  <a:pt x="10712" y="6144"/>
                </a:moveTo>
                <a:cubicBezTo>
                  <a:pt x="10334" y="6932"/>
                  <a:pt x="9704" y="7530"/>
                  <a:pt x="8917" y="7877"/>
                </a:cubicBezTo>
                <a:cubicBezTo>
                  <a:pt x="8980" y="7751"/>
                  <a:pt x="9074" y="7625"/>
                  <a:pt x="9106" y="7467"/>
                </a:cubicBezTo>
                <a:cubicBezTo>
                  <a:pt x="9295" y="7089"/>
                  <a:pt x="9452" y="6617"/>
                  <a:pt x="9578" y="6144"/>
                </a:cubicBezTo>
                <a:close/>
                <a:moveTo>
                  <a:pt x="7026" y="6144"/>
                </a:moveTo>
                <a:lnTo>
                  <a:pt x="7026" y="8097"/>
                </a:lnTo>
                <a:cubicBezTo>
                  <a:pt x="6743" y="7940"/>
                  <a:pt x="6428" y="7625"/>
                  <a:pt x="6239" y="7152"/>
                </a:cubicBezTo>
                <a:cubicBezTo>
                  <a:pt x="6081" y="6837"/>
                  <a:pt x="5955" y="6491"/>
                  <a:pt x="5861" y="6144"/>
                </a:cubicBezTo>
                <a:close/>
                <a:moveTo>
                  <a:pt x="8854" y="6144"/>
                </a:moveTo>
                <a:cubicBezTo>
                  <a:pt x="8791" y="6522"/>
                  <a:pt x="8633" y="6900"/>
                  <a:pt x="8507" y="7152"/>
                </a:cubicBezTo>
                <a:cubicBezTo>
                  <a:pt x="8287" y="7688"/>
                  <a:pt x="8003" y="8003"/>
                  <a:pt x="7688" y="8097"/>
                </a:cubicBezTo>
                <a:lnTo>
                  <a:pt x="7688" y="6144"/>
                </a:lnTo>
                <a:close/>
                <a:moveTo>
                  <a:pt x="2726" y="8759"/>
                </a:moveTo>
                <a:cubicBezTo>
                  <a:pt x="2813" y="8759"/>
                  <a:pt x="2899" y="8790"/>
                  <a:pt x="2962" y="8853"/>
                </a:cubicBezTo>
                <a:cubicBezTo>
                  <a:pt x="3088" y="8980"/>
                  <a:pt x="3088" y="9169"/>
                  <a:pt x="2962" y="9326"/>
                </a:cubicBezTo>
                <a:lnTo>
                  <a:pt x="1387" y="10901"/>
                </a:lnTo>
                <a:cubicBezTo>
                  <a:pt x="1324" y="10964"/>
                  <a:pt x="1237" y="10996"/>
                  <a:pt x="1151" y="10996"/>
                </a:cubicBezTo>
                <a:cubicBezTo>
                  <a:pt x="1064" y="10996"/>
                  <a:pt x="977" y="10964"/>
                  <a:pt x="914" y="10901"/>
                </a:cubicBezTo>
                <a:cubicBezTo>
                  <a:pt x="788" y="10775"/>
                  <a:pt x="788" y="10555"/>
                  <a:pt x="914" y="10429"/>
                </a:cubicBezTo>
                <a:lnTo>
                  <a:pt x="2490" y="8853"/>
                </a:lnTo>
                <a:cubicBezTo>
                  <a:pt x="2553" y="8790"/>
                  <a:pt x="2639" y="8759"/>
                  <a:pt x="2726" y="8759"/>
                </a:cubicBezTo>
                <a:close/>
                <a:moveTo>
                  <a:pt x="7373" y="1"/>
                </a:moveTo>
                <a:cubicBezTo>
                  <a:pt x="4915" y="1"/>
                  <a:pt x="2931" y="1985"/>
                  <a:pt x="2931" y="4443"/>
                </a:cubicBezTo>
                <a:cubicBezTo>
                  <a:pt x="2931" y="5514"/>
                  <a:pt x="3309" y="6522"/>
                  <a:pt x="4002" y="7310"/>
                </a:cubicBezTo>
                <a:lnTo>
                  <a:pt x="3151" y="8160"/>
                </a:lnTo>
                <a:cubicBezTo>
                  <a:pt x="3011" y="8079"/>
                  <a:pt x="2858" y="8040"/>
                  <a:pt x="2705" y="8040"/>
                </a:cubicBezTo>
                <a:cubicBezTo>
                  <a:pt x="2445" y="8040"/>
                  <a:pt x="2184" y="8151"/>
                  <a:pt x="1986" y="8349"/>
                </a:cubicBezTo>
                <a:lnTo>
                  <a:pt x="410" y="9925"/>
                </a:lnTo>
                <a:cubicBezTo>
                  <a:pt x="1" y="10303"/>
                  <a:pt x="1" y="10996"/>
                  <a:pt x="410" y="11374"/>
                </a:cubicBezTo>
                <a:cubicBezTo>
                  <a:pt x="599" y="11563"/>
                  <a:pt x="883" y="11689"/>
                  <a:pt x="1103" y="11689"/>
                </a:cubicBezTo>
                <a:cubicBezTo>
                  <a:pt x="1387" y="11689"/>
                  <a:pt x="1607" y="11563"/>
                  <a:pt x="1828" y="11374"/>
                </a:cubicBezTo>
                <a:lnTo>
                  <a:pt x="3403" y="9799"/>
                </a:lnTo>
                <a:cubicBezTo>
                  <a:pt x="3718" y="9484"/>
                  <a:pt x="3781" y="9011"/>
                  <a:pt x="3592" y="8633"/>
                </a:cubicBezTo>
                <a:lnTo>
                  <a:pt x="4411" y="7782"/>
                </a:lnTo>
                <a:cubicBezTo>
                  <a:pt x="5199" y="8444"/>
                  <a:pt x="6207" y="8853"/>
                  <a:pt x="7278" y="8853"/>
                </a:cubicBezTo>
                <a:cubicBezTo>
                  <a:pt x="7298" y="8854"/>
                  <a:pt x="7318" y="8854"/>
                  <a:pt x="7338" y="8854"/>
                </a:cubicBezTo>
                <a:cubicBezTo>
                  <a:pt x="9830" y="8854"/>
                  <a:pt x="11815" y="6881"/>
                  <a:pt x="11815" y="4443"/>
                </a:cubicBezTo>
                <a:cubicBezTo>
                  <a:pt x="11815" y="2017"/>
                  <a:pt x="9799" y="1"/>
                  <a:pt x="73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13" name="Google Shape;16913;p87"/>
          <p:cNvGrpSpPr/>
          <p:nvPr/>
        </p:nvGrpSpPr>
        <p:grpSpPr>
          <a:xfrm>
            <a:off x="4735793" y="2175202"/>
            <a:ext cx="564092" cy="560676"/>
            <a:chOff x="-4932650" y="2046625"/>
            <a:chExt cx="293025" cy="291250"/>
          </a:xfrm>
        </p:grpSpPr>
        <p:sp>
          <p:nvSpPr>
            <p:cNvPr id="16914" name="Google Shape;16914;p87"/>
            <p:cNvSpPr/>
            <p:nvPr/>
          </p:nvSpPr>
          <p:spPr>
            <a:xfrm>
              <a:off x="-4932650" y="2046625"/>
              <a:ext cx="293025" cy="291250"/>
            </a:xfrm>
            <a:custGeom>
              <a:avLst/>
              <a:gdLst/>
              <a:ahLst/>
              <a:cxnLst/>
              <a:rect l="l" t="t" r="r" b="b"/>
              <a:pathLst>
                <a:path w="11721" h="11650" extrusionOk="0">
                  <a:moveTo>
                    <a:pt x="7625" y="694"/>
                  </a:moveTo>
                  <a:cubicBezTo>
                    <a:pt x="9515" y="694"/>
                    <a:pt x="11059" y="2206"/>
                    <a:pt x="11059" y="4096"/>
                  </a:cubicBezTo>
                  <a:cubicBezTo>
                    <a:pt x="11059" y="5987"/>
                    <a:pt x="9515" y="7530"/>
                    <a:pt x="7625" y="7530"/>
                  </a:cubicBezTo>
                  <a:cubicBezTo>
                    <a:pt x="5735" y="7530"/>
                    <a:pt x="4223" y="5987"/>
                    <a:pt x="4223" y="4096"/>
                  </a:cubicBezTo>
                  <a:cubicBezTo>
                    <a:pt x="4223" y="2206"/>
                    <a:pt x="5735" y="694"/>
                    <a:pt x="7625" y="694"/>
                  </a:cubicBezTo>
                  <a:close/>
                  <a:moveTo>
                    <a:pt x="3344" y="8066"/>
                  </a:moveTo>
                  <a:cubicBezTo>
                    <a:pt x="3435" y="8066"/>
                    <a:pt x="3529" y="8098"/>
                    <a:pt x="3593" y="8161"/>
                  </a:cubicBezTo>
                  <a:cubicBezTo>
                    <a:pt x="3719" y="8287"/>
                    <a:pt x="3719" y="8507"/>
                    <a:pt x="3593" y="8633"/>
                  </a:cubicBezTo>
                  <a:lnTo>
                    <a:pt x="1324" y="10870"/>
                  </a:lnTo>
                  <a:cubicBezTo>
                    <a:pt x="1277" y="10933"/>
                    <a:pt x="1190" y="10964"/>
                    <a:pt x="1100" y="10964"/>
                  </a:cubicBezTo>
                  <a:cubicBezTo>
                    <a:pt x="1009" y="10964"/>
                    <a:pt x="915" y="10933"/>
                    <a:pt x="852" y="10870"/>
                  </a:cubicBezTo>
                  <a:cubicBezTo>
                    <a:pt x="757" y="10744"/>
                    <a:pt x="757" y="10523"/>
                    <a:pt x="852" y="10397"/>
                  </a:cubicBezTo>
                  <a:lnTo>
                    <a:pt x="3120" y="8161"/>
                  </a:lnTo>
                  <a:cubicBezTo>
                    <a:pt x="3167" y="8098"/>
                    <a:pt x="3254" y="8066"/>
                    <a:pt x="3344" y="8066"/>
                  </a:cubicBezTo>
                  <a:close/>
                  <a:moveTo>
                    <a:pt x="7625" y="1"/>
                  </a:moveTo>
                  <a:cubicBezTo>
                    <a:pt x="5357" y="1"/>
                    <a:pt x="3529" y="1860"/>
                    <a:pt x="3529" y="4096"/>
                  </a:cubicBezTo>
                  <a:cubicBezTo>
                    <a:pt x="3529" y="5136"/>
                    <a:pt x="3908" y="6050"/>
                    <a:pt x="4538" y="6743"/>
                  </a:cubicBezTo>
                  <a:lnTo>
                    <a:pt x="3813" y="7467"/>
                  </a:lnTo>
                  <a:cubicBezTo>
                    <a:pt x="3673" y="7386"/>
                    <a:pt x="3520" y="7347"/>
                    <a:pt x="3367" y="7347"/>
                  </a:cubicBezTo>
                  <a:cubicBezTo>
                    <a:pt x="3106" y="7347"/>
                    <a:pt x="2846" y="7458"/>
                    <a:pt x="2647" y="7656"/>
                  </a:cubicBezTo>
                  <a:lnTo>
                    <a:pt x="379" y="9893"/>
                  </a:lnTo>
                  <a:cubicBezTo>
                    <a:pt x="1" y="10271"/>
                    <a:pt x="1" y="10964"/>
                    <a:pt x="379" y="11343"/>
                  </a:cubicBezTo>
                  <a:cubicBezTo>
                    <a:pt x="584" y="11547"/>
                    <a:pt x="852" y="11650"/>
                    <a:pt x="1119" y="11650"/>
                  </a:cubicBezTo>
                  <a:cubicBezTo>
                    <a:pt x="1387" y="11650"/>
                    <a:pt x="1655" y="11547"/>
                    <a:pt x="1860" y="11343"/>
                  </a:cubicBezTo>
                  <a:lnTo>
                    <a:pt x="4097" y="9106"/>
                  </a:lnTo>
                  <a:cubicBezTo>
                    <a:pt x="4412" y="8791"/>
                    <a:pt x="4506" y="8318"/>
                    <a:pt x="4286" y="7909"/>
                  </a:cubicBezTo>
                  <a:lnTo>
                    <a:pt x="5010" y="7215"/>
                  </a:lnTo>
                  <a:cubicBezTo>
                    <a:pt x="5703" y="7814"/>
                    <a:pt x="6648" y="8192"/>
                    <a:pt x="7625" y="8192"/>
                  </a:cubicBezTo>
                  <a:cubicBezTo>
                    <a:pt x="9925" y="8192"/>
                    <a:pt x="11721" y="6333"/>
                    <a:pt x="11721" y="4096"/>
                  </a:cubicBezTo>
                  <a:cubicBezTo>
                    <a:pt x="11721" y="1828"/>
                    <a:pt x="9893" y="1"/>
                    <a:pt x="76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15" name="Google Shape;16915;p87"/>
            <p:cNvSpPr/>
            <p:nvPr/>
          </p:nvSpPr>
          <p:spPr>
            <a:xfrm>
              <a:off x="-4802675" y="2115050"/>
              <a:ext cx="122100" cy="86075"/>
            </a:xfrm>
            <a:custGeom>
              <a:avLst/>
              <a:gdLst/>
              <a:ahLst/>
              <a:cxnLst/>
              <a:rect l="l" t="t" r="r" b="b"/>
              <a:pathLst>
                <a:path w="4884" h="3443" extrusionOk="0">
                  <a:moveTo>
                    <a:pt x="2428" y="1"/>
                  </a:moveTo>
                  <a:cubicBezTo>
                    <a:pt x="2301" y="1"/>
                    <a:pt x="2172" y="72"/>
                    <a:pt x="2111" y="225"/>
                  </a:cubicBezTo>
                  <a:lnTo>
                    <a:pt x="1418" y="2116"/>
                  </a:lnTo>
                  <a:lnTo>
                    <a:pt x="693" y="225"/>
                  </a:lnTo>
                  <a:cubicBezTo>
                    <a:pt x="645" y="105"/>
                    <a:pt x="524" y="4"/>
                    <a:pt x="400" y="4"/>
                  </a:cubicBezTo>
                  <a:cubicBezTo>
                    <a:pt x="361" y="4"/>
                    <a:pt x="321" y="14"/>
                    <a:pt x="284" y="36"/>
                  </a:cubicBezTo>
                  <a:cubicBezTo>
                    <a:pt x="126" y="99"/>
                    <a:pt x="0" y="288"/>
                    <a:pt x="63" y="446"/>
                  </a:cubicBezTo>
                  <a:lnTo>
                    <a:pt x="1103" y="3218"/>
                  </a:lnTo>
                  <a:cubicBezTo>
                    <a:pt x="1168" y="3364"/>
                    <a:pt x="1299" y="3443"/>
                    <a:pt x="1428" y="3443"/>
                  </a:cubicBezTo>
                  <a:cubicBezTo>
                    <a:pt x="1551" y="3443"/>
                    <a:pt x="1672" y="3372"/>
                    <a:pt x="1733" y="3218"/>
                  </a:cubicBezTo>
                  <a:lnTo>
                    <a:pt x="2426" y="1328"/>
                  </a:lnTo>
                  <a:lnTo>
                    <a:pt x="3151" y="3218"/>
                  </a:lnTo>
                  <a:cubicBezTo>
                    <a:pt x="3215" y="3364"/>
                    <a:pt x="3346" y="3443"/>
                    <a:pt x="3476" y="3443"/>
                  </a:cubicBezTo>
                  <a:cubicBezTo>
                    <a:pt x="3598" y="3443"/>
                    <a:pt x="3719" y="3372"/>
                    <a:pt x="3781" y="3218"/>
                  </a:cubicBezTo>
                  <a:lnTo>
                    <a:pt x="4789" y="446"/>
                  </a:lnTo>
                  <a:cubicBezTo>
                    <a:pt x="4884" y="257"/>
                    <a:pt x="4789" y="68"/>
                    <a:pt x="4600" y="36"/>
                  </a:cubicBezTo>
                  <a:cubicBezTo>
                    <a:pt x="4562" y="14"/>
                    <a:pt x="4521" y="4"/>
                    <a:pt x="4479" y="4"/>
                  </a:cubicBezTo>
                  <a:cubicBezTo>
                    <a:pt x="4346" y="4"/>
                    <a:pt x="4207" y="105"/>
                    <a:pt x="4159" y="225"/>
                  </a:cubicBezTo>
                  <a:lnTo>
                    <a:pt x="3466" y="2116"/>
                  </a:lnTo>
                  <a:lnTo>
                    <a:pt x="2741" y="225"/>
                  </a:lnTo>
                  <a:cubicBezTo>
                    <a:pt x="2693" y="80"/>
                    <a:pt x="2561" y="1"/>
                    <a:pt x="24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916" name="Google Shape;16916;p87"/>
          <p:cNvSpPr/>
          <p:nvPr/>
        </p:nvSpPr>
        <p:spPr>
          <a:xfrm>
            <a:off x="4737728" y="2854436"/>
            <a:ext cx="561061" cy="559569"/>
          </a:xfrm>
          <a:custGeom>
            <a:avLst/>
            <a:gdLst/>
            <a:ahLst/>
            <a:cxnLst/>
            <a:rect l="l" t="t" r="r" b="b"/>
            <a:pathLst>
              <a:path w="11658" h="11627" extrusionOk="0">
                <a:moveTo>
                  <a:pt x="6806" y="2017"/>
                </a:moveTo>
                <a:lnTo>
                  <a:pt x="6806" y="2773"/>
                </a:lnTo>
                <a:lnTo>
                  <a:pt x="4758" y="2773"/>
                </a:lnTo>
                <a:lnTo>
                  <a:pt x="4758" y="2017"/>
                </a:lnTo>
                <a:close/>
                <a:moveTo>
                  <a:pt x="7152" y="694"/>
                </a:moveTo>
                <a:cubicBezTo>
                  <a:pt x="7688" y="694"/>
                  <a:pt x="8192" y="1167"/>
                  <a:pt x="8192" y="1702"/>
                </a:cubicBezTo>
                <a:lnTo>
                  <a:pt x="8192" y="2773"/>
                </a:lnTo>
                <a:lnTo>
                  <a:pt x="7499" y="2773"/>
                </a:lnTo>
                <a:lnTo>
                  <a:pt x="7499" y="1702"/>
                </a:lnTo>
                <a:cubicBezTo>
                  <a:pt x="7499" y="1513"/>
                  <a:pt x="7341" y="1356"/>
                  <a:pt x="7152" y="1356"/>
                </a:cubicBezTo>
                <a:lnTo>
                  <a:pt x="4411" y="1356"/>
                </a:lnTo>
                <a:cubicBezTo>
                  <a:pt x="4191" y="1356"/>
                  <a:pt x="4033" y="1513"/>
                  <a:pt x="4033" y="1702"/>
                </a:cubicBezTo>
                <a:lnTo>
                  <a:pt x="4033" y="2773"/>
                </a:lnTo>
                <a:lnTo>
                  <a:pt x="3371" y="2773"/>
                </a:lnTo>
                <a:lnTo>
                  <a:pt x="3371" y="1702"/>
                </a:lnTo>
                <a:cubicBezTo>
                  <a:pt x="3371" y="1167"/>
                  <a:pt x="3844" y="694"/>
                  <a:pt x="4411" y="694"/>
                </a:cubicBezTo>
                <a:close/>
                <a:moveTo>
                  <a:pt x="10618" y="3498"/>
                </a:moveTo>
                <a:cubicBezTo>
                  <a:pt x="10807" y="3498"/>
                  <a:pt x="10964" y="3656"/>
                  <a:pt x="10964" y="3845"/>
                </a:cubicBezTo>
                <a:lnTo>
                  <a:pt x="10964" y="5010"/>
                </a:lnTo>
                <a:cubicBezTo>
                  <a:pt x="9546" y="6239"/>
                  <a:pt x="7688" y="6901"/>
                  <a:pt x="5766" y="6901"/>
                </a:cubicBezTo>
                <a:cubicBezTo>
                  <a:pt x="3876" y="6901"/>
                  <a:pt x="2080" y="6239"/>
                  <a:pt x="662" y="5010"/>
                </a:cubicBezTo>
                <a:lnTo>
                  <a:pt x="662" y="3971"/>
                </a:lnTo>
                <a:cubicBezTo>
                  <a:pt x="662" y="3687"/>
                  <a:pt x="851" y="3498"/>
                  <a:pt x="1135" y="3498"/>
                </a:cubicBezTo>
                <a:close/>
                <a:moveTo>
                  <a:pt x="6806" y="7531"/>
                </a:moveTo>
                <a:lnTo>
                  <a:pt x="6806" y="7940"/>
                </a:lnTo>
                <a:cubicBezTo>
                  <a:pt x="6806" y="8129"/>
                  <a:pt x="6648" y="8287"/>
                  <a:pt x="6459" y="8287"/>
                </a:cubicBezTo>
                <a:lnTo>
                  <a:pt x="5073" y="8287"/>
                </a:lnTo>
                <a:cubicBezTo>
                  <a:pt x="4884" y="8287"/>
                  <a:pt x="4726" y="8129"/>
                  <a:pt x="4726" y="7940"/>
                </a:cubicBezTo>
                <a:lnTo>
                  <a:pt x="4726" y="7531"/>
                </a:lnTo>
                <a:lnTo>
                  <a:pt x="4758" y="7531"/>
                </a:lnTo>
                <a:cubicBezTo>
                  <a:pt x="5104" y="7594"/>
                  <a:pt x="5419" y="7625"/>
                  <a:pt x="5766" y="7625"/>
                </a:cubicBezTo>
                <a:cubicBezTo>
                  <a:pt x="6112" y="7625"/>
                  <a:pt x="6427" y="7594"/>
                  <a:pt x="6806" y="7531"/>
                </a:cubicBezTo>
                <a:close/>
                <a:moveTo>
                  <a:pt x="10964" y="5892"/>
                </a:moveTo>
                <a:lnTo>
                  <a:pt x="10964" y="9988"/>
                </a:lnTo>
                <a:cubicBezTo>
                  <a:pt x="10964" y="10524"/>
                  <a:pt x="10492" y="10996"/>
                  <a:pt x="9956" y="10996"/>
                </a:cubicBezTo>
                <a:lnTo>
                  <a:pt x="1670" y="10996"/>
                </a:lnTo>
                <a:cubicBezTo>
                  <a:pt x="1135" y="10996"/>
                  <a:pt x="662" y="10524"/>
                  <a:pt x="662" y="9988"/>
                </a:cubicBezTo>
                <a:lnTo>
                  <a:pt x="662" y="5892"/>
                </a:lnTo>
                <a:cubicBezTo>
                  <a:pt x="1670" y="6649"/>
                  <a:pt x="2804" y="7184"/>
                  <a:pt x="4065" y="7436"/>
                </a:cubicBezTo>
                <a:lnTo>
                  <a:pt x="4065" y="7940"/>
                </a:lnTo>
                <a:cubicBezTo>
                  <a:pt x="4065" y="8476"/>
                  <a:pt x="4537" y="8948"/>
                  <a:pt x="5104" y="8948"/>
                </a:cubicBezTo>
                <a:lnTo>
                  <a:pt x="6490" y="8948"/>
                </a:lnTo>
                <a:cubicBezTo>
                  <a:pt x="7026" y="8948"/>
                  <a:pt x="7499" y="8476"/>
                  <a:pt x="7499" y="7940"/>
                </a:cubicBezTo>
                <a:lnTo>
                  <a:pt x="7499" y="7436"/>
                </a:lnTo>
                <a:cubicBezTo>
                  <a:pt x="7971" y="7342"/>
                  <a:pt x="8444" y="7184"/>
                  <a:pt x="8916" y="7027"/>
                </a:cubicBezTo>
                <a:cubicBezTo>
                  <a:pt x="9672" y="6743"/>
                  <a:pt x="10334" y="6365"/>
                  <a:pt x="10964" y="5892"/>
                </a:cubicBezTo>
                <a:close/>
                <a:moveTo>
                  <a:pt x="4411" y="1"/>
                </a:moveTo>
                <a:cubicBezTo>
                  <a:pt x="3466" y="1"/>
                  <a:pt x="2710" y="757"/>
                  <a:pt x="2710" y="1702"/>
                </a:cubicBezTo>
                <a:lnTo>
                  <a:pt x="2710" y="2773"/>
                </a:lnTo>
                <a:lnTo>
                  <a:pt x="1135" y="2773"/>
                </a:lnTo>
                <a:cubicBezTo>
                  <a:pt x="505" y="2773"/>
                  <a:pt x="0" y="3277"/>
                  <a:pt x="0" y="3908"/>
                </a:cubicBezTo>
                <a:lnTo>
                  <a:pt x="0" y="9957"/>
                </a:lnTo>
                <a:cubicBezTo>
                  <a:pt x="0" y="10902"/>
                  <a:pt x="725" y="11626"/>
                  <a:pt x="1670" y="11626"/>
                </a:cubicBezTo>
                <a:lnTo>
                  <a:pt x="9956" y="11626"/>
                </a:lnTo>
                <a:cubicBezTo>
                  <a:pt x="10901" y="11626"/>
                  <a:pt x="11657" y="10902"/>
                  <a:pt x="11657" y="9957"/>
                </a:cubicBezTo>
                <a:lnTo>
                  <a:pt x="11657" y="3813"/>
                </a:lnTo>
                <a:cubicBezTo>
                  <a:pt x="11626" y="3246"/>
                  <a:pt x="11153" y="2773"/>
                  <a:pt x="10618" y="2773"/>
                </a:cubicBezTo>
                <a:lnTo>
                  <a:pt x="8853" y="2773"/>
                </a:lnTo>
                <a:lnTo>
                  <a:pt x="8853" y="1702"/>
                </a:lnTo>
                <a:cubicBezTo>
                  <a:pt x="8853" y="757"/>
                  <a:pt x="8097" y="1"/>
                  <a:pt x="715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17" name="Google Shape;16917;p87"/>
          <p:cNvGrpSpPr/>
          <p:nvPr/>
        </p:nvGrpSpPr>
        <p:grpSpPr>
          <a:xfrm>
            <a:off x="4751701" y="3547943"/>
            <a:ext cx="564092" cy="561061"/>
            <a:chOff x="-4931075" y="2765725"/>
            <a:chExt cx="293025" cy="291450"/>
          </a:xfrm>
        </p:grpSpPr>
        <p:sp>
          <p:nvSpPr>
            <p:cNvPr id="16918" name="Google Shape;16918;p87"/>
            <p:cNvSpPr/>
            <p:nvPr/>
          </p:nvSpPr>
          <p:spPr>
            <a:xfrm>
              <a:off x="-4810550" y="2884650"/>
              <a:ext cx="51225" cy="51225"/>
            </a:xfrm>
            <a:custGeom>
              <a:avLst/>
              <a:gdLst/>
              <a:ahLst/>
              <a:cxnLst/>
              <a:rect l="l" t="t" r="r" b="b"/>
              <a:pathLst>
                <a:path w="2049" h="2049" extrusionOk="0">
                  <a:moveTo>
                    <a:pt x="1008" y="663"/>
                  </a:moveTo>
                  <a:cubicBezTo>
                    <a:pt x="1229" y="663"/>
                    <a:pt x="1386" y="820"/>
                    <a:pt x="1386" y="1041"/>
                  </a:cubicBezTo>
                  <a:cubicBezTo>
                    <a:pt x="1386" y="1230"/>
                    <a:pt x="1229" y="1387"/>
                    <a:pt x="1008" y="1387"/>
                  </a:cubicBezTo>
                  <a:cubicBezTo>
                    <a:pt x="819" y="1387"/>
                    <a:pt x="662" y="1230"/>
                    <a:pt x="662" y="1041"/>
                  </a:cubicBezTo>
                  <a:cubicBezTo>
                    <a:pt x="662" y="820"/>
                    <a:pt x="819" y="663"/>
                    <a:pt x="1008" y="663"/>
                  </a:cubicBezTo>
                  <a:close/>
                  <a:moveTo>
                    <a:pt x="1008" y="1"/>
                  </a:moveTo>
                  <a:cubicBezTo>
                    <a:pt x="473" y="1"/>
                    <a:pt x="0" y="473"/>
                    <a:pt x="0" y="1041"/>
                  </a:cubicBezTo>
                  <a:cubicBezTo>
                    <a:pt x="0" y="1576"/>
                    <a:pt x="473" y="2049"/>
                    <a:pt x="1040" y="2049"/>
                  </a:cubicBezTo>
                  <a:cubicBezTo>
                    <a:pt x="1575" y="2049"/>
                    <a:pt x="2048" y="1576"/>
                    <a:pt x="2048" y="1041"/>
                  </a:cubicBezTo>
                  <a:cubicBezTo>
                    <a:pt x="2048" y="473"/>
                    <a:pt x="1607"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19" name="Google Shape;16919;p87"/>
            <p:cNvSpPr/>
            <p:nvPr/>
          </p:nvSpPr>
          <p:spPr>
            <a:xfrm>
              <a:off x="-4931075" y="2765725"/>
              <a:ext cx="293025" cy="291450"/>
            </a:xfrm>
            <a:custGeom>
              <a:avLst/>
              <a:gdLst/>
              <a:ahLst/>
              <a:cxnLst/>
              <a:rect l="l" t="t" r="r" b="b"/>
              <a:pathLst>
                <a:path w="11721" h="11658" extrusionOk="0">
                  <a:moveTo>
                    <a:pt x="3214" y="1387"/>
                  </a:moveTo>
                  <a:lnTo>
                    <a:pt x="4475" y="3844"/>
                  </a:lnTo>
                  <a:cubicBezTo>
                    <a:pt x="4223" y="4002"/>
                    <a:pt x="4034" y="4222"/>
                    <a:pt x="3876" y="4443"/>
                  </a:cubicBezTo>
                  <a:lnTo>
                    <a:pt x="1356" y="3214"/>
                  </a:lnTo>
                  <a:cubicBezTo>
                    <a:pt x="1828" y="2427"/>
                    <a:pt x="2458" y="1796"/>
                    <a:pt x="3214" y="1387"/>
                  </a:cubicBezTo>
                  <a:close/>
                  <a:moveTo>
                    <a:pt x="5829" y="4128"/>
                  </a:moveTo>
                  <a:cubicBezTo>
                    <a:pt x="6775" y="4128"/>
                    <a:pt x="7531" y="4884"/>
                    <a:pt x="7531" y="5829"/>
                  </a:cubicBezTo>
                  <a:cubicBezTo>
                    <a:pt x="7562" y="6743"/>
                    <a:pt x="6775" y="7530"/>
                    <a:pt x="5829" y="7530"/>
                  </a:cubicBezTo>
                  <a:cubicBezTo>
                    <a:pt x="4884" y="7530"/>
                    <a:pt x="4160" y="6774"/>
                    <a:pt x="4160" y="5829"/>
                  </a:cubicBezTo>
                  <a:cubicBezTo>
                    <a:pt x="4160" y="4884"/>
                    <a:pt x="4884" y="4128"/>
                    <a:pt x="5829" y="4128"/>
                  </a:cubicBezTo>
                  <a:close/>
                  <a:moveTo>
                    <a:pt x="5798" y="662"/>
                  </a:moveTo>
                  <a:cubicBezTo>
                    <a:pt x="8665" y="662"/>
                    <a:pt x="10996" y="2994"/>
                    <a:pt x="10996" y="5861"/>
                  </a:cubicBezTo>
                  <a:cubicBezTo>
                    <a:pt x="10996" y="6585"/>
                    <a:pt x="10839" y="7247"/>
                    <a:pt x="10618" y="7845"/>
                  </a:cubicBezTo>
                  <a:lnTo>
                    <a:pt x="8129" y="6585"/>
                  </a:lnTo>
                  <a:cubicBezTo>
                    <a:pt x="8192" y="6333"/>
                    <a:pt x="8255" y="6050"/>
                    <a:pt x="8255" y="5829"/>
                  </a:cubicBezTo>
                  <a:cubicBezTo>
                    <a:pt x="8255" y="4474"/>
                    <a:pt x="7184" y="3435"/>
                    <a:pt x="5829" y="3435"/>
                  </a:cubicBezTo>
                  <a:cubicBezTo>
                    <a:pt x="5577" y="3435"/>
                    <a:pt x="5325" y="3466"/>
                    <a:pt x="5105" y="3529"/>
                  </a:cubicBezTo>
                  <a:lnTo>
                    <a:pt x="3845" y="1072"/>
                  </a:lnTo>
                  <a:cubicBezTo>
                    <a:pt x="4412" y="820"/>
                    <a:pt x="5105" y="662"/>
                    <a:pt x="5798" y="662"/>
                  </a:cubicBezTo>
                  <a:close/>
                  <a:moveTo>
                    <a:pt x="7814" y="7152"/>
                  </a:moveTo>
                  <a:lnTo>
                    <a:pt x="10303" y="8412"/>
                  </a:lnTo>
                  <a:cubicBezTo>
                    <a:pt x="9862" y="9200"/>
                    <a:pt x="9232" y="9830"/>
                    <a:pt x="8444" y="10271"/>
                  </a:cubicBezTo>
                  <a:lnTo>
                    <a:pt x="7216" y="7751"/>
                  </a:lnTo>
                  <a:cubicBezTo>
                    <a:pt x="7468" y="7593"/>
                    <a:pt x="7657" y="7404"/>
                    <a:pt x="7814" y="7152"/>
                  </a:cubicBezTo>
                  <a:close/>
                  <a:moveTo>
                    <a:pt x="1072" y="3844"/>
                  </a:moveTo>
                  <a:lnTo>
                    <a:pt x="3593" y="5073"/>
                  </a:lnTo>
                  <a:cubicBezTo>
                    <a:pt x="3530" y="5325"/>
                    <a:pt x="3498" y="5546"/>
                    <a:pt x="3498" y="5829"/>
                  </a:cubicBezTo>
                  <a:cubicBezTo>
                    <a:pt x="3498" y="7152"/>
                    <a:pt x="4538" y="8223"/>
                    <a:pt x="5892" y="8223"/>
                  </a:cubicBezTo>
                  <a:cubicBezTo>
                    <a:pt x="6176" y="8223"/>
                    <a:pt x="6396" y="8192"/>
                    <a:pt x="6648" y="8097"/>
                  </a:cubicBezTo>
                  <a:lnTo>
                    <a:pt x="7846" y="10618"/>
                  </a:lnTo>
                  <a:cubicBezTo>
                    <a:pt x="7216" y="10901"/>
                    <a:pt x="6554" y="11027"/>
                    <a:pt x="5892" y="11027"/>
                  </a:cubicBezTo>
                  <a:cubicBezTo>
                    <a:pt x="2994" y="10996"/>
                    <a:pt x="694" y="8665"/>
                    <a:pt x="694" y="5829"/>
                  </a:cubicBezTo>
                  <a:cubicBezTo>
                    <a:pt x="694" y="5104"/>
                    <a:pt x="852" y="4443"/>
                    <a:pt x="1072" y="3844"/>
                  </a:cubicBezTo>
                  <a:close/>
                  <a:moveTo>
                    <a:pt x="5798" y="1"/>
                  </a:moveTo>
                  <a:cubicBezTo>
                    <a:pt x="4254" y="1"/>
                    <a:pt x="2773" y="599"/>
                    <a:pt x="1702" y="1702"/>
                  </a:cubicBezTo>
                  <a:cubicBezTo>
                    <a:pt x="600" y="2805"/>
                    <a:pt x="1" y="4254"/>
                    <a:pt x="1" y="5798"/>
                  </a:cubicBezTo>
                  <a:cubicBezTo>
                    <a:pt x="1" y="8980"/>
                    <a:pt x="2647" y="11657"/>
                    <a:pt x="5892" y="11657"/>
                  </a:cubicBezTo>
                  <a:cubicBezTo>
                    <a:pt x="9106" y="11657"/>
                    <a:pt x="11721" y="9043"/>
                    <a:pt x="11721" y="5829"/>
                  </a:cubicBezTo>
                  <a:cubicBezTo>
                    <a:pt x="11658" y="2647"/>
                    <a:pt x="9043" y="1"/>
                    <a:pt x="57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20" name="Google Shape;16920;p87"/>
          <p:cNvGrpSpPr/>
          <p:nvPr/>
        </p:nvGrpSpPr>
        <p:grpSpPr>
          <a:xfrm>
            <a:off x="8359124" y="2208386"/>
            <a:ext cx="561061" cy="494309"/>
            <a:chOff x="-3137650" y="2067900"/>
            <a:chExt cx="291450" cy="256775"/>
          </a:xfrm>
        </p:grpSpPr>
        <p:sp>
          <p:nvSpPr>
            <p:cNvPr id="16921" name="Google Shape;16921;p87"/>
            <p:cNvSpPr/>
            <p:nvPr/>
          </p:nvSpPr>
          <p:spPr>
            <a:xfrm>
              <a:off x="-3137650" y="2067900"/>
              <a:ext cx="291450" cy="187475"/>
            </a:xfrm>
            <a:custGeom>
              <a:avLst/>
              <a:gdLst/>
              <a:ahLst/>
              <a:cxnLst/>
              <a:rect l="l" t="t" r="r" b="b"/>
              <a:pathLst>
                <a:path w="11658" h="7499" extrusionOk="0">
                  <a:moveTo>
                    <a:pt x="10618" y="694"/>
                  </a:moveTo>
                  <a:cubicBezTo>
                    <a:pt x="10838" y="694"/>
                    <a:pt x="10964" y="851"/>
                    <a:pt x="10964" y="1040"/>
                  </a:cubicBezTo>
                  <a:lnTo>
                    <a:pt x="10964" y="6522"/>
                  </a:lnTo>
                  <a:cubicBezTo>
                    <a:pt x="10964" y="6711"/>
                    <a:pt x="10838" y="6868"/>
                    <a:pt x="10618" y="6868"/>
                  </a:cubicBezTo>
                  <a:lnTo>
                    <a:pt x="1009" y="6868"/>
                  </a:lnTo>
                  <a:cubicBezTo>
                    <a:pt x="820" y="6868"/>
                    <a:pt x="662" y="6711"/>
                    <a:pt x="662" y="6522"/>
                  </a:cubicBezTo>
                  <a:lnTo>
                    <a:pt x="662" y="1040"/>
                  </a:lnTo>
                  <a:cubicBezTo>
                    <a:pt x="662" y="851"/>
                    <a:pt x="820" y="694"/>
                    <a:pt x="1009" y="694"/>
                  </a:cubicBezTo>
                  <a:close/>
                  <a:moveTo>
                    <a:pt x="1009" y="0"/>
                  </a:moveTo>
                  <a:cubicBezTo>
                    <a:pt x="473" y="0"/>
                    <a:pt x="1" y="473"/>
                    <a:pt x="1" y="1009"/>
                  </a:cubicBezTo>
                  <a:lnTo>
                    <a:pt x="1" y="6490"/>
                  </a:lnTo>
                  <a:cubicBezTo>
                    <a:pt x="1" y="7026"/>
                    <a:pt x="473" y="7499"/>
                    <a:pt x="1009" y="7499"/>
                  </a:cubicBezTo>
                  <a:lnTo>
                    <a:pt x="10618" y="7499"/>
                  </a:lnTo>
                  <a:cubicBezTo>
                    <a:pt x="11185" y="7499"/>
                    <a:pt x="11658" y="7026"/>
                    <a:pt x="11658" y="6490"/>
                  </a:cubicBezTo>
                  <a:lnTo>
                    <a:pt x="11658" y="1009"/>
                  </a:lnTo>
                  <a:cubicBezTo>
                    <a:pt x="11658" y="473"/>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2" name="Google Shape;16922;p87"/>
            <p:cNvSpPr/>
            <p:nvPr/>
          </p:nvSpPr>
          <p:spPr>
            <a:xfrm>
              <a:off x="-3137650" y="2273475"/>
              <a:ext cx="291450" cy="51200"/>
            </a:xfrm>
            <a:custGeom>
              <a:avLst/>
              <a:gdLst/>
              <a:ahLst/>
              <a:cxnLst/>
              <a:rect l="l" t="t" r="r" b="b"/>
              <a:pathLst>
                <a:path w="11658" h="2048" extrusionOk="0">
                  <a:moveTo>
                    <a:pt x="10618" y="662"/>
                  </a:moveTo>
                  <a:cubicBezTo>
                    <a:pt x="10838" y="662"/>
                    <a:pt x="10964" y="819"/>
                    <a:pt x="10964" y="1008"/>
                  </a:cubicBezTo>
                  <a:cubicBezTo>
                    <a:pt x="10964" y="1197"/>
                    <a:pt x="10838" y="1355"/>
                    <a:pt x="10618" y="1355"/>
                  </a:cubicBezTo>
                  <a:lnTo>
                    <a:pt x="6050" y="1355"/>
                  </a:lnTo>
                  <a:cubicBezTo>
                    <a:pt x="6113" y="1260"/>
                    <a:pt x="6113" y="1134"/>
                    <a:pt x="6113" y="1008"/>
                  </a:cubicBezTo>
                  <a:cubicBezTo>
                    <a:pt x="6113" y="882"/>
                    <a:pt x="6050" y="788"/>
                    <a:pt x="6050" y="662"/>
                  </a:cubicBezTo>
                  <a:close/>
                  <a:moveTo>
                    <a:pt x="5105" y="662"/>
                  </a:moveTo>
                  <a:cubicBezTo>
                    <a:pt x="5294" y="662"/>
                    <a:pt x="5451" y="819"/>
                    <a:pt x="5451" y="1008"/>
                  </a:cubicBezTo>
                  <a:cubicBezTo>
                    <a:pt x="5451" y="1229"/>
                    <a:pt x="5294" y="1386"/>
                    <a:pt x="5105" y="1386"/>
                  </a:cubicBezTo>
                  <a:lnTo>
                    <a:pt x="1009" y="1386"/>
                  </a:lnTo>
                  <a:cubicBezTo>
                    <a:pt x="820" y="1355"/>
                    <a:pt x="662" y="1229"/>
                    <a:pt x="662" y="1008"/>
                  </a:cubicBezTo>
                  <a:cubicBezTo>
                    <a:pt x="662" y="819"/>
                    <a:pt x="820" y="662"/>
                    <a:pt x="1009" y="662"/>
                  </a:cubicBezTo>
                  <a:close/>
                  <a:moveTo>
                    <a:pt x="1009" y="0"/>
                  </a:moveTo>
                  <a:cubicBezTo>
                    <a:pt x="473" y="0"/>
                    <a:pt x="1" y="473"/>
                    <a:pt x="1" y="1008"/>
                  </a:cubicBezTo>
                  <a:cubicBezTo>
                    <a:pt x="1" y="1575"/>
                    <a:pt x="473" y="2048"/>
                    <a:pt x="1009" y="2048"/>
                  </a:cubicBezTo>
                  <a:lnTo>
                    <a:pt x="10618" y="2048"/>
                  </a:lnTo>
                  <a:cubicBezTo>
                    <a:pt x="11185" y="2048"/>
                    <a:pt x="11658" y="1575"/>
                    <a:pt x="11658" y="1008"/>
                  </a:cubicBezTo>
                  <a:cubicBezTo>
                    <a:pt x="11658" y="473"/>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3" name="Google Shape;16923;p87"/>
            <p:cNvSpPr/>
            <p:nvPr/>
          </p:nvSpPr>
          <p:spPr>
            <a:xfrm>
              <a:off x="-3035250" y="2103000"/>
              <a:ext cx="104000" cy="118500"/>
            </a:xfrm>
            <a:custGeom>
              <a:avLst/>
              <a:gdLst/>
              <a:ahLst/>
              <a:cxnLst/>
              <a:rect l="l" t="t" r="r" b="b"/>
              <a:pathLst>
                <a:path w="4160" h="4740" extrusionOk="0">
                  <a:moveTo>
                    <a:pt x="662" y="896"/>
                  </a:moveTo>
                  <a:lnTo>
                    <a:pt x="3056" y="2346"/>
                  </a:lnTo>
                  <a:lnTo>
                    <a:pt x="662" y="3826"/>
                  </a:lnTo>
                  <a:lnTo>
                    <a:pt x="662" y="896"/>
                  </a:lnTo>
                  <a:close/>
                  <a:moveTo>
                    <a:pt x="322" y="1"/>
                  </a:moveTo>
                  <a:cubicBezTo>
                    <a:pt x="144" y="1"/>
                    <a:pt x="0" y="131"/>
                    <a:pt x="0" y="298"/>
                  </a:cubicBezTo>
                  <a:lnTo>
                    <a:pt x="0" y="4425"/>
                  </a:lnTo>
                  <a:cubicBezTo>
                    <a:pt x="0" y="4607"/>
                    <a:pt x="132" y="4740"/>
                    <a:pt x="301" y="4740"/>
                  </a:cubicBezTo>
                  <a:cubicBezTo>
                    <a:pt x="365" y="4740"/>
                    <a:pt x="435" y="4720"/>
                    <a:pt x="504" y="4677"/>
                  </a:cubicBezTo>
                  <a:lnTo>
                    <a:pt x="3939" y="2629"/>
                  </a:lnTo>
                  <a:cubicBezTo>
                    <a:pt x="4159" y="2535"/>
                    <a:pt x="4159" y="2219"/>
                    <a:pt x="3939" y="2093"/>
                  </a:cubicBezTo>
                  <a:lnTo>
                    <a:pt x="504" y="46"/>
                  </a:lnTo>
                  <a:cubicBezTo>
                    <a:pt x="443" y="15"/>
                    <a:pt x="381" y="1"/>
                    <a:pt x="3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24" name="Google Shape;16924;p87"/>
          <p:cNvGrpSpPr/>
          <p:nvPr/>
        </p:nvGrpSpPr>
        <p:grpSpPr>
          <a:xfrm>
            <a:off x="8359124" y="2853235"/>
            <a:ext cx="561061" cy="562360"/>
            <a:chOff x="-3137650" y="2408950"/>
            <a:chExt cx="291450" cy="292125"/>
          </a:xfrm>
        </p:grpSpPr>
        <p:sp>
          <p:nvSpPr>
            <p:cNvPr id="16925" name="Google Shape;16925;p87"/>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6" name="Google Shape;16926;p87"/>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7" name="Google Shape;16927;p87"/>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8" name="Google Shape;16928;p87"/>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9" name="Google Shape;16929;p87"/>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30" name="Google Shape;16930;p87"/>
          <p:cNvGrpSpPr/>
          <p:nvPr/>
        </p:nvGrpSpPr>
        <p:grpSpPr>
          <a:xfrm>
            <a:off x="8375032" y="3580550"/>
            <a:ext cx="561061" cy="495849"/>
            <a:chOff x="-3137650" y="2787000"/>
            <a:chExt cx="291450" cy="257575"/>
          </a:xfrm>
        </p:grpSpPr>
        <p:sp>
          <p:nvSpPr>
            <p:cNvPr id="16931" name="Google Shape;16931;p87"/>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2" name="Google Shape;16932;p87"/>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3" name="Google Shape;16933;p87"/>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4" name="Google Shape;16934;p87"/>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5" name="Google Shape;16935;p87"/>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6" name="Google Shape;16936;p87"/>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7" name="Google Shape;16937;p87"/>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8" name="Google Shape;16938;p87"/>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939" name="Google Shape;16939;p87"/>
          <p:cNvSpPr/>
          <p:nvPr/>
        </p:nvSpPr>
        <p:spPr>
          <a:xfrm>
            <a:off x="1812179" y="4392822"/>
            <a:ext cx="561061" cy="394253"/>
          </a:xfrm>
          <a:custGeom>
            <a:avLst/>
            <a:gdLst/>
            <a:ahLst/>
            <a:cxnLst/>
            <a:rect l="l" t="t" r="r" b="b"/>
            <a:pathLst>
              <a:path w="11658" h="8192" extrusionOk="0">
                <a:moveTo>
                  <a:pt x="10429" y="662"/>
                </a:moveTo>
                <a:cubicBezTo>
                  <a:pt x="10114" y="1008"/>
                  <a:pt x="6207" y="4915"/>
                  <a:pt x="6081" y="5072"/>
                </a:cubicBezTo>
                <a:cubicBezTo>
                  <a:pt x="6018" y="5135"/>
                  <a:pt x="5916" y="5167"/>
                  <a:pt x="5813" y="5167"/>
                </a:cubicBezTo>
                <a:cubicBezTo>
                  <a:pt x="5711" y="5167"/>
                  <a:pt x="5608" y="5135"/>
                  <a:pt x="5545" y="5072"/>
                </a:cubicBezTo>
                <a:lnTo>
                  <a:pt x="1135" y="662"/>
                </a:lnTo>
                <a:close/>
                <a:moveTo>
                  <a:pt x="662" y="1134"/>
                </a:moveTo>
                <a:lnTo>
                  <a:pt x="3624" y="4096"/>
                </a:lnTo>
                <a:lnTo>
                  <a:pt x="662" y="7057"/>
                </a:lnTo>
                <a:lnTo>
                  <a:pt x="662" y="1134"/>
                </a:lnTo>
                <a:close/>
                <a:moveTo>
                  <a:pt x="10996" y="1134"/>
                </a:moveTo>
                <a:lnTo>
                  <a:pt x="10996" y="7057"/>
                </a:lnTo>
                <a:lnTo>
                  <a:pt x="8034" y="4096"/>
                </a:lnTo>
                <a:lnTo>
                  <a:pt x="10996" y="1134"/>
                </a:lnTo>
                <a:close/>
                <a:moveTo>
                  <a:pt x="7562" y="4568"/>
                </a:moveTo>
                <a:lnTo>
                  <a:pt x="10492" y="7530"/>
                </a:lnTo>
                <a:lnTo>
                  <a:pt x="1198" y="7530"/>
                </a:lnTo>
                <a:lnTo>
                  <a:pt x="4096" y="4568"/>
                </a:lnTo>
                <a:lnTo>
                  <a:pt x="5073" y="5545"/>
                </a:lnTo>
                <a:cubicBezTo>
                  <a:pt x="5278" y="5750"/>
                  <a:pt x="5553" y="5852"/>
                  <a:pt x="5829" y="5852"/>
                </a:cubicBezTo>
                <a:cubicBezTo>
                  <a:pt x="6105" y="5852"/>
                  <a:pt x="6380" y="5750"/>
                  <a:pt x="6585" y="5545"/>
                </a:cubicBezTo>
                <a:lnTo>
                  <a:pt x="7562" y="4568"/>
                </a:lnTo>
                <a:close/>
                <a:moveTo>
                  <a:pt x="1009" y="0"/>
                </a:moveTo>
                <a:cubicBezTo>
                  <a:pt x="473" y="0"/>
                  <a:pt x="1" y="473"/>
                  <a:pt x="1" y="1008"/>
                </a:cubicBezTo>
                <a:lnTo>
                  <a:pt x="1" y="7152"/>
                </a:lnTo>
                <a:cubicBezTo>
                  <a:pt x="1" y="7719"/>
                  <a:pt x="473" y="8191"/>
                  <a:pt x="1009" y="8191"/>
                </a:cubicBezTo>
                <a:lnTo>
                  <a:pt x="10618" y="8191"/>
                </a:lnTo>
                <a:cubicBezTo>
                  <a:pt x="11185" y="8191"/>
                  <a:pt x="11657" y="7719"/>
                  <a:pt x="11657" y="7152"/>
                </a:cubicBezTo>
                <a:lnTo>
                  <a:pt x="11657" y="1008"/>
                </a:lnTo>
                <a:cubicBezTo>
                  <a:pt x="11657" y="441"/>
                  <a:pt x="11185"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0" name="Google Shape;16940;p87"/>
          <p:cNvSpPr/>
          <p:nvPr/>
        </p:nvSpPr>
        <p:spPr>
          <a:xfrm>
            <a:off x="1850568" y="2173977"/>
            <a:ext cx="562552" cy="562793"/>
          </a:xfrm>
          <a:custGeom>
            <a:avLst/>
            <a:gdLst/>
            <a:ahLst/>
            <a:cxnLst/>
            <a:rect l="l" t="t" r="r" b="b"/>
            <a:pathLst>
              <a:path w="11689" h="11694" extrusionOk="0">
                <a:moveTo>
                  <a:pt x="5829" y="2048"/>
                </a:moveTo>
                <a:cubicBezTo>
                  <a:pt x="6018" y="2048"/>
                  <a:pt x="6175" y="2206"/>
                  <a:pt x="6175" y="2395"/>
                </a:cubicBezTo>
                <a:cubicBezTo>
                  <a:pt x="6175" y="2615"/>
                  <a:pt x="6018" y="2804"/>
                  <a:pt x="5829" y="2804"/>
                </a:cubicBezTo>
                <a:cubicBezTo>
                  <a:pt x="5640" y="2804"/>
                  <a:pt x="5482" y="2615"/>
                  <a:pt x="5482" y="2395"/>
                </a:cubicBezTo>
                <a:cubicBezTo>
                  <a:pt x="5482" y="2206"/>
                  <a:pt x="5640" y="2048"/>
                  <a:pt x="5829" y="2048"/>
                </a:cubicBezTo>
                <a:close/>
                <a:moveTo>
                  <a:pt x="5829" y="725"/>
                </a:moveTo>
                <a:cubicBezTo>
                  <a:pt x="6774" y="725"/>
                  <a:pt x="7530" y="1449"/>
                  <a:pt x="7530" y="2395"/>
                </a:cubicBezTo>
                <a:cubicBezTo>
                  <a:pt x="7530" y="2521"/>
                  <a:pt x="7530" y="2678"/>
                  <a:pt x="7467" y="2804"/>
                </a:cubicBezTo>
                <a:lnTo>
                  <a:pt x="6774" y="2804"/>
                </a:lnTo>
                <a:cubicBezTo>
                  <a:pt x="6806" y="2678"/>
                  <a:pt x="6837" y="2552"/>
                  <a:pt x="6837" y="2395"/>
                </a:cubicBezTo>
                <a:cubicBezTo>
                  <a:pt x="6837" y="1859"/>
                  <a:pt x="6364" y="1386"/>
                  <a:pt x="5829" y="1386"/>
                </a:cubicBezTo>
                <a:cubicBezTo>
                  <a:pt x="5262" y="1386"/>
                  <a:pt x="4789" y="1859"/>
                  <a:pt x="4789" y="2395"/>
                </a:cubicBezTo>
                <a:cubicBezTo>
                  <a:pt x="4789" y="2521"/>
                  <a:pt x="4852" y="2678"/>
                  <a:pt x="4884" y="2804"/>
                </a:cubicBezTo>
                <a:lnTo>
                  <a:pt x="4159" y="2804"/>
                </a:lnTo>
                <a:cubicBezTo>
                  <a:pt x="4128" y="2678"/>
                  <a:pt x="4128" y="2521"/>
                  <a:pt x="4128" y="2395"/>
                </a:cubicBezTo>
                <a:cubicBezTo>
                  <a:pt x="4128" y="1449"/>
                  <a:pt x="4884" y="725"/>
                  <a:pt x="5829" y="725"/>
                </a:cubicBezTo>
                <a:close/>
                <a:moveTo>
                  <a:pt x="10681" y="3466"/>
                </a:moveTo>
                <a:cubicBezTo>
                  <a:pt x="10870" y="3466"/>
                  <a:pt x="11027" y="3623"/>
                  <a:pt x="11027" y="3812"/>
                </a:cubicBezTo>
                <a:cubicBezTo>
                  <a:pt x="11027" y="4033"/>
                  <a:pt x="10870" y="4190"/>
                  <a:pt x="10681" y="4190"/>
                </a:cubicBezTo>
                <a:lnTo>
                  <a:pt x="1009" y="4190"/>
                </a:lnTo>
                <a:cubicBezTo>
                  <a:pt x="820" y="4190"/>
                  <a:pt x="662" y="4033"/>
                  <a:pt x="662" y="3812"/>
                </a:cubicBezTo>
                <a:cubicBezTo>
                  <a:pt x="662" y="3623"/>
                  <a:pt x="851" y="3466"/>
                  <a:pt x="1009" y="3466"/>
                </a:cubicBezTo>
                <a:close/>
                <a:moveTo>
                  <a:pt x="9799" y="4852"/>
                </a:moveTo>
                <a:lnTo>
                  <a:pt x="7058" y="7593"/>
                </a:lnTo>
                <a:lnTo>
                  <a:pt x="4600" y="7593"/>
                </a:lnTo>
                <a:lnTo>
                  <a:pt x="1859" y="4852"/>
                </a:lnTo>
                <a:close/>
                <a:moveTo>
                  <a:pt x="6869" y="8255"/>
                </a:moveTo>
                <a:lnTo>
                  <a:pt x="6869" y="9767"/>
                </a:lnTo>
                <a:lnTo>
                  <a:pt x="4789" y="10775"/>
                </a:lnTo>
                <a:lnTo>
                  <a:pt x="4789" y="8255"/>
                </a:lnTo>
                <a:close/>
                <a:moveTo>
                  <a:pt x="5829" y="0"/>
                </a:moveTo>
                <a:cubicBezTo>
                  <a:pt x="4474" y="0"/>
                  <a:pt x="3435" y="1071"/>
                  <a:pt x="3435" y="2395"/>
                </a:cubicBezTo>
                <a:cubicBezTo>
                  <a:pt x="3435" y="2521"/>
                  <a:pt x="3435" y="2678"/>
                  <a:pt x="3466" y="2804"/>
                </a:cubicBezTo>
                <a:lnTo>
                  <a:pt x="1009" y="2804"/>
                </a:lnTo>
                <a:cubicBezTo>
                  <a:pt x="473" y="2804"/>
                  <a:pt x="0" y="3277"/>
                  <a:pt x="0" y="3812"/>
                </a:cubicBezTo>
                <a:cubicBezTo>
                  <a:pt x="0" y="4348"/>
                  <a:pt x="379" y="4757"/>
                  <a:pt x="851" y="4852"/>
                </a:cubicBezTo>
                <a:lnTo>
                  <a:pt x="4096" y="8065"/>
                </a:lnTo>
                <a:lnTo>
                  <a:pt x="4096" y="11342"/>
                </a:lnTo>
                <a:cubicBezTo>
                  <a:pt x="4096" y="11518"/>
                  <a:pt x="4277" y="11694"/>
                  <a:pt x="4462" y="11694"/>
                </a:cubicBezTo>
                <a:cubicBezTo>
                  <a:pt x="4508" y="11694"/>
                  <a:pt x="4556" y="11683"/>
                  <a:pt x="4600" y="11657"/>
                </a:cubicBezTo>
                <a:lnTo>
                  <a:pt x="7373" y="10271"/>
                </a:lnTo>
                <a:cubicBezTo>
                  <a:pt x="7467" y="10239"/>
                  <a:pt x="7562" y="10113"/>
                  <a:pt x="7562" y="9956"/>
                </a:cubicBezTo>
                <a:lnTo>
                  <a:pt x="7562" y="8034"/>
                </a:lnTo>
                <a:lnTo>
                  <a:pt x="10838" y="4820"/>
                </a:lnTo>
                <a:cubicBezTo>
                  <a:pt x="11311" y="4757"/>
                  <a:pt x="11689" y="4348"/>
                  <a:pt x="11689" y="3812"/>
                </a:cubicBezTo>
                <a:cubicBezTo>
                  <a:pt x="11689" y="3277"/>
                  <a:pt x="11216" y="2804"/>
                  <a:pt x="10681" y="2804"/>
                </a:cubicBezTo>
                <a:lnTo>
                  <a:pt x="8192" y="2804"/>
                </a:lnTo>
                <a:cubicBezTo>
                  <a:pt x="8192" y="2678"/>
                  <a:pt x="8223" y="2521"/>
                  <a:pt x="8223" y="2395"/>
                </a:cubicBezTo>
                <a:cubicBezTo>
                  <a:pt x="8223" y="1071"/>
                  <a:pt x="7152"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1" name="Google Shape;16941;p87"/>
          <p:cNvSpPr/>
          <p:nvPr/>
        </p:nvSpPr>
        <p:spPr>
          <a:xfrm>
            <a:off x="1848282" y="2852366"/>
            <a:ext cx="567124" cy="563708"/>
          </a:xfrm>
          <a:custGeom>
            <a:avLst/>
            <a:gdLst/>
            <a:ahLst/>
            <a:cxnLst/>
            <a:rect l="l" t="t" r="r" b="b"/>
            <a:pathLst>
              <a:path w="11784" h="11713" extrusionOk="0">
                <a:moveTo>
                  <a:pt x="5136" y="4128"/>
                </a:moveTo>
                <a:cubicBezTo>
                  <a:pt x="5671" y="4128"/>
                  <a:pt x="6112" y="4569"/>
                  <a:pt x="6144" y="5136"/>
                </a:cubicBezTo>
                <a:lnTo>
                  <a:pt x="5230" y="4853"/>
                </a:lnTo>
                <a:cubicBezTo>
                  <a:pt x="5198" y="4839"/>
                  <a:pt x="5165" y="4832"/>
                  <a:pt x="5131" y="4832"/>
                </a:cubicBezTo>
                <a:cubicBezTo>
                  <a:pt x="4934" y="4832"/>
                  <a:pt x="4735" y="5052"/>
                  <a:pt x="4789" y="5294"/>
                </a:cubicBezTo>
                <a:lnTo>
                  <a:pt x="5073" y="6239"/>
                </a:lnTo>
                <a:cubicBezTo>
                  <a:pt x="4537" y="6176"/>
                  <a:pt x="4096" y="5703"/>
                  <a:pt x="4096" y="5168"/>
                </a:cubicBezTo>
                <a:cubicBezTo>
                  <a:pt x="4096" y="4601"/>
                  <a:pt x="4569" y="4128"/>
                  <a:pt x="5136" y="4128"/>
                </a:cubicBezTo>
                <a:close/>
                <a:moveTo>
                  <a:pt x="5199" y="2364"/>
                </a:moveTo>
                <a:cubicBezTo>
                  <a:pt x="6680" y="2364"/>
                  <a:pt x="7940" y="3592"/>
                  <a:pt x="7940" y="5136"/>
                </a:cubicBezTo>
                <a:cubicBezTo>
                  <a:pt x="7940" y="5294"/>
                  <a:pt x="7940" y="5388"/>
                  <a:pt x="7908" y="5546"/>
                </a:cubicBezTo>
                <a:lnTo>
                  <a:pt x="6932" y="5294"/>
                </a:lnTo>
                <a:lnTo>
                  <a:pt x="6932" y="5136"/>
                </a:lnTo>
                <a:cubicBezTo>
                  <a:pt x="6806" y="4223"/>
                  <a:pt x="6049" y="3466"/>
                  <a:pt x="5104" y="3466"/>
                </a:cubicBezTo>
                <a:cubicBezTo>
                  <a:pt x="4159" y="3466"/>
                  <a:pt x="3435" y="4223"/>
                  <a:pt x="3435" y="5168"/>
                </a:cubicBezTo>
                <a:cubicBezTo>
                  <a:pt x="3435" y="5609"/>
                  <a:pt x="3624" y="6081"/>
                  <a:pt x="3939" y="6396"/>
                </a:cubicBezTo>
                <a:cubicBezTo>
                  <a:pt x="4254" y="6743"/>
                  <a:pt x="4695" y="6900"/>
                  <a:pt x="5167" y="6900"/>
                </a:cubicBezTo>
                <a:lnTo>
                  <a:pt x="5325" y="6900"/>
                </a:lnTo>
                <a:lnTo>
                  <a:pt x="5577" y="7877"/>
                </a:lnTo>
                <a:cubicBezTo>
                  <a:pt x="5482" y="7909"/>
                  <a:pt x="5325" y="7909"/>
                  <a:pt x="5199" y="7909"/>
                </a:cubicBezTo>
                <a:cubicBezTo>
                  <a:pt x="3687" y="7909"/>
                  <a:pt x="2426" y="6648"/>
                  <a:pt x="2426" y="5136"/>
                </a:cubicBezTo>
                <a:cubicBezTo>
                  <a:pt x="2426" y="3624"/>
                  <a:pt x="3655" y="2364"/>
                  <a:pt x="5199" y="2364"/>
                </a:cubicBezTo>
                <a:close/>
                <a:moveTo>
                  <a:pt x="5167" y="726"/>
                </a:moveTo>
                <a:cubicBezTo>
                  <a:pt x="7940" y="726"/>
                  <a:pt x="10051" y="3277"/>
                  <a:pt x="9515" y="6018"/>
                </a:cubicBezTo>
                <a:lnTo>
                  <a:pt x="8507" y="5766"/>
                </a:lnTo>
                <a:cubicBezTo>
                  <a:pt x="8538" y="5546"/>
                  <a:pt x="8538" y="5357"/>
                  <a:pt x="8538" y="5136"/>
                </a:cubicBezTo>
                <a:cubicBezTo>
                  <a:pt x="8538" y="3246"/>
                  <a:pt x="7026" y="1702"/>
                  <a:pt x="5104" y="1702"/>
                </a:cubicBezTo>
                <a:cubicBezTo>
                  <a:pt x="3214" y="1702"/>
                  <a:pt x="1702" y="3246"/>
                  <a:pt x="1702" y="5136"/>
                </a:cubicBezTo>
                <a:cubicBezTo>
                  <a:pt x="1702" y="7027"/>
                  <a:pt x="3214" y="8602"/>
                  <a:pt x="5104" y="8602"/>
                </a:cubicBezTo>
                <a:cubicBezTo>
                  <a:pt x="5325" y="8602"/>
                  <a:pt x="5514" y="8602"/>
                  <a:pt x="5703" y="8539"/>
                </a:cubicBezTo>
                <a:lnTo>
                  <a:pt x="5986" y="9578"/>
                </a:lnTo>
                <a:cubicBezTo>
                  <a:pt x="5695" y="9636"/>
                  <a:pt x="5405" y="9664"/>
                  <a:pt x="5119" y="9664"/>
                </a:cubicBezTo>
                <a:cubicBezTo>
                  <a:pt x="2751" y="9664"/>
                  <a:pt x="694" y="7758"/>
                  <a:pt x="694" y="5199"/>
                </a:cubicBezTo>
                <a:cubicBezTo>
                  <a:pt x="694" y="2679"/>
                  <a:pt x="2773" y="726"/>
                  <a:pt x="5167" y="726"/>
                </a:cubicBezTo>
                <a:close/>
                <a:moveTo>
                  <a:pt x="5671" y="5672"/>
                </a:moveTo>
                <a:lnTo>
                  <a:pt x="5671" y="5672"/>
                </a:lnTo>
                <a:cubicBezTo>
                  <a:pt x="10240" y="6964"/>
                  <a:pt x="9578" y="6774"/>
                  <a:pt x="9704" y="6806"/>
                </a:cubicBezTo>
                <a:lnTo>
                  <a:pt x="8853" y="7373"/>
                </a:lnTo>
                <a:cubicBezTo>
                  <a:pt x="8664" y="7499"/>
                  <a:pt x="8664" y="7751"/>
                  <a:pt x="8822" y="7877"/>
                </a:cubicBezTo>
                <a:lnTo>
                  <a:pt x="10964" y="9956"/>
                </a:lnTo>
                <a:cubicBezTo>
                  <a:pt x="11027" y="10114"/>
                  <a:pt x="11027" y="10335"/>
                  <a:pt x="10901" y="10492"/>
                </a:cubicBezTo>
                <a:lnTo>
                  <a:pt x="10429" y="10965"/>
                </a:lnTo>
                <a:cubicBezTo>
                  <a:pt x="10366" y="11012"/>
                  <a:pt x="10279" y="11035"/>
                  <a:pt x="10192" y="11035"/>
                </a:cubicBezTo>
                <a:cubicBezTo>
                  <a:pt x="10106" y="11035"/>
                  <a:pt x="10019" y="11012"/>
                  <a:pt x="9956" y="10965"/>
                </a:cubicBezTo>
                <a:lnTo>
                  <a:pt x="7845" y="8854"/>
                </a:lnTo>
                <a:cubicBezTo>
                  <a:pt x="7777" y="8786"/>
                  <a:pt x="7691" y="8753"/>
                  <a:pt x="7606" y="8753"/>
                </a:cubicBezTo>
                <a:cubicBezTo>
                  <a:pt x="7493" y="8753"/>
                  <a:pt x="7381" y="8809"/>
                  <a:pt x="7310" y="8917"/>
                </a:cubicBezTo>
                <a:cubicBezTo>
                  <a:pt x="7247" y="8980"/>
                  <a:pt x="6806" y="9641"/>
                  <a:pt x="6774" y="9736"/>
                </a:cubicBezTo>
                <a:cubicBezTo>
                  <a:pt x="6680" y="9484"/>
                  <a:pt x="5703" y="5861"/>
                  <a:pt x="5671" y="5672"/>
                </a:cubicBezTo>
                <a:close/>
                <a:moveTo>
                  <a:pt x="5104" y="1"/>
                </a:moveTo>
                <a:cubicBezTo>
                  <a:pt x="2363" y="1"/>
                  <a:pt x="0" y="2238"/>
                  <a:pt x="0" y="5168"/>
                </a:cubicBezTo>
                <a:cubicBezTo>
                  <a:pt x="0" y="8066"/>
                  <a:pt x="2332" y="10303"/>
                  <a:pt x="5104" y="10303"/>
                </a:cubicBezTo>
                <a:cubicBezTo>
                  <a:pt x="5482" y="10303"/>
                  <a:pt x="5797" y="10272"/>
                  <a:pt x="6144" y="10208"/>
                </a:cubicBezTo>
                <a:lnTo>
                  <a:pt x="6270" y="10587"/>
                </a:lnTo>
                <a:cubicBezTo>
                  <a:pt x="6307" y="10755"/>
                  <a:pt x="6444" y="10845"/>
                  <a:pt x="6596" y="10845"/>
                </a:cubicBezTo>
                <a:cubicBezTo>
                  <a:pt x="6700" y="10845"/>
                  <a:pt x="6810" y="10802"/>
                  <a:pt x="6900" y="10713"/>
                </a:cubicBezTo>
                <a:lnTo>
                  <a:pt x="7625" y="9610"/>
                </a:lnTo>
                <a:lnTo>
                  <a:pt x="9483" y="11406"/>
                </a:lnTo>
                <a:cubicBezTo>
                  <a:pt x="9688" y="11610"/>
                  <a:pt x="9956" y="11713"/>
                  <a:pt x="10220" y="11713"/>
                </a:cubicBezTo>
                <a:cubicBezTo>
                  <a:pt x="10484" y="11713"/>
                  <a:pt x="10744" y="11610"/>
                  <a:pt x="10933" y="11406"/>
                </a:cubicBezTo>
                <a:lnTo>
                  <a:pt x="11405" y="10933"/>
                </a:lnTo>
                <a:cubicBezTo>
                  <a:pt x="11783" y="10555"/>
                  <a:pt x="11783" y="9893"/>
                  <a:pt x="11374" y="9484"/>
                </a:cubicBezTo>
                <a:lnTo>
                  <a:pt x="9515" y="7720"/>
                </a:lnTo>
                <a:lnTo>
                  <a:pt x="10618" y="6964"/>
                </a:lnTo>
                <a:cubicBezTo>
                  <a:pt x="10870" y="6806"/>
                  <a:pt x="10838" y="6428"/>
                  <a:pt x="10555" y="6333"/>
                </a:cubicBezTo>
                <a:lnTo>
                  <a:pt x="10145" y="6239"/>
                </a:lnTo>
                <a:cubicBezTo>
                  <a:pt x="10303" y="5483"/>
                  <a:pt x="10271" y="4695"/>
                  <a:pt x="10082" y="3908"/>
                </a:cubicBezTo>
                <a:cubicBezTo>
                  <a:pt x="9483" y="1576"/>
                  <a:pt x="7436" y="1"/>
                  <a:pt x="510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42" name="Google Shape;16942;p87"/>
          <p:cNvGrpSpPr/>
          <p:nvPr/>
        </p:nvGrpSpPr>
        <p:grpSpPr>
          <a:xfrm>
            <a:off x="1865935" y="3547196"/>
            <a:ext cx="562552" cy="562552"/>
            <a:chOff x="-6354300" y="2757075"/>
            <a:chExt cx="292225" cy="292225"/>
          </a:xfrm>
        </p:grpSpPr>
        <p:sp>
          <p:nvSpPr>
            <p:cNvPr id="16943" name="Google Shape;16943;p87"/>
            <p:cNvSpPr/>
            <p:nvPr/>
          </p:nvSpPr>
          <p:spPr>
            <a:xfrm>
              <a:off x="-6354300" y="2757075"/>
              <a:ext cx="292225" cy="292225"/>
            </a:xfrm>
            <a:custGeom>
              <a:avLst/>
              <a:gdLst/>
              <a:ahLst/>
              <a:cxnLst/>
              <a:rect l="l" t="t" r="r" b="b"/>
              <a:pathLst>
                <a:path w="11689" h="11689" extrusionOk="0">
                  <a:moveTo>
                    <a:pt x="10681" y="4159"/>
                  </a:moveTo>
                  <a:cubicBezTo>
                    <a:pt x="10870" y="4159"/>
                    <a:pt x="11027" y="4316"/>
                    <a:pt x="11027" y="4505"/>
                  </a:cubicBezTo>
                  <a:lnTo>
                    <a:pt x="11027" y="4915"/>
                  </a:lnTo>
                  <a:cubicBezTo>
                    <a:pt x="10901" y="4883"/>
                    <a:pt x="10775" y="4883"/>
                    <a:pt x="10681" y="4883"/>
                  </a:cubicBezTo>
                  <a:lnTo>
                    <a:pt x="9609" y="4883"/>
                  </a:lnTo>
                  <a:lnTo>
                    <a:pt x="9609" y="4190"/>
                  </a:lnTo>
                  <a:lnTo>
                    <a:pt x="10681" y="4190"/>
                  </a:lnTo>
                  <a:lnTo>
                    <a:pt x="10681" y="4159"/>
                  </a:lnTo>
                  <a:close/>
                  <a:moveTo>
                    <a:pt x="2048" y="2773"/>
                  </a:moveTo>
                  <a:lnTo>
                    <a:pt x="2048" y="6207"/>
                  </a:lnTo>
                  <a:lnTo>
                    <a:pt x="662" y="6207"/>
                  </a:lnTo>
                  <a:lnTo>
                    <a:pt x="662" y="3151"/>
                  </a:lnTo>
                  <a:cubicBezTo>
                    <a:pt x="694" y="2930"/>
                    <a:pt x="851" y="2773"/>
                    <a:pt x="1009" y="2773"/>
                  </a:cubicBezTo>
                  <a:close/>
                  <a:moveTo>
                    <a:pt x="8885" y="693"/>
                  </a:moveTo>
                  <a:lnTo>
                    <a:pt x="8885" y="4883"/>
                  </a:lnTo>
                  <a:cubicBezTo>
                    <a:pt x="8538" y="4915"/>
                    <a:pt x="8223" y="5104"/>
                    <a:pt x="8066" y="5419"/>
                  </a:cubicBezTo>
                  <a:lnTo>
                    <a:pt x="7751" y="6049"/>
                  </a:lnTo>
                  <a:cubicBezTo>
                    <a:pt x="7719" y="6175"/>
                    <a:pt x="7593" y="6238"/>
                    <a:pt x="7436" y="6238"/>
                  </a:cubicBezTo>
                  <a:lnTo>
                    <a:pt x="2710" y="6238"/>
                  </a:lnTo>
                  <a:lnTo>
                    <a:pt x="2710" y="693"/>
                  </a:lnTo>
                  <a:close/>
                  <a:moveTo>
                    <a:pt x="10681" y="5513"/>
                  </a:moveTo>
                  <a:cubicBezTo>
                    <a:pt x="10870" y="5513"/>
                    <a:pt x="11027" y="5671"/>
                    <a:pt x="11027" y="5860"/>
                  </a:cubicBezTo>
                  <a:lnTo>
                    <a:pt x="11027" y="10649"/>
                  </a:lnTo>
                  <a:cubicBezTo>
                    <a:pt x="11027" y="10869"/>
                    <a:pt x="10870" y="11027"/>
                    <a:pt x="10681" y="11027"/>
                  </a:cubicBezTo>
                  <a:lnTo>
                    <a:pt x="1009" y="11027"/>
                  </a:lnTo>
                  <a:cubicBezTo>
                    <a:pt x="820" y="11027"/>
                    <a:pt x="662" y="10869"/>
                    <a:pt x="662" y="10649"/>
                  </a:cubicBezTo>
                  <a:lnTo>
                    <a:pt x="662" y="6868"/>
                  </a:lnTo>
                  <a:lnTo>
                    <a:pt x="7436" y="6868"/>
                  </a:lnTo>
                  <a:cubicBezTo>
                    <a:pt x="7845" y="6868"/>
                    <a:pt x="8192" y="6648"/>
                    <a:pt x="8349" y="6333"/>
                  </a:cubicBezTo>
                  <a:lnTo>
                    <a:pt x="8664" y="5703"/>
                  </a:lnTo>
                  <a:cubicBezTo>
                    <a:pt x="8696" y="5576"/>
                    <a:pt x="8822" y="5513"/>
                    <a:pt x="8979" y="5513"/>
                  </a:cubicBezTo>
                  <a:close/>
                  <a:moveTo>
                    <a:pt x="2395" y="0"/>
                  </a:moveTo>
                  <a:cubicBezTo>
                    <a:pt x="2206" y="0"/>
                    <a:pt x="2048" y="158"/>
                    <a:pt x="2048" y="347"/>
                  </a:cubicBezTo>
                  <a:lnTo>
                    <a:pt x="2048" y="2111"/>
                  </a:lnTo>
                  <a:lnTo>
                    <a:pt x="1009" y="2111"/>
                  </a:lnTo>
                  <a:cubicBezTo>
                    <a:pt x="473" y="2111"/>
                    <a:pt x="0" y="2584"/>
                    <a:pt x="0" y="3151"/>
                  </a:cubicBezTo>
                  <a:lnTo>
                    <a:pt x="0" y="10649"/>
                  </a:lnTo>
                  <a:cubicBezTo>
                    <a:pt x="0" y="11216"/>
                    <a:pt x="473" y="11688"/>
                    <a:pt x="1009" y="11688"/>
                  </a:cubicBezTo>
                  <a:lnTo>
                    <a:pt x="10618" y="11688"/>
                  </a:lnTo>
                  <a:cubicBezTo>
                    <a:pt x="11185" y="11688"/>
                    <a:pt x="11657" y="11216"/>
                    <a:pt x="11657" y="10649"/>
                  </a:cubicBezTo>
                  <a:lnTo>
                    <a:pt x="11657" y="4505"/>
                  </a:lnTo>
                  <a:cubicBezTo>
                    <a:pt x="11689" y="3938"/>
                    <a:pt x="11216" y="3466"/>
                    <a:pt x="10681" y="3466"/>
                  </a:cubicBezTo>
                  <a:lnTo>
                    <a:pt x="9609" y="3466"/>
                  </a:lnTo>
                  <a:lnTo>
                    <a:pt x="9609" y="347"/>
                  </a:lnTo>
                  <a:cubicBezTo>
                    <a:pt x="9609" y="158"/>
                    <a:pt x="9452" y="0"/>
                    <a:pt x="926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4" name="Google Shape;16944;p87"/>
            <p:cNvSpPr/>
            <p:nvPr/>
          </p:nvSpPr>
          <p:spPr>
            <a:xfrm>
              <a:off x="-6268450" y="279015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5" name="Google Shape;16945;p87"/>
            <p:cNvSpPr/>
            <p:nvPr/>
          </p:nvSpPr>
          <p:spPr>
            <a:xfrm>
              <a:off x="-6268450" y="282560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6" name="Google Shape;16946;p87"/>
            <p:cNvSpPr/>
            <p:nvPr/>
          </p:nvSpPr>
          <p:spPr>
            <a:xfrm>
              <a:off x="-6268450" y="2860250"/>
              <a:ext cx="119750" cy="17350"/>
            </a:xfrm>
            <a:custGeom>
              <a:avLst/>
              <a:gdLst/>
              <a:ahLst/>
              <a:cxnLst/>
              <a:rect l="l" t="t" r="r" b="b"/>
              <a:pathLst>
                <a:path w="4790" h="694" extrusionOk="0">
                  <a:moveTo>
                    <a:pt x="347" y="0"/>
                  </a:moveTo>
                  <a:cubicBezTo>
                    <a:pt x="158" y="0"/>
                    <a:pt x="1" y="158"/>
                    <a:pt x="1" y="347"/>
                  </a:cubicBezTo>
                  <a:cubicBezTo>
                    <a:pt x="1" y="536"/>
                    <a:pt x="158" y="693"/>
                    <a:pt x="347" y="693"/>
                  </a:cubicBezTo>
                  <a:lnTo>
                    <a:pt x="4443" y="693"/>
                  </a:lnTo>
                  <a:cubicBezTo>
                    <a:pt x="4632" y="693"/>
                    <a:pt x="4789" y="536"/>
                    <a:pt x="4789" y="347"/>
                  </a:cubicBez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47" name="Google Shape;16947;p87"/>
          <p:cNvGrpSpPr/>
          <p:nvPr/>
        </p:nvGrpSpPr>
        <p:grpSpPr>
          <a:xfrm>
            <a:off x="5457939" y="2172747"/>
            <a:ext cx="565584" cy="565584"/>
            <a:chOff x="-4573475" y="2045850"/>
            <a:chExt cx="293800" cy="293800"/>
          </a:xfrm>
        </p:grpSpPr>
        <p:sp>
          <p:nvSpPr>
            <p:cNvPr id="16948" name="Google Shape;16948;p87"/>
            <p:cNvSpPr/>
            <p:nvPr/>
          </p:nvSpPr>
          <p:spPr>
            <a:xfrm>
              <a:off x="-4573475" y="2045850"/>
              <a:ext cx="293800" cy="293800"/>
            </a:xfrm>
            <a:custGeom>
              <a:avLst/>
              <a:gdLst/>
              <a:ahLst/>
              <a:cxnLst/>
              <a:rect l="l" t="t" r="r" b="b"/>
              <a:pathLst>
                <a:path w="11752" h="11752" extrusionOk="0">
                  <a:moveTo>
                    <a:pt x="6333" y="756"/>
                  </a:moveTo>
                  <a:lnTo>
                    <a:pt x="6459" y="1292"/>
                  </a:lnTo>
                  <a:cubicBezTo>
                    <a:pt x="6490" y="1418"/>
                    <a:pt x="6585" y="1544"/>
                    <a:pt x="6742" y="1576"/>
                  </a:cubicBezTo>
                  <a:cubicBezTo>
                    <a:pt x="7372" y="1702"/>
                    <a:pt x="7908" y="1922"/>
                    <a:pt x="8444" y="2300"/>
                  </a:cubicBezTo>
                  <a:cubicBezTo>
                    <a:pt x="8491" y="2332"/>
                    <a:pt x="8546" y="2347"/>
                    <a:pt x="8605" y="2347"/>
                  </a:cubicBezTo>
                  <a:cubicBezTo>
                    <a:pt x="8664" y="2347"/>
                    <a:pt x="8727" y="2332"/>
                    <a:pt x="8790" y="2300"/>
                  </a:cubicBezTo>
                  <a:lnTo>
                    <a:pt x="9231" y="2017"/>
                  </a:lnTo>
                  <a:lnTo>
                    <a:pt x="9798" y="2584"/>
                  </a:lnTo>
                  <a:lnTo>
                    <a:pt x="9546" y="3025"/>
                  </a:lnTo>
                  <a:cubicBezTo>
                    <a:pt x="9452" y="3151"/>
                    <a:pt x="9452" y="3308"/>
                    <a:pt x="9546" y="3371"/>
                  </a:cubicBezTo>
                  <a:cubicBezTo>
                    <a:pt x="9893" y="3907"/>
                    <a:pt x="10113" y="4505"/>
                    <a:pt x="10239" y="5073"/>
                  </a:cubicBezTo>
                  <a:cubicBezTo>
                    <a:pt x="10271" y="5199"/>
                    <a:pt x="10365" y="5325"/>
                    <a:pt x="10523" y="5356"/>
                  </a:cubicBezTo>
                  <a:lnTo>
                    <a:pt x="11058" y="5482"/>
                  </a:lnTo>
                  <a:lnTo>
                    <a:pt x="11058" y="6301"/>
                  </a:lnTo>
                  <a:lnTo>
                    <a:pt x="10523" y="6427"/>
                  </a:lnTo>
                  <a:cubicBezTo>
                    <a:pt x="10397" y="6459"/>
                    <a:pt x="10271" y="6553"/>
                    <a:pt x="10239" y="6711"/>
                  </a:cubicBezTo>
                  <a:cubicBezTo>
                    <a:pt x="10113" y="7309"/>
                    <a:pt x="9893" y="7877"/>
                    <a:pt x="9546" y="8381"/>
                  </a:cubicBezTo>
                  <a:cubicBezTo>
                    <a:pt x="9452" y="8507"/>
                    <a:pt x="9452" y="8633"/>
                    <a:pt x="9546" y="8759"/>
                  </a:cubicBezTo>
                  <a:lnTo>
                    <a:pt x="9798" y="9168"/>
                  </a:lnTo>
                  <a:lnTo>
                    <a:pt x="9231" y="9767"/>
                  </a:lnTo>
                  <a:lnTo>
                    <a:pt x="8790" y="9483"/>
                  </a:lnTo>
                  <a:cubicBezTo>
                    <a:pt x="8727" y="9452"/>
                    <a:pt x="8656" y="9436"/>
                    <a:pt x="8593" y="9436"/>
                  </a:cubicBezTo>
                  <a:cubicBezTo>
                    <a:pt x="8530" y="9436"/>
                    <a:pt x="8475" y="9452"/>
                    <a:pt x="8444" y="9483"/>
                  </a:cubicBezTo>
                  <a:cubicBezTo>
                    <a:pt x="7908" y="9861"/>
                    <a:pt x="7341" y="10082"/>
                    <a:pt x="6742" y="10208"/>
                  </a:cubicBezTo>
                  <a:cubicBezTo>
                    <a:pt x="6616" y="10239"/>
                    <a:pt x="6490" y="10334"/>
                    <a:pt x="6459" y="10428"/>
                  </a:cubicBezTo>
                  <a:lnTo>
                    <a:pt x="6333" y="10964"/>
                  </a:lnTo>
                  <a:lnTo>
                    <a:pt x="5514" y="10964"/>
                  </a:lnTo>
                  <a:lnTo>
                    <a:pt x="5388" y="10428"/>
                  </a:lnTo>
                  <a:cubicBezTo>
                    <a:pt x="5356" y="10334"/>
                    <a:pt x="5230" y="10208"/>
                    <a:pt x="5136" y="10208"/>
                  </a:cubicBezTo>
                  <a:cubicBezTo>
                    <a:pt x="4505" y="10082"/>
                    <a:pt x="3938" y="9861"/>
                    <a:pt x="3434" y="9483"/>
                  </a:cubicBezTo>
                  <a:cubicBezTo>
                    <a:pt x="3371" y="9452"/>
                    <a:pt x="3308" y="9436"/>
                    <a:pt x="3249" y="9436"/>
                  </a:cubicBezTo>
                  <a:cubicBezTo>
                    <a:pt x="3190" y="9436"/>
                    <a:pt x="3135" y="9452"/>
                    <a:pt x="3088" y="9483"/>
                  </a:cubicBezTo>
                  <a:lnTo>
                    <a:pt x="2647" y="9767"/>
                  </a:lnTo>
                  <a:lnTo>
                    <a:pt x="2048" y="9168"/>
                  </a:lnTo>
                  <a:lnTo>
                    <a:pt x="2332" y="8759"/>
                  </a:lnTo>
                  <a:cubicBezTo>
                    <a:pt x="2395" y="8633"/>
                    <a:pt x="2395" y="8475"/>
                    <a:pt x="2332" y="8381"/>
                  </a:cubicBezTo>
                  <a:cubicBezTo>
                    <a:pt x="1985" y="7877"/>
                    <a:pt x="1733" y="7278"/>
                    <a:pt x="1607" y="6711"/>
                  </a:cubicBezTo>
                  <a:cubicBezTo>
                    <a:pt x="1575" y="6585"/>
                    <a:pt x="1512" y="6459"/>
                    <a:pt x="1386" y="6427"/>
                  </a:cubicBezTo>
                  <a:lnTo>
                    <a:pt x="882" y="6301"/>
                  </a:lnTo>
                  <a:lnTo>
                    <a:pt x="882" y="5482"/>
                  </a:lnTo>
                  <a:lnTo>
                    <a:pt x="1386" y="5356"/>
                  </a:lnTo>
                  <a:cubicBezTo>
                    <a:pt x="1512" y="5325"/>
                    <a:pt x="1607" y="5199"/>
                    <a:pt x="1607" y="5073"/>
                  </a:cubicBezTo>
                  <a:cubicBezTo>
                    <a:pt x="1733" y="4442"/>
                    <a:pt x="1985" y="3907"/>
                    <a:pt x="2332" y="3371"/>
                  </a:cubicBezTo>
                  <a:cubicBezTo>
                    <a:pt x="2395" y="3277"/>
                    <a:pt x="2395" y="3151"/>
                    <a:pt x="2332" y="3025"/>
                  </a:cubicBezTo>
                  <a:lnTo>
                    <a:pt x="2048" y="2584"/>
                  </a:lnTo>
                  <a:lnTo>
                    <a:pt x="2647" y="2017"/>
                  </a:lnTo>
                  <a:lnTo>
                    <a:pt x="3088" y="2300"/>
                  </a:lnTo>
                  <a:cubicBezTo>
                    <a:pt x="3135" y="2332"/>
                    <a:pt x="3198" y="2347"/>
                    <a:pt x="3261" y="2347"/>
                  </a:cubicBezTo>
                  <a:cubicBezTo>
                    <a:pt x="3324" y="2347"/>
                    <a:pt x="3387" y="2332"/>
                    <a:pt x="3434" y="2300"/>
                  </a:cubicBezTo>
                  <a:cubicBezTo>
                    <a:pt x="3938" y="1922"/>
                    <a:pt x="4537" y="1702"/>
                    <a:pt x="5136" y="1576"/>
                  </a:cubicBezTo>
                  <a:cubicBezTo>
                    <a:pt x="5230" y="1544"/>
                    <a:pt x="5356" y="1450"/>
                    <a:pt x="5388" y="1292"/>
                  </a:cubicBezTo>
                  <a:lnTo>
                    <a:pt x="5514" y="756"/>
                  </a:lnTo>
                  <a:close/>
                  <a:moveTo>
                    <a:pt x="5167" y="0"/>
                  </a:moveTo>
                  <a:cubicBezTo>
                    <a:pt x="5009" y="0"/>
                    <a:pt x="4852" y="126"/>
                    <a:pt x="4852" y="284"/>
                  </a:cubicBezTo>
                  <a:lnTo>
                    <a:pt x="4694" y="882"/>
                  </a:lnTo>
                  <a:cubicBezTo>
                    <a:pt x="4127" y="977"/>
                    <a:pt x="3623" y="1229"/>
                    <a:pt x="3119" y="1513"/>
                  </a:cubicBezTo>
                  <a:lnTo>
                    <a:pt x="2615" y="1197"/>
                  </a:lnTo>
                  <a:cubicBezTo>
                    <a:pt x="2557" y="1154"/>
                    <a:pt x="2485" y="1130"/>
                    <a:pt x="2412" y="1130"/>
                  </a:cubicBezTo>
                  <a:cubicBezTo>
                    <a:pt x="2327" y="1130"/>
                    <a:pt x="2242" y="1161"/>
                    <a:pt x="2174" y="1229"/>
                  </a:cubicBezTo>
                  <a:lnTo>
                    <a:pt x="1197" y="2206"/>
                  </a:lnTo>
                  <a:cubicBezTo>
                    <a:pt x="1071" y="2332"/>
                    <a:pt x="1071" y="2489"/>
                    <a:pt x="1134" y="2647"/>
                  </a:cubicBezTo>
                  <a:lnTo>
                    <a:pt x="1449" y="3151"/>
                  </a:lnTo>
                  <a:cubicBezTo>
                    <a:pt x="1134" y="3623"/>
                    <a:pt x="945" y="4159"/>
                    <a:pt x="819" y="4726"/>
                  </a:cubicBezTo>
                  <a:lnTo>
                    <a:pt x="284" y="4884"/>
                  </a:lnTo>
                  <a:cubicBezTo>
                    <a:pt x="126" y="4915"/>
                    <a:pt x="0" y="5041"/>
                    <a:pt x="0" y="5199"/>
                  </a:cubicBezTo>
                  <a:lnTo>
                    <a:pt x="0" y="6585"/>
                  </a:lnTo>
                  <a:cubicBezTo>
                    <a:pt x="0" y="6742"/>
                    <a:pt x="126" y="6868"/>
                    <a:pt x="284" y="6900"/>
                  </a:cubicBezTo>
                  <a:lnTo>
                    <a:pt x="819" y="7057"/>
                  </a:lnTo>
                  <a:cubicBezTo>
                    <a:pt x="945" y="7593"/>
                    <a:pt x="1197" y="8129"/>
                    <a:pt x="1449" y="8633"/>
                  </a:cubicBezTo>
                  <a:lnTo>
                    <a:pt x="1134" y="9137"/>
                  </a:lnTo>
                  <a:cubicBezTo>
                    <a:pt x="1071" y="9263"/>
                    <a:pt x="1071" y="9452"/>
                    <a:pt x="1197" y="9578"/>
                  </a:cubicBezTo>
                  <a:lnTo>
                    <a:pt x="2174" y="10554"/>
                  </a:lnTo>
                  <a:cubicBezTo>
                    <a:pt x="2242" y="10622"/>
                    <a:pt x="2318" y="10653"/>
                    <a:pt x="2399" y="10653"/>
                  </a:cubicBezTo>
                  <a:cubicBezTo>
                    <a:pt x="2469" y="10653"/>
                    <a:pt x="2542" y="10630"/>
                    <a:pt x="2615" y="10586"/>
                  </a:cubicBezTo>
                  <a:lnTo>
                    <a:pt x="3119" y="10271"/>
                  </a:lnTo>
                  <a:cubicBezTo>
                    <a:pt x="3592" y="10586"/>
                    <a:pt x="4127" y="10806"/>
                    <a:pt x="4694" y="10901"/>
                  </a:cubicBezTo>
                  <a:lnTo>
                    <a:pt x="4852" y="11468"/>
                  </a:lnTo>
                  <a:cubicBezTo>
                    <a:pt x="4883" y="11626"/>
                    <a:pt x="5009" y="11752"/>
                    <a:pt x="5167" y="11752"/>
                  </a:cubicBezTo>
                  <a:lnTo>
                    <a:pt x="6553" y="11752"/>
                  </a:lnTo>
                  <a:cubicBezTo>
                    <a:pt x="6711" y="11752"/>
                    <a:pt x="6805" y="11626"/>
                    <a:pt x="6868" y="11468"/>
                  </a:cubicBezTo>
                  <a:lnTo>
                    <a:pt x="7026" y="10901"/>
                  </a:lnTo>
                  <a:cubicBezTo>
                    <a:pt x="7561" y="10806"/>
                    <a:pt x="8065" y="10554"/>
                    <a:pt x="8601" y="10271"/>
                  </a:cubicBezTo>
                  <a:lnTo>
                    <a:pt x="9105" y="10586"/>
                  </a:lnTo>
                  <a:cubicBezTo>
                    <a:pt x="9164" y="10630"/>
                    <a:pt x="9236" y="10653"/>
                    <a:pt x="9309" y="10653"/>
                  </a:cubicBezTo>
                  <a:cubicBezTo>
                    <a:pt x="9393" y="10653"/>
                    <a:pt x="9479" y="10622"/>
                    <a:pt x="9546" y="10554"/>
                  </a:cubicBezTo>
                  <a:lnTo>
                    <a:pt x="10523" y="9578"/>
                  </a:lnTo>
                  <a:cubicBezTo>
                    <a:pt x="10649" y="9452"/>
                    <a:pt x="10649" y="9294"/>
                    <a:pt x="10554" y="9137"/>
                  </a:cubicBezTo>
                  <a:lnTo>
                    <a:pt x="10239" y="8633"/>
                  </a:lnTo>
                  <a:cubicBezTo>
                    <a:pt x="10554" y="8160"/>
                    <a:pt x="10743" y="7656"/>
                    <a:pt x="10869" y="7057"/>
                  </a:cubicBezTo>
                  <a:lnTo>
                    <a:pt x="11468" y="6900"/>
                  </a:lnTo>
                  <a:cubicBezTo>
                    <a:pt x="11626" y="6868"/>
                    <a:pt x="11752" y="6742"/>
                    <a:pt x="11752" y="6585"/>
                  </a:cubicBezTo>
                  <a:lnTo>
                    <a:pt x="11752" y="5199"/>
                  </a:lnTo>
                  <a:cubicBezTo>
                    <a:pt x="11752" y="5041"/>
                    <a:pt x="11626" y="4915"/>
                    <a:pt x="11468" y="4884"/>
                  </a:cubicBezTo>
                  <a:lnTo>
                    <a:pt x="10869" y="4726"/>
                  </a:lnTo>
                  <a:cubicBezTo>
                    <a:pt x="10743" y="4159"/>
                    <a:pt x="10523" y="3655"/>
                    <a:pt x="10239" y="3151"/>
                  </a:cubicBezTo>
                  <a:lnTo>
                    <a:pt x="10554" y="2647"/>
                  </a:lnTo>
                  <a:cubicBezTo>
                    <a:pt x="10649" y="2521"/>
                    <a:pt x="10649" y="2332"/>
                    <a:pt x="10523" y="2206"/>
                  </a:cubicBezTo>
                  <a:lnTo>
                    <a:pt x="9546" y="1229"/>
                  </a:lnTo>
                  <a:cubicBezTo>
                    <a:pt x="9479" y="1161"/>
                    <a:pt x="9402" y="1130"/>
                    <a:pt x="9321" y="1130"/>
                  </a:cubicBezTo>
                  <a:cubicBezTo>
                    <a:pt x="9251" y="1130"/>
                    <a:pt x="9178" y="1154"/>
                    <a:pt x="9105" y="1197"/>
                  </a:cubicBezTo>
                  <a:lnTo>
                    <a:pt x="8601" y="1513"/>
                  </a:lnTo>
                  <a:cubicBezTo>
                    <a:pt x="8128" y="1197"/>
                    <a:pt x="7593" y="977"/>
                    <a:pt x="7026" y="882"/>
                  </a:cubicBezTo>
                  <a:lnTo>
                    <a:pt x="6868" y="284"/>
                  </a:lnTo>
                  <a:cubicBezTo>
                    <a:pt x="6805" y="126"/>
                    <a:pt x="6711" y="0"/>
                    <a:pt x="655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9" name="Google Shape;16949;p87"/>
            <p:cNvSpPr/>
            <p:nvPr/>
          </p:nvSpPr>
          <p:spPr>
            <a:xfrm>
              <a:off x="-4521500" y="2099400"/>
              <a:ext cx="189050" cy="188275"/>
            </a:xfrm>
            <a:custGeom>
              <a:avLst/>
              <a:gdLst/>
              <a:ahLst/>
              <a:cxnLst/>
              <a:rect l="l" t="t" r="r" b="b"/>
              <a:pathLst>
                <a:path w="7562" h="7531" extrusionOk="0">
                  <a:moveTo>
                    <a:pt x="3750" y="662"/>
                  </a:moveTo>
                  <a:cubicBezTo>
                    <a:pt x="5451" y="662"/>
                    <a:pt x="6837" y="2017"/>
                    <a:pt x="6837" y="3718"/>
                  </a:cubicBezTo>
                  <a:cubicBezTo>
                    <a:pt x="6869" y="5104"/>
                    <a:pt x="6049" y="6239"/>
                    <a:pt x="4821" y="6648"/>
                  </a:cubicBezTo>
                  <a:lnTo>
                    <a:pt x="4821" y="5892"/>
                  </a:lnTo>
                  <a:cubicBezTo>
                    <a:pt x="5640" y="5514"/>
                    <a:pt x="6207" y="4663"/>
                    <a:pt x="6207" y="3718"/>
                  </a:cubicBezTo>
                  <a:cubicBezTo>
                    <a:pt x="6207" y="2710"/>
                    <a:pt x="5577" y="1796"/>
                    <a:pt x="4569" y="1481"/>
                  </a:cubicBezTo>
                  <a:cubicBezTo>
                    <a:pt x="4535" y="1472"/>
                    <a:pt x="4501" y="1467"/>
                    <a:pt x="4468" y="1467"/>
                  </a:cubicBezTo>
                  <a:cubicBezTo>
                    <a:pt x="4278" y="1467"/>
                    <a:pt x="4096" y="1609"/>
                    <a:pt x="4096" y="1796"/>
                  </a:cubicBezTo>
                  <a:lnTo>
                    <a:pt x="4096" y="3372"/>
                  </a:lnTo>
                  <a:lnTo>
                    <a:pt x="3435" y="3372"/>
                  </a:lnTo>
                  <a:lnTo>
                    <a:pt x="3435" y="1796"/>
                  </a:lnTo>
                  <a:cubicBezTo>
                    <a:pt x="3435" y="1609"/>
                    <a:pt x="3276" y="1467"/>
                    <a:pt x="3073" y="1467"/>
                  </a:cubicBezTo>
                  <a:cubicBezTo>
                    <a:pt x="3037" y="1467"/>
                    <a:pt x="3000" y="1472"/>
                    <a:pt x="2962" y="1481"/>
                  </a:cubicBezTo>
                  <a:cubicBezTo>
                    <a:pt x="2017" y="1828"/>
                    <a:pt x="1355" y="2742"/>
                    <a:pt x="1355" y="3718"/>
                  </a:cubicBezTo>
                  <a:cubicBezTo>
                    <a:pt x="1355" y="4663"/>
                    <a:pt x="1891" y="5514"/>
                    <a:pt x="2741" y="5892"/>
                  </a:cubicBezTo>
                  <a:lnTo>
                    <a:pt x="2741" y="6648"/>
                  </a:lnTo>
                  <a:cubicBezTo>
                    <a:pt x="1544" y="6207"/>
                    <a:pt x="694" y="5073"/>
                    <a:pt x="694" y="3718"/>
                  </a:cubicBezTo>
                  <a:cubicBezTo>
                    <a:pt x="694" y="2017"/>
                    <a:pt x="2048" y="662"/>
                    <a:pt x="3750" y="662"/>
                  </a:cubicBezTo>
                  <a:close/>
                  <a:moveTo>
                    <a:pt x="4852" y="2363"/>
                  </a:moveTo>
                  <a:cubicBezTo>
                    <a:pt x="5293" y="2679"/>
                    <a:pt x="5514" y="3183"/>
                    <a:pt x="5514" y="3718"/>
                  </a:cubicBezTo>
                  <a:cubicBezTo>
                    <a:pt x="5514" y="4443"/>
                    <a:pt x="5041" y="5104"/>
                    <a:pt x="4380" y="5356"/>
                  </a:cubicBezTo>
                  <a:cubicBezTo>
                    <a:pt x="4254" y="5388"/>
                    <a:pt x="4159" y="5545"/>
                    <a:pt x="4159" y="5671"/>
                  </a:cubicBezTo>
                  <a:lnTo>
                    <a:pt x="4159" y="6806"/>
                  </a:lnTo>
                  <a:lnTo>
                    <a:pt x="3781" y="6806"/>
                  </a:lnTo>
                  <a:cubicBezTo>
                    <a:pt x="3734" y="6821"/>
                    <a:pt x="3679" y="6829"/>
                    <a:pt x="3624" y="6829"/>
                  </a:cubicBezTo>
                  <a:cubicBezTo>
                    <a:pt x="3568" y="6829"/>
                    <a:pt x="3513" y="6821"/>
                    <a:pt x="3466" y="6806"/>
                  </a:cubicBezTo>
                  <a:lnTo>
                    <a:pt x="3466" y="5671"/>
                  </a:lnTo>
                  <a:cubicBezTo>
                    <a:pt x="3466" y="5514"/>
                    <a:pt x="3403" y="5388"/>
                    <a:pt x="3246" y="5356"/>
                  </a:cubicBezTo>
                  <a:cubicBezTo>
                    <a:pt x="2584" y="5104"/>
                    <a:pt x="2111" y="4443"/>
                    <a:pt x="2111" y="3718"/>
                  </a:cubicBezTo>
                  <a:cubicBezTo>
                    <a:pt x="2111" y="3183"/>
                    <a:pt x="2363" y="2679"/>
                    <a:pt x="2773" y="2363"/>
                  </a:cubicBezTo>
                  <a:lnTo>
                    <a:pt x="2773" y="3718"/>
                  </a:lnTo>
                  <a:cubicBezTo>
                    <a:pt x="2773" y="3939"/>
                    <a:pt x="2930" y="4096"/>
                    <a:pt x="3120" y="4096"/>
                  </a:cubicBezTo>
                  <a:lnTo>
                    <a:pt x="4506" y="4096"/>
                  </a:lnTo>
                  <a:cubicBezTo>
                    <a:pt x="4695" y="4096"/>
                    <a:pt x="4852" y="3939"/>
                    <a:pt x="4852" y="3718"/>
                  </a:cubicBezTo>
                  <a:lnTo>
                    <a:pt x="4852" y="2363"/>
                  </a:lnTo>
                  <a:close/>
                  <a:moveTo>
                    <a:pt x="3781" y="1"/>
                  </a:moveTo>
                  <a:cubicBezTo>
                    <a:pt x="1702" y="1"/>
                    <a:pt x="1" y="1670"/>
                    <a:pt x="1" y="3781"/>
                  </a:cubicBezTo>
                  <a:cubicBezTo>
                    <a:pt x="1" y="5861"/>
                    <a:pt x="1702" y="7530"/>
                    <a:pt x="3781" y="7530"/>
                  </a:cubicBezTo>
                  <a:cubicBezTo>
                    <a:pt x="5892" y="7530"/>
                    <a:pt x="7562" y="5861"/>
                    <a:pt x="7562" y="3781"/>
                  </a:cubicBezTo>
                  <a:cubicBezTo>
                    <a:pt x="7562" y="1670"/>
                    <a:pt x="5892"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50" name="Google Shape;16950;p87"/>
          <p:cNvGrpSpPr/>
          <p:nvPr/>
        </p:nvGrpSpPr>
        <p:grpSpPr>
          <a:xfrm>
            <a:off x="5457170" y="2851600"/>
            <a:ext cx="567124" cy="565633"/>
            <a:chOff x="-4570325" y="2405775"/>
            <a:chExt cx="294600" cy="293825"/>
          </a:xfrm>
        </p:grpSpPr>
        <p:sp>
          <p:nvSpPr>
            <p:cNvPr id="16951" name="Google Shape;16951;p87"/>
            <p:cNvSpPr/>
            <p:nvPr/>
          </p:nvSpPr>
          <p:spPr>
            <a:xfrm>
              <a:off x="-4570325" y="2405775"/>
              <a:ext cx="294600" cy="293825"/>
            </a:xfrm>
            <a:custGeom>
              <a:avLst/>
              <a:gdLst/>
              <a:ahLst/>
              <a:cxnLst/>
              <a:rect l="l" t="t" r="r" b="b"/>
              <a:pathLst>
                <a:path w="11784" h="11753" extrusionOk="0">
                  <a:moveTo>
                    <a:pt x="5734" y="694"/>
                  </a:moveTo>
                  <a:cubicBezTo>
                    <a:pt x="7624" y="694"/>
                    <a:pt x="9168" y="2238"/>
                    <a:pt x="9168" y="4128"/>
                  </a:cubicBezTo>
                  <a:cubicBezTo>
                    <a:pt x="9168" y="6050"/>
                    <a:pt x="7624" y="7594"/>
                    <a:pt x="5734" y="7594"/>
                  </a:cubicBezTo>
                  <a:cubicBezTo>
                    <a:pt x="3844" y="7594"/>
                    <a:pt x="2332" y="6018"/>
                    <a:pt x="2332" y="4128"/>
                  </a:cubicBezTo>
                  <a:cubicBezTo>
                    <a:pt x="2332" y="2238"/>
                    <a:pt x="3844" y="694"/>
                    <a:pt x="5734" y="694"/>
                  </a:cubicBezTo>
                  <a:close/>
                  <a:moveTo>
                    <a:pt x="977" y="7531"/>
                  </a:moveTo>
                  <a:cubicBezTo>
                    <a:pt x="1166" y="7531"/>
                    <a:pt x="1323" y="7688"/>
                    <a:pt x="1323" y="7909"/>
                  </a:cubicBezTo>
                  <a:cubicBezTo>
                    <a:pt x="1292" y="8129"/>
                    <a:pt x="1134" y="8255"/>
                    <a:pt x="977" y="8255"/>
                  </a:cubicBezTo>
                  <a:cubicBezTo>
                    <a:pt x="788" y="8255"/>
                    <a:pt x="630" y="8098"/>
                    <a:pt x="630" y="7909"/>
                  </a:cubicBezTo>
                  <a:cubicBezTo>
                    <a:pt x="630" y="7688"/>
                    <a:pt x="788" y="7531"/>
                    <a:pt x="977" y="7531"/>
                  </a:cubicBezTo>
                  <a:close/>
                  <a:moveTo>
                    <a:pt x="10586" y="7531"/>
                  </a:moveTo>
                  <a:cubicBezTo>
                    <a:pt x="10775" y="7531"/>
                    <a:pt x="10932" y="7688"/>
                    <a:pt x="10932" y="7909"/>
                  </a:cubicBezTo>
                  <a:cubicBezTo>
                    <a:pt x="10932" y="8129"/>
                    <a:pt x="10775" y="8255"/>
                    <a:pt x="10586" y="8255"/>
                  </a:cubicBezTo>
                  <a:cubicBezTo>
                    <a:pt x="10397" y="8255"/>
                    <a:pt x="10239" y="8098"/>
                    <a:pt x="10239" y="7909"/>
                  </a:cubicBezTo>
                  <a:cubicBezTo>
                    <a:pt x="10239" y="7688"/>
                    <a:pt x="10397" y="7531"/>
                    <a:pt x="10586" y="7531"/>
                  </a:cubicBezTo>
                  <a:close/>
                  <a:moveTo>
                    <a:pt x="3025" y="9641"/>
                  </a:moveTo>
                  <a:cubicBezTo>
                    <a:pt x="3214" y="9641"/>
                    <a:pt x="3371" y="9799"/>
                    <a:pt x="3371" y="9988"/>
                  </a:cubicBezTo>
                  <a:cubicBezTo>
                    <a:pt x="3340" y="10177"/>
                    <a:pt x="3214" y="10335"/>
                    <a:pt x="3025" y="10335"/>
                  </a:cubicBezTo>
                  <a:cubicBezTo>
                    <a:pt x="2836" y="10335"/>
                    <a:pt x="2678" y="10177"/>
                    <a:pt x="2678" y="9988"/>
                  </a:cubicBezTo>
                  <a:cubicBezTo>
                    <a:pt x="2678" y="9799"/>
                    <a:pt x="2836" y="9641"/>
                    <a:pt x="3025" y="9641"/>
                  </a:cubicBezTo>
                  <a:close/>
                  <a:moveTo>
                    <a:pt x="8475" y="9641"/>
                  </a:moveTo>
                  <a:cubicBezTo>
                    <a:pt x="8696" y="9641"/>
                    <a:pt x="8822" y="9799"/>
                    <a:pt x="8822" y="9988"/>
                  </a:cubicBezTo>
                  <a:cubicBezTo>
                    <a:pt x="8822" y="10177"/>
                    <a:pt x="8664" y="10335"/>
                    <a:pt x="8475" y="10335"/>
                  </a:cubicBezTo>
                  <a:cubicBezTo>
                    <a:pt x="8255" y="10335"/>
                    <a:pt x="8128" y="10177"/>
                    <a:pt x="8128" y="9988"/>
                  </a:cubicBezTo>
                  <a:cubicBezTo>
                    <a:pt x="8128" y="9799"/>
                    <a:pt x="8255" y="9641"/>
                    <a:pt x="8475" y="9641"/>
                  </a:cubicBezTo>
                  <a:close/>
                  <a:moveTo>
                    <a:pt x="5734" y="10303"/>
                  </a:moveTo>
                  <a:cubicBezTo>
                    <a:pt x="5955" y="10303"/>
                    <a:pt x="6112" y="10461"/>
                    <a:pt x="6112" y="10650"/>
                  </a:cubicBezTo>
                  <a:cubicBezTo>
                    <a:pt x="6112" y="10839"/>
                    <a:pt x="5955" y="10996"/>
                    <a:pt x="5734" y="10996"/>
                  </a:cubicBezTo>
                  <a:cubicBezTo>
                    <a:pt x="5545" y="10996"/>
                    <a:pt x="5388" y="10839"/>
                    <a:pt x="5388" y="10650"/>
                  </a:cubicBezTo>
                  <a:cubicBezTo>
                    <a:pt x="5388" y="10461"/>
                    <a:pt x="5545" y="10303"/>
                    <a:pt x="5734" y="10303"/>
                  </a:cubicBezTo>
                  <a:close/>
                  <a:moveTo>
                    <a:pt x="5797" y="1"/>
                  </a:moveTo>
                  <a:cubicBezTo>
                    <a:pt x="3497" y="1"/>
                    <a:pt x="1701" y="1860"/>
                    <a:pt x="1701" y="4097"/>
                  </a:cubicBezTo>
                  <a:cubicBezTo>
                    <a:pt x="1701" y="5010"/>
                    <a:pt x="2017" y="5924"/>
                    <a:pt x="2552" y="6617"/>
                  </a:cubicBezTo>
                  <a:lnTo>
                    <a:pt x="1701" y="7153"/>
                  </a:lnTo>
                  <a:cubicBezTo>
                    <a:pt x="1481" y="6995"/>
                    <a:pt x="1260" y="6901"/>
                    <a:pt x="1040" y="6901"/>
                  </a:cubicBezTo>
                  <a:cubicBezTo>
                    <a:pt x="473" y="6901"/>
                    <a:pt x="0" y="7373"/>
                    <a:pt x="0" y="7940"/>
                  </a:cubicBezTo>
                  <a:cubicBezTo>
                    <a:pt x="0" y="8476"/>
                    <a:pt x="473" y="8948"/>
                    <a:pt x="1040" y="8948"/>
                  </a:cubicBezTo>
                  <a:cubicBezTo>
                    <a:pt x="1575" y="8948"/>
                    <a:pt x="2048" y="8476"/>
                    <a:pt x="2048" y="7940"/>
                  </a:cubicBezTo>
                  <a:lnTo>
                    <a:pt x="2048" y="7751"/>
                  </a:lnTo>
                  <a:lnTo>
                    <a:pt x="3088" y="7153"/>
                  </a:lnTo>
                  <a:cubicBezTo>
                    <a:pt x="3340" y="7373"/>
                    <a:pt x="3623" y="7625"/>
                    <a:pt x="3970" y="7783"/>
                  </a:cubicBezTo>
                  <a:lnTo>
                    <a:pt x="3308" y="8948"/>
                  </a:lnTo>
                  <a:lnTo>
                    <a:pt x="3119" y="8948"/>
                  </a:lnTo>
                  <a:cubicBezTo>
                    <a:pt x="2552" y="8948"/>
                    <a:pt x="2080" y="9421"/>
                    <a:pt x="2080" y="9988"/>
                  </a:cubicBezTo>
                  <a:cubicBezTo>
                    <a:pt x="2080" y="10524"/>
                    <a:pt x="2552" y="10996"/>
                    <a:pt x="3119" y="10996"/>
                  </a:cubicBezTo>
                  <a:cubicBezTo>
                    <a:pt x="3655" y="10996"/>
                    <a:pt x="4127" y="10524"/>
                    <a:pt x="4127" y="9988"/>
                  </a:cubicBezTo>
                  <a:cubicBezTo>
                    <a:pt x="4127" y="9736"/>
                    <a:pt x="4064" y="9515"/>
                    <a:pt x="3907" y="9326"/>
                  </a:cubicBezTo>
                  <a:lnTo>
                    <a:pt x="4600" y="8098"/>
                  </a:lnTo>
                  <a:cubicBezTo>
                    <a:pt x="4883" y="8161"/>
                    <a:pt x="5199" y="8255"/>
                    <a:pt x="5514" y="8287"/>
                  </a:cubicBezTo>
                  <a:lnTo>
                    <a:pt x="5514" y="9736"/>
                  </a:lnTo>
                  <a:cubicBezTo>
                    <a:pt x="5136" y="9894"/>
                    <a:pt x="4852" y="10272"/>
                    <a:pt x="4852" y="10713"/>
                  </a:cubicBezTo>
                  <a:cubicBezTo>
                    <a:pt x="4852" y="11280"/>
                    <a:pt x="5325" y="11752"/>
                    <a:pt x="5860" y="11752"/>
                  </a:cubicBezTo>
                  <a:cubicBezTo>
                    <a:pt x="6427" y="11752"/>
                    <a:pt x="6900" y="11280"/>
                    <a:pt x="6900" y="10713"/>
                  </a:cubicBezTo>
                  <a:cubicBezTo>
                    <a:pt x="6900" y="10303"/>
                    <a:pt x="6616" y="9894"/>
                    <a:pt x="6238" y="9736"/>
                  </a:cubicBezTo>
                  <a:lnTo>
                    <a:pt x="6238" y="8287"/>
                  </a:lnTo>
                  <a:cubicBezTo>
                    <a:pt x="6553" y="8255"/>
                    <a:pt x="6868" y="8224"/>
                    <a:pt x="7120" y="8098"/>
                  </a:cubicBezTo>
                  <a:lnTo>
                    <a:pt x="7845" y="9326"/>
                  </a:lnTo>
                  <a:cubicBezTo>
                    <a:pt x="7687" y="9515"/>
                    <a:pt x="7593" y="9736"/>
                    <a:pt x="7593" y="9988"/>
                  </a:cubicBezTo>
                  <a:cubicBezTo>
                    <a:pt x="7593" y="10524"/>
                    <a:pt x="8065" y="10996"/>
                    <a:pt x="8633" y="10996"/>
                  </a:cubicBezTo>
                  <a:cubicBezTo>
                    <a:pt x="9168" y="10996"/>
                    <a:pt x="9641" y="10524"/>
                    <a:pt x="9641" y="9988"/>
                  </a:cubicBezTo>
                  <a:cubicBezTo>
                    <a:pt x="9641" y="9421"/>
                    <a:pt x="9168" y="8948"/>
                    <a:pt x="8633" y="8948"/>
                  </a:cubicBezTo>
                  <a:lnTo>
                    <a:pt x="8444" y="8948"/>
                  </a:lnTo>
                  <a:lnTo>
                    <a:pt x="7750" y="7783"/>
                  </a:lnTo>
                  <a:cubicBezTo>
                    <a:pt x="8065" y="7625"/>
                    <a:pt x="8381" y="7373"/>
                    <a:pt x="8664" y="7153"/>
                  </a:cubicBezTo>
                  <a:lnTo>
                    <a:pt x="9735" y="7751"/>
                  </a:lnTo>
                  <a:lnTo>
                    <a:pt x="9735" y="7940"/>
                  </a:lnTo>
                  <a:cubicBezTo>
                    <a:pt x="9735" y="8476"/>
                    <a:pt x="10208" y="8948"/>
                    <a:pt x="10743" y="8948"/>
                  </a:cubicBezTo>
                  <a:cubicBezTo>
                    <a:pt x="11310" y="8948"/>
                    <a:pt x="11783" y="8476"/>
                    <a:pt x="11783" y="7940"/>
                  </a:cubicBezTo>
                  <a:cubicBezTo>
                    <a:pt x="11626" y="7342"/>
                    <a:pt x="11153" y="6901"/>
                    <a:pt x="10586" y="6901"/>
                  </a:cubicBezTo>
                  <a:cubicBezTo>
                    <a:pt x="10302" y="6901"/>
                    <a:pt x="10082" y="6995"/>
                    <a:pt x="9924" y="7153"/>
                  </a:cubicBezTo>
                  <a:lnTo>
                    <a:pt x="9011" y="6617"/>
                  </a:lnTo>
                  <a:cubicBezTo>
                    <a:pt x="9578" y="5924"/>
                    <a:pt x="9893" y="5010"/>
                    <a:pt x="9893" y="4097"/>
                  </a:cubicBezTo>
                  <a:cubicBezTo>
                    <a:pt x="9893" y="1828"/>
                    <a:pt x="8034" y="1"/>
                    <a:pt x="57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2" name="Google Shape;16952;p87"/>
            <p:cNvSpPr/>
            <p:nvPr/>
          </p:nvSpPr>
          <p:spPr>
            <a:xfrm>
              <a:off x="-4478175" y="2439650"/>
              <a:ext cx="103975" cy="120525"/>
            </a:xfrm>
            <a:custGeom>
              <a:avLst/>
              <a:gdLst/>
              <a:ahLst/>
              <a:cxnLst/>
              <a:rect l="l" t="t" r="r" b="b"/>
              <a:pathLst>
                <a:path w="4159" h="4821" extrusionOk="0">
                  <a:moveTo>
                    <a:pt x="2048" y="725"/>
                  </a:moveTo>
                  <a:cubicBezTo>
                    <a:pt x="2458" y="725"/>
                    <a:pt x="2741" y="1040"/>
                    <a:pt x="2741" y="1387"/>
                  </a:cubicBezTo>
                  <a:cubicBezTo>
                    <a:pt x="2741" y="1765"/>
                    <a:pt x="2426" y="2049"/>
                    <a:pt x="2048" y="2049"/>
                  </a:cubicBezTo>
                  <a:cubicBezTo>
                    <a:pt x="1702" y="2049"/>
                    <a:pt x="1387" y="1733"/>
                    <a:pt x="1387" y="1387"/>
                  </a:cubicBezTo>
                  <a:cubicBezTo>
                    <a:pt x="1387" y="1040"/>
                    <a:pt x="1702" y="725"/>
                    <a:pt x="2048" y="725"/>
                  </a:cubicBezTo>
                  <a:close/>
                  <a:moveTo>
                    <a:pt x="2363" y="2773"/>
                  </a:moveTo>
                  <a:cubicBezTo>
                    <a:pt x="2930" y="2773"/>
                    <a:pt x="3403" y="3246"/>
                    <a:pt x="3403" y="3781"/>
                  </a:cubicBezTo>
                  <a:lnTo>
                    <a:pt x="3403" y="4128"/>
                  </a:lnTo>
                  <a:lnTo>
                    <a:pt x="630" y="4128"/>
                  </a:lnTo>
                  <a:lnTo>
                    <a:pt x="630" y="3781"/>
                  </a:lnTo>
                  <a:lnTo>
                    <a:pt x="693" y="3781"/>
                  </a:lnTo>
                  <a:cubicBezTo>
                    <a:pt x="693" y="3246"/>
                    <a:pt x="1166" y="2773"/>
                    <a:pt x="1702" y="2773"/>
                  </a:cubicBezTo>
                  <a:close/>
                  <a:moveTo>
                    <a:pt x="2111" y="1"/>
                  </a:moveTo>
                  <a:cubicBezTo>
                    <a:pt x="1355" y="1"/>
                    <a:pt x="725" y="631"/>
                    <a:pt x="725" y="1387"/>
                  </a:cubicBezTo>
                  <a:cubicBezTo>
                    <a:pt x="725" y="1702"/>
                    <a:pt x="851" y="2017"/>
                    <a:pt x="1040" y="2238"/>
                  </a:cubicBezTo>
                  <a:cubicBezTo>
                    <a:pt x="441" y="2521"/>
                    <a:pt x="63" y="3120"/>
                    <a:pt x="63" y="3781"/>
                  </a:cubicBezTo>
                  <a:lnTo>
                    <a:pt x="63" y="4443"/>
                  </a:lnTo>
                  <a:cubicBezTo>
                    <a:pt x="0" y="4663"/>
                    <a:pt x="158" y="4821"/>
                    <a:pt x="378" y="4821"/>
                  </a:cubicBezTo>
                  <a:lnTo>
                    <a:pt x="3781" y="4821"/>
                  </a:lnTo>
                  <a:cubicBezTo>
                    <a:pt x="4001" y="4821"/>
                    <a:pt x="4159" y="4663"/>
                    <a:pt x="4159" y="4443"/>
                  </a:cubicBezTo>
                  <a:lnTo>
                    <a:pt x="4159" y="3781"/>
                  </a:lnTo>
                  <a:cubicBezTo>
                    <a:pt x="4159" y="3120"/>
                    <a:pt x="3749" y="2521"/>
                    <a:pt x="3151" y="2238"/>
                  </a:cubicBezTo>
                  <a:cubicBezTo>
                    <a:pt x="3371" y="2017"/>
                    <a:pt x="3466" y="1733"/>
                    <a:pt x="3466" y="1387"/>
                  </a:cubicBezTo>
                  <a:cubicBezTo>
                    <a:pt x="3466" y="631"/>
                    <a:pt x="2836" y="1"/>
                    <a:pt x="21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53" name="Google Shape;16953;p87"/>
          <p:cNvGrpSpPr/>
          <p:nvPr/>
        </p:nvGrpSpPr>
        <p:grpSpPr>
          <a:xfrm>
            <a:off x="5474594" y="3546451"/>
            <a:ext cx="564092" cy="564044"/>
            <a:chOff x="-4572700" y="2764950"/>
            <a:chExt cx="293025" cy="293000"/>
          </a:xfrm>
        </p:grpSpPr>
        <p:sp>
          <p:nvSpPr>
            <p:cNvPr id="16954" name="Google Shape;16954;p87"/>
            <p:cNvSpPr/>
            <p:nvPr/>
          </p:nvSpPr>
          <p:spPr>
            <a:xfrm>
              <a:off x="-4572700" y="2764950"/>
              <a:ext cx="293025" cy="293000"/>
            </a:xfrm>
            <a:custGeom>
              <a:avLst/>
              <a:gdLst/>
              <a:ahLst/>
              <a:cxnLst/>
              <a:rect l="l" t="t" r="r" b="b"/>
              <a:pathLst>
                <a:path w="11721" h="11720" extrusionOk="0">
                  <a:moveTo>
                    <a:pt x="10681" y="2048"/>
                  </a:moveTo>
                  <a:cubicBezTo>
                    <a:pt x="10870" y="2048"/>
                    <a:pt x="11027" y="2206"/>
                    <a:pt x="11027" y="2395"/>
                  </a:cubicBezTo>
                  <a:lnTo>
                    <a:pt x="11027" y="7246"/>
                  </a:lnTo>
                  <a:cubicBezTo>
                    <a:pt x="11027" y="7435"/>
                    <a:pt x="10870" y="7593"/>
                    <a:pt x="10681" y="7593"/>
                  </a:cubicBezTo>
                  <a:lnTo>
                    <a:pt x="1072" y="7593"/>
                  </a:lnTo>
                  <a:cubicBezTo>
                    <a:pt x="883" y="7593"/>
                    <a:pt x="725" y="7435"/>
                    <a:pt x="725" y="7246"/>
                  </a:cubicBezTo>
                  <a:lnTo>
                    <a:pt x="725" y="2395"/>
                  </a:lnTo>
                  <a:cubicBezTo>
                    <a:pt x="725" y="2206"/>
                    <a:pt x="883" y="2048"/>
                    <a:pt x="1072" y="2048"/>
                  </a:cubicBezTo>
                  <a:close/>
                  <a:moveTo>
                    <a:pt x="4821" y="8286"/>
                  </a:moveTo>
                  <a:lnTo>
                    <a:pt x="4821" y="8979"/>
                  </a:lnTo>
                  <a:lnTo>
                    <a:pt x="3435" y="8979"/>
                  </a:lnTo>
                  <a:lnTo>
                    <a:pt x="3435" y="8286"/>
                  </a:lnTo>
                  <a:close/>
                  <a:moveTo>
                    <a:pt x="8287" y="8286"/>
                  </a:moveTo>
                  <a:lnTo>
                    <a:pt x="8287" y="8979"/>
                  </a:lnTo>
                  <a:lnTo>
                    <a:pt x="6869" y="8979"/>
                  </a:lnTo>
                  <a:lnTo>
                    <a:pt x="6869" y="8286"/>
                  </a:lnTo>
                  <a:close/>
                  <a:moveTo>
                    <a:pt x="6207" y="8254"/>
                  </a:moveTo>
                  <a:lnTo>
                    <a:pt x="6207" y="11027"/>
                  </a:lnTo>
                  <a:lnTo>
                    <a:pt x="5514" y="11027"/>
                  </a:lnTo>
                  <a:lnTo>
                    <a:pt x="5514" y="8254"/>
                  </a:lnTo>
                  <a:close/>
                  <a:moveTo>
                    <a:pt x="1733" y="0"/>
                  </a:moveTo>
                  <a:cubicBezTo>
                    <a:pt x="1544" y="0"/>
                    <a:pt x="1387" y="158"/>
                    <a:pt x="1387" y="347"/>
                  </a:cubicBezTo>
                  <a:cubicBezTo>
                    <a:pt x="1387" y="536"/>
                    <a:pt x="1544" y="693"/>
                    <a:pt x="1733" y="693"/>
                  </a:cubicBezTo>
                  <a:lnTo>
                    <a:pt x="2112" y="693"/>
                  </a:lnTo>
                  <a:lnTo>
                    <a:pt x="2112" y="1355"/>
                  </a:lnTo>
                  <a:lnTo>
                    <a:pt x="1072" y="1355"/>
                  </a:lnTo>
                  <a:cubicBezTo>
                    <a:pt x="536" y="1355"/>
                    <a:pt x="64" y="1827"/>
                    <a:pt x="64" y="2395"/>
                  </a:cubicBezTo>
                  <a:lnTo>
                    <a:pt x="64" y="7246"/>
                  </a:lnTo>
                  <a:cubicBezTo>
                    <a:pt x="64" y="7782"/>
                    <a:pt x="536" y="8254"/>
                    <a:pt x="1072" y="8254"/>
                  </a:cubicBezTo>
                  <a:lnTo>
                    <a:pt x="2773" y="8254"/>
                  </a:lnTo>
                  <a:lnTo>
                    <a:pt x="2773" y="8916"/>
                  </a:lnTo>
                  <a:lnTo>
                    <a:pt x="1733" y="8916"/>
                  </a:lnTo>
                  <a:cubicBezTo>
                    <a:pt x="1544" y="8916"/>
                    <a:pt x="1387" y="9074"/>
                    <a:pt x="1387" y="9294"/>
                  </a:cubicBezTo>
                  <a:cubicBezTo>
                    <a:pt x="1387" y="9483"/>
                    <a:pt x="1544" y="9641"/>
                    <a:pt x="1733" y="9641"/>
                  </a:cubicBezTo>
                  <a:lnTo>
                    <a:pt x="4821" y="9641"/>
                  </a:lnTo>
                  <a:lnTo>
                    <a:pt x="4821" y="11027"/>
                  </a:lnTo>
                  <a:lnTo>
                    <a:pt x="379" y="11027"/>
                  </a:lnTo>
                  <a:cubicBezTo>
                    <a:pt x="158" y="11027"/>
                    <a:pt x="1" y="11184"/>
                    <a:pt x="1" y="11373"/>
                  </a:cubicBezTo>
                  <a:cubicBezTo>
                    <a:pt x="1" y="11562"/>
                    <a:pt x="158" y="11720"/>
                    <a:pt x="379" y="11720"/>
                  </a:cubicBezTo>
                  <a:lnTo>
                    <a:pt x="11342" y="11720"/>
                  </a:lnTo>
                  <a:cubicBezTo>
                    <a:pt x="11563" y="11720"/>
                    <a:pt x="11721" y="11562"/>
                    <a:pt x="11721" y="11373"/>
                  </a:cubicBezTo>
                  <a:cubicBezTo>
                    <a:pt x="11721" y="11184"/>
                    <a:pt x="11563" y="11027"/>
                    <a:pt x="11342" y="11027"/>
                  </a:cubicBezTo>
                  <a:lnTo>
                    <a:pt x="6869" y="11027"/>
                  </a:lnTo>
                  <a:lnTo>
                    <a:pt x="6869" y="9641"/>
                  </a:lnTo>
                  <a:lnTo>
                    <a:pt x="9988" y="9641"/>
                  </a:lnTo>
                  <a:cubicBezTo>
                    <a:pt x="10177" y="9641"/>
                    <a:pt x="10334" y="9483"/>
                    <a:pt x="10334" y="9294"/>
                  </a:cubicBezTo>
                  <a:cubicBezTo>
                    <a:pt x="10334" y="9074"/>
                    <a:pt x="10177" y="8916"/>
                    <a:pt x="9988" y="8916"/>
                  </a:cubicBezTo>
                  <a:lnTo>
                    <a:pt x="8948" y="8916"/>
                  </a:lnTo>
                  <a:lnTo>
                    <a:pt x="8948" y="8254"/>
                  </a:lnTo>
                  <a:lnTo>
                    <a:pt x="10681" y="8254"/>
                  </a:lnTo>
                  <a:cubicBezTo>
                    <a:pt x="11248" y="8254"/>
                    <a:pt x="11721" y="7782"/>
                    <a:pt x="11721" y="7246"/>
                  </a:cubicBezTo>
                  <a:lnTo>
                    <a:pt x="11721" y="2395"/>
                  </a:lnTo>
                  <a:cubicBezTo>
                    <a:pt x="11721" y="1827"/>
                    <a:pt x="11248" y="1355"/>
                    <a:pt x="10681" y="1355"/>
                  </a:cubicBezTo>
                  <a:lnTo>
                    <a:pt x="9673" y="1355"/>
                  </a:lnTo>
                  <a:lnTo>
                    <a:pt x="9673" y="693"/>
                  </a:lnTo>
                  <a:lnTo>
                    <a:pt x="10019" y="693"/>
                  </a:lnTo>
                  <a:cubicBezTo>
                    <a:pt x="10208" y="693"/>
                    <a:pt x="10366" y="536"/>
                    <a:pt x="10366" y="347"/>
                  </a:cubicBezTo>
                  <a:cubicBezTo>
                    <a:pt x="10366" y="158"/>
                    <a:pt x="10208" y="0"/>
                    <a:pt x="10019" y="0"/>
                  </a:cubicBezTo>
                  <a:lnTo>
                    <a:pt x="8633" y="0"/>
                  </a:lnTo>
                  <a:cubicBezTo>
                    <a:pt x="8444" y="0"/>
                    <a:pt x="8287" y="158"/>
                    <a:pt x="8287" y="347"/>
                  </a:cubicBezTo>
                  <a:cubicBezTo>
                    <a:pt x="8287" y="536"/>
                    <a:pt x="8444" y="693"/>
                    <a:pt x="8633" y="693"/>
                  </a:cubicBezTo>
                  <a:lnTo>
                    <a:pt x="8980" y="693"/>
                  </a:lnTo>
                  <a:lnTo>
                    <a:pt x="8980" y="1355"/>
                  </a:lnTo>
                  <a:lnTo>
                    <a:pt x="6207" y="1355"/>
                  </a:lnTo>
                  <a:lnTo>
                    <a:pt x="6207" y="693"/>
                  </a:lnTo>
                  <a:lnTo>
                    <a:pt x="6554" y="693"/>
                  </a:lnTo>
                  <a:cubicBezTo>
                    <a:pt x="6743" y="693"/>
                    <a:pt x="6900" y="536"/>
                    <a:pt x="6900" y="347"/>
                  </a:cubicBezTo>
                  <a:cubicBezTo>
                    <a:pt x="6900" y="158"/>
                    <a:pt x="6743" y="0"/>
                    <a:pt x="6554" y="0"/>
                  </a:cubicBezTo>
                  <a:lnTo>
                    <a:pt x="5168" y="0"/>
                  </a:lnTo>
                  <a:cubicBezTo>
                    <a:pt x="4978" y="0"/>
                    <a:pt x="4821" y="158"/>
                    <a:pt x="4821" y="347"/>
                  </a:cubicBezTo>
                  <a:cubicBezTo>
                    <a:pt x="4821" y="536"/>
                    <a:pt x="4978" y="693"/>
                    <a:pt x="5168" y="693"/>
                  </a:cubicBezTo>
                  <a:lnTo>
                    <a:pt x="5514" y="693"/>
                  </a:lnTo>
                  <a:lnTo>
                    <a:pt x="5514" y="1355"/>
                  </a:lnTo>
                  <a:lnTo>
                    <a:pt x="2773" y="1355"/>
                  </a:lnTo>
                  <a:lnTo>
                    <a:pt x="2773" y="693"/>
                  </a:lnTo>
                  <a:lnTo>
                    <a:pt x="3120" y="693"/>
                  </a:lnTo>
                  <a:cubicBezTo>
                    <a:pt x="3309" y="693"/>
                    <a:pt x="3466" y="536"/>
                    <a:pt x="3466" y="347"/>
                  </a:cubicBezTo>
                  <a:cubicBezTo>
                    <a:pt x="3466" y="158"/>
                    <a:pt x="3309" y="0"/>
                    <a:pt x="31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5" name="Google Shape;16955;p87"/>
            <p:cNvSpPr/>
            <p:nvPr/>
          </p:nvSpPr>
          <p:spPr>
            <a:xfrm>
              <a:off x="-4538825" y="2833475"/>
              <a:ext cx="86650" cy="104775"/>
            </a:xfrm>
            <a:custGeom>
              <a:avLst/>
              <a:gdLst/>
              <a:ahLst/>
              <a:cxnLst/>
              <a:rect l="l" t="t" r="r" b="b"/>
              <a:pathLst>
                <a:path w="3466" h="4191" extrusionOk="0">
                  <a:moveTo>
                    <a:pt x="2804" y="662"/>
                  </a:moveTo>
                  <a:lnTo>
                    <a:pt x="2804" y="3466"/>
                  </a:lnTo>
                  <a:lnTo>
                    <a:pt x="757" y="3466"/>
                  </a:lnTo>
                  <a:lnTo>
                    <a:pt x="757" y="662"/>
                  </a:lnTo>
                  <a:close/>
                  <a:moveTo>
                    <a:pt x="347" y="0"/>
                  </a:moveTo>
                  <a:cubicBezTo>
                    <a:pt x="158" y="0"/>
                    <a:pt x="0" y="158"/>
                    <a:pt x="0" y="347"/>
                  </a:cubicBezTo>
                  <a:lnTo>
                    <a:pt x="0" y="3812"/>
                  </a:lnTo>
                  <a:cubicBezTo>
                    <a:pt x="0" y="4033"/>
                    <a:pt x="158" y="4190"/>
                    <a:pt x="347" y="4190"/>
                  </a:cubicBezTo>
                  <a:lnTo>
                    <a:pt x="3119" y="4190"/>
                  </a:lnTo>
                  <a:cubicBezTo>
                    <a:pt x="3308" y="4190"/>
                    <a:pt x="3466" y="4033"/>
                    <a:pt x="3466" y="3812"/>
                  </a:cubicBezTo>
                  <a:lnTo>
                    <a:pt x="3466" y="347"/>
                  </a:ln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6" name="Google Shape;16956;p87"/>
            <p:cNvSpPr/>
            <p:nvPr/>
          </p:nvSpPr>
          <p:spPr>
            <a:xfrm>
              <a:off x="-4435650" y="2902775"/>
              <a:ext cx="121325" cy="17350"/>
            </a:xfrm>
            <a:custGeom>
              <a:avLst/>
              <a:gdLst/>
              <a:ahLst/>
              <a:cxnLst/>
              <a:rect l="l" t="t" r="r" b="b"/>
              <a:pathLst>
                <a:path w="4853" h="694" extrusionOk="0">
                  <a:moveTo>
                    <a:pt x="347" y="1"/>
                  </a:moveTo>
                  <a:cubicBezTo>
                    <a:pt x="158" y="1"/>
                    <a:pt x="1" y="158"/>
                    <a:pt x="1" y="347"/>
                  </a:cubicBezTo>
                  <a:cubicBezTo>
                    <a:pt x="32" y="536"/>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7" name="Google Shape;16957;p87"/>
            <p:cNvSpPr/>
            <p:nvPr/>
          </p:nvSpPr>
          <p:spPr>
            <a:xfrm>
              <a:off x="-4435650" y="2867325"/>
              <a:ext cx="121325" cy="17350"/>
            </a:xfrm>
            <a:custGeom>
              <a:avLst/>
              <a:gdLst/>
              <a:ahLst/>
              <a:cxnLst/>
              <a:rect l="l" t="t" r="r" b="b"/>
              <a:pathLst>
                <a:path w="4853" h="694" extrusionOk="0">
                  <a:moveTo>
                    <a:pt x="347" y="1"/>
                  </a:moveTo>
                  <a:cubicBezTo>
                    <a:pt x="158" y="1"/>
                    <a:pt x="1" y="158"/>
                    <a:pt x="1" y="347"/>
                  </a:cubicBezTo>
                  <a:cubicBezTo>
                    <a:pt x="32" y="568"/>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8" name="Google Shape;16958;p87"/>
            <p:cNvSpPr/>
            <p:nvPr/>
          </p:nvSpPr>
          <p:spPr>
            <a:xfrm>
              <a:off x="-4435650" y="2833475"/>
              <a:ext cx="121325" cy="18125"/>
            </a:xfrm>
            <a:custGeom>
              <a:avLst/>
              <a:gdLst/>
              <a:ahLst/>
              <a:cxnLst/>
              <a:rect l="l" t="t" r="r" b="b"/>
              <a:pathLst>
                <a:path w="4853" h="725" extrusionOk="0">
                  <a:moveTo>
                    <a:pt x="347" y="0"/>
                  </a:moveTo>
                  <a:cubicBezTo>
                    <a:pt x="158" y="0"/>
                    <a:pt x="1" y="158"/>
                    <a:pt x="1" y="347"/>
                  </a:cubicBezTo>
                  <a:cubicBezTo>
                    <a:pt x="32" y="567"/>
                    <a:pt x="158" y="725"/>
                    <a:pt x="347" y="725"/>
                  </a:cubicBezTo>
                  <a:lnTo>
                    <a:pt x="4506" y="725"/>
                  </a:lnTo>
                  <a:cubicBezTo>
                    <a:pt x="4695" y="725"/>
                    <a:pt x="4852" y="567"/>
                    <a:pt x="4852" y="347"/>
                  </a:cubicBezTo>
                  <a:cubicBezTo>
                    <a:pt x="4852" y="158"/>
                    <a:pt x="4695" y="0"/>
                    <a:pt x="45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59" name="Google Shape;16959;p87"/>
          <p:cNvGrpSpPr/>
          <p:nvPr/>
        </p:nvGrpSpPr>
        <p:grpSpPr>
          <a:xfrm>
            <a:off x="9099609" y="2174986"/>
            <a:ext cx="553120" cy="561109"/>
            <a:chOff x="-2777700" y="2049775"/>
            <a:chExt cx="287325" cy="291475"/>
          </a:xfrm>
        </p:grpSpPr>
        <p:sp>
          <p:nvSpPr>
            <p:cNvPr id="16960" name="Google Shape;16960;p87"/>
            <p:cNvSpPr/>
            <p:nvPr/>
          </p:nvSpPr>
          <p:spPr>
            <a:xfrm>
              <a:off x="-2777700" y="2049775"/>
              <a:ext cx="287325" cy="291475"/>
            </a:xfrm>
            <a:custGeom>
              <a:avLst/>
              <a:gdLst/>
              <a:ahLst/>
              <a:cxnLst/>
              <a:rect l="l" t="t" r="r" b="b"/>
              <a:pathLst>
                <a:path w="11493" h="11659" extrusionOk="0">
                  <a:moveTo>
                    <a:pt x="7121" y="662"/>
                  </a:moveTo>
                  <a:cubicBezTo>
                    <a:pt x="7341" y="662"/>
                    <a:pt x="7499" y="820"/>
                    <a:pt x="7499" y="1040"/>
                  </a:cubicBezTo>
                  <a:cubicBezTo>
                    <a:pt x="7499" y="1230"/>
                    <a:pt x="7341" y="1387"/>
                    <a:pt x="7121" y="1387"/>
                  </a:cubicBezTo>
                  <a:lnTo>
                    <a:pt x="4380" y="1387"/>
                  </a:lnTo>
                  <a:cubicBezTo>
                    <a:pt x="4191" y="1387"/>
                    <a:pt x="4033" y="1230"/>
                    <a:pt x="4033" y="1040"/>
                  </a:cubicBezTo>
                  <a:cubicBezTo>
                    <a:pt x="4033" y="820"/>
                    <a:pt x="4191" y="662"/>
                    <a:pt x="4380" y="662"/>
                  </a:cubicBezTo>
                  <a:close/>
                  <a:moveTo>
                    <a:pt x="6774" y="2049"/>
                  </a:moveTo>
                  <a:lnTo>
                    <a:pt x="6774" y="4285"/>
                  </a:lnTo>
                  <a:cubicBezTo>
                    <a:pt x="6774" y="4412"/>
                    <a:pt x="6774" y="4443"/>
                    <a:pt x="7499" y="5514"/>
                  </a:cubicBezTo>
                  <a:lnTo>
                    <a:pt x="3970" y="5514"/>
                  </a:lnTo>
                  <a:cubicBezTo>
                    <a:pt x="4758" y="4412"/>
                    <a:pt x="4726" y="4443"/>
                    <a:pt x="4726" y="4348"/>
                  </a:cubicBezTo>
                  <a:lnTo>
                    <a:pt x="4726" y="2049"/>
                  </a:lnTo>
                  <a:close/>
                  <a:moveTo>
                    <a:pt x="8003" y="6176"/>
                  </a:moveTo>
                  <a:cubicBezTo>
                    <a:pt x="8696" y="7215"/>
                    <a:pt x="9578" y="8507"/>
                    <a:pt x="10177" y="9389"/>
                  </a:cubicBezTo>
                  <a:cubicBezTo>
                    <a:pt x="10649" y="10082"/>
                    <a:pt x="10177" y="10996"/>
                    <a:pt x="9294" y="10996"/>
                  </a:cubicBezTo>
                  <a:lnTo>
                    <a:pt x="2206" y="10996"/>
                  </a:lnTo>
                  <a:cubicBezTo>
                    <a:pt x="1387" y="10996"/>
                    <a:pt x="914" y="10051"/>
                    <a:pt x="1387" y="9389"/>
                  </a:cubicBezTo>
                  <a:cubicBezTo>
                    <a:pt x="1859" y="8665"/>
                    <a:pt x="2804" y="7341"/>
                    <a:pt x="3561" y="6176"/>
                  </a:cubicBezTo>
                  <a:close/>
                  <a:moveTo>
                    <a:pt x="4380" y="1"/>
                  </a:moveTo>
                  <a:cubicBezTo>
                    <a:pt x="3813" y="1"/>
                    <a:pt x="3340" y="473"/>
                    <a:pt x="3340" y="1040"/>
                  </a:cubicBezTo>
                  <a:cubicBezTo>
                    <a:pt x="3340" y="1513"/>
                    <a:pt x="3655" y="1860"/>
                    <a:pt x="4065" y="2017"/>
                  </a:cubicBezTo>
                  <a:lnTo>
                    <a:pt x="4065" y="4222"/>
                  </a:lnTo>
                  <a:cubicBezTo>
                    <a:pt x="3718" y="4790"/>
                    <a:pt x="1198" y="8413"/>
                    <a:pt x="788" y="8980"/>
                  </a:cubicBezTo>
                  <a:cubicBezTo>
                    <a:pt x="1" y="10114"/>
                    <a:pt x="820" y="11658"/>
                    <a:pt x="2206" y="11658"/>
                  </a:cubicBezTo>
                  <a:lnTo>
                    <a:pt x="9294" y="11658"/>
                  </a:lnTo>
                  <a:cubicBezTo>
                    <a:pt x="9308" y="11658"/>
                    <a:pt x="9322" y="11658"/>
                    <a:pt x="9335" y="11658"/>
                  </a:cubicBezTo>
                  <a:cubicBezTo>
                    <a:pt x="10697" y="11658"/>
                    <a:pt x="11492" y="10103"/>
                    <a:pt x="10712" y="9011"/>
                  </a:cubicBezTo>
                  <a:cubicBezTo>
                    <a:pt x="10271" y="8444"/>
                    <a:pt x="7845" y="4853"/>
                    <a:pt x="7499" y="4254"/>
                  </a:cubicBezTo>
                  <a:lnTo>
                    <a:pt x="7499" y="1986"/>
                  </a:lnTo>
                  <a:cubicBezTo>
                    <a:pt x="7877" y="1828"/>
                    <a:pt x="8160" y="1450"/>
                    <a:pt x="8160" y="1040"/>
                  </a:cubicBezTo>
                  <a:cubicBezTo>
                    <a:pt x="8160" y="473"/>
                    <a:pt x="7688" y="1"/>
                    <a:pt x="712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1" name="Google Shape;16961;p87"/>
            <p:cNvSpPr/>
            <p:nvPr/>
          </p:nvSpPr>
          <p:spPr>
            <a:xfrm>
              <a:off x="-2694200" y="2221475"/>
              <a:ext cx="69325" cy="68550"/>
            </a:xfrm>
            <a:custGeom>
              <a:avLst/>
              <a:gdLst/>
              <a:ahLst/>
              <a:cxnLst/>
              <a:rect l="l" t="t" r="r" b="b"/>
              <a:pathLst>
                <a:path w="2773" h="2742" extrusionOk="0">
                  <a:moveTo>
                    <a:pt x="1386" y="694"/>
                  </a:moveTo>
                  <a:cubicBezTo>
                    <a:pt x="1733" y="694"/>
                    <a:pt x="2048" y="1009"/>
                    <a:pt x="2048" y="1356"/>
                  </a:cubicBezTo>
                  <a:cubicBezTo>
                    <a:pt x="2048" y="1765"/>
                    <a:pt x="1764" y="2049"/>
                    <a:pt x="1386" y="2049"/>
                  </a:cubicBezTo>
                  <a:cubicBezTo>
                    <a:pt x="1008" y="2049"/>
                    <a:pt x="725" y="1702"/>
                    <a:pt x="725" y="1356"/>
                  </a:cubicBezTo>
                  <a:cubicBezTo>
                    <a:pt x="725" y="978"/>
                    <a:pt x="1040" y="694"/>
                    <a:pt x="1386" y="694"/>
                  </a:cubicBezTo>
                  <a:close/>
                  <a:moveTo>
                    <a:pt x="1386" y="1"/>
                  </a:moveTo>
                  <a:cubicBezTo>
                    <a:pt x="630" y="1"/>
                    <a:pt x="0" y="631"/>
                    <a:pt x="0" y="1356"/>
                  </a:cubicBezTo>
                  <a:cubicBezTo>
                    <a:pt x="0" y="2112"/>
                    <a:pt x="630" y="2742"/>
                    <a:pt x="1386" y="2742"/>
                  </a:cubicBezTo>
                  <a:cubicBezTo>
                    <a:pt x="2142" y="2742"/>
                    <a:pt x="2772" y="2112"/>
                    <a:pt x="2772" y="1356"/>
                  </a:cubicBezTo>
                  <a:cubicBezTo>
                    <a:pt x="2772" y="631"/>
                    <a:pt x="2142" y="1"/>
                    <a:pt x="1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2" name="Google Shape;16962;p87"/>
            <p:cNvSpPr/>
            <p:nvPr/>
          </p:nvSpPr>
          <p:spPr>
            <a:xfrm>
              <a:off x="-2608350" y="2255350"/>
              <a:ext cx="51200" cy="51225"/>
            </a:xfrm>
            <a:custGeom>
              <a:avLst/>
              <a:gdLst/>
              <a:ahLst/>
              <a:cxnLst/>
              <a:rect l="l" t="t" r="r" b="b"/>
              <a:pathLst>
                <a:path w="2048" h="2049" extrusionOk="0">
                  <a:moveTo>
                    <a:pt x="1040" y="694"/>
                  </a:moveTo>
                  <a:cubicBezTo>
                    <a:pt x="1229" y="694"/>
                    <a:pt x="1386" y="851"/>
                    <a:pt x="1386" y="1040"/>
                  </a:cubicBezTo>
                  <a:cubicBezTo>
                    <a:pt x="1386" y="1229"/>
                    <a:pt x="1229" y="1387"/>
                    <a:pt x="1040" y="1387"/>
                  </a:cubicBezTo>
                  <a:cubicBezTo>
                    <a:pt x="819" y="1387"/>
                    <a:pt x="693" y="1229"/>
                    <a:pt x="693" y="1040"/>
                  </a:cubicBezTo>
                  <a:cubicBezTo>
                    <a:pt x="693" y="851"/>
                    <a:pt x="819" y="694"/>
                    <a:pt x="1040" y="694"/>
                  </a:cubicBezTo>
                  <a:close/>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63" name="Google Shape;16963;p87"/>
          <p:cNvGrpSpPr/>
          <p:nvPr/>
        </p:nvGrpSpPr>
        <p:grpSpPr>
          <a:xfrm>
            <a:off x="9094893" y="2853909"/>
            <a:ext cx="562552" cy="561012"/>
            <a:chOff x="-2571737" y="2403625"/>
            <a:chExt cx="292225" cy="291425"/>
          </a:xfrm>
        </p:grpSpPr>
        <p:sp>
          <p:nvSpPr>
            <p:cNvPr id="16964" name="Google Shape;16964;p87"/>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5" name="Google Shape;16965;p87"/>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6" name="Google Shape;16966;p87"/>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7" name="Google Shape;16967;p87"/>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8" name="Google Shape;16968;p87"/>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9" name="Google Shape;16969;p87"/>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0" name="Google Shape;16970;p87"/>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71" name="Google Shape;16971;p87"/>
          <p:cNvGrpSpPr/>
          <p:nvPr/>
        </p:nvGrpSpPr>
        <p:grpSpPr>
          <a:xfrm>
            <a:off x="9094893" y="3548712"/>
            <a:ext cx="562552" cy="559520"/>
            <a:chOff x="-2571737" y="2764550"/>
            <a:chExt cx="292225" cy="290650"/>
          </a:xfrm>
        </p:grpSpPr>
        <p:sp>
          <p:nvSpPr>
            <p:cNvPr id="16972" name="Google Shape;16972;p87"/>
            <p:cNvSpPr/>
            <p:nvPr/>
          </p:nvSpPr>
          <p:spPr>
            <a:xfrm>
              <a:off x="-2496085" y="3009100"/>
              <a:ext cx="17350" cy="17350"/>
            </a:xfrm>
            <a:custGeom>
              <a:avLst/>
              <a:gdLst/>
              <a:ahLst/>
              <a:cxnLst/>
              <a:rect l="l" t="t" r="r" b="b"/>
              <a:pathLst>
                <a:path w="694" h="694" extrusionOk="0">
                  <a:moveTo>
                    <a:pt x="347" y="1"/>
                  </a:moveTo>
                  <a:cubicBezTo>
                    <a:pt x="127" y="1"/>
                    <a:pt x="0" y="158"/>
                    <a:pt x="0" y="347"/>
                  </a:cubicBezTo>
                  <a:cubicBezTo>
                    <a:pt x="0" y="536"/>
                    <a:pt x="127" y="694"/>
                    <a:pt x="347" y="694"/>
                  </a:cubicBezTo>
                  <a:cubicBezTo>
                    <a:pt x="536" y="694"/>
                    <a:pt x="694" y="536"/>
                    <a:pt x="694" y="347"/>
                  </a:cubicBezTo>
                  <a:cubicBezTo>
                    <a:pt x="662" y="158"/>
                    <a:pt x="505"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3" name="Google Shape;16973;p87"/>
            <p:cNvSpPr/>
            <p:nvPr/>
          </p:nvSpPr>
          <p:spPr>
            <a:xfrm>
              <a:off x="-2398548" y="2800375"/>
              <a:ext cx="52000" cy="120525"/>
            </a:xfrm>
            <a:custGeom>
              <a:avLst/>
              <a:gdLst/>
              <a:ahLst/>
              <a:cxnLst/>
              <a:rect l="l" t="t" r="r" b="b"/>
              <a:pathLst>
                <a:path w="2080" h="4821" extrusionOk="0">
                  <a:moveTo>
                    <a:pt x="1008" y="0"/>
                  </a:moveTo>
                  <a:cubicBezTo>
                    <a:pt x="819" y="0"/>
                    <a:pt x="662" y="158"/>
                    <a:pt x="662" y="378"/>
                  </a:cubicBezTo>
                  <a:lnTo>
                    <a:pt x="662" y="757"/>
                  </a:lnTo>
                  <a:cubicBezTo>
                    <a:pt x="252" y="914"/>
                    <a:pt x="0" y="1261"/>
                    <a:pt x="0" y="1733"/>
                  </a:cubicBezTo>
                  <a:cubicBezTo>
                    <a:pt x="0" y="2300"/>
                    <a:pt x="473" y="2773"/>
                    <a:pt x="1008" y="2773"/>
                  </a:cubicBezTo>
                  <a:cubicBezTo>
                    <a:pt x="1323" y="2773"/>
                    <a:pt x="1481" y="3119"/>
                    <a:pt x="1260" y="3371"/>
                  </a:cubicBezTo>
                  <a:cubicBezTo>
                    <a:pt x="1197" y="3419"/>
                    <a:pt x="1103" y="3442"/>
                    <a:pt x="1012" y="3442"/>
                  </a:cubicBezTo>
                  <a:cubicBezTo>
                    <a:pt x="922" y="3442"/>
                    <a:pt x="835" y="3419"/>
                    <a:pt x="788" y="3371"/>
                  </a:cubicBezTo>
                  <a:cubicBezTo>
                    <a:pt x="725" y="3308"/>
                    <a:pt x="630" y="3277"/>
                    <a:pt x="540" y="3277"/>
                  </a:cubicBezTo>
                  <a:cubicBezTo>
                    <a:pt x="449" y="3277"/>
                    <a:pt x="362" y="3308"/>
                    <a:pt x="315" y="3371"/>
                  </a:cubicBezTo>
                  <a:cubicBezTo>
                    <a:pt x="189" y="3466"/>
                    <a:pt x="189" y="3718"/>
                    <a:pt x="315" y="3844"/>
                  </a:cubicBezTo>
                  <a:cubicBezTo>
                    <a:pt x="410" y="3939"/>
                    <a:pt x="536" y="4033"/>
                    <a:pt x="693" y="4065"/>
                  </a:cubicBezTo>
                  <a:lnTo>
                    <a:pt x="693" y="4474"/>
                  </a:lnTo>
                  <a:cubicBezTo>
                    <a:pt x="693" y="4663"/>
                    <a:pt x="851" y="4821"/>
                    <a:pt x="1040" y="4821"/>
                  </a:cubicBezTo>
                  <a:cubicBezTo>
                    <a:pt x="1260" y="4821"/>
                    <a:pt x="1418" y="4663"/>
                    <a:pt x="1418" y="4474"/>
                  </a:cubicBezTo>
                  <a:lnTo>
                    <a:pt x="1418" y="4065"/>
                  </a:lnTo>
                  <a:cubicBezTo>
                    <a:pt x="1796" y="3907"/>
                    <a:pt x="2079" y="3560"/>
                    <a:pt x="2079" y="3088"/>
                  </a:cubicBezTo>
                  <a:cubicBezTo>
                    <a:pt x="2079" y="2521"/>
                    <a:pt x="1607" y="2048"/>
                    <a:pt x="1040" y="2048"/>
                  </a:cubicBezTo>
                  <a:cubicBezTo>
                    <a:pt x="851" y="2048"/>
                    <a:pt x="693" y="1891"/>
                    <a:pt x="693" y="1702"/>
                  </a:cubicBezTo>
                  <a:cubicBezTo>
                    <a:pt x="693" y="1495"/>
                    <a:pt x="842" y="1356"/>
                    <a:pt x="1016" y="1356"/>
                  </a:cubicBezTo>
                  <a:cubicBezTo>
                    <a:pt x="1107" y="1356"/>
                    <a:pt x="1205" y="1394"/>
                    <a:pt x="1292" y="1481"/>
                  </a:cubicBezTo>
                  <a:cubicBezTo>
                    <a:pt x="1355" y="1528"/>
                    <a:pt x="1441" y="1552"/>
                    <a:pt x="1528" y="1552"/>
                  </a:cubicBezTo>
                  <a:cubicBezTo>
                    <a:pt x="1615" y="1552"/>
                    <a:pt x="1701" y="1528"/>
                    <a:pt x="1764" y="1481"/>
                  </a:cubicBezTo>
                  <a:cubicBezTo>
                    <a:pt x="1859" y="1355"/>
                    <a:pt x="1859" y="1103"/>
                    <a:pt x="1764" y="1009"/>
                  </a:cubicBezTo>
                  <a:cubicBezTo>
                    <a:pt x="1638" y="883"/>
                    <a:pt x="1512" y="788"/>
                    <a:pt x="1355" y="757"/>
                  </a:cubicBezTo>
                  <a:lnTo>
                    <a:pt x="1355" y="378"/>
                  </a:lnTo>
                  <a:cubicBezTo>
                    <a:pt x="1355" y="158"/>
                    <a:pt x="1197" y="0"/>
                    <a:pt x="10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4" name="Google Shape;16974;p87"/>
            <p:cNvSpPr/>
            <p:nvPr/>
          </p:nvSpPr>
          <p:spPr>
            <a:xfrm>
              <a:off x="-2571737" y="2764550"/>
              <a:ext cx="292225" cy="290650"/>
            </a:xfrm>
            <a:custGeom>
              <a:avLst/>
              <a:gdLst/>
              <a:ahLst/>
              <a:cxnLst/>
              <a:rect l="l" t="t" r="r" b="b"/>
              <a:pathLst>
                <a:path w="11689" h="11626" extrusionOk="0">
                  <a:moveTo>
                    <a:pt x="5009" y="1355"/>
                  </a:moveTo>
                  <a:cubicBezTo>
                    <a:pt x="4789" y="1576"/>
                    <a:pt x="4694" y="1796"/>
                    <a:pt x="4537" y="2049"/>
                  </a:cubicBezTo>
                  <a:lnTo>
                    <a:pt x="662" y="2049"/>
                  </a:lnTo>
                  <a:lnTo>
                    <a:pt x="662" y="1670"/>
                  </a:lnTo>
                  <a:cubicBezTo>
                    <a:pt x="662" y="1513"/>
                    <a:pt x="819" y="1355"/>
                    <a:pt x="1008" y="1355"/>
                  </a:cubicBezTo>
                  <a:close/>
                  <a:moveTo>
                    <a:pt x="7908" y="694"/>
                  </a:moveTo>
                  <a:cubicBezTo>
                    <a:pt x="9609" y="694"/>
                    <a:pt x="10995" y="2080"/>
                    <a:pt x="10995" y="3781"/>
                  </a:cubicBezTo>
                  <a:cubicBezTo>
                    <a:pt x="10995" y="5451"/>
                    <a:pt x="9609" y="6837"/>
                    <a:pt x="7908" y="6837"/>
                  </a:cubicBezTo>
                  <a:cubicBezTo>
                    <a:pt x="7309" y="6837"/>
                    <a:pt x="6679" y="6680"/>
                    <a:pt x="6206" y="6365"/>
                  </a:cubicBezTo>
                  <a:cubicBezTo>
                    <a:pt x="6162" y="6342"/>
                    <a:pt x="6086" y="6320"/>
                    <a:pt x="6023" y="6320"/>
                  </a:cubicBezTo>
                  <a:cubicBezTo>
                    <a:pt x="5997" y="6320"/>
                    <a:pt x="5973" y="6324"/>
                    <a:pt x="5954" y="6333"/>
                  </a:cubicBezTo>
                  <a:cubicBezTo>
                    <a:pt x="5671" y="6396"/>
                    <a:pt x="5324" y="6522"/>
                    <a:pt x="5009" y="6648"/>
                  </a:cubicBezTo>
                  <a:lnTo>
                    <a:pt x="5324" y="5703"/>
                  </a:lnTo>
                  <a:cubicBezTo>
                    <a:pt x="5356" y="5609"/>
                    <a:pt x="5324" y="5514"/>
                    <a:pt x="5261" y="5420"/>
                  </a:cubicBezTo>
                  <a:cubicBezTo>
                    <a:pt x="4946" y="4947"/>
                    <a:pt x="4789" y="4348"/>
                    <a:pt x="4789" y="3781"/>
                  </a:cubicBezTo>
                  <a:cubicBezTo>
                    <a:pt x="4789" y="2080"/>
                    <a:pt x="6238" y="694"/>
                    <a:pt x="7908" y="694"/>
                  </a:cubicBezTo>
                  <a:close/>
                  <a:moveTo>
                    <a:pt x="4253" y="2710"/>
                  </a:moveTo>
                  <a:cubicBezTo>
                    <a:pt x="4190" y="3025"/>
                    <a:pt x="4096" y="3372"/>
                    <a:pt x="4096" y="3718"/>
                  </a:cubicBezTo>
                  <a:cubicBezTo>
                    <a:pt x="4096" y="4411"/>
                    <a:pt x="4253" y="5041"/>
                    <a:pt x="4600" y="5609"/>
                  </a:cubicBezTo>
                  <a:lnTo>
                    <a:pt x="4127" y="7089"/>
                  </a:lnTo>
                  <a:cubicBezTo>
                    <a:pt x="4096" y="7184"/>
                    <a:pt x="4127" y="7341"/>
                    <a:pt x="4222" y="7436"/>
                  </a:cubicBezTo>
                  <a:cubicBezTo>
                    <a:pt x="4266" y="7480"/>
                    <a:pt x="4358" y="7525"/>
                    <a:pt x="4453" y="7525"/>
                  </a:cubicBezTo>
                  <a:cubicBezTo>
                    <a:pt x="4492" y="7525"/>
                    <a:pt x="4531" y="7517"/>
                    <a:pt x="4568" y="7499"/>
                  </a:cubicBezTo>
                  <a:cubicBezTo>
                    <a:pt x="4568" y="7499"/>
                    <a:pt x="5387" y="7247"/>
                    <a:pt x="6017" y="7026"/>
                  </a:cubicBezTo>
                  <a:cubicBezTo>
                    <a:pt x="6080" y="7089"/>
                    <a:pt x="6143" y="7089"/>
                    <a:pt x="6175" y="7121"/>
                  </a:cubicBezTo>
                  <a:lnTo>
                    <a:pt x="6175" y="8223"/>
                  </a:lnTo>
                  <a:lnTo>
                    <a:pt x="662" y="8223"/>
                  </a:lnTo>
                  <a:lnTo>
                    <a:pt x="662" y="2710"/>
                  </a:lnTo>
                  <a:close/>
                  <a:moveTo>
                    <a:pt x="6112" y="8885"/>
                  </a:moveTo>
                  <a:lnTo>
                    <a:pt x="6112" y="10618"/>
                  </a:lnTo>
                  <a:cubicBezTo>
                    <a:pt x="6143" y="10807"/>
                    <a:pt x="5986" y="10964"/>
                    <a:pt x="5797" y="10964"/>
                  </a:cubicBezTo>
                  <a:lnTo>
                    <a:pt x="977" y="10964"/>
                  </a:lnTo>
                  <a:cubicBezTo>
                    <a:pt x="788" y="10964"/>
                    <a:pt x="630" y="10807"/>
                    <a:pt x="630" y="10618"/>
                  </a:cubicBezTo>
                  <a:lnTo>
                    <a:pt x="630" y="8885"/>
                  </a:lnTo>
                  <a:close/>
                  <a:moveTo>
                    <a:pt x="7908" y="1"/>
                  </a:moveTo>
                  <a:cubicBezTo>
                    <a:pt x="7120" y="1"/>
                    <a:pt x="6364" y="221"/>
                    <a:pt x="5734" y="662"/>
                  </a:cubicBezTo>
                  <a:lnTo>
                    <a:pt x="1008" y="662"/>
                  </a:lnTo>
                  <a:cubicBezTo>
                    <a:pt x="473" y="662"/>
                    <a:pt x="0" y="1135"/>
                    <a:pt x="0" y="1670"/>
                  </a:cubicBezTo>
                  <a:lnTo>
                    <a:pt x="0" y="10618"/>
                  </a:lnTo>
                  <a:cubicBezTo>
                    <a:pt x="0" y="11153"/>
                    <a:pt x="473" y="11626"/>
                    <a:pt x="1008" y="11626"/>
                  </a:cubicBezTo>
                  <a:lnTo>
                    <a:pt x="5828" y="11626"/>
                  </a:lnTo>
                  <a:cubicBezTo>
                    <a:pt x="6364" y="11626"/>
                    <a:pt x="6837" y="11153"/>
                    <a:pt x="6837" y="10618"/>
                  </a:cubicBezTo>
                  <a:lnTo>
                    <a:pt x="6837" y="7341"/>
                  </a:lnTo>
                  <a:cubicBezTo>
                    <a:pt x="7215" y="7436"/>
                    <a:pt x="7561" y="7499"/>
                    <a:pt x="7908" y="7499"/>
                  </a:cubicBezTo>
                  <a:cubicBezTo>
                    <a:pt x="9987" y="7499"/>
                    <a:pt x="11688" y="5798"/>
                    <a:pt x="11688" y="3718"/>
                  </a:cubicBezTo>
                  <a:cubicBezTo>
                    <a:pt x="11657" y="1670"/>
                    <a:pt x="9956" y="1"/>
                    <a:pt x="79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75" name="Google Shape;16975;p87"/>
          <p:cNvGrpSpPr/>
          <p:nvPr/>
        </p:nvGrpSpPr>
        <p:grpSpPr>
          <a:xfrm>
            <a:off x="4027561" y="4307384"/>
            <a:ext cx="562552" cy="565152"/>
            <a:chOff x="-1333975" y="2365850"/>
            <a:chExt cx="292225" cy="293575"/>
          </a:xfrm>
        </p:grpSpPr>
        <p:sp>
          <p:nvSpPr>
            <p:cNvPr id="16976" name="Google Shape;16976;p87"/>
            <p:cNvSpPr/>
            <p:nvPr/>
          </p:nvSpPr>
          <p:spPr>
            <a:xfrm>
              <a:off x="-1285150" y="2365850"/>
              <a:ext cx="191225" cy="293575"/>
            </a:xfrm>
            <a:custGeom>
              <a:avLst/>
              <a:gdLst/>
              <a:ahLst/>
              <a:cxnLst/>
              <a:rect l="l" t="t" r="r" b="b"/>
              <a:pathLst>
                <a:path w="7649" h="11743" extrusionOk="0">
                  <a:moveTo>
                    <a:pt x="3813" y="684"/>
                  </a:moveTo>
                  <a:cubicBezTo>
                    <a:pt x="5545" y="684"/>
                    <a:pt x="6900" y="2039"/>
                    <a:pt x="6900" y="3740"/>
                  </a:cubicBezTo>
                  <a:cubicBezTo>
                    <a:pt x="6931" y="4780"/>
                    <a:pt x="6553" y="5347"/>
                    <a:pt x="6270" y="5788"/>
                  </a:cubicBezTo>
                  <a:cubicBezTo>
                    <a:pt x="5797" y="6544"/>
                    <a:pt x="5608" y="6922"/>
                    <a:pt x="5608" y="7930"/>
                  </a:cubicBezTo>
                  <a:cubicBezTo>
                    <a:pt x="5608" y="8119"/>
                    <a:pt x="5451" y="8277"/>
                    <a:pt x="5230" y="8277"/>
                  </a:cubicBezTo>
                  <a:lnTo>
                    <a:pt x="2489" y="8277"/>
                  </a:lnTo>
                  <a:cubicBezTo>
                    <a:pt x="2300" y="8277"/>
                    <a:pt x="2143" y="8119"/>
                    <a:pt x="2143" y="7930"/>
                  </a:cubicBezTo>
                  <a:cubicBezTo>
                    <a:pt x="2143" y="6922"/>
                    <a:pt x="1922" y="6576"/>
                    <a:pt x="1450" y="5820"/>
                  </a:cubicBezTo>
                  <a:cubicBezTo>
                    <a:pt x="1198" y="5347"/>
                    <a:pt x="567" y="4528"/>
                    <a:pt x="788" y="3205"/>
                  </a:cubicBezTo>
                  <a:cubicBezTo>
                    <a:pt x="1040" y="1819"/>
                    <a:pt x="2237" y="684"/>
                    <a:pt x="3813" y="684"/>
                  </a:cubicBezTo>
                  <a:close/>
                  <a:moveTo>
                    <a:pt x="4852" y="8907"/>
                  </a:moveTo>
                  <a:lnTo>
                    <a:pt x="4852" y="9569"/>
                  </a:lnTo>
                  <a:lnTo>
                    <a:pt x="4506" y="9569"/>
                  </a:lnTo>
                  <a:cubicBezTo>
                    <a:pt x="4285" y="9569"/>
                    <a:pt x="4128" y="9726"/>
                    <a:pt x="4128" y="9915"/>
                  </a:cubicBezTo>
                  <a:cubicBezTo>
                    <a:pt x="4128" y="10136"/>
                    <a:pt x="4285" y="10293"/>
                    <a:pt x="4506" y="10293"/>
                  </a:cubicBezTo>
                  <a:lnTo>
                    <a:pt x="4852" y="10293"/>
                  </a:lnTo>
                  <a:lnTo>
                    <a:pt x="4852" y="10640"/>
                  </a:lnTo>
                  <a:cubicBezTo>
                    <a:pt x="4884" y="10829"/>
                    <a:pt x="4726" y="10986"/>
                    <a:pt x="4537" y="10986"/>
                  </a:cubicBezTo>
                  <a:lnTo>
                    <a:pt x="3151" y="10986"/>
                  </a:lnTo>
                  <a:cubicBezTo>
                    <a:pt x="2962" y="10986"/>
                    <a:pt x="2804" y="10829"/>
                    <a:pt x="2804" y="10640"/>
                  </a:cubicBezTo>
                  <a:lnTo>
                    <a:pt x="2804" y="10293"/>
                  </a:lnTo>
                  <a:lnTo>
                    <a:pt x="3151" y="10293"/>
                  </a:lnTo>
                  <a:cubicBezTo>
                    <a:pt x="3371" y="10293"/>
                    <a:pt x="3529" y="10136"/>
                    <a:pt x="3529" y="9915"/>
                  </a:cubicBezTo>
                  <a:cubicBezTo>
                    <a:pt x="3529" y="9726"/>
                    <a:pt x="3371" y="9569"/>
                    <a:pt x="3151" y="9569"/>
                  </a:cubicBezTo>
                  <a:lnTo>
                    <a:pt x="2804" y="9569"/>
                  </a:lnTo>
                  <a:lnTo>
                    <a:pt x="2804" y="8907"/>
                  </a:lnTo>
                  <a:close/>
                  <a:moveTo>
                    <a:pt x="3897" y="1"/>
                  </a:moveTo>
                  <a:cubicBezTo>
                    <a:pt x="3632" y="1"/>
                    <a:pt x="3361" y="28"/>
                    <a:pt x="3088" y="86"/>
                  </a:cubicBezTo>
                  <a:cubicBezTo>
                    <a:pt x="1607" y="401"/>
                    <a:pt x="441" y="1566"/>
                    <a:pt x="158" y="3079"/>
                  </a:cubicBezTo>
                  <a:cubicBezTo>
                    <a:pt x="0" y="3992"/>
                    <a:pt x="158" y="4969"/>
                    <a:pt x="631" y="5757"/>
                  </a:cubicBezTo>
                  <a:cubicBezTo>
                    <a:pt x="757" y="5914"/>
                    <a:pt x="820" y="6072"/>
                    <a:pt x="914" y="6229"/>
                  </a:cubicBezTo>
                  <a:cubicBezTo>
                    <a:pt x="1355" y="6891"/>
                    <a:pt x="1450" y="7143"/>
                    <a:pt x="1450" y="7962"/>
                  </a:cubicBezTo>
                  <a:cubicBezTo>
                    <a:pt x="1450" y="8403"/>
                    <a:pt x="1733" y="8781"/>
                    <a:pt x="2143" y="8939"/>
                  </a:cubicBezTo>
                  <a:lnTo>
                    <a:pt x="2143" y="10703"/>
                  </a:lnTo>
                  <a:cubicBezTo>
                    <a:pt x="2143" y="11270"/>
                    <a:pt x="2615" y="11743"/>
                    <a:pt x="3151" y="11743"/>
                  </a:cubicBezTo>
                  <a:lnTo>
                    <a:pt x="4537" y="11743"/>
                  </a:lnTo>
                  <a:cubicBezTo>
                    <a:pt x="5073" y="11743"/>
                    <a:pt x="5545" y="11270"/>
                    <a:pt x="5545" y="10703"/>
                  </a:cubicBezTo>
                  <a:lnTo>
                    <a:pt x="5545" y="8939"/>
                  </a:lnTo>
                  <a:cubicBezTo>
                    <a:pt x="5955" y="8781"/>
                    <a:pt x="6238" y="8435"/>
                    <a:pt x="6238" y="7962"/>
                  </a:cubicBezTo>
                  <a:lnTo>
                    <a:pt x="6238" y="7930"/>
                  </a:lnTo>
                  <a:cubicBezTo>
                    <a:pt x="6238" y="7143"/>
                    <a:pt x="6427" y="6828"/>
                    <a:pt x="6805" y="6229"/>
                  </a:cubicBezTo>
                  <a:cubicBezTo>
                    <a:pt x="7089" y="5788"/>
                    <a:pt x="7593" y="5032"/>
                    <a:pt x="7593" y="3835"/>
                  </a:cubicBezTo>
                  <a:cubicBezTo>
                    <a:pt x="7649" y="1658"/>
                    <a:pt x="5950" y="1"/>
                    <a:pt x="38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7" name="Google Shape;16977;p87"/>
            <p:cNvSpPr/>
            <p:nvPr/>
          </p:nvSpPr>
          <p:spPr>
            <a:xfrm>
              <a:off x="-107642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40" y="725"/>
                  </a:lnTo>
                  <a:cubicBezTo>
                    <a:pt x="1229" y="725"/>
                    <a:pt x="1386" y="568"/>
                    <a:pt x="1386" y="379"/>
                  </a:cubicBezTo>
                  <a:cubicBezTo>
                    <a:pt x="1386" y="158"/>
                    <a:pt x="122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8" name="Google Shape;16978;p87"/>
            <p:cNvSpPr/>
            <p:nvPr/>
          </p:nvSpPr>
          <p:spPr>
            <a:xfrm>
              <a:off x="-133397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08" y="725"/>
                  </a:lnTo>
                  <a:cubicBezTo>
                    <a:pt x="1197" y="694"/>
                    <a:pt x="1386" y="536"/>
                    <a:pt x="1386" y="379"/>
                  </a:cubicBezTo>
                  <a:cubicBezTo>
                    <a:pt x="1386" y="158"/>
                    <a:pt x="1197"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9" name="Google Shape;16979;p87"/>
            <p:cNvSpPr/>
            <p:nvPr/>
          </p:nvSpPr>
          <p:spPr>
            <a:xfrm>
              <a:off x="-1093750" y="2383050"/>
              <a:ext cx="35450" cy="26575"/>
            </a:xfrm>
            <a:custGeom>
              <a:avLst/>
              <a:gdLst/>
              <a:ahLst/>
              <a:cxnLst/>
              <a:rect l="l" t="t" r="r" b="b"/>
              <a:pathLst>
                <a:path w="1418" h="1063" extrusionOk="0">
                  <a:moveTo>
                    <a:pt x="992" y="1"/>
                  </a:moveTo>
                  <a:cubicBezTo>
                    <a:pt x="931" y="1"/>
                    <a:pt x="870" y="19"/>
                    <a:pt x="819" y="59"/>
                  </a:cubicBezTo>
                  <a:lnTo>
                    <a:pt x="221" y="406"/>
                  </a:lnTo>
                  <a:cubicBezTo>
                    <a:pt x="63" y="500"/>
                    <a:pt x="0" y="721"/>
                    <a:pt x="95" y="878"/>
                  </a:cubicBezTo>
                  <a:cubicBezTo>
                    <a:pt x="159" y="985"/>
                    <a:pt x="295" y="1063"/>
                    <a:pt x="415" y="1063"/>
                  </a:cubicBezTo>
                  <a:cubicBezTo>
                    <a:pt x="473" y="1063"/>
                    <a:pt x="527" y="1045"/>
                    <a:pt x="567" y="1005"/>
                  </a:cubicBezTo>
                  <a:lnTo>
                    <a:pt x="1166" y="658"/>
                  </a:lnTo>
                  <a:cubicBezTo>
                    <a:pt x="1323" y="563"/>
                    <a:pt x="1418" y="343"/>
                    <a:pt x="1292" y="185"/>
                  </a:cubicBezTo>
                  <a:cubicBezTo>
                    <a:pt x="1249" y="79"/>
                    <a:pt x="1120" y="1"/>
                    <a:pt x="9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0" name="Google Shape;16980;p87"/>
            <p:cNvSpPr/>
            <p:nvPr/>
          </p:nvSpPr>
          <p:spPr>
            <a:xfrm>
              <a:off x="-1317450" y="2512575"/>
              <a:ext cx="35475" cy="26225"/>
            </a:xfrm>
            <a:custGeom>
              <a:avLst/>
              <a:gdLst/>
              <a:ahLst/>
              <a:cxnLst/>
              <a:rect l="l" t="t" r="r" b="b"/>
              <a:pathLst>
                <a:path w="1419" h="1049" extrusionOk="0">
                  <a:moveTo>
                    <a:pt x="1005" y="1"/>
                  </a:moveTo>
                  <a:cubicBezTo>
                    <a:pt x="944" y="1"/>
                    <a:pt x="880" y="15"/>
                    <a:pt x="820" y="45"/>
                  </a:cubicBezTo>
                  <a:lnTo>
                    <a:pt x="221" y="392"/>
                  </a:lnTo>
                  <a:cubicBezTo>
                    <a:pt x="64" y="486"/>
                    <a:pt x="1" y="707"/>
                    <a:pt x="127" y="864"/>
                  </a:cubicBezTo>
                  <a:cubicBezTo>
                    <a:pt x="169" y="971"/>
                    <a:pt x="299" y="1049"/>
                    <a:pt x="427" y="1049"/>
                  </a:cubicBezTo>
                  <a:cubicBezTo>
                    <a:pt x="488" y="1049"/>
                    <a:pt x="548" y="1031"/>
                    <a:pt x="599" y="990"/>
                  </a:cubicBezTo>
                  <a:lnTo>
                    <a:pt x="1166" y="644"/>
                  </a:lnTo>
                  <a:cubicBezTo>
                    <a:pt x="1324" y="549"/>
                    <a:pt x="1418" y="329"/>
                    <a:pt x="1292" y="171"/>
                  </a:cubicBezTo>
                  <a:cubicBezTo>
                    <a:pt x="1250" y="64"/>
                    <a:pt x="1134" y="1"/>
                    <a:pt x="10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1" name="Google Shape;16981;p87"/>
            <p:cNvSpPr/>
            <p:nvPr/>
          </p:nvSpPr>
          <p:spPr>
            <a:xfrm>
              <a:off x="-1092975" y="2512575"/>
              <a:ext cx="34675" cy="25525"/>
            </a:xfrm>
            <a:custGeom>
              <a:avLst/>
              <a:gdLst/>
              <a:ahLst/>
              <a:cxnLst/>
              <a:rect l="l" t="t" r="r" b="b"/>
              <a:pathLst>
                <a:path w="1387" h="1021" extrusionOk="0">
                  <a:moveTo>
                    <a:pt x="378" y="1"/>
                  </a:moveTo>
                  <a:cubicBezTo>
                    <a:pt x="264" y="1"/>
                    <a:pt x="149" y="64"/>
                    <a:pt x="64" y="171"/>
                  </a:cubicBezTo>
                  <a:cubicBezTo>
                    <a:pt x="1" y="329"/>
                    <a:pt x="32" y="518"/>
                    <a:pt x="190" y="644"/>
                  </a:cubicBezTo>
                  <a:lnTo>
                    <a:pt x="788" y="990"/>
                  </a:lnTo>
                  <a:cubicBezTo>
                    <a:pt x="838" y="1010"/>
                    <a:pt x="891" y="1021"/>
                    <a:pt x="944" y="1021"/>
                  </a:cubicBezTo>
                  <a:cubicBezTo>
                    <a:pt x="1059" y="1021"/>
                    <a:pt x="1175" y="972"/>
                    <a:pt x="1261" y="864"/>
                  </a:cubicBezTo>
                  <a:cubicBezTo>
                    <a:pt x="1387" y="675"/>
                    <a:pt x="1292" y="486"/>
                    <a:pt x="1135" y="392"/>
                  </a:cubicBezTo>
                  <a:lnTo>
                    <a:pt x="536" y="45"/>
                  </a:lnTo>
                  <a:cubicBezTo>
                    <a:pt x="486" y="15"/>
                    <a:pt x="432"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2" name="Google Shape;16982;p87"/>
            <p:cNvSpPr/>
            <p:nvPr/>
          </p:nvSpPr>
          <p:spPr>
            <a:xfrm>
              <a:off x="-1316650" y="2383750"/>
              <a:ext cx="34675" cy="25525"/>
            </a:xfrm>
            <a:custGeom>
              <a:avLst/>
              <a:gdLst/>
              <a:ahLst/>
              <a:cxnLst/>
              <a:rect l="l" t="t" r="r" b="b"/>
              <a:pathLst>
                <a:path w="1387" h="1021" extrusionOk="0">
                  <a:moveTo>
                    <a:pt x="405" y="1"/>
                  </a:moveTo>
                  <a:cubicBezTo>
                    <a:pt x="283" y="1"/>
                    <a:pt x="159" y="50"/>
                    <a:pt x="95" y="157"/>
                  </a:cubicBezTo>
                  <a:cubicBezTo>
                    <a:pt x="0" y="315"/>
                    <a:pt x="63" y="504"/>
                    <a:pt x="221" y="630"/>
                  </a:cubicBezTo>
                  <a:lnTo>
                    <a:pt x="788" y="977"/>
                  </a:lnTo>
                  <a:cubicBezTo>
                    <a:pt x="838" y="1007"/>
                    <a:pt x="895" y="1021"/>
                    <a:pt x="953" y="1021"/>
                  </a:cubicBezTo>
                  <a:cubicBezTo>
                    <a:pt x="1074" y="1021"/>
                    <a:pt x="1196" y="958"/>
                    <a:pt x="1260" y="850"/>
                  </a:cubicBezTo>
                  <a:cubicBezTo>
                    <a:pt x="1386" y="693"/>
                    <a:pt x="1292" y="504"/>
                    <a:pt x="1134" y="378"/>
                  </a:cubicBezTo>
                  <a:lnTo>
                    <a:pt x="567" y="31"/>
                  </a:lnTo>
                  <a:cubicBezTo>
                    <a:pt x="517" y="11"/>
                    <a:pt x="461" y="1"/>
                    <a:pt x="4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3" name="Google Shape;16983;p87"/>
            <p:cNvSpPr/>
            <p:nvPr/>
          </p:nvSpPr>
          <p:spPr>
            <a:xfrm>
              <a:off x="-1239475" y="2401575"/>
              <a:ext cx="102425" cy="153100"/>
            </a:xfrm>
            <a:custGeom>
              <a:avLst/>
              <a:gdLst/>
              <a:ahLst/>
              <a:cxnLst/>
              <a:rect l="l" t="t" r="r" b="b"/>
              <a:pathLst>
                <a:path w="4097" h="6124" extrusionOk="0">
                  <a:moveTo>
                    <a:pt x="1733" y="1492"/>
                  </a:moveTo>
                  <a:lnTo>
                    <a:pt x="1733" y="2343"/>
                  </a:lnTo>
                  <a:cubicBezTo>
                    <a:pt x="1733" y="2500"/>
                    <a:pt x="1796" y="2626"/>
                    <a:pt x="1922" y="2658"/>
                  </a:cubicBezTo>
                  <a:lnTo>
                    <a:pt x="3246" y="3225"/>
                  </a:lnTo>
                  <a:lnTo>
                    <a:pt x="2395" y="4611"/>
                  </a:lnTo>
                  <a:lnTo>
                    <a:pt x="2395" y="3729"/>
                  </a:lnTo>
                  <a:cubicBezTo>
                    <a:pt x="2395" y="3572"/>
                    <a:pt x="2332" y="3445"/>
                    <a:pt x="2206" y="3414"/>
                  </a:cubicBezTo>
                  <a:lnTo>
                    <a:pt x="851" y="2878"/>
                  </a:lnTo>
                  <a:lnTo>
                    <a:pt x="1733" y="1492"/>
                  </a:lnTo>
                  <a:close/>
                  <a:moveTo>
                    <a:pt x="2038" y="0"/>
                  </a:moveTo>
                  <a:cubicBezTo>
                    <a:pt x="1919" y="0"/>
                    <a:pt x="1814" y="47"/>
                    <a:pt x="1765" y="169"/>
                  </a:cubicBezTo>
                  <a:lnTo>
                    <a:pt x="64" y="2941"/>
                  </a:lnTo>
                  <a:cubicBezTo>
                    <a:pt x="32" y="3004"/>
                    <a:pt x="1" y="3130"/>
                    <a:pt x="32" y="3225"/>
                  </a:cubicBezTo>
                  <a:cubicBezTo>
                    <a:pt x="64" y="3288"/>
                    <a:pt x="158" y="3382"/>
                    <a:pt x="221" y="3414"/>
                  </a:cubicBezTo>
                  <a:lnTo>
                    <a:pt x="1733" y="4013"/>
                  </a:lnTo>
                  <a:lnTo>
                    <a:pt x="1733" y="5808"/>
                  </a:lnTo>
                  <a:cubicBezTo>
                    <a:pt x="1733" y="5966"/>
                    <a:pt x="1859" y="6092"/>
                    <a:pt x="1954" y="6123"/>
                  </a:cubicBezTo>
                  <a:lnTo>
                    <a:pt x="2049" y="6123"/>
                  </a:lnTo>
                  <a:cubicBezTo>
                    <a:pt x="2143" y="6123"/>
                    <a:pt x="2269" y="6092"/>
                    <a:pt x="2301" y="5966"/>
                  </a:cubicBezTo>
                  <a:lnTo>
                    <a:pt x="4002" y="3225"/>
                  </a:lnTo>
                  <a:cubicBezTo>
                    <a:pt x="4033" y="3130"/>
                    <a:pt x="4096" y="3004"/>
                    <a:pt x="4033" y="2941"/>
                  </a:cubicBezTo>
                  <a:cubicBezTo>
                    <a:pt x="4033" y="2878"/>
                    <a:pt x="3970" y="2784"/>
                    <a:pt x="3907" y="2752"/>
                  </a:cubicBezTo>
                  <a:lnTo>
                    <a:pt x="2395" y="2154"/>
                  </a:lnTo>
                  <a:lnTo>
                    <a:pt x="2395" y="358"/>
                  </a:lnTo>
                  <a:cubicBezTo>
                    <a:pt x="2395" y="169"/>
                    <a:pt x="2269" y="74"/>
                    <a:pt x="2143" y="11"/>
                  </a:cubicBezTo>
                  <a:cubicBezTo>
                    <a:pt x="2108" y="4"/>
                    <a:pt x="2072" y="0"/>
                    <a:pt x="203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84" name="Google Shape;16984;p87"/>
          <p:cNvGrpSpPr/>
          <p:nvPr/>
        </p:nvGrpSpPr>
        <p:grpSpPr>
          <a:xfrm>
            <a:off x="2605528" y="3547196"/>
            <a:ext cx="530693" cy="562552"/>
            <a:chOff x="-5995925" y="2757850"/>
            <a:chExt cx="275675" cy="292225"/>
          </a:xfrm>
        </p:grpSpPr>
        <p:sp>
          <p:nvSpPr>
            <p:cNvPr id="16985" name="Google Shape;16985;p87"/>
            <p:cNvSpPr/>
            <p:nvPr/>
          </p:nvSpPr>
          <p:spPr>
            <a:xfrm>
              <a:off x="-5995925" y="2757850"/>
              <a:ext cx="275675" cy="292225"/>
            </a:xfrm>
            <a:custGeom>
              <a:avLst/>
              <a:gdLst/>
              <a:ahLst/>
              <a:cxnLst/>
              <a:rect l="l" t="t" r="r" b="b"/>
              <a:pathLst>
                <a:path w="11027" h="11689" extrusionOk="0">
                  <a:moveTo>
                    <a:pt x="9924" y="1324"/>
                  </a:moveTo>
                  <a:cubicBezTo>
                    <a:pt x="10113" y="1324"/>
                    <a:pt x="10271" y="1481"/>
                    <a:pt x="10271" y="1702"/>
                  </a:cubicBezTo>
                  <a:lnTo>
                    <a:pt x="10271" y="9263"/>
                  </a:lnTo>
                  <a:lnTo>
                    <a:pt x="10302" y="9263"/>
                  </a:lnTo>
                  <a:cubicBezTo>
                    <a:pt x="10302" y="9452"/>
                    <a:pt x="10145" y="9610"/>
                    <a:pt x="9956" y="9610"/>
                  </a:cubicBezTo>
                  <a:lnTo>
                    <a:pt x="9609" y="9610"/>
                  </a:lnTo>
                  <a:lnTo>
                    <a:pt x="9609" y="8570"/>
                  </a:lnTo>
                  <a:cubicBezTo>
                    <a:pt x="9609" y="8381"/>
                    <a:pt x="9452" y="8223"/>
                    <a:pt x="9263" y="8223"/>
                  </a:cubicBezTo>
                  <a:lnTo>
                    <a:pt x="4442" y="8223"/>
                  </a:lnTo>
                  <a:cubicBezTo>
                    <a:pt x="4253" y="8223"/>
                    <a:pt x="4096" y="8381"/>
                    <a:pt x="4096" y="8570"/>
                  </a:cubicBezTo>
                  <a:lnTo>
                    <a:pt x="4096" y="9610"/>
                  </a:lnTo>
                  <a:lnTo>
                    <a:pt x="3434" y="9610"/>
                  </a:lnTo>
                  <a:lnTo>
                    <a:pt x="3434" y="1324"/>
                  </a:lnTo>
                  <a:close/>
                  <a:moveTo>
                    <a:pt x="2426" y="631"/>
                  </a:moveTo>
                  <a:cubicBezTo>
                    <a:pt x="2647" y="631"/>
                    <a:pt x="2804" y="788"/>
                    <a:pt x="2804" y="977"/>
                  </a:cubicBezTo>
                  <a:lnTo>
                    <a:pt x="2804" y="9925"/>
                  </a:lnTo>
                  <a:cubicBezTo>
                    <a:pt x="2804" y="10114"/>
                    <a:pt x="2647" y="10271"/>
                    <a:pt x="2426" y="10271"/>
                  </a:cubicBezTo>
                  <a:lnTo>
                    <a:pt x="1071" y="10271"/>
                  </a:lnTo>
                  <a:cubicBezTo>
                    <a:pt x="851" y="10271"/>
                    <a:pt x="693" y="10114"/>
                    <a:pt x="693" y="9925"/>
                  </a:cubicBezTo>
                  <a:lnTo>
                    <a:pt x="693" y="977"/>
                  </a:lnTo>
                  <a:cubicBezTo>
                    <a:pt x="693" y="788"/>
                    <a:pt x="851" y="631"/>
                    <a:pt x="1071" y="631"/>
                  </a:cubicBezTo>
                  <a:close/>
                  <a:moveTo>
                    <a:pt x="8948" y="8948"/>
                  </a:moveTo>
                  <a:lnTo>
                    <a:pt x="8948" y="10996"/>
                  </a:lnTo>
                  <a:lnTo>
                    <a:pt x="4852" y="10996"/>
                  </a:lnTo>
                  <a:lnTo>
                    <a:pt x="4852" y="8948"/>
                  </a:lnTo>
                  <a:close/>
                  <a:moveTo>
                    <a:pt x="1008" y="1"/>
                  </a:moveTo>
                  <a:cubicBezTo>
                    <a:pt x="473" y="1"/>
                    <a:pt x="0" y="473"/>
                    <a:pt x="0" y="1009"/>
                  </a:cubicBezTo>
                  <a:lnTo>
                    <a:pt x="0" y="9956"/>
                  </a:lnTo>
                  <a:cubicBezTo>
                    <a:pt x="0" y="10523"/>
                    <a:pt x="473" y="10996"/>
                    <a:pt x="1008" y="10996"/>
                  </a:cubicBezTo>
                  <a:lnTo>
                    <a:pt x="2395" y="10996"/>
                  </a:lnTo>
                  <a:cubicBezTo>
                    <a:pt x="2836" y="10996"/>
                    <a:pt x="3214" y="10712"/>
                    <a:pt x="3371" y="10303"/>
                  </a:cubicBezTo>
                  <a:lnTo>
                    <a:pt x="4127" y="10303"/>
                  </a:lnTo>
                  <a:lnTo>
                    <a:pt x="4127" y="11342"/>
                  </a:lnTo>
                  <a:cubicBezTo>
                    <a:pt x="4127" y="11531"/>
                    <a:pt x="4285" y="11689"/>
                    <a:pt x="4474" y="11689"/>
                  </a:cubicBezTo>
                  <a:lnTo>
                    <a:pt x="9294" y="11689"/>
                  </a:lnTo>
                  <a:cubicBezTo>
                    <a:pt x="9483" y="11689"/>
                    <a:pt x="9641" y="11531"/>
                    <a:pt x="9641" y="11342"/>
                  </a:cubicBezTo>
                  <a:lnTo>
                    <a:pt x="9641" y="10271"/>
                  </a:lnTo>
                  <a:lnTo>
                    <a:pt x="9987" y="10271"/>
                  </a:lnTo>
                  <a:cubicBezTo>
                    <a:pt x="10554" y="10271"/>
                    <a:pt x="11027" y="9799"/>
                    <a:pt x="11027" y="9263"/>
                  </a:cubicBezTo>
                  <a:lnTo>
                    <a:pt x="11027" y="1702"/>
                  </a:lnTo>
                  <a:cubicBezTo>
                    <a:pt x="10995" y="1103"/>
                    <a:pt x="10554" y="662"/>
                    <a:pt x="9956" y="662"/>
                  </a:cubicBezTo>
                  <a:lnTo>
                    <a:pt x="3371" y="662"/>
                  </a:lnTo>
                  <a:cubicBezTo>
                    <a:pt x="3214" y="284"/>
                    <a:pt x="2867"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6" name="Google Shape;16986;p87"/>
            <p:cNvSpPr/>
            <p:nvPr/>
          </p:nvSpPr>
          <p:spPr>
            <a:xfrm>
              <a:off x="-5892750" y="2808250"/>
              <a:ext cx="137850" cy="69350"/>
            </a:xfrm>
            <a:custGeom>
              <a:avLst/>
              <a:gdLst/>
              <a:ahLst/>
              <a:cxnLst/>
              <a:rect l="l" t="t" r="r" b="b"/>
              <a:pathLst>
                <a:path w="5514" h="2774" extrusionOk="0">
                  <a:moveTo>
                    <a:pt x="4821" y="694"/>
                  </a:moveTo>
                  <a:lnTo>
                    <a:pt x="4821" y="2112"/>
                  </a:lnTo>
                  <a:lnTo>
                    <a:pt x="725" y="2112"/>
                  </a:lnTo>
                  <a:lnTo>
                    <a:pt x="725" y="694"/>
                  </a:lnTo>
                  <a:close/>
                  <a:moveTo>
                    <a:pt x="347" y="1"/>
                  </a:moveTo>
                  <a:cubicBezTo>
                    <a:pt x="158" y="1"/>
                    <a:pt x="0" y="158"/>
                    <a:pt x="0" y="348"/>
                  </a:cubicBezTo>
                  <a:lnTo>
                    <a:pt x="0" y="2427"/>
                  </a:lnTo>
                  <a:cubicBezTo>
                    <a:pt x="0" y="2616"/>
                    <a:pt x="158" y="2773"/>
                    <a:pt x="347" y="2773"/>
                  </a:cubicBezTo>
                  <a:lnTo>
                    <a:pt x="5167" y="2773"/>
                  </a:lnTo>
                  <a:cubicBezTo>
                    <a:pt x="5356" y="2773"/>
                    <a:pt x="5514" y="2616"/>
                    <a:pt x="5514" y="2427"/>
                  </a:cubicBezTo>
                  <a:lnTo>
                    <a:pt x="5514" y="348"/>
                  </a:lnTo>
                  <a:cubicBezTo>
                    <a:pt x="5514" y="158"/>
                    <a:pt x="5356" y="1"/>
                    <a:pt x="516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7" name="Google Shape;16987;p87"/>
            <p:cNvSpPr/>
            <p:nvPr/>
          </p:nvSpPr>
          <p:spPr>
            <a:xfrm>
              <a:off x="-5891975" y="2895675"/>
              <a:ext cx="34700" cy="17375"/>
            </a:xfrm>
            <a:custGeom>
              <a:avLst/>
              <a:gdLst/>
              <a:ahLst/>
              <a:cxnLst/>
              <a:rect l="l" t="t" r="r" b="b"/>
              <a:pathLst>
                <a:path w="1388" h="695" extrusionOk="0">
                  <a:moveTo>
                    <a:pt x="379" y="1"/>
                  </a:moveTo>
                  <a:cubicBezTo>
                    <a:pt x="158" y="1"/>
                    <a:pt x="1" y="159"/>
                    <a:pt x="1" y="348"/>
                  </a:cubicBezTo>
                  <a:cubicBezTo>
                    <a:pt x="1" y="537"/>
                    <a:pt x="158" y="694"/>
                    <a:pt x="379" y="694"/>
                  </a:cubicBezTo>
                  <a:lnTo>
                    <a:pt x="1041" y="694"/>
                  </a:lnTo>
                  <a:cubicBezTo>
                    <a:pt x="1230" y="694"/>
                    <a:pt x="1387" y="537"/>
                    <a:pt x="1387" y="348"/>
                  </a:cubicBezTo>
                  <a:cubicBezTo>
                    <a:pt x="1356" y="127"/>
                    <a:pt x="1198"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8" name="Google Shape;16988;p87"/>
            <p:cNvSpPr/>
            <p:nvPr/>
          </p:nvSpPr>
          <p:spPr>
            <a:xfrm>
              <a:off x="-5891975" y="2928775"/>
              <a:ext cx="34700" cy="18125"/>
            </a:xfrm>
            <a:custGeom>
              <a:avLst/>
              <a:gdLst/>
              <a:ahLst/>
              <a:cxnLst/>
              <a:rect l="l" t="t" r="r" b="b"/>
              <a:pathLst>
                <a:path w="1388" h="725" extrusionOk="0">
                  <a:moveTo>
                    <a:pt x="379" y="0"/>
                  </a:moveTo>
                  <a:cubicBezTo>
                    <a:pt x="158" y="0"/>
                    <a:pt x="1" y="158"/>
                    <a:pt x="1" y="378"/>
                  </a:cubicBezTo>
                  <a:cubicBezTo>
                    <a:pt x="1" y="567"/>
                    <a:pt x="158" y="725"/>
                    <a:pt x="379" y="725"/>
                  </a:cubicBezTo>
                  <a:lnTo>
                    <a:pt x="1041" y="725"/>
                  </a:lnTo>
                  <a:cubicBezTo>
                    <a:pt x="1230" y="725"/>
                    <a:pt x="1387" y="567"/>
                    <a:pt x="1387" y="378"/>
                  </a:cubicBezTo>
                  <a:cubicBezTo>
                    <a:pt x="1356" y="158"/>
                    <a:pt x="1198"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9" name="Google Shape;16989;p87"/>
            <p:cNvSpPr/>
            <p:nvPr/>
          </p:nvSpPr>
          <p:spPr>
            <a:xfrm>
              <a:off x="-58407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0" name="Google Shape;16990;p87"/>
            <p:cNvSpPr/>
            <p:nvPr/>
          </p:nvSpPr>
          <p:spPr>
            <a:xfrm>
              <a:off x="-58407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1" name="Google Shape;16991;p87"/>
            <p:cNvSpPr/>
            <p:nvPr/>
          </p:nvSpPr>
          <p:spPr>
            <a:xfrm>
              <a:off x="-57895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2" name="Google Shape;16992;p87"/>
            <p:cNvSpPr/>
            <p:nvPr/>
          </p:nvSpPr>
          <p:spPr>
            <a:xfrm>
              <a:off x="-57895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3" name="Google Shape;16993;p87"/>
            <p:cNvSpPr/>
            <p:nvPr/>
          </p:nvSpPr>
          <p:spPr>
            <a:xfrm>
              <a:off x="-5858100" y="2998075"/>
              <a:ext cx="68550" cy="17350"/>
            </a:xfrm>
            <a:custGeom>
              <a:avLst/>
              <a:gdLst/>
              <a:ahLst/>
              <a:cxnLst/>
              <a:rect l="l" t="t" r="r" b="b"/>
              <a:pathLst>
                <a:path w="2742" h="694" extrusionOk="0">
                  <a:moveTo>
                    <a:pt x="347" y="1"/>
                  </a:moveTo>
                  <a:cubicBezTo>
                    <a:pt x="158" y="1"/>
                    <a:pt x="1" y="158"/>
                    <a:pt x="1" y="347"/>
                  </a:cubicBezTo>
                  <a:cubicBezTo>
                    <a:pt x="1" y="536"/>
                    <a:pt x="158" y="694"/>
                    <a:pt x="347" y="694"/>
                  </a:cubicBezTo>
                  <a:lnTo>
                    <a:pt x="2395" y="694"/>
                  </a:lnTo>
                  <a:cubicBezTo>
                    <a:pt x="2584" y="694"/>
                    <a:pt x="2742" y="536"/>
                    <a:pt x="2742" y="347"/>
                  </a:cubicBezTo>
                  <a:cubicBezTo>
                    <a:pt x="2742" y="158"/>
                    <a:pt x="2584"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94" name="Google Shape;16994;p87"/>
          <p:cNvGrpSpPr/>
          <p:nvPr/>
        </p:nvGrpSpPr>
        <p:grpSpPr>
          <a:xfrm>
            <a:off x="6179245" y="2175756"/>
            <a:ext cx="562601" cy="559569"/>
            <a:chOff x="-4211975" y="2046625"/>
            <a:chExt cx="292250" cy="290675"/>
          </a:xfrm>
        </p:grpSpPr>
        <p:sp>
          <p:nvSpPr>
            <p:cNvPr id="16995" name="Google Shape;16995;p87"/>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6" name="Google Shape;16996;p87"/>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97" name="Google Shape;16997;p87"/>
          <p:cNvGrpSpPr/>
          <p:nvPr/>
        </p:nvGrpSpPr>
        <p:grpSpPr>
          <a:xfrm>
            <a:off x="6245973" y="2851600"/>
            <a:ext cx="429145" cy="565633"/>
            <a:chOff x="-4178875" y="2405775"/>
            <a:chExt cx="222925" cy="293825"/>
          </a:xfrm>
        </p:grpSpPr>
        <p:sp>
          <p:nvSpPr>
            <p:cNvPr id="16998" name="Google Shape;16998;p87"/>
            <p:cNvSpPr/>
            <p:nvPr/>
          </p:nvSpPr>
          <p:spPr>
            <a:xfrm>
              <a:off x="-4178875" y="2405775"/>
              <a:ext cx="222925" cy="293825"/>
            </a:xfrm>
            <a:custGeom>
              <a:avLst/>
              <a:gdLst/>
              <a:ahLst/>
              <a:cxnLst/>
              <a:rect l="l" t="t" r="r" b="b"/>
              <a:pathLst>
                <a:path w="8917" h="11753" extrusionOk="0">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9" name="Google Shape;16999;p87"/>
            <p:cNvSpPr/>
            <p:nvPr/>
          </p:nvSpPr>
          <p:spPr>
            <a:xfrm>
              <a:off x="-4093025" y="2491650"/>
              <a:ext cx="51225" cy="51200"/>
            </a:xfrm>
            <a:custGeom>
              <a:avLst/>
              <a:gdLst/>
              <a:ahLst/>
              <a:cxnLst/>
              <a:rect l="l" t="t" r="r" b="b"/>
              <a:pathLst>
                <a:path w="2049" h="2048" extrusionOk="0">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0" name="Google Shape;17000;p87"/>
            <p:cNvSpPr/>
            <p:nvPr/>
          </p:nvSpPr>
          <p:spPr>
            <a:xfrm>
              <a:off x="-4145800" y="2439650"/>
              <a:ext cx="155975" cy="155200"/>
            </a:xfrm>
            <a:custGeom>
              <a:avLst/>
              <a:gdLst/>
              <a:ahLst/>
              <a:cxnLst/>
              <a:rect l="l" t="t" r="r" b="b"/>
              <a:pathLst>
                <a:path w="6239" h="6208" extrusionOk="0">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01" name="Google Shape;17001;p87"/>
          <p:cNvGrpSpPr/>
          <p:nvPr/>
        </p:nvGrpSpPr>
        <p:grpSpPr>
          <a:xfrm>
            <a:off x="6195923" y="3564644"/>
            <a:ext cx="561061" cy="527661"/>
            <a:chOff x="-4211975" y="2783850"/>
            <a:chExt cx="291450" cy="274100"/>
          </a:xfrm>
        </p:grpSpPr>
        <p:sp>
          <p:nvSpPr>
            <p:cNvPr id="17002" name="Google Shape;17002;p87"/>
            <p:cNvSpPr/>
            <p:nvPr/>
          </p:nvSpPr>
          <p:spPr>
            <a:xfrm>
              <a:off x="-4211975" y="2937125"/>
              <a:ext cx="291450" cy="120825"/>
            </a:xfrm>
            <a:custGeom>
              <a:avLst/>
              <a:gdLst/>
              <a:ahLst/>
              <a:cxnLst/>
              <a:rect l="l" t="t" r="r" b="b"/>
              <a:pathLst>
                <a:path w="11658" h="4833" extrusionOk="0">
                  <a:moveTo>
                    <a:pt x="978" y="706"/>
                  </a:moveTo>
                  <a:cubicBezTo>
                    <a:pt x="1167" y="706"/>
                    <a:pt x="1324" y="863"/>
                    <a:pt x="1324" y="1052"/>
                  </a:cubicBezTo>
                  <a:lnTo>
                    <a:pt x="1324" y="3762"/>
                  </a:lnTo>
                  <a:cubicBezTo>
                    <a:pt x="1324" y="3982"/>
                    <a:pt x="1167" y="4140"/>
                    <a:pt x="978" y="4140"/>
                  </a:cubicBezTo>
                  <a:lnTo>
                    <a:pt x="631" y="4140"/>
                  </a:lnTo>
                  <a:lnTo>
                    <a:pt x="631" y="706"/>
                  </a:lnTo>
                  <a:close/>
                  <a:moveTo>
                    <a:pt x="3866" y="717"/>
                  </a:moveTo>
                  <a:cubicBezTo>
                    <a:pt x="4374" y="717"/>
                    <a:pt x="4886" y="859"/>
                    <a:pt x="5325" y="1147"/>
                  </a:cubicBezTo>
                  <a:cubicBezTo>
                    <a:pt x="5672" y="1367"/>
                    <a:pt x="5703" y="1399"/>
                    <a:pt x="5829" y="1399"/>
                  </a:cubicBezTo>
                  <a:lnTo>
                    <a:pt x="7247" y="1399"/>
                  </a:lnTo>
                  <a:cubicBezTo>
                    <a:pt x="7436" y="1399"/>
                    <a:pt x="7594" y="1556"/>
                    <a:pt x="7594" y="1777"/>
                  </a:cubicBezTo>
                  <a:cubicBezTo>
                    <a:pt x="7594" y="1966"/>
                    <a:pt x="7436" y="2124"/>
                    <a:pt x="7247" y="2124"/>
                  </a:cubicBezTo>
                  <a:lnTo>
                    <a:pt x="4758" y="2124"/>
                  </a:lnTo>
                  <a:cubicBezTo>
                    <a:pt x="4380" y="2124"/>
                    <a:pt x="4034" y="2344"/>
                    <a:pt x="3845" y="2659"/>
                  </a:cubicBezTo>
                  <a:cubicBezTo>
                    <a:pt x="3782" y="2817"/>
                    <a:pt x="3845" y="3069"/>
                    <a:pt x="4002" y="3132"/>
                  </a:cubicBezTo>
                  <a:cubicBezTo>
                    <a:pt x="4045" y="3158"/>
                    <a:pt x="4096" y="3169"/>
                    <a:pt x="4148" y="3169"/>
                  </a:cubicBezTo>
                  <a:cubicBezTo>
                    <a:pt x="4284" y="3169"/>
                    <a:pt x="4429" y="3088"/>
                    <a:pt x="4475" y="2974"/>
                  </a:cubicBezTo>
                  <a:cubicBezTo>
                    <a:pt x="4538" y="2848"/>
                    <a:pt x="4632" y="2785"/>
                    <a:pt x="4790" y="2785"/>
                  </a:cubicBezTo>
                  <a:lnTo>
                    <a:pt x="7562" y="2785"/>
                  </a:lnTo>
                  <a:cubicBezTo>
                    <a:pt x="7783" y="2785"/>
                    <a:pt x="8003" y="2722"/>
                    <a:pt x="8192" y="2596"/>
                  </a:cubicBezTo>
                  <a:lnTo>
                    <a:pt x="10555" y="769"/>
                  </a:lnTo>
                  <a:cubicBezTo>
                    <a:pt x="10603" y="747"/>
                    <a:pt x="10649" y="737"/>
                    <a:pt x="10693" y="737"/>
                  </a:cubicBezTo>
                  <a:cubicBezTo>
                    <a:pt x="10969" y="737"/>
                    <a:pt x="11146" y="1123"/>
                    <a:pt x="10902" y="1367"/>
                  </a:cubicBezTo>
                  <a:cubicBezTo>
                    <a:pt x="10844" y="1406"/>
                    <a:pt x="10817" y="1419"/>
                    <a:pt x="10805" y="1419"/>
                  </a:cubicBezTo>
                  <a:cubicBezTo>
                    <a:pt x="10780" y="1419"/>
                    <a:pt x="10836" y="1354"/>
                    <a:pt x="10826" y="1354"/>
                  </a:cubicBezTo>
                  <a:cubicBezTo>
                    <a:pt x="10804" y="1354"/>
                    <a:pt x="10447" y="1686"/>
                    <a:pt x="8066" y="3856"/>
                  </a:cubicBezTo>
                  <a:cubicBezTo>
                    <a:pt x="7877" y="4014"/>
                    <a:pt x="7625" y="4140"/>
                    <a:pt x="7373" y="4140"/>
                  </a:cubicBezTo>
                  <a:lnTo>
                    <a:pt x="3435" y="4140"/>
                  </a:lnTo>
                  <a:cubicBezTo>
                    <a:pt x="2962" y="4140"/>
                    <a:pt x="2490" y="4014"/>
                    <a:pt x="2049" y="3825"/>
                  </a:cubicBezTo>
                  <a:lnTo>
                    <a:pt x="2049" y="1399"/>
                  </a:lnTo>
                  <a:lnTo>
                    <a:pt x="2332" y="1210"/>
                  </a:lnTo>
                  <a:cubicBezTo>
                    <a:pt x="2774" y="883"/>
                    <a:pt x="3318" y="717"/>
                    <a:pt x="3866" y="717"/>
                  </a:cubicBezTo>
                  <a:close/>
                  <a:moveTo>
                    <a:pt x="3817" y="0"/>
                  </a:moveTo>
                  <a:cubicBezTo>
                    <a:pt x="3151" y="0"/>
                    <a:pt x="2491" y="205"/>
                    <a:pt x="1923" y="611"/>
                  </a:cubicBezTo>
                  <a:cubicBezTo>
                    <a:pt x="1765" y="265"/>
                    <a:pt x="1419" y="13"/>
                    <a:pt x="1009" y="13"/>
                  </a:cubicBezTo>
                  <a:lnTo>
                    <a:pt x="348" y="13"/>
                  </a:lnTo>
                  <a:cubicBezTo>
                    <a:pt x="159" y="13"/>
                    <a:pt x="1" y="170"/>
                    <a:pt x="1" y="391"/>
                  </a:cubicBezTo>
                  <a:lnTo>
                    <a:pt x="1" y="4486"/>
                  </a:lnTo>
                  <a:cubicBezTo>
                    <a:pt x="1" y="4675"/>
                    <a:pt x="159" y="4833"/>
                    <a:pt x="348" y="4833"/>
                  </a:cubicBezTo>
                  <a:lnTo>
                    <a:pt x="1009" y="4833"/>
                  </a:lnTo>
                  <a:cubicBezTo>
                    <a:pt x="1324" y="4833"/>
                    <a:pt x="1608" y="4675"/>
                    <a:pt x="1797" y="4486"/>
                  </a:cubicBezTo>
                  <a:cubicBezTo>
                    <a:pt x="2332" y="4707"/>
                    <a:pt x="2868" y="4833"/>
                    <a:pt x="3435" y="4833"/>
                  </a:cubicBezTo>
                  <a:lnTo>
                    <a:pt x="7373" y="4833"/>
                  </a:lnTo>
                  <a:cubicBezTo>
                    <a:pt x="7783" y="4833"/>
                    <a:pt x="8192" y="4675"/>
                    <a:pt x="8507" y="4392"/>
                  </a:cubicBezTo>
                  <a:cubicBezTo>
                    <a:pt x="8539" y="4392"/>
                    <a:pt x="11217" y="1903"/>
                    <a:pt x="11248" y="1872"/>
                  </a:cubicBezTo>
                  <a:cubicBezTo>
                    <a:pt x="11406" y="1809"/>
                    <a:pt x="11658" y="1493"/>
                    <a:pt x="11658" y="1084"/>
                  </a:cubicBezTo>
                  <a:cubicBezTo>
                    <a:pt x="11658" y="454"/>
                    <a:pt x="11185" y="44"/>
                    <a:pt x="10618" y="44"/>
                  </a:cubicBezTo>
                  <a:cubicBezTo>
                    <a:pt x="10303" y="44"/>
                    <a:pt x="10051" y="202"/>
                    <a:pt x="9925" y="296"/>
                  </a:cubicBezTo>
                  <a:lnTo>
                    <a:pt x="8192" y="1619"/>
                  </a:lnTo>
                  <a:cubicBezTo>
                    <a:pt x="8098" y="1084"/>
                    <a:pt x="7688" y="706"/>
                    <a:pt x="7153" y="706"/>
                  </a:cubicBezTo>
                  <a:lnTo>
                    <a:pt x="5861" y="706"/>
                  </a:lnTo>
                  <a:lnTo>
                    <a:pt x="5640" y="548"/>
                  </a:lnTo>
                  <a:cubicBezTo>
                    <a:pt x="5075" y="182"/>
                    <a:pt x="4444" y="0"/>
                    <a:pt x="38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3" name="Google Shape;17003;p87"/>
            <p:cNvSpPr/>
            <p:nvPr/>
          </p:nvSpPr>
          <p:spPr>
            <a:xfrm>
              <a:off x="-4109575" y="2783850"/>
              <a:ext cx="153625" cy="154400"/>
            </a:xfrm>
            <a:custGeom>
              <a:avLst/>
              <a:gdLst/>
              <a:ahLst/>
              <a:cxnLst/>
              <a:rect l="l" t="t" r="r" b="b"/>
              <a:pathLst>
                <a:path w="6145" h="6176" extrusionOk="0">
                  <a:moveTo>
                    <a:pt x="3057" y="693"/>
                  </a:moveTo>
                  <a:cubicBezTo>
                    <a:pt x="4411" y="693"/>
                    <a:pt x="5482" y="1765"/>
                    <a:pt x="5482" y="3088"/>
                  </a:cubicBezTo>
                  <a:cubicBezTo>
                    <a:pt x="5482" y="4442"/>
                    <a:pt x="4411" y="5482"/>
                    <a:pt x="3057" y="5482"/>
                  </a:cubicBezTo>
                  <a:cubicBezTo>
                    <a:pt x="1733" y="5482"/>
                    <a:pt x="662" y="4442"/>
                    <a:pt x="662" y="3088"/>
                  </a:cubicBezTo>
                  <a:cubicBezTo>
                    <a:pt x="662" y="1765"/>
                    <a:pt x="1733" y="693"/>
                    <a:pt x="3057" y="693"/>
                  </a:cubicBezTo>
                  <a:close/>
                  <a:moveTo>
                    <a:pt x="3057" y="0"/>
                  </a:moveTo>
                  <a:cubicBezTo>
                    <a:pt x="1387" y="0"/>
                    <a:pt x="1" y="1387"/>
                    <a:pt x="1" y="3088"/>
                  </a:cubicBezTo>
                  <a:cubicBezTo>
                    <a:pt x="1" y="4789"/>
                    <a:pt x="1387" y="6175"/>
                    <a:pt x="3057" y="6175"/>
                  </a:cubicBezTo>
                  <a:cubicBezTo>
                    <a:pt x="4758" y="6175"/>
                    <a:pt x="6144" y="4789"/>
                    <a:pt x="6144" y="3088"/>
                  </a:cubicBezTo>
                  <a:cubicBezTo>
                    <a:pt x="6144" y="1387"/>
                    <a:pt x="4758" y="0"/>
                    <a:pt x="30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4" name="Google Shape;17004;p87"/>
            <p:cNvSpPr/>
            <p:nvPr/>
          </p:nvSpPr>
          <p:spPr>
            <a:xfrm>
              <a:off x="-4074925" y="2818500"/>
              <a:ext cx="84300" cy="85100"/>
            </a:xfrm>
            <a:custGeom>
              <a:avLst/>
              <a:gdLst/>
              <a:ahLst/>
              <a:cxnLst/>
              <a:rect l="l" t="t" r="r" b="b"/>
              <a:pathLst>
                <a:path w="3372" h="3404" extrusionOk="0">
                  <a:moveTo>
                    <a:pt x="1671" y="631"/>
                  </a:moveTo>
                  <a:cubicBezTo>
                    <a:pt x="2238" y="631"/>
                    <a:pt x="2710" y="1103"/>
                    <a:pt x="2710" y="1670"/>
                  </a:cubicBezTo>
                  <a:cubicBezTo>
                    <a:pt x="2710" y="2206"/>
                    <a:pt x="2238" y="2678"/>
                    <a:pt x="1671" y="2678"/>
                  </a:cubicBezTo>
                  <a:cubicBezTo>
                    <a:pt x="1135" y="2678"/>
                    <a:pt x="662" y="2206"/>
                    <a:pt x="662" y="1670"/>
                  </a:cubicBezTo>
                  <a:cubicBezTo>
                    <a:pt x="662" y="1103"/>
                    <a:pt x="1135" y="631"/>
                    <a:pt x="1671" y="631"/>
                  </a:cubicBezTo>
                  <a:close/>
                  <a:moveTo>
                    <a:pt x="1671" y="1"/>
                  </a:moveTo>
                  <a:cubicBezTo>
                    <a:pt x="725" y="1"/>
                    <a:pt x="1" y="757"/>
                    <a:pt x="1" y="1702"/>
                  </a:cubicBezTo>
                  <a:cubicBezTo>
                    <a:pt x="1" y="2647"/>
                    <a:pt x="725" y="3403"/>
                    <a:pt x="1671" y="3403"/>
                  </a:cubicBezTo>
                  <a:cubicBezTo>
                    <a:pt x="2616" y="3403"/>
                    <a:pt x="3372" y="2647"/>
                    <a:pt x="3372" y="1702"/>
                  </a:cubicBezTo>
                  <a:cubicBezTo>
                    <a:pt x="3372" y="757"/>
                    <a:pt x="2616" y="1"/>
                    <a:pt x="16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05" name="Google Shape;17005;p87"/>
          <p:cNvSpPr/>
          <p:nvPr/>
        </p:nvSpPr>
        <p:spPr>
          <a:xfrm>
            <a:off x="9817116" y="2173327"/>
            <a:ext cx="532233" cy="564092"/>
          </a:xfrm>
          <a:custGeom>
            <a:avLst/>
            <a:gdLst/>
            <a:ahLst/>
            <a:cxnLst/>
            <a:rect l="l" t="t" r="r" b="b"/>
            <a:pathLst>
              <a:path w="11059" h="11721" extrusionOk="0">
                <a:moveTo>
                  <a:pt x="1418" y="693"/>
                </a:moveTo>
                <a:lnTo>
                  <a:pt x="1418" y="1387"/>
                </a:lnTo>
                <a:lnTo>
                  <a:pt x="725" y="1387"/>
                </a:lnTo>
                <a:lnTo>
                  <a:pt x="725" y="693"/>
                </a:lnTo>
                <a:close/>
                <a:moveTo>
                  <a:pt x="9011" y="693"/>
                </a:moveTo>
                <a:lnTo>
                  <a:pt x="9011" y="1387"/>
                </a:lnTo>
                <a:lnTo>
                  <a:pt x="8349" y="1387"/>
                </a:lnTo>
                <a:lnTo>
                  <a:pt x="8349" y="693"/>
                </a:lnTo>
                <a:close/>
                <a:moveTo>
                  <a:pt x="7656" y="1324"/>
                </a:moveTo>
                <a:lnTo>
                  <a:pt x="7656" y="1670"/>
                </a:lnTo>
                <a:cubicBezTo>
                  <a:pt x="7656" y="1891"/>
                  <a:pt x="7813" y="2048"/>
                  <a:pt x="8034" y="2048"/>
                </a:cubicBezTo>
                <a:lnTo>
                  <a:pt x="8381" y="2048"/>
                </a:lnTo>
                <a:lnTo>
                  <a:pt x="8381" y="4222"/>
                </a:lnTo>
                <a:cubicBezTo>
                  <a:pt x="8255" y="4253"/>
                  <a:pt x="8160" y="4316"/>
                  <a:pt x="8034" y="4411"/>
                </a:cubicBezTo>
                <a:cubicBezTo>
                  <a:pt x="7845" y="4243"/>
                  <a:pt x="7614" y="4159"/>
                  <a:pt x="7369" y="4159"/>
                </a:cubicBezTo>
                <a:cubicBezTo>
                  <a:pt x="7246" y="4159"/>
                  <a:pt x="7120" y="4180"/>
                  <a:pt x="6994" y="4222"/>
                </a:cubicBezTo>
                <a:lnTo>
                  <a:pt x="6994" y="3088"/>
                </a:lnTo>
                <a:cubicBezTo>
                  <a:pt x="6994" y="2552"/>
                  <a:pt x="6522" y="2080"/>
                  <a:pt x="5986" y="2080"/>
                </a:cubicBezTo>
                <a:cubicBezTo>
                  <a:pt x="5419" y="2080"/>
                  <a:pt x="4947" y="2552"/>
                  <a:pt x="4947" y="3088"/>
                </a:cubicBezTo>
                <a:lnTo>
                  <a:pt x="4947" y="6459"/>
                </a:lnTo>
                <a:lnTo>
                  <a:pt x="4789" y="6301"/>
                </a:lnTo>
                <a:cubicBezTo>
                  <a:pt x="4600" y="6097"/>
                  <a:pt x="4340" y="5994"/>
                  <a:pt x="4076" y="5994"/>
                </a:cubicBezTo>
                <a:cubicBezTo>
                  <a:pt x="3812" y="5994"/>
                  <a:pt x="3545" y="6097"/>
                  <a:pt x="3340" y="6301"/>
                </a:cubicBezTo>
                <a:cubicBezTo>
                  <a:pt x="2962" y="6679"/>
                  <a:pt x="2962" y="7341"/>
                  <a:pt x="3340" y="7751"/>
                </a:cubicBezTo>
                <a:lnTo>
                  <a:pt x="3812" y="8223"/>
                </a:lnTo>
                <a:lnTo>
                  <a:pt x="2111" y="8223"/>
                </a:lnTo>
                <a:lnTo>
                  <a:pt x="2111" y="7908"/>
                </a:lnTo>
                <a:cubicBezTo>
                  <a:pt x="2111" y="7719"/>
                  <a:pt x="1954" y="7561"/>
                  <a:pt x="1765" y="7561"/>
                </a:cubicBezTo>
                <a:lnTo>
                  <a:pt x="1418" y="7561"/>
                </a:lnTo>
                <a:lnTo>
                  <a:pt x="1418" y="2048"/>
                </a:lnTo>
                <a:lnTo>
                  <a:pt x="1765" y="2048"/>
                </a:lnTo>
                <a:cubicBezTo>
                  <a:pt x="1954" y="2048"/>
                  <a:pt x="2111" y="1891"/>
                  <a:pt x="2111" y="1670"/>
                </a:cubicBezTo>
                <a:lnTo>
                  <a:pt x="2111" y="1324"/>
                </a:lnTo>
                <a:close/>
                <a:moveTo>
                  <a:pt x="1418" y="8255"/>
                </a:moveTo>
                <a:lnTo>
                  <a:pt x="1418" y="8948"/>
                </a:lnTo>
                <a:lnTo>
                  <a:pt x="725" y="8948"/>
                </a:lnTo>
                <a:lnTo>
                  <a:pt x="725" y="8255"/>
                </a:lnTo>
                <a:close/>
                <a:moveTo>
                  <a:pt x="5955" y="2836"/>
                </a:moveTo>
                <a:cubicBezTo>
                  <a:pt x="6144" y="2836"/>
                  <a:pt x="6301" y="2993"/>
                  <a:pt x="6301" y="3182"/>
                </a:cubicBezTo>
                <a:lnTo>
                  <a:pt x="6301" y="6616"/>
                </a:lnTo>
                <a:cubicBezTo>
                  <a:pt x="6301" y="6805"/>
                  <a:pt x="6459" y="6963"/>
                  <a:pt x="6648" y="6963"/>
                </a:cubicBezTo>
                <a:cubicBezTo>
                  <a:pt x="6837" y="6963"/>
                  <a:pt x="6994" y="6805"/>
                  <a:pt x="6994" y="6616"/>
                </a:cubicBezTo>
                <a:lnTo>
                  <a:pt x="6994" y="5230"/>
                </a:lnTo>
                <a:cubicBezTo>
                  <a:pt x="6994" y="5041"/>
                  <a:pt x="7152" y="4884"/>
                  <a:pt x="7372" y="4884"/>
                </a:cubicBezTo>
                <a:cubicBezTo>
                  <a:pt x="7561" y="4884"/>
                  <a:pt x="7719" y="5041"/>
                  <a:pt x="7719" y="5230"/>
                </a:cubicBezTo>
                <a:lnTo>
                  <a:pt x="7719" y="6616"/>
                </a:lnTo>
                <a:cubicBezTo>
                  <a:pt x="7719" y="6805"/>
                  <a:pt x="7876" y="6963"/>
                  <a:pt x="8066" y="6963"/>
                </a:cubicBezTo>
                <a:cubicBezTo>
                  <a:pt x="8255" y="6963"/>
                  <a:pt x="8412" y="6805"/>
                  <a:pt x="8412" y="6616"/>
                </a:cubicBezTo>
                <a:lnTo>
                  <a:pt x="8412" y="5230"/>
                </a:lnTo>
                <a:cubicBezTo>
                  <a:pt x="8412" y="5041"/>
                  <a:pt x="8570" y="4884"/>
                  <a:pt x="8790" y="4884"/>
                </a:cubicBezTo>
                <a:cubicBezTo>
                  <a:pt x="8979" y="4884"/>
                  <a:pt x="9137" y="5041"/>
                  <a:pt x="9137" y="5230"/>
                </a:cubicBezTo>
                <a:lnTo>
                  <a:pt x="9137" y="6616"/>
                </a:lnTo>
                <a:cubicBezTo>
                  <a:pt x="9137" y="6805"/>
                  <a:pt x="9294" y="6963"/>
                  <a:pt x="9483" y="6963"/>
                </a:cubicBezTo>
                <a:cubicBezTo>
                  <a:pt x="9672" y="6963"/>
                  <a:pt x="9830" y="6805"/>
                  <a:pt x="9830" y="6616"/>
                </a:cubicBezTo>
                <a:lnTo>
                  <a:pt x="9830" y="5955"/>
                </a:lnTo>
                <a:cubicBezTo>
                  <a:pt x="9704" y="5703"/>
                  <a:pt x="9861" y="5545"/>
                  <a:pt x="10019" y="5545"/>
                </a:cubicBezTo>
                <a:cubicBezTo>
                  <a:pt x="10239" y="5545"/>
                  <a:pt x="10397" y="5703"/>
                  <a:pt x="10397" y="5892"/>
                </a:cubicBezTo>
                <a:lnTo>
                  <a:pt x="10397" y="7057"/>
                </a:lnTo>
                <a:cubicBezTo>
                  <a:pt x="10397" y="8003"/>
                  <a:pt x="10176" y="8885"/>
                  <a:pt x="9830" y="9672"/>
                </a:cubicBezTo>
                <a:lnTo>
                  <a:pt x="6144" y="9672"/>
                </a:lnTo>
                <a:lnTo>
                  <a:pt x="3812" y="7372"/>
                </a:lnTo>
                <a:cubicBezTo>
                  <a:pt x="3686" y="7246"/>
                  <a:pt x="3686" y="6994"/>
                  <a:pt x="3812" y="6900"/>
                </a:cubicBezTo>
                <a:cubicBezTo>
                  <a:pt x="3875" y="6837"/>
                  <a:pt x="3962" y="6805"/>
                  <a:pt x="4049" y="6805"/>
                </a:cubicBezTo>
                <a:cubicBezTo>
                  <a:pt x="4135" y="6805"/>
                  <a:pt x="4222" y="6837"/>
                  <a:pt x="4285" y="6900"/>
                </a:cubicBezTo>
                <a:lnTo>
                  <a:pt x="5010" y="7593"/>
                </a:lnTo>
                <a:cubicBezTo>
                  <a:pt x="5075" y="7659"/>
                  <a:pt x="5163" y="7690"/>
                  <a:pt x="5251" y="7690"/>
                </a:cubicBezTo>
                <a:cubicBezTo>
                  <a:pt x="5415" y="7690"/>
                  <a:pt x="5577" y="7578"/>
                  <a:pt x="5577" y="7372"/>
                </a:cubicBezTo>
                <a:lnTo>
                  <a:pt x="5577" y="3182"/>
                </a:lnTo>
                <a:cubicBezTo>
                  <a:pt x="5577" y="2993"/>
                  <a:pt x="5734" y="2836"/>
                  <a:pt x="5955" y="2836"/>
                </a:cubicBezTo>
                <a:close/>
                <a:moveTo>
                  <a:pt x="9672" y="10302"/>
                </a:moveTo>
                <a:lnTo>
                  <a:pt x="9672" y="10680"/>
                </a:lnTo>
                <a:cubicBezTo>
                  <a:pt x="9704" y="10869"/>
                  <a:pt x="9546" y="11027"/>
                  <a:pt x="9357" y="11027"/>
                </a:cubicBezTo>
                <a:lnTo>
                  <a:pt x="6616" y="11027"/>
                </a:lnTo>
                <a:cubicBezTo>
                  <a:pt x="6396" y="11027"/>
                  <a:pt x="6238" y="10869"/>
                  <a:pt x="6238" y="10680"/>
                </a:cubicBezTo>
                <a:lnTo>
                  <a:pt x="6238" y="10302"/>
                </a:lnTo>
                <a:close/>
                <a:moveTo>
                  <a:pt x="347" y="0"/>
                </a:moveTo>
                <a:cubicBezTo>
                  <a:pt x="158" y="0"/>
                  <a:pt x="0" y="158"/>
                  <a:pt x="0" y="347"/>
                </a:cubicBezTo>
                <a:lnTo>
                  <a:pt x="0" y="1733"/>
                </a:lnTo>
                <a:cubicBezTo>
                  <a:pt x="0" y="1922"/>
                  <a:pt x="158" y="2080"/>
                  <a:pt x="347" y="2080"/>
                </a:cubicBezTo>
                <a:lnTo>
                  <a:pt x="693" y="2080"/>
                </a:lnTo>
                <a:lnTo>
                  <a:pt x="693" y="7593"/>
                </a:lnTo>
                <a:lnTo>
                  <a:pt x="347" y="7593"/>
                </a:lnTo>
                <a:cubicBezTo>
                  <a:pt x="158" y="7593"/>
                  <a:pt x="0" y="7751"/>
                  <a:pt x="0" y="7940"/>
                </a:cubicBezTo>
                <a:lnTo>
                  <a:pt x="0" y="9326"/>
                </a:lnTo>
                <a:cubicBezTo>
                  <a:pt x="0" y="9515"/>
                  <a:pt x="158" y="9672"/>
                  <a:pt x="347" y="9672"/>
                </a:cubicBezTo>
                <a:lnTo>
                  <a:pt x="1733" y="9672"/>
                </a:lnTo>
                <a:cubicBezTo>
                  <a:pt x="1922" y="9672"/>
                  <a:pt x="2080" y="9515"/>
                  <a:pt x="2080" y="9326"/>
                </a:cubicBezTo>
                <a:lnTo>
                  <a:pt x="2080" y="8979"/>
                </a:lnTo>
                <a:lnTo>
                  <a:pt x="4442" y="8979"/>
                </a:lnTo>
                <a:lnTo>
                  <a:pt x="5577" y="10113"/>
                </a:lnTo>
                <a:lnTo>
                  <a:pt x="5577" y="10712"/>
                </a:lnTo>
                <a:cubicBezTo>
                  <a:pt x="5577" y="11248"/>
                  <a:pt x="6049" y="11720"/>
                  <a:pt x="6616" y="11720"/>
                </a:cubicBezTo>
                <a:lnTo>
                  <a:pt x="9357" y="11720"/>
                </a:lnTo>
                <a:cubicBezTo>
                  <a:pt x="9924" y="11720"/>
                  <a:pt x="10397" y="11248"/>
                  <a:pt x="10397" y="10712"/>
                </a:cubicBezTo>
                <a:lnTo>
                  <a:pt x="10397" y="10113"/>
                </a:lnTo>
                <a:cubicBezTo>
                  <a:pt x="10806" y="9200"/>
                  <a:pt x="11058" y="8160"/>
                  <a:pt x="11058" y="7026"/>
                </a:cubicBezTo>
                <a:lnTo>
                  <a:pt x="11058" y="5892"/>
                </a:lnTo>
                <a:cubicBezTo>
                  <a:pt x="11058" y="5325"/>
                  <a:pt x="10617" y="4884"/>
                  <a:pt x="10019" y="4884"/>
                </a:cubicBezTo>
                <a:cubicBezTo>
                  <a:pt x="9924" y="4884"/>
                  <a:pt x="9767" y="4915"/>
                  <a:pt x="9641" y="4947"/>
                </a:cubicBezTo>
                <a:cubicBezTo>
                  <a:pt x="9546" y="4632"/>
                  <a:pt x="9326" y="4379"/>
                  <a:pt x="9011" y="4253"/>
                </a:cubicBezTo>
                <a:lnTo>
                  <a:pt x="9011" y="2080"/>
                </a:lnTo>
                <a:lnTo>
                  <a:pt x="9357" y="2080"/>
                </a:lnTo>
                <a:cubicBezTo>
                  <a:pt x="9546" y="2080"/>
                  <a:pt x="9735" y="1922"/>
                  <a:pt x="9735" y="1733"/>
                </a:cubicBezTo>
                <a:lnTo>
                  <a:pt x="9735" y="347"/>
                </a:lnTo>
                <a:cubicBezTo>
                  <a:pt x="9735" y="158"/>
                  <a:pt x="9546" y="0"/>
                  <a:pt x="9357" y="0"/>
                </a:cubicBezTo>
                <a:lnTo>
                  <a:pt x="7971" y="0"/>
                </a:lnTo>
                <a:cubicBezTo>
                  <a:pt x="7782" y="0"/>
                  <a:pt x="7624" y="158"/>
                  <a:pt x="7624" y="347"/>
                </a:cubicBezTo>
                <a:lnTo>
                  <a:pt x="7624" y="693"/>
                </a:lnTo>
                <a:lnTo>
                  <a:pt x="2080" y="693"/>
                </a:ln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06" name="Google Shape;17006;p87"/>
          <p:cNvGrpSpPr/>
          <p:nvPr/>
        </p:nvGrpSpPr>
        <p:grpSpPr>
          <a:xfrm>
            <a:off x="9802495" y="2853884"/>
            <a:ext cx="561061" cy="561061"/>
            <a:chOff x="-2419325" y="2408150"/>
            <a:chExt cx="291450" cy="291450"/>
          </a:xfrm>
        </p:grpSpPr>
        <p:sp>
          <p:nvSpPr>
            <p:cNvPr id="17007" name="Google Shape;17007;p87"/>
            <p:cNvSpPr/>
            <p:nvPr/>
          </p:nvSpPr>
          <p:spPr>
            <a:xfrm>
              <a:off x="-2419325" y="2408150"/>
              <a:ext cx="291450" cy="291450"/>
            </a:xfrm>
            <a:custGeom>
              <a:avLst/>
              <a:gdLst/>
              <a:ahLst/>
              <a:cxnLst/>
              <a:rect l="l" t="t" r="r" b="b"/>
              <a:pathLst>
                <a:path w="11658" h="11658" extrusionOk="0">
                  <a:moveTo>
                    <a:pt x="8948" y="725"/>
                  </a:moveTo>
                  <a:lnTo>
                    <a:pt x="8948" y="2489"/>
                  </a:lnTo>
                  <a:lnTo>
                    <a:pt x="8948" y="10366"/>
                  </a:lnTo>
                  <a:cubicBezTo>
                    <a:pt x="8948" y="10586"/>
                    <a:pt x="9011" y="10838"/>
                    <a:pt x="9137" y="11027"/>
                  </a:cubicBezTo>
                  <a:lnTo>
                    <a:pt x="1733" y="11027"/>
                  </a:lnTo>
                  <a:cubicBezTo>
                    <a:pt x="1134" y="11027"/>
                    <a:pt x="662" y="10586"/>
                    <a:pt x="662" y="10019"/>
                  </a:cubicBezTo>
                  <a:lnTo>
                    <a:pt x="662" y="725"/>
                  </a:lnTo>
                  <a:close/>
                  <a:moveTo>
                    <a:pt x="11027" y="2836"/>
                  </a:moveTo>
                  <a:lnTo>
                    <a:pt x="11027" y="10366"/>
                  </a:lnTo>
                  <a:lnTo>
                    <a:pt x="10995" y="10366"/>
                  </a:lnTo>
                  <a:cubicBezTo>
                    <a:pt x="10995" y="10744"/>
                    <a:pt x="10680" y="11027"/>
                    <a:pt x="10334" y="11027"/>
                  </a:cubicBezTo>
                  <a:cubicBezTo>
                    <a:pt x="9987" y="11027"/>
                    <a:pt x="9672" y="10712"/>
                    <a:pt x="9672" y="10366"/>
                  </a:cubicBezTo>
                  <a:lnTo>
                    <a:pt x="9672" y="2836"/>
                  </a:lnTo>
                  <a:close/>
                  <a:moveTo>
                    <a:pt x="347" y="1"/>
                  </a:moveTo>
                  <a:cubicBezTo>
                    <a:pt x="158" y="1"/>
                    <a:pt x="0" y="158"/>
                    <a:pt x="0" y="347"/>
                  </a:cubicBezTo>
                  <a:lnTo>
                    <a:pt x="0" y="9956"/>
                  </a:lnTo>
                  <a:cubicBezTo>
                    <a:pt x="0" y="10901"/>
                    <a:pt x="756" y="11657"/>
                    <a:pt x="1702" y="11657"/>
                  </a:cubicBezTo>
                  <a:lnTo>
                    <a:pt x="10302" y="11657"/>
                  </a:lnTo>
                  <a:cubicBezTo>
                    <a:pt x="11027" y="11657"/>
                    <a:pt x="11657" y="11027"/>
                    <a:pt x="11657" y="10271"/>
                  </a:cubicBezTo>
                  <a:lnTo>
                    <a:pt x="11657" y="2395"/>
                  </a:lnTo>
                  <a:cubicBezTo>
                    <a:pt x="11657" y="2300"/>
                    <a:pt x="11500" y="2143"/>
                    <a:pt x="11342" y="2143"/>
                  </a:cubicBezTo>
                  <a:lnTo>
                    <a:pt x="9641" y="2143"/>
                  </a:lnTo>
                  <a:lnTo>
                    <a:pt x="9641" y="347"/>
                  </a:lnTo>
                  <a:cubicBezTo>
                    <a:pt x="9641" y="158"/>
                    <a:pt x="9483" y="1"/>
                    <a:pt x="92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8" name="Google Shape;17008;p87"/>
            <p:cNvSpPr/>
            <p:nvPr/>
          </p:nvSpPr>
          <p:spPr>
            <a:xfrm>
              <a:off x="-2385475" y="2444375"/>
              <a:ext cx="173325" cy="86675"/>
            </a:xfrm>
            <a:custGeom>
              <a:avLst/>
              <a:gdLst/>
              <a:ahLst/>
              <a:cxnLst/>
              <a:rect l="l" t="t" r="r" b="b"/>
              <a:pathLst>
                <a:path w="6933" h="3467" extrusionOk="0">
                  <a:moveTo>
                    <a:pt x="6207" y="694"/>
                  </a:moveTo>
                  <a:lnTo>
                    <a:pt x="6207" y="2742"/>
                  </a:lnTo>
                  <a:lnTo>
                    <a:pt x="694" y="2742"/>
                  </a:lnTo>
                  <a:lnTo>
                    <a:pt x="694" y="694"/>
                  </a:lnTo>
                  <a:close/>
                  <a:moveTo>
                    <a:pt x="348" y="1"/>
                  </a:moveTo>
                  <a:cubicBezTo>
                    <a:pt x="159" y="1"/>
                    <a:pt x="1" y="158"/>
                    <a:pt x="1" y="379"/>
                  </a:cubicBezTo>
                  <a:lnTo>
                    <a:pt x="1" y="3120"/>
                  </a:lnTo>
                  <a:cubicBezTo>
                    <a:pt x="1" y="3309"/>
                    <a:pt x="159" y="3466"/>
                    <a:pt x="348" y="3466"/>
                  </a:cubicBezTo>
                  <a:lnTo>
                    <a:pt x="6554" y="3466"/>
                  </a:lnTo>
                  <a:cubicBezTo>
                    <a:pt x="6775" y="3466"/>
                    <a:pt x="6932" y="3309"/>
                    <a:pt x="6932" y="3120"/>
                  </a:cubicBezTo>
                  <a:lnTo>
                    <a:pt x="6932" y="379"/>
                  </a:lnTo>
                  <a:cubicBezTo>
                    <a:pt x="6869" y="158"/>
                    <a:pt x="6712" y="1"/>
                    <a:pt x="65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9" name="Google Shape;17009;p87"/>
            <p:cNvSpPr/>
            <p:nvPr/>
          </p:nvSpPr>
          <p:spPr>
            <a:xfrm>
              <a:off x="-2385475" y="2545975"/>
              <a:ext cx="86675" cy="86675"/>
            </a:xfrm>
            <a:custGeom>
              <a:avLst/>
              <a:gdLst/>
              <a:ahLst/>
              <a:cxnLst/>
              <a:rect l="l" t="t" r="r" b="b"/>
              <a:pathLst>
                <a:path w="3467" h="3467" extrusionOk="0">
                  <a:moveTo>
                    <a:pt x="2742" y="757"/>
                  </a:moveTo>
                  <a:lnTo>
                    <a:pt x="2742" y="2805"/>
                  </a:lnTo>
                  <a:lnTo>
                    <a:pt x="694" y="2805"/>
                  </a:lnTo>
                  <a:lnTo>
                    <a:pt x="694" y="757"/>
                  </a:lnTo>
                  <a:close/>
                  <a:moveTo>
                    <a:pt x="348" y="1"/>
                  </a:moveTo>
                  <a:cubicBezTo>
                    <a:pt x="159" y="1"/>
                    <a:pt x="1" y="158"/>
                    <a:pt x="1" y="347"/>
                  </a:cubicBezTo>
                  <a:lnTo>
                    <a:pt x="1" y="3120"/>
                  </a:lnTo>
                  <a:cubicBezTo>
                    <a:pt x="1" y="3309"/>
                    <a:pt x="159" y="3466"/>
                    <a:pt x="348" y="3466"/>
                  </a:cubicBezTo>
                  <a:lnTo>
                    <a:pt x="3088" y="3466"/>
                  </a:lnTo>
                  <a:cubicBezTo>
                    <a:pt x="3309" y="3466"/>
                    <a:pt x="3467" y="3309"/>
                    <a:pt x="3467" y="3120"/>
                  </a:cubicBezTo>
                  <a:lnTo>
                    <a:pt x="3467" y="347"/>
                  </a:lnTo>
                  <a:cubicBezTo>
                    <a:pt x="3467" y="158"/>
                    <a:pt x="3309"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0" name="Google Shape;17010;p87"/>
            <p:cNvSpPr/>
            <p:nvPr/>
          </p:nvSpPr>
          <p:spPr>
            <a:xfrm>
              <a:off x="-2281500" y="25467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553" y="0"/>
                    <a:pt x="23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1" name="Google Shape;17011;p87"/>
            <p:cNvSpPr/>
            <p:nvPr/>
          </p:nvSpPr>
          <p:spPr>
            <a:xfrm>
              <a:off x="-2281500" y="2581425"/>
              <a:ext cx="69350" cy="18150"/>
            </a:xfrm>
            <a:custGeom>
              <a:avLst/>
              <a:gdLst/>
              <a:ahLst/>
              <a:cxnLst/>
              <a:rect l="l" t="t" r="r" b="b"/>
              <a:pathLst>
                <a:path w="2774" h="726" extrusionOk="0">
                  <a:moveTo>
                    <a:pt x="347" y="1"/>
                  </a:moveTo>
                  <a:cubicBezTo>
                    <a:pt x="158" y="1"/>
                    <a:pt x="1" y="158"/>
                    <a:pt x="1" y="347"/>
                  </a:cubicBezTo>
                  <a:cubicBezTo>
                    <a:pt x="1" y="568"/>
                    <a:pt x="158" y="725"/>
                    <a:pt x="347" y="725"/>
                  </a:cubicBezTo>
                  <a:lnTo>
                    <a:pt x="2395" y="725"/>
                  </a:lnTo>
                  <a:cubicBezTo>
                    <a:pt x="2616" y="725"/>
                    <a:pt x="2773" y="568"/>
                    <a:pt x="2773" y="347"/>
                  </a:cubicBezTo>
                  <a:cubicBezTo>
                    <a:pt x="2710" y="158"/>
                    <a:pt x="2553"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2" name="Google Shape;17012;p87"/>
            <p:cNvSpPr/>
            <p:nvPr/>
          </p:nvSpPr>
          <p:spPr>
            <a:xfrm>
              <a:off x="-2281500" y="2616075"/>
              <a:ext cx="69350" cy="17350"/>
            </a:xfrm>
            <a:custGeom>
              <a:avLst/>
              <a:gdLst/>
              <a:ahLst/>
              <a:cxnLst/>
              <a:rect l="l" t="t" r="r" b="b"/>
              <a:pathLst>
                <a:path w="2774" h="694" extrusionOk="0">
                  <a:moveTo>
                    <a:pt x="347" y="1"/>
                  </a:moveTo>
                  <a:cubicBezTo>
                    <a:pt x="158" y="1"/>
                    <a:pt x="1" y="158"/>
                    <a:pt x="1" y="347"/>
                  </a:cubicBezTo>
                  <a:cubicBezTo>
                    <a:pt x="1" y="536"/>
                    <a:pt x="158" y="694"/>
                    <a:pt x="347" y="694"/>
                  </a:cubicBezTo>
                  <a:lnTo>
                    <a:pt x="2395" y="694"/>
                  </a:lnTo>
                  <a:cubicBezTo>
                    <a:pt x="2616" y="694"/>
                    <a:pt x="2773" y="536"/>
                    <a:pt x="2773" y="347"/>
                  </a:cubicBezTo>
                  <a:cubicBezTo>
                    <a:pt x="2710" y="158"/>
                    <a:pt x="2553"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3" name="Google Shape;17013;p87"/>
            <p:cNvSpPr/>
            <p:nvPr/>
          </p:nvSpPr>
          <p:spPr>
            <a:xfrm>
              <a:off x="-2385475" y="2649150"/>
              <a:ext cx="173325" cy="18150"/>
            </a:xfrm>
            <a:custGeom>
              <a:avLst/>
              <a:gdLst/>
              <a:ahLst/>
              <a:cxnLst/>
              <a:rect l="l" t="t" r="r" b="b"/>
              <a:pathLst>
                <a:path w="6933" h="726" extrusionOk="0">
                  <a:moveTo>
                    <a:pt x="348" y="1"/>
                  </a:moveTo>
                  <a:cubicBezTo>
                    <a:pt x="159" y="1"/>
                    <a:pt x="1" y="159"/>
                    <a:pt x="1" y="379"/>
                  </a:cubicBezTo>
                  <a:cubicBezTo>
                    <a:pt x="1" y="568"/>
                    <a:pt x="159" y="726"/>
                    <a:pt x="348" y="726"/>
                  </a:cubicBezTo>
                  <a:lnTo>
                    <a:pt x="6554" y="726"/>
                  </a:lnTo>
                  <a:cubicBezTo>
                    <a:pt x="6775" y="726"/>
                    <a:pt x="6932" y="568"/>
                    <a:pt x="6932" y="379"/>
                  </a:cubicBezTo>
                  <a:cubicBezTo>
                    <a:pt x="6869" y="159"/>
                    <a:pt x="6712" y="1"/>
                    <a:pt x="65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14" name="Google Shape;17014;p87"/>
          <p:cNvSpPr/>
          <p:nvPr/>
        </p:nvSpPr>
        <p:spPr>
          <a:xfrm>
            <a:off x="9816347" y="3546202"/>
            <a:ext cx="565584" cy="564092"/>
          </a:xfrm>
          <a:custGeom>
            <a:avLst/>
            <a:gdLst/>
            <a:ahLst/>
            <a:cxnLst/>
            <a:rect l="l" t="t" r="r" b="b"/>
            <a:pathLst>
              <a:path w="11752" h="11721" extrusionOk="0">
                <a:moveTo>
                  <a:pt x="6490" y="662"/>
                </a:moveTo>
                <a:cubicBezTo>
                  <a:pt x="6711" y="662"/>
                  <a:pt x="6868" y="820"/>
                  <a:pt x="6868" y="1009"/>
                </a:cubicBezTo>
                <a:lnTo>
                  <a:pt x="6868" y="1355"/>
                </a:lnTo>
                <a:lnTo>
                  <a:pt x="5167" y="1355"/>
                </a:lnTo>
                <a:cubicBezTo>
                  <a:pt x="4600" y="1355"/>
                  <a:pt x="4127" y="1828"/>
                  <a:pt x="4127" y="2395"/>
                </a:cubicBezTo>
                <a:lnTo>
                  <a:pt x="4127" y="2773"/>
                </a:lnTo>
                <a:lnTo>
                  <a:pt x="3088" y="2773"/>
                </a:lnTo>
                <a:cubicBezTo>
                  <a:pt x="2993" y="2773"/>
                  <a:pt x="2867" y="2836"/>
                  <a:pt x="2836" y="2899"/>
                </a:cubicBezTo>
                <a:lnTo>
                  <a:pt x="2048" y="3687"/>
                </a:lnTo>
                <a:lnTo>
                  <a:pt x="2048" y="3151"/>
                </a:lnTo>
                <a:cubicBezTo>
                  <a:pt x="2048" y="2931"/>
                  <a:pt x="1891" y="2773"/>
                  <a:pt x="1702" y="2773"/>
                </a:cubicBezTo>
                <a:lnTo>
                  <a:pt x="1040" y="2773"/>
                </a:lnTo>
                <a:cubicBezTo>
                  <a:pt x="819" y="2773"/>
                  <a:pt x="662" y="2616"/>
                  <a:pt x="662" y="2427"/>
                </a:cubicBezTo>
                <a:lnTo>
                  <a:pt x="662" y="1009"/>
                </a:lnTo>
                <a:cubicBezTo>
                  <a:pt x="662" y="820"/>
                  <a:pt x="819" y="662"/>
                  <a:pt x="1040" y="662"/>
                </a:cubicBezTo>
                <a:close/>
                <a:moveTo>
                  <a:pt x="10649" y="1986"/>
                </a:moveTo>
                <a:cubicBezTo>
                  <a:pt x="10838" y="1986"/>
                  <a:pt x="10995" y="2143"/>
                  <a:pt x="10995" y="2364"/>
                </a:cubicBezTo>
                <a:lnTo>
                  <a:pt x="10995" y="3781"/>
                </a:lnTo>
                <a:cubicBezTo>
                  <a:pt x="10995" y="3970"/>
                  <a:pt x="10838" y="4128"/>
                  <a:pt x="10649" y="4128"/>
                </a:cubicBezTo>
                <a:lnTo>
                  <a:pt x="8601" y="4128"/>
                </a:lnTo>
                <a:cubicBezTo>
                  <a:pt x="8412" y="4128"/>
                  <a:pt x="8255" y="4285"/>
                  <a:pt x="8255" y="4474"/>
                </a:cubicBezTo>
                <a:lnTo>
                  <a:pt x="8255" y="5041"/>
                </a:lnTo>
                <a:lnTo>
                  <a:pt x="7404" y="4191"/>
                </a:lnTo>
                <a:cubicBezTo>
                  <a:pt x="7372" y="4159"/>
                  <a:pt x="7246" y="4128"/>
                  <a:pt x="7183" y="4128"/>
                </a:cubicBezTo>
                <a:lnTo>
                  <a:pt x="5136" y="4128"/>
                </a:lnTo>
                <a:cubicBezTo>
                  <a:pt x="4947" y="4128"/>
                  <a:pt x="4789" y="3970"/>
                  <a:pt x="4789" y="3781"/>
                </a:cubicBezTo>
                <a:lnTo>
                  <a:pt x="4789" y="2364"/>
                </a:lnTo>
                <a:cubicBezTo>
                  <a:pt x="4789" y="2143"/>
                  <a:pt x="4947" y="1986"/>
                  <a:pt x="5136" y="1986"/>
                </a:cubicBezTo>
                <a:close/>
                <a:moveTo>
                  <a:pt x="3088" y="6207"/>
                </a:moveTo>
                <a:cubicBezTo>
                  <a:pt x="3623" y="6207"/>
                  <a:pt x="4096" y="6680"/>
                  <a:pt x="4096" y="7247"/>
                </a:cubicBezTo>
                <a:cubicBezTo>
                  <a:pt x="4096" y="7782"/>
                  <a:pt x="3623" y="8255"/>
                  <a:pt x="3088" y="8255"/>
                </a:cubicBezTo>
                <a:cubicBezTo>
                  <a:pt x="2521" y="8255"/>
                  <a:pt x="2048" y="7782"/>
                  <a:pt x="2048" y="7247"/>
                </a:cubicBezTo>
                <a:cubicBezTo>
                  <a:pt x="2048" y="6648"/>
                  <a:pt x="2489" y="6207"/>
                  <a:pt x="3088" y="6207"/>
                </a:cubicBezTo>
                <a:close/>
                <a:moveTo>
                  <a:pt x="8601" y="6207"/>
                </a:moveTo>
                <a:cubicBezTo>
                  <a:pt x="9137" y="6207"/>
                  <a:pt x="9609" y="6648"/>
                  <a:pt x="9609" y="7247"/>
                </a:cubicBezTo>
                <a:cubicBezTo>
                  <a:pt x="9609" y="7782"/>
                  <a:pt x="9137" y="8255"/>
                  <a:pt x="8601" y="8255"/>
                </a:cubicBezTo>
                <a:cubicBezTo>
                  <a:pt x="8003" y="8255"/>
                  <a:pt x="7530" y="7782"/>
                  <a:pt x="7530" y="7247"/>
                </a:cubicBezTo>
                <a:cubicBezTo>
                  <a:pt x="7530" y="6680"/>
                  <a:pt x="8003" y="6207"/>
                  <a:pt x="8601" y="6207"/>
                </a:cubicBezTo>
                <a:close/>
                <a:moveTo>
                  <a:pt x="3749" y="8980"/>
                </a:moveTo>
                <a:cubicBezTo>
                  <a:pt x="4695" y="8980"/>
                  <a:pt x="5451" y="9704"/>
                  <a:pt x="5451" y="10649"/>
                </a:cubicBezTo>
                <a:lnTo>
                  <a:pt x="5451" y="11027"/>
                </a:lnTo>
                <a:lnTo>
                  <a:pt x="630" y="11027"/>
                </a:lnTo>
                <a:lnTo>
                  <a:pt x="630" y="10649"/>
                </a:lnTo>
                <a:lnTo>
                  <a:pt x="662" y="10649"/>
                </a:lnTo>
                <a:cubicBezTo>
                  <a:pt x="662" y="9704"/>
                  <a:pt x="1418" y="8980"/>
                  <a:pt x="2363" y="8980"/>
                </a:cubicBezTo>
                <a:close/>
                <a:moveTo>
                  <a:pt x="9369" y="8976"/>
                </a:moveTo>
                <a:cubicBezTo>
                  <a:pt x="10266" y="8976"/>
                  <a:pt x="10995" y="9740"/>
                  <a:pt x="10995" y="10649"/>
                </a:cubicBezTo>
                <a:lnTo>
                  <a:pt x="10995" y="11027"/>
                </a:lnTo>
                <a:lnTo>
                  <a:pt x="6144" y="11027"/>
                </a:lnTo>
                <a:lnTo>
                  <a:pt x="6144" y="10649"/>
                </a:lnTo>
                <a:cubicBezTo>
                  <a:pt x="6144" y="9704"/>
                  <a:pt x="6900" y="8980"/>
                  <a:pt x="7845" y="8980"/>
                </a:cubicBezTo>
                <a:lnTo>
                  <a:pt x="9263" y="8980"/>
                </a:lnTo>
                <a:cubicBezTo>
                  <a:pt x="9298" y="8977"/>
                  <a:pt x="9334" y="8976"/>
                  <a:pt x="9369" y="8976"/>
                </a:cubicBezTo>
                <a:close/>
                <a:moveTo>
                  <a:pt x="1040" y="1"/>
                </a:moveTo>
                <a:cubicBezTo>
                  <a:pt x="473" y="1"/>
                  <a:pt x="0" y="473"/>
                  <a:pt x="0" y="1009"/>
                </a:cubicBezTo>
                <a:lnTo>
                  <a:pt x="0" y="2427"/>
                </a:lnTo>
                <a:cubicBezTo>
                  <a:pt x="0" y="2994"/>
                  <a:pt x="473" y="3466"/>
                  <a:pt x="1040" y="3466"/>
                </a:cubicBezTo>
                <a:lnTo>
                  <a:pt x="1386" y="3466"/>
                </a:lnTo>
                <a:lnTo>
                  <a:pt x="1386" y="4474"/>
                </a:lnTo>
                <a:cubicBezTo>
                  <a:pt x="1386" y="4688"/>
                  <a:pt x="1546" y="4829"/>
                  <a:pt x="1727" y="4829"/>
                </a:cubicBezTo>
                <a:cubicBezTo>
                  <a:pt x="1813" y="4829"/>
                  <a:pt x="1904" y="4797"/>
                  <a:pt x="1985" y="4726"/>
                </a:cubicBezTo>
                <a:lnTo>
                  <a:pt x="3245" y="3466"/>
                </a:lnTo>
                <a:lnTo>
                  <a:pt x="4096" y="3466"/>
                </a:lnTo>
                <a:lnTo>
                  <a:pt x="4096" y="3813"/>
                </a:lnTo>
                <a:cubicBezTo>
                  <a:pt x="4096" y="4348"/>
                  <a:pt x="4568" y="4821"/>
                  <a:pt x="5136" y="4821"/>
                </a:cubicBezTo>
                <a:lnTo>
                  <a:pt x="7057" y="4821"/>
                </a:lnTo>
                <a:lnTo>
                  <a:pt x="7908" y="5672"/>
                </a:lnTo>
                <a:cubicBezTo>
                  <a:pt x="7341" y="5924"/>
                  <a:pt x="6868" y="6522"/>
                  <a:pt x="6868" y="7247"/>
                </a:cubicBezTo>
                <a:cubicBezTo>
                  <a:pt x="6868" y="7625"/>
                  <a:pt x="7026" y="8034"/>
                  <a:pt x="7278" y="8349"/>
                </a:cubicBezTo>
                <a:cubicBezTo>
                  <a:pt x="6648" y="8507"/>
                  <a:pt x="6144" y="8885"/>
                  <a:pt x="5829" y="9452"/>
                </a:cubicBezTo>
                <a:cubicBezTo>
                  <a:pt x="5514" y="8917"/>
                  <a:pt x="5010" y="8539"/>
                  <a:pt x="4411" y="8381"/>
                </a:cubicBezTo>
                <a:cubicBezTo>
                  <a:pt x="4663" y="8066"/>
                  <a:pt x="4821" y="7719"/>
                  <a:pt x="4821" y="7278"/>
                </a:cubicBezTo>
                <a:cubicBezTo>
                  <a:pt x="4821" y="6333"/>
                  <a:pt x="4064" y="5577"/>
                  <a:pt x="3119" y="5577"/>
                </a:cubicBezTo>
                <a:cubicBezTo>
                  <a:pt x="2174" y="5577"/>
                  <a:pt x="1418" y="6333"/>
                  <a:pt x="1418" y="7278"/>
                </a:cubicBezTo>
                <a:cubicBezTo>
                  <a:pt x="1418" y="7719"/>
                  <a:pt x="1576" y="8097"/>
                  <a:pt x="1828" y="8381"/>
                </a:cubicBezTo>
                <a:cubicBezTo>
                  <a:pt x="788" y="8665"/>
                  <a:pt x="32" y="9610"/>
                  <a:pt x="32" y="10712"/>
                </a:cubicBezTo>
                <a:lnTo>
                  <a:pt x="32" y="11374"/>
                </a:lnTo>
                <a:cubicBezTo>
                  <a:pt x="32" y="11563"/>
                  <a:pt x="189" y="11721"/>
                  <a:pt x="410" y="11721"/>
                </a:cubicBezTo>
                <a:lnTo>
                  <a:pt x="11374" y="11721"/>
                </a:lnTo>
                <a:cubicBezTo>
                  <a:pt x="11594" y="11721"/>
                  <a:pt x="11752" y="11563"/>
                  <a:pt x="11752" y="11374"/>
                </a:cubicBezTo>
                <a:lnTo>
                  <a:pt x="11752" y="10712"/>
                </a:lnTo>
                <a:cubicBezTo>
                  <a:pt x="11752" y="9610"/>
                  <a:pt x="10995" y="8665"/>
                  <a:pt x="9956" y="8381"/>
                </a:cubicBezTo>
                <a:cubicBezTo>
                  <a:pt x="10208" y="8066"/>
                  <a:pt x="10365" y="7719"/>
                  <a:pt x="10365" y="7278"/>
                </a:cubicBezTo>
                <a:cubicBezTo>
                  <a:pt x="10365" y="6459"/>
                  <a:pt x="9767" y="5735"/>
                  <a:pt x="8979" y="5577"/>
                </a:cubicBezTo>
                <a:lnTo>
                  <a:pt x="8979" y="4884"/>
                </a:lnTo>
                <a:lnTo>
                  <a:pt x="10649" y="4884"/>
                </a:lnTo>
                <a:lnTo>
                  <a:pt x="10649" y="4821"/>
                </a:lnTo>
                <a:cubicBezTo>
                  <a:pt x="11185" y="4821"/>
                  <a:pt x="11657" y="4348"/>
                  <a:pt x="11657" y="3813"/>
                </a:cubicBezTo>
                <a:lnTo>
                  <a:pt x="11657" y="2395"/>
                </a:lnTo>
                <a:cubicBezTo>
                  <a:pt x="11657" y="1828"/>
                  <a:pt x="11185" y="1355"/>
                  <a:pt x="10649" y="1355"/>
                </a:cubicBezTo>
                <a:lnTo>
                  <a:pt x="7530" y="1355"/>
                </a:lnTo>
                <a:lnTo>
                  <a:pt x="7530" y="1009"/>
                </a:lnTo>
                <a:cubicBezTo>
                  <a:pt x="7530" y="473"/>
                  <a:pt x="7057" y="1"/>
                  <a:pt x="64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15" name="Google Shape;17015;p87"/>
          <p:cNvGrpSpPr/>
          <p:nvPr/>
        </p:nvGrpSpPr>
        <p:grpSpPr>
          <a:xfrm>
            <a:off x="6231195" y="4308685"/>
            <a:ext cx="561061" cy="562552"/>
            <a:chOff x="-1333200" y="2770450"/>
            <a:chExt cx="291450" cy="292225"/>
          </a:xfrm>
        </p:grpSpPr>
        <p:sp>
          <p:nvSpPr>
            <p:cNvPr id="17016" name="Google Shape;17016;p87"/>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7" name="Google Shape;17017;p87"/>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18" name="Google Shape;17018;p87"/>
          <p:cNvGrpSpPr/>
          <p:nvPr/>
        </p:nvGrpSpPr>
        <p:grpSpPr>
          <a:xfrm>
            <a:off x="3293346" y="2175008"/>
            <a:ext cx="564092" cy="561061"/>
            <a:chOff x="-5635200" y="2037975"/>
            <a:chExt cx="293025" cy="291450"/>
          </a:xfrm>
        </p:grpSpPr>
        <p:sp>
          <p:nvSpPr>
            <p:cNvPr id="17019" name="Google Shape;17019;p87"/>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0" name="Google Shape;17020;p87"/>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21" name="Google Shape;17021;p87"/>
          <p:cNvGrpSpPr/>
          <p:nvPr/>
        </p:nvGrpSpPr>
        <p:grpSpPr>
          <a:xfrm>
            <a:off x="3291061" y="2853883"/>
            <a:ext cx="568665" cy="561061"/>
            <a:chOff x="-5637575" y="2397900"/>
            <a:chExt cx="295400" cy="291450"/>
          </a:xfrm>
        </p:grpSpPr>
        <p:sp>
          <p:nvSpPr>
            <p:cNvPr id="17022" name="Google Shape;17022;p87"/>
            <p:cNvSpPr/>
            <p:nvPr/>
          </p:nvSpPr>
          <p:spPr>
            <a:xfrm>
              <a:off x="-5575350" y="2547550"/>
              <a:ext cx="79575" cy="88250"/>
            </a:xfrm>
            <a:custGeom>
              <a:avLst/>
              <a:gdLst/>
              <a:ahLst/>
              <a:cxnLst/>
              <a:rect l="l" t="t" r="r" b="b"/>
              <a:pathLst>
                <a:path w="3183" h="3530" extrusionOk="0">
                  <a:moveTo>
                    <a:pt x="1088" y="1"/>
                  </a:moveTo>
                  <a:cubicBezTo>
                    <a:pt x="1001" y="1"/>
                    <a:pt x="915" y="32"/>
                    <a:pt x="852" y="95"/>
                  </a:cubicBezTo>
                  <a:lnTo>
                    <a:pt x="379" y="568"/>
                  </a:lnTo>
                  <a:cubicBezTo>
                    <a:pt x="1" y="978"/>
                    <a:pt x="1" y="1639"/>
                    <a:pt x="379" y="2017"/>
                  </a:cubicBezTo>
                  <a:cubicBezTo>
                    <a:pt x="584" y="2222"/>
                    <a:pt x="852" y="2324"/>
                    <a:pt x="1115" y="2324"/>
                  </a:cubicBezTo>
                  <a:cubicBezTo>
                    <a:pt x="1379" y="2324"/>
                    <a:pt x="1639" y="2222"/>
                    <a:pt x="1828" y="2017"/>
                  </a:cubicBezTo>
                  <a:cubicBezTo>
                    <a:pt x="1891" y="1970"/>
                    <a:pt x="1986" y="1946"/>
                    <a:pt x="2076" y="1946"/>
                  </a:cubicBezTo>
                  <a:cubicBezTo>
                    <a:pt x="2167" y="1946"/>
                    <a:pt x="2253" y="1970"/>
                    <a:pt x="2301" y="2017"/>
                  </a:cubicBezTo>
                  <a:cubicBezTo>
                    <a:pt x="2427" y="2143"/>
                    <a:pt x="2427" y="2395"/>
                    <a:pt x="2301" y="2490"/>
                  </a:cubicBezTo>
                  <a:lnTo>
                    <a:pt x="1828" y="2962"/>
                  </a:lnTo>
                  <a:cubicBezTo>
                    <a:pt x="1734" y="3088"/>
                    <a:pt x="1734" y="3340"/>
                    <a:pt x="1828" y="3435"/>
                  </a:cubicBezTo>
                  <a:cubicBezTo>
                    <a:pt x="1891" y="3498"/>
                    <a:pt x="1986" y="3529"/>
                    <a:pt x="2076" y="3529"/>
                  </a:cubicBezTo>
                  <a:cubicBezTo>
                    <a:pt x="2167" y="3529"/>
                    <a:pt x="2253" y="3498"/>
                    <a:pt x="2301" y="3435"/>
                  </a:cubicBezTo>
                  <a:lnTo>
                    <a:pt x="2773" y="2962"/>
                  </a:lnTo>
                  <a:cubicBezTo>
                    <a:pt x="3183" y="2584"/>
                    <a:pt x="3183" y="1923"/>
                    <a:pt x="2773" y="1513"/>
                  </a:cubicBezTo>
                  <a:cubicBezTo>
                    <a:pt x="2569" y="1293"/>
                    <a:pt x="2309" y="1182"/>
                    <a:pt x="2049" y="1182"/>
                  </a:cubicBezTo>
                  <a:cubicBezTo>
                    <a:pt x="1789" y="1182"/>
                    <a:pt x="1529" y="1293"/>
                    <a:pt x="1324" y="1513"/>
                  </a:cubicBezTo>
                  <a:cubicBezTo>
                    <a:pt x="1261" y="1576"/>
                    <a:pt x="1174" y="1608"/>
                    <a:pt x="1088" y="1608"/>
                  </a:cubicBezTo>
                  <a:cubicBezTo>
                    <a:pt x="1001" y="1608"/>
                    <a:pt x="915" y="1576"/>
                    <a:pt x="852" y="1513"/>
                  </a:cubicBezTo>
                  <a:cubicBezTo>
                    <a:pt x="726" y="1387"/>
                    <a:pt x="726" y="1167"/>
                    <a:pt x="852" y="1041"/>
                  </a:cubicBezTo>
                  <a:lnTo>
                    <a:pt x="1324" y="568"/>
                  </a:lnTo>
                  <a:cubicBezTo>
                    <a:pt x="1450" y="442"/>
                    <a:pt x="1450" y="221"/>
                    <a:pt x="1324" y="95"/>
                  </a:cubicBezTo>
                  <a:cubicBezTo>
                    <a:pt x="1261" y="32"/>
                    <a:pt x="1174" y="1"/>
                    <a:pt x="1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3" name="Google Shape;17023;p87"/>
            <p:cNvSpPr/>
            <p:nvPr/>
          </p:nvSpPr>
          <p:spPr>
            <a:xfrm>
              <a:off x="-5526500" y="2499525"/>
              <a:ext cx="85075" cy="81725"/>
            </a:xfrm>
            <a:custGeom>
              <a:avLst/>
              <a:gdLst/>
              <a:ahLst/>
              <a:cxnLst/>
              <a:rect l="l" t="t" r="r" b="b"/>
              <a:pathLst>
                <a:path w="3403" h="3269" extrusionOk="0">
                  <a:moveTo>
                    <a:pt x="1107" y="0"/>
                  </a:moveTo>
                  <a:cubicBezTo>
                    <a:pt x="1016" y="0"/>
                    <a:pt x="930" y="32"/>
                    <a:pt x="882" y="95"/>
                  </a:cubicBezTo>
                  <a:lnTo>
                    <a:pt x="410" y="567"/>
                  </a:lnTo>
                  <a:cubicBezTo>
                    <a:pt x="0" y="945"/>
                    <a:pt x="0" y="1638"/>
                    <a:pt x="410" y="2016"/>
                  </a:cubicBezTo>
                  <a:lnTo>
                    <a:pt x="882" y="2489"/>
                  </a:lnTo>
                  <a:lnTo>
                    <a:pt x="1355" y="2962"/>
                  </a:lnTo>
                  <a:cubicBezTo>
                    <a:pt x="1544" y="3166"/>
                    <a:pt x="1804" y="3269"/>
                    <a:pt x="2068" y="3269"/>
                  </a:cubicBezTo>
                  <a:cubicBezTo>
                    <a:pt x="2332" y="3269"/>
                    <a:pt x="2599" y="3166"/>
                    <a:pt x="2804" y="2962"/>
                  </a:cubicBezTo>
                  <a:lnTo>
                    <a:pt x="3277" y="2489"/>
                  </a:lnTo>
                  <a:cubicBezTo>
                    <a:pt x="3403" y="2363"/>
                    <a:pt x="3403" y="2142"/>
                    <a:pt x="3277" y="2016"/>
                  </a:cubicBezTo>
                  <a:cubicBezTo>
                    <a:pt x="3178" y="1918"/>
                    <a:pt x="3070" y="1870"/>
                    <a:pt x="2977" y="1870"/>
                  </a:cubicBezTo>
                  <a:cubicBezTo>
                    <a:pt x="2892" y="1870"/>
                    <a:pt x="2818" y="1910"/>
                    <a:pt x="2773" y="1985"/>
                  </a:cubicBezTo>
                  <a:lnTo>
                    <a:pt x="2300" y="2457"/>
                  </a:lnTo>
                  <a:cubicBezTo>
                    <a:pt x="2237" y="2520"/>
                    <a:pt x="2143" y="2552"/>
                    <a:pt x="2052" y="2552"/>
                  </a:cubicBezTo>
                  <a:cubicBezTo>
                    <a:pt x="1961" y="2552"/>
                    <a:pt x="1875" y="2520"/>
                    <a:pt x="1827" y="2457"/>
                  </a:cubicBezTo>
                  <a:lnTo>
                    <a:pt x="1575" y="2205"/>
                  </a:lnTo>
                  <a:lnTo>
                    <a:pt x="2300" y="1512"/>
                  </a:lnTo>
                  <a:cubicBezTo>
                    <a:pt x="2395" y="1386"/>
                    <a:pt x="2395" y="1134"/>
                    <a:pt x="2300" y="1040"/>
                  </a:cubicBezTo>
                  <a:cubicBezTo>
                    <a:pt x="2237" y="977"/>
                    <a:pt x="2143" y="945"/>
                    <a:pt x="2052" y="945"/>
                  </a:cubicBezTo>
                  <a:cubicBezTo>
                    <a:pt x="1961" y="945"/>
                    <a:pt x="1875" y="977"/>
                    <a:pt x="1827" y="1040"/>
                  </a:cubicBezTo>
                  <a:lnTo>
                    <a:pt x="1103" y="1733"/>
                  </a:lnTo>
                  <a:lnTo>
                    <a:pt x="882" y="1512"/>
                  </a:lnTo>
                  <a:cubicBezTo>
                    <a:pt x="756" y="1386"/>
                    <a:pt x="756" y="1166"/>
                    <a:pt x="882" y="1040"/>
                  </a:cubicBezTo>
                  <a:lnTo>
                    <a:pt x="1355" y="567"/>
                  </a:lnTo>
                  <a:cubicBezTo>
                    <a:pt x="1449" y="441"/>
                    <a:pt x="1449" y="221"/>
                    <a:pt x="1355" y="95"/>
                  </a:cubicBezTo>
                  <a:cubicBezTo>
                    <a:pt x="1292" y="32"/>
                    <a:pt x="1197" y="0"/>
                    <a:pt x="11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4" name="Google Shape;17024;p87"/>
            <p:cNvSpPr/>
            <p:nvPr/>
          </p:nvSpPr>
          <p:spPr>
            <a:xfrm>
              <a:off x="-5480050" y="2456975"/>
              <a:ext cx="80375" cy="75650"/>
            </a:xfrm>
            <a:custGeom>
              <a:avLst/>
              <a:gdLst/>
              <a:ahLst/>
              <a:cxnLst/>
              <a:rect l="l" t="t" r="r" b="b"/>
              <a:pathLst>
                <a:path w="3215" h="3026" extrusionOk="0">
                  <a:moveTo>
                    <a:pt x="1100" y="686"/>
                  </a:moveTo>
                  <a:cubicBezTo>
                    <a:pt x="1190" y="686"/>
                    <a:pt x="1277" y="710"/>
                    <a:pt x="1324" y="757"/>
                  </a:cubicBezTo>
                  <a:lnTo>
                    <a:pt x="2332" y="1765"/>
                  </a:lnTo>
                  <a:cubicBezTo>
                    <a:pt x="2490" y="1860"/>
                    <a:pt x="2490" y="2112"/>
                    <a:pt x="2332" y="2238"/>
                  </a:cubicBezTo>
                  <a:cubicBezTo>
                    <a:pt x="2269" y="2285"/>
                    <a:pt x="2183" y="2309"/>
                    <a:pt x="2096" y="2309"/>
                  </a:cubicBezTo>
                  <a:cubicBezTo>
                    <a:pt x="2009" y="2309"/>
                    <a:pt x="1923" y="2285"/>
                    <a:pt x="1860" y="2238"/>
                  </a:cubicBezTo>
                  <a:lnTo>
                    <a:pt x="852" y="1229"/>
                  </a:lnTo>
                  <a:cubicBezTo>
                    <a:pt x="757" y="1135"/>
                    <a:pt x="757" y="883"/>
                    <a:pt x="852" y="757"/>
                  </a:cubicBezTo>
                  <a:cubicBezTo>
                    <a:pt x="915" y="710"/>
                    <a:pt x="1009" y="686"/>
                    <a:pt x="1100" y="686"/>
                  </a:cubicBezTo>
                  <a:close/>
                  <a:moveTo>
                    <a:pt x="1119" y="1"/>
                  </a:moveTo>
                  <a:cubicBezTo>
                    <a:pt x="852" y="1"/>
                    <a:pt x="584" y="95"/>
                    <a:pt x="379" y="284"/>
                  </a:cubicBezTo>
                  <a:cubicBezTo>
                    <a:pt x="1" y="694"/>
                    <a:pt x="1" y="1356"/>
                    <a:pt x="379" y="1765"/>
                  </a:cubicBezTo>
                  <a:lnTo>
                    <a:pt x="1387" y="2742"/>
                  </a:lnTo>
                  <a:cubicBezTo>
                    <a:pt x="1576" y="2931"/>
                    <a:pt x="1836" y="3025"/>
                    <a:pt x="2100" y="3025"/>
                  </a:cubicBezTo>
                  <a:cubicBezTo>
                    <a:pt x="2364" y="3025"/>
                    <a:pt x="2632" y="2931"/>
                    <a:pt x="2836" y="2742"/>
                  </a:cubicBezTo>
                  <a:cubicBezTo>
                    <a:pt x="3214" y="2332"/>
                    <a:pt x="3214" y="1671"/>
                    <a:pt x="2836" y="1293"/>
                  </a:cubicBezTo>
                  <a:lnTo>
                    <a:pt x="1860" y="284"/>
                  </a:lnTo>
                  <a:cubicBezTo>
                    <a:pt x="1655" y="95"/>
                    <a:pt x="1387" y="1"/>
                    <a:pt x="11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5" name="Google Shape;17025;p87"/>
            <p:cNvSpPr/>
            <p:nvPr/>
          </p:nvSpPr>
          <p:spPr>
            <a:xfrm>
              <a:off x="-5637575" y="2397900"/>
              <a:ext cx="295400" cy="291450"/>
            </a:xfrm>
            <a:custGeom>
              <a:avLst/>
              <a:gdLst/>
              <a:ahLst/>
              <a:cxnLst/>
              <a:rect l="l" t="t" r="r" b="b"/>
              <a:pathLst>
                <a:path w="11816" h="11658" extrusionOk="0">
                  <a:moveTo>
                    <a:pt x="9185" y="1479"/>
                  </a:moveTo>
                  <a:cubicBezTo>
                    <a:pt x="9245" y="1479"/>
                    <a:pt x="9245" y="1482"/>
                    <a:pt x="9263" y="1482"/>
                  </a:cubicBezTo>
                  <a:cubicBezTo>
                    <a:pt x="9421" y="1482"/>
                    <a:pt x="9579" y="1513"/>
                    <a:pt x="9673" y="1545"/>
                  </a:cubicBezTo>
                  <a:lnTo>
                    <a:pt x="9106" y="2143"/>
                  </a:lnTo>
                  <a:cubicBezTo>
                    <a:pt x="8980" y="2269"/>
                    <a:pt x="8980" y="2490"/>
                    <a:pt x="9106" y="2616"/>
                  </a:cubicBezTo>
                  <a:cubicBezTo>
                    <a:pt x="9153" y="2679"/>
                    <a:pt x="9240" y="2710"/>
                    <a:pt x="9330" y="2710"/>
                  </a:cubicBezTo>
                  <a:cubicBezTo>
                    <a:pt x="9421" y="2710"/>
                    <a:pt x="9515" y="2679"/>
                    <a:pt x="9579" y="2616"/>
                  </a:cubicBezTo>
                  <a:lnTo>
                    <a:pt x="10146" y="2017"/>
                  </a:lnTo>
                  <a:cubicBezTo>
                    <a:pt x="10272" y="2175"/>
                    <a:pt x="10303" y="2332"/>
                    <a:pt x="10303" y="2553"/>
                  </a:cubicBezTo>
                  <a:lnTo>
                    <a:pt x="10146" y="5325"/>
                  </a:lnTo>
                  <a:cubicBezTo>
                    <a:pt x="10114" y="5798"/>
                    <a:pt x="9925" y="6239"/>
                    <a:pt x="9515" y="6554"/>
                  </a:cubicBezTo>
                  <a:lnTo>
                    <a:pt x="9484" y="6585"/>
                  </a:lnTo>
                  <a:lnTo>
                    <a:pt x="8570" y="7499"/>
                  </a:lnTo>
                  <a:cubicBezTo>
                    <a:pt x="5231" y="10902"/>
                    <a:pt x="5829" y="10303"/>
                    <a:pt x="5199" y="10902"/>
                  </a:cubicBezTo>
                  <a:cubicBezTo>
                    <a:pt x="5136" y="10949"/>
                    <a:pt x="5050" y="10972"/>
                    <a:pt x="4963" y="10972"/>
                  </a:cubicBezTo>
                  <a:cubicBezTo>
                    <a:pt x="4876" y="10972"/>
                    <a:pt x="4790" y="10949"/>
                    <a:pt x="4727" y="10902"/>
                  </a:cubicBezTo>
                  <a:lnTo>
                    <a:pt x="820" y="6995"/>
                  </a:lnTo>
                  <a:cubicBezTo>
                    <a:pt x="694" y="6869"/>
                    <a:pt x="694" y="6648"/>
                    <a:pt x="820" y="6522"/>
                  </a:cubicBezTo>
                  <a:lnTo>
                    <a:pt x="5262" y="2112"/>
                  </a:lnTo>
                  <a:cubicBezTo>
                    <a:pt x="5577" y="1797"/>
                    <a:pt x="5987" y="1639"/>
                    <a:pt x="6365" y="1608"/>
                  </a:cubicBezTo>
                  <a:cubicBezTo>
                    <a:pt x="8503" y="1495"/>
                    <a:pt x="9033" y="1479"/>
                    <a:pt x="9185" y="1479"/>
                  </a:cubicBezTo>
                  <a:close/>
                  <a:moveTo>
                    <a:pt x="11422" y="1"/>
                  </a:moveTo>
                  <a:cubicBezTo>
                    <a:pt x="11335" y="1"/>
                    <a:pt x="11248" y="32"/>
                    <a:pt x="11185" y="95"/>
                  </a:cubicBezTo>
                  <a:lnTo>
                    <a:pt x="10240" y="1041"/>
                  </a:lnTo>
                  <a:cubicBezTo>
                    <a:pt x="9958" y="871"/>
                    <a:pt x="9650" y="752"/>
                    <a:pt x="9316" y="752"/>
                  </a:cubicBezTo>
                  <a:cubicBezTo>
                    <a:pt x="9278" y="752"/>
                    <a:pt x="9239" y="754"/>
                    <a:pt x="9200" y="757"/>
                  </a:cubicBezTo>
                  <a:lnTo>
                    <a:pt x="6428" y="883"/>
                  </a:lnTo>
                  <a:cubicBezTo>
                    <a:pt x="5829" y="915"/>
                    <a:pt x="5262" y="1167"/>
                    <a:pt x="4853" y="1608"/>
                  </a:cubicBezTo>
                  <a:lnTo>
                    <a:pt x="379" y="6018"/>
                  </a:lnTo>
                  <a:cubicBezTo>
                    <a:pt x="1" y="6396"/>
                    <a:pt x="1" y="7058"/>
                    <a:pt x="379" y="7468"/>
                  </a:cubicBezTo>
                  <a:lnTo>
                    <a:pt x="4286" y="11374"/>
                  </a:lnTo>
                  <a:cubicBezTo>
                    <a:pt x="4490" y="11563"/>
                    <a:pt x="4758" y="11658"/>
                    <a:pt x="5022" y="11658"/>
                  </a:cubicBezTo>
                  <a:cubicBezTo>
                    <a:pt x="5286" y="11658"/>
                    <a:pt x="5546" y="11563"/>
                    <a:pt x="5735" y="11374"/>
                  </a:cubicBezTo>
                  <a:lnTo>
                    <a:pt x="9137" y="7972"/>
                  </a:lnTo>
                  <a:lnTo>
                    <a:pt x="10051" y="7058"/>
                  </a:lnTo>
                  <a:cubicBezTo>
                    <a:pt x="10555" y="6648"/>
                    <a:pt x="10870" y="6018"/>
                    <a:pt x="10902" y="5388"/>
                  </a:cubicBezTo>
                  <a:lnTo>
                    <a:pt x="11059" y="2584"/>
                  </a:lnTo>
                  <a:cubicBezTo>
                    <a:pt x="11059" y="2238"/>
                    <a:pt x="10996" y="1828"/>
                    <a:pt x="10776" y="1545"/>
                  </a:cubicBezTo>
                  <a:lnTo>
                    <a:pt x="11721" y="600"/>
                  </a:lnTo>
                  <a:cubicBezTo>
                    <a:pt x="11815" y="442"/>
                    <a:pt x="11815" y="221"/>
                    <a:pt x="11658" y="95"/>
                  </a:cubicBezTo>
                  <a:cubicBezTo>
                    <a:pt x="11595" y="32"/>
                    <a:pt x="11508" y="1"/>
                    <a:pt x="114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26" name="Google Shape;17026;p87"/>
          <p:cNvGrpSpPr/>
          <p:nvPr/>
        </p:nvGrpSpPr>
        <p:grpSpPr>
          <a:xfrm>
            <a:off x="3309278" y="3547196"/>
            <a:ext cx="564044" cy="562552"/>
            <a:chOff x="-5635975" y="2757075"/>
            <a:chExt cx="293000" cy="292225"/>
          </a:xfrm>
        </p:grpSpPr>
        <p:sp>
          <p:nvSpPr>
            <p:cNvPr id="17027" name="Google Shape;17027;p87"/>
            <p:cNvSpPr/>
            <p:nvPr/>
          </p:nvSpPr>
          <p:spPr>
            <a:xfrm>
              <a:off x="-5635975" y="2757075"/>
              <a:ext cx="293000" cy="292225"/>
            </a:xfrm>
            <a:custGeom>
              <a:avLst/>
              <a:gdLst/>
              <a:ahLst/>
              <a:cxnLst/>
              <a:rect l="l" t="t" r="r" b="b"/>
              <a:pathLst>
                <a:path w="11720" h="11689" extrusionOk="0">
                  <a:moveTo>
                    <a:pt x="10649" y="693"/>
                  </a:moveTo>
                  <a:cubicBezTo>
                    <a:pt x="10838" y="693"/>
                    <a:pt x="10995" y="851"/>
                    <a:pt x="10995" y="1040"/>
                  </a:cubicBezTo>
                  <a:lnTo>
                    <a:pt x="10995" y="7593"/>
                  </a:lnTo>
                  <a:lnTo>
                    <a:pt x="693" y="7593"/>
                  </a:lnTo>
                  <a:lnTo>
                    <a:pt x="693" y="1040"/>
                  </a:lnTo>
                  <a:cubicBezTo>
                    <a:pt x="725" y="851"/>
                    <a:pt x="882" y="693"/>
                    <a:pt x="1040" y="693"/>
                  </a:cubicBezTo>
                  <a:close/>
                  <a:moveTo>
                    <a:pt x="10995" y="8223"/>
                  </a:moveTo>
                  <a:lnTo>
                    <a:pt x="10995" y="8569"/>
                  </a:lnTo>
                  <a:cubicBezTo>
                    <a:pt x="11027" y="8821"/>
                    <a:pt x="10869" y="8916"/>
                    <a:pt x="10680" y="8916"/>
                  </a:cubicBezTo>
                  <a:lnTo>
                    <a:pt x="1040" y="8916"/>
                  </a:lnTo>
                  <a:cubicBezTo>
                    <a:pt x="851" y="8916"/>
                    <a:pt x="693" y="8758"/>
                    <a:pt x="693" y="8569"/>
                  </a:cubicBezTo>
                  <a:lnTo>
                    <a:pt x="693" y="8223"/>
                  </a:lnTo>
                  <a:close/>
                  <a:moveTo>
                    <a:pt x="6679" y="9641"/>
                  </a:moveTo>
                  <a:lnTo>
                    <a:pt x="6994" y="11027"/>
                  </a:lnTo>
                  <a:lnTo>
                    <a:pt x="4694" y="11027"/>
                  </a:lnTo>
                  <a:lnTo>
                    <a:pt x="5009" y="9641"/>
                  </a:lnTo>
                  <a:close/>
                  <a:moveTo>
                    <a:pt x="1040" y="0"/>
                  </a:moveTo>
                  <a:cubicBezTo>
                    <a:pt x="473" y="0"/>
                    <a:pt x="0" y="473"/>
                    <a:pt x="0" y="1008"/>
                  </a:cubicBezTo>
                  <a:lnTo>
                    <a:pt x="0" y="8569"/>
                  </a:lnTo>
                  <a:cubicBezTo>
                    <a:pt x="0" y="9137"/>
                    <a:pt x="473" y="9609"/>
                    <a:pt x="1040" y="9609"/>
                  </a:cubicBezTo>
                  <a:lnTo>
                    <a:pt x="4316" y="9609"/>
                  </a:lnTo>
                  <a:lnTo>
                    <a:pt x="4001" y="10964"/>
                  </a:lnTo>
                  <a:lnTo>
                    <a:pt x="3087" y="10964"/>
                  </a:lnTo>
                  <a:cubicBezTo>
                    <a:pt x="2898" y="10964"/>
                    <a:pt x="2741" y="11121"/>
                    <a:pt x="2741" y="11342"/>
                  </a:cubicBezTo>
                  <a:cubicBezTo>
                    <a:pt x="2741" y="11531"/>
                    <a:pt x="2898" y="11688"/>
                    <a:pt x="3087" y="11688"/>
                  </a:cubicBezTo>
                  <a:lnTo>
                    <a:pt x="8569" y="11688"/>
                  </a:lnTo>
                  <a:cubicBezTo>
                    <a:pt x="8758" y="11688"/>
                    <a:pt x="8916" y="11531"/>
                    <a:pt x="8916" y="11342"/>
                  </a:cubicBezTo>
                  <a:cubicBezTo>
                    <a:pt x="8916" y="11121"/>
                    <a:pt x="8758" y="10964"/>
                    <a:pt x="8569" y="10964"/>
                  </a:cubicBezTo>
                  <a:lnTo>
                    <a:pt x="7656" y="10964"/>
                  </a:lnTo>
                  <a:lnTo>
                    <a:pt x="7341" y="9609"/>
                  </a:lnTo>
                  <a:lnTo>
                    <a:pt x="10649" y="9609"/>
                  </a:lnTo>
                  <a:cubicBezTo>
                    <a:pt x="11216" y="9609"/>
                    <a:pt x="11688" y="9137"/>
                    <a:pt x="11688" y="8569"/>
                  </a:cubicBezTo>
                  <a:lnTo>
                    <a:pt x="11688" y="1008"/>
                  </a:lnTo>
                  <a:cubicBezTo>
                    <a:pt x="11720" y="473"/>
                    <a:pt x="11247" y="0"/>
                    <a:pt x="106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8" name="Google Shape;17028;p87"/>
            <p:cNvSpPr/>
            <p:nvPr/>
          </p:nvSpPr>
          <p:spPr>
            <a:xfrm>
              <a:off x="-5584800" y="2790150"/>
              <a:ext cx="189850" cy="138050"/>
            </a:xfrm>
            <a:custGeom>
              <a:avLst/>
              <a:gdLst/>
              <a:ahLst/>
              <a:cxnLst/>
              <a:rect l="l" t="t" r="r" b="b"/>
              <a:pathLst>
                <a:path w="7594" h="5522" extrusionOk="0">
                  <a:moveTo>
                    <a:pt x="2994" y="725"/>
                  </a:moveTo>
                  <a:lnTo>
                    <a:pt x="2332" y="1387"/>
                  </a:lnTo>
                  <a:lnTo>
                    <a:pt x="1230" y="1387"/>
                  </a:lnTo>
                  <a:lnTo>
                    <a:pt x="1891" y="725"/>
                  </a:lnTo>
                  <a:close/>
                  <a:moveTo>
                    <a:pt x="3781" y="882"/>
                  </a:moveTo>
                  <a:lnTo>
                    <a:pt x="4349" y="1418"/>
                  </a:lnTo>
                  <a:lnTo>
                    <a:pt x="3246" y="1418"/>
                  </a:lnTo>
                  <a:lnTo>
                    <a:pt x="3781" y="882"/>
                  </a:lnTo>
                  <a:close/>
                  <a:moveTo>
                    <a:pt x="5735" y="756"/>
                  </a:moveTo>
                  <a:lnTo>
                    <a:pt x="6396" y="1418"/>
                  </a:lnTo>
                  <a:lnTo>
                    <a:pt x="5294" y="1418"/>
                  </a:lnTo>
                  <a:lnTo>
                    <a:pt x="4632" y="756"/>
                  </a:lnTo>
                  <a:close/>
                  <a:moveTo>
                    <a:pt x="2175" y="2080"/>
                  </a:moveTo>
                  <a:lnTo>
                    <a:pt x="2868" y="3749"/>
                  </a:lnTo>
                  <a:lnTo>
                    <a:pt x="1198" y="2080"/>
                  </a:lnTo>
                  <a:close/>
                  <a:moveTo>
                    <a:pt x="6396" y="2080"/>
                  </a:moveTo>
                  <a:lnTo>
                    <a:pt x="4727" y="3749"/>
                  </a:lnTo>
                  <a:lnTo>
                    <a:pt x="5420" y="2080"/>
                  </a:lnTo>
                  <a:close/>
                  <a:moveTo>
                    <a:pt x="4664" y="2080"/>
                  </a:moveTo>
                  <a:lnTo>
                    <a:pt x="3781" y="4253"/>
                  </a:lnTo>
                  <a:lnTo>
                    <a:pt x="2931" y="2080"/>
                  </a:lnTo>
                  <a:close/>
                  <a:moveTo>
                    <a:pt x="1734" y="0"/>
                  </a:moveTo>
                  <a:cubicBezTo>
                    <a:pt x="1671" y="0"/>
                    <a:pt x="1545" y="32"/>
                    <a:pt x="1513" y="126"/>
                  </a:cubicBezTo>
                  <a:lnTo>
                    <a:pt x="127" y="1513"/>
                  </a:lnTo>
                  <a:cubicBezTo>
                    <a:pt x="1" y="1670"/>
                    <a:pt x="1" y="1859"/>
                    <a:pt x="127" y="2017"/>
                  </a:cubicBezTo>
                  <a:lnTo>
                    <a:pt x="3561" y="5451"/>
                  </a:lnTo>
                  <a:cubicBezTo>
                    <a:pt x="3624" y="5498"/>
                    <a:pt x="3711" y="5522"/>
                    <a:pt x="3797" y="5522"/>
                  </a:cubicBezTo>
                  <a:cubicBezTo>
                    <a:pt x="3884" y="5522"/>
                    <a:pt x="3970" y="5498"/>
                    <a:pt x="4033" y="5451"/>
                  </a:cubicBezTo>
                  <a:lnTo>
                    <a:pt x="7468" y="2017"/>
                  </a:lnTo>
                  <a:cubicBezTo>
                    <a:pt x="7594" y="1891"/>
                    <a:pt x="7594" y="1702"/>
                    <a:pt x="7499" y="1544"/>
                  </a:cubicBezTo>
                  <a:lnTo>
                    <a:pt x="7468" y="1513"/>
                  </a:lnTo>
                  <a:lnTo>
                    <a:pt x="6081" y="126"/>
                  </a:lnTo>
                  <a:cubicBezTo>
                    <a:pt x="6018" y="32"/>
                    <a:pt x="5924" y="0"/>
                    <a:pt x="58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29" name="Google Shape;17029;p87"/>
          <p:cNvGrpSpPr/>
          <p:nvPr/>
        </p:nvGrpSpPr>
        <p:grpSpPr>
          <a:xfrm>
            <a:off x="6887858" y="2175008"/>
            <a:ext cx="564092" cy="561061"/>
            <a:chOff x="-3854375" y="2046625"/>
            <a:chExt cx="293025" cy="291450"/>
          </a:xfrm>
        </p:grpSpPr>
        <p:sp>
          <p:nvSpPr>
            <p:cNvPr id="17030" name="Google Shape;17030;p87"/>
            <p:cNvSpPr/>
            <p:nvPr/>
          </p:nvSpPr>
          <p:spPr>
            <a:xfrm>
              <a:off x="-3854375" y="2046625"/>
              <a:ext cx="293025" cy="291450"/>
            </a:xfrm>
            <a:custGeom>
              <a:avLst/>
              <a:gdLst/>
              <a:ahLst/>
              <a:cxnLst/>
              <a:rect l="l" t="t" r="r" b="b"/>
              <a:pathLst>
                <a:path w="11721" h="11658" extrusionOk="0">
                  <a:moveTo>
                    <a:pt x="7624" y="694"/>
                  </a:moveTo>
                  <a:cubicBezTo>
                    <a:pt x="9515" y="694"/>
                    <a:pt x="11058" y="2206"/>
                    <a:pt x="11058" y="4096"/>
                  </a:cubicBezTo>
                  <a:cubicBezTo>
                    <a:pt x="11058" y="5987"/>
                    <a:pt x="9515" y="7530"/>
                    <a:pt x="7624" y="7530"/>
                  </a:cubicBezTo>
                  <a:cubicBezTo>
                    <a:pt x="5734" y="7530"/>
                    <a:pt x="4190" y="5987"/>
                    <a:pt x="4190" y="4096"/>
                  </a:cubicBezTo>
                  <a:cubicBezTo>
                    <a:pt x="4190" y="2206"/>
                    <a:pt x="5734" y="694"/>
                    <a:pt x="7624" y="694"/>
                  </a:cubicBezTo>
                  <a:close/>
                  <a:moveTo>
                    <a:pt x="3336" y="8066"/>
                  </a:moveTo>
                  <a:cubicBezTo>
                    <a:pt x="3426" y="8066"/>
                    <a:pt x="3513" y="8098"/>
                    <a:pt x="3560" y="8161"/>
                  </a:cubicBezTo>
                  <a:cubicBezTo>
                    <a:pt x="3686" y="8287"/>
                    <a:pt x="3686" y="8507"/>
                    <a:pt x="3560" y="8633"/>
                  </a:cubicBezTo>
                  <a:lnTo>
                    <a:pt x="1323" y="10870"/>
                  </a:lnTo>
                  <a:cubicBezTo>
                    <a:pt x="1260" y="10933"/>
                    <a:pt x="1174" y="10964"/>
                    <a:pt x="1087" y="10964"/>
                  </a:cubicBezTo>
                  <a:cubicBezTo>
                    <a:pt x="1001" y="10964"/>
                    <a:pt x="914" y="10933"/>
                    <a:pt x="851" y="10870"/>
                  </a:cubicBezTo>
                  <a:cubicBezTo>
                    <a:pt x="725" y="10744"/>
                    <a:pt x="725" y="10523"/>
                    <a:pt x="851" y="10397"/>
                  </a:cubicBezTo>
                  <a:lnTo>
                    <a:pt x="3088" y="8161"/>
                  </a:lnTo>
                  <a:cubicBezTo>
                    <a:pt x="3151" y="8098"/>
                    <a:pt x="3245" y="8066"/>
                    <a:pt x="3336" y="8066"/>
                  </a:cubicBezTo>
                  <a:close/>
                  <a:moveTo>
                    <a:pt x="7624" y="1"/>
                  </a:moveTo>
                  <a:cubicBezTo>
                    <a:pt x="5356" y="1"/>
                    <a:pt x="3529" y="1860"/>
                    <a:pt x="3529" y="4096"/>
                  </a:cubicBezTo>
                  <a:cubicBezTo>
                    <a:pt x="3529" y="5136"/>
                    <a:pt x="3875" y="6050"/>
                    <a:pt x="4505" y="6743"/>
                  </a:cubicBezTo>
                  <a:lnTo>
                    <a:pt x="3812" y="7467"/>
                  </a:lnTo>
                  <a:cubicBezTo>
                    <a:pt x="3661" y="7386"/>
                    <a:pt x="3500" y="7347"/>
                    <a:pt x="3342" y="7347"/>
                  </a:cubicBezTo>
                  <a:cubicBezTo>
                    <a:pt x="3074" y="7347"/>
                    <a:pt x="2813" y="7458"/>
                    <a:pt x="2615" y="7656"/>
                  </a:cubicBezTo>
                  <a:lnTo>
                    <a:pt x="378" y="9893"/>
                  </a:lnTo>
                  <a:cubicBezTo>
                    <a:pt x="0" y="10271"/>
                    <a:pt x="0" y="10964"/>
                    <a:pt x="378" y="11343"/>
                  </a:cubicBezTo>
                  <a:cubicBezTo>
                    <a:pt x="567" y="11532"/>
                    <a:pt x="851" y="11658"/>
                    <a:pt x="1103" y="11658"/>
                  </a:cubicBezTo>
                  <a:cubicBezTo>
                    <a:pt x="1355" y="11658"/>
                    <a:pt x="1607" y="11532"/>
                    <a:pt x="1796" y="11343"/>
                  </a:cubicBezTo>
                  <a:lnTo>
                    <a:pt x="4033" y="9106"/>
                  </a:lnTo>
                  <a:cubicBezTo>
                    <a:pt x="4348" y="8791"/>
                    <a:pt x="4442" y="8318"/>
                    <a:pt x="4253" y="7909"/>
                  </a:cubicBezTo>
                  <a:lnTo>
                    <a:pt x="4947" y="7215"/>
                  </a:lnTo>
                  <a:cubicBezTo>
                    <a:pt x="5671" y="7814"/>
                    <a:pt x="6616" y="8192"/>
                    <a:pt x="7593" y="8192"/>
                  </a:cubicBezTo>
                  <a:cubicBezTo>
                    <a:pt x="9861" y="8192"/>
                    <a:pt x="11689" y="6333"/>
                    <a:pt x="11689" y="4096"/>
                  </a:cubicBezTo>
                  <a:cubicBezTo>
                    <a:pt x="11720" y="1828"/>
                    <a:pt x="9861" y="1"/>
                    <a:pt x="76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1" name="Google Shape;17031;p87"/>
            <p:cNvSpPr/>
            <p:nvPr/>
          </p:nvSpPr>
          <p:spPr>
            <a:xfrm>
              <a:off x="-3714975" y="2080500"/>
              <a:ext cx="103200" cy="119750"/>
            </a:xfrm>
            <a:custGeom>
              <a:avLst/>
              <a:gdLst/>
              <a:ahLst/>
              <a:cxnLst/>
              <a:rect l="l" t="t" r="r" b="b"/>
              <a:pathLst>
                <a:path w="4128" h="4790" extrusionOk="0">
                  <a:moveTo>
                    <a:pt x="2048" y="694"/>
                  </a:moveTo>
                  <a:cubicBezTo>
                    <a:pt x="2458" y="694"/>
                    <a:pt x="2710" y="1009"/>
                    <a:pt x="2710" y="1387"/>
                  </a:cubicBezTo>
                  <a:cubicBezTo>
                    <a:pt x="2710" y="1765"/>
                    <a:pt x="2395" y="2048"/>
                    <a:pt x="2048" y="2048"/>
                  </a:cubicBezTo>
                  <a:cubicBezTo>
                    <a:pt x="1702" y="2048"/>
                    <a:pt x="1387" y="1733"/>
                    <a:pt x="1387" y="1387"/>
                  </a:cubicBezTo>
                  <a:cubicBezTo>
                    <a:pt x="1355" y="1009"/>
                    <a:pt x="1670" y="694"/>
                    <a:pt x="2048" y="694"/>
                  </a:cubicBezTo>
                  <a:close/>
                  <a:moveTo>
                    <a:pt x="2363" y="2741"/>
                  </a:moveTo>
                  <a:cubicBezTo>
                    <a:pt x="2931" y="2741"/>
                    <a:pt x="3403" y="3214"/>
                    <a:pt x="3403" y="3781"/>
                  </a:cubicBezTo>
                  <a:lnTo>
                    <a:pt x="3403" y="4128"/>
                  </a:lnTo>
                  <a:lnTo>
                    <a:pt x="662" y="4128"/>
                  </a:lnTo>
                  <a:lnTo>
                    <a:pt x="662" y="3781"/>
                  </a:lnTo>
                  <a:cubicBezTo>
                    <a:pt x="662" y="3214"/>
                    <a:pt x="1135" y="2741"/>
                    <a:pt x="1702" y="2741"/>
                  </a:cubicBezTo>
                  <a:close/>
                  <a:moveTo>
                    <a:pt x="2048" y="1"/>
                  </a:moveTo>
                  <a:cubicBezTo>
                    <a:pt x="1292" y="1"/>
                    <a:pt x="662" y="631"/>
                    <a:pt x="662" y="1387"/>
                  </a:cubicBezTo>
                  <a:cubicBezTo>
                    <a:pt x="662" y="1702"/>
                    <a:pt x="788" y="2017"/>
                    <a:pt x="977" y="2237"/>
                  </a:cubicBezTo>
                  <a:cubicBezTo>
                    <a:pt x="410" y="2521"/>
                    <a:pt x="1" y="3119"/>
                    <a:pt x="1" y="3781"/>
                  </a:cubicBezTo>
                  <a:lnTo>
                    <a:pt x="1" y="4443"/>
                  </a:lnTo>
                  <a:cubicBezTo>
                    <a:pt x="1" y="4632"/>
                    <a:pt x="158" y="4789"/>
                    <a:pt x="347" y="4789"/>
                  </a:cubicBezTo>
                  <a:lnTo>
                    <a:pt x="3781" y="4789"/>
                  </a:lnTo>
                  <a:cubicBezTo>
                    <a:pt x="3970" y="4789"/>
                    <a:pt x="4128" y="4632"/>
                    <a:pt x="4128" y="4443"/>
                  </a:cubicBezTo>
                  <a:lnTo>
                    <a:pt x="4128" y="3781"/>
                  </a:lnTo>
                  <a:cubicBezTo>
                    <a:pt x="4096" y="3119"/>
                    <a:pt x="3718" y="2521"/>
                    <a:pt x="3120" y="2237"/>
                  </a:cubicBezTo>
                  <a:cubicBezTo>
                    <a:pt x="3309" y="2017"/>
                    <a:pt x="3435" y="1733"/>
                    <a:pt x="3435" y="1387"/>
                  </a:cubicBezTo>
                  <a:cubicBezTo>
                    <a:pt x="3435" y="631"/>
                    <a:pt x="2805"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32" name="Google Shape;17032;p87"/>
          <p:cNvGrpSpPr/>
          <p:nvPr/>
        </p:nvGrpSpPr>
        <p:grpSpPr>
          <a:xfrm>
            <a:off x="6886342" y="2851623"/>
            <a:ext cx="567124" cy="565584"/>
            <a:chOff x="-3854375" y="2405000"/>
            <a:chExt cx="294600" cy="293800"/>
          </a:xfrm>
        </p:grpSpPr>
        <p:sp>
          <p:nvSpPr>
            <p:cNvPr id="17033" name="Google Shape;17033;p87"/>
            <p:cNvSpPr/>
            <p:nvPr/>
          </p:nvSpPr>
          <p:spPr>
            <a:xfrm>
              <a:off x="-3854375" y="2405000"/>
              <a:ext cx="294600" cy="293800"/>
            </a:xfrm>
            <a:custGeom>
              <a:avLst/>
              <a:gdLst/>
              <a:ahLst/>
              <a:cxnLst/>
              <a:rect l="l" t="t" r="r" b="b"/>
              <a:pathLst>
                <a:path w="11784" h="11752" extrusionOk="0">
                  <a:moveTo>
                    <a:pt x="6994" y="694"/>
                  </a:moveTo>
                  <a:lnTo>
                    <a:pt x="6994" y="1103"/>
                  </a:lnTo>
                  <a:cubicBezTo>
                    <a:pt x="6994" y="1261"/>
                    <a:pt x="7120" y="1387"/>
                    <a:pt x="7278" y="1418"/>
                  </a:cubicBezTo>
                  <a:cubicBezTo>
                    <a:pt x="7467" y="1481"/>
                    <a:pt x="7719" y="1576"/>
                    <a:pt x="7908" y="1702"/>
                  </a:cubicBezTo>
                  <a:cubicBezTo>
                    <a:pt x="7954" y="1736"/>
                    <a:pt x="8009" y="1750"/>
                    <a:pt x="8066" y="1750"/>
                  </a:cubicBezTo>
                  <a:cubicBezTo>
                    <a:pt x="8164" y="1750"/>
                    <a:pt x="8269" y="1710"/>
                    <a:pt x="8349" y="1670"/>
                  </a:cubicBezTo>
                  <a:lnTo>
                    <a:pt x="8664" y="1355"/>
                  </a:lnTo>
                  <a:lnTo>
                    <a:pt x="9137" y="1828"/>
                  </a:lnTo>
                  <a:lnTo>
                    <a:pt x="8822" y="2143"/>
                  </a:lnTo>
                  <a:cubicBezTo>
                    <a:pt x="8696" y="2269"/>
                    <a:pt x="8696" y="2426"/>
                    <a:pt x="8759" y="2584"/>
                  </a:cubicBezTo>
                  <a:cubicBezTo>
                    <a:pt x="8885" y="2773"/>
                    <a:pt x="8979" y="2962"/>
                    <a:pt x="9042" y="3214"/>
                  </a:cubicBezTo>
                  <a:cubicBezTo>
                    <a:pt x="9074" y="3372"/>
                    <a:pt x="9200" y="3466"/>
                    <a:pt x="9357" y="3466"/>
                  </a:cubicBezTo>
                  <a:lnTo>
                    <a:pt x="9798" y="3466"/>
                  </a:lnTo>
                  <a:lnTo>
                    <a:pt x="9798" y="4159"/>
                  </a:lnTo>
                  <a:lnTo>
                    <a:pt x="9357" y="4159"/>
                  </a:lnTo>
                  <a:cubicBezTo>
                    <a:pt x="9200" y="4159"/>
                    <a:pt x="9074" y="4222"/>
                    <a:pt x="9042" y="4380"/>
                  </a:cubicBezTo>
                  <a:cubicBezTo>
                    <a:pt x="9011" y="4569"/>
                    <a:pt x="8885" y="4821"/>
                    <a:pt x="8759" y="5010"/>
                  </a:cubicBezTo>
                  <a:cubicBezTo>
                    <a:pt x="8696" y="5136"/>
                    <a:pt x="8727" y="5325"/>
                    <a:pt x="8822" y="5451"/>
                  </a:cubicBezTo>
                  <a:lnTo>
                    <a:pt x="9137" y="5766"/>
                  </a:lnTo>
                  <a:lnTo>
                    <a:pt x="8664" y="6238"/>
                  </a:lnTo>
                  <a:lnTo>
                    <a:pt x="8349" y="5923"/>
                  </a:lnTo>
                  <a:cubicBezTo>
                    <a:pt x="8275" y="5850"/>
                    <a:pt x="8191" y="5819"/>
                    <a:pt x="8101" y="5819"/>
                  </a:cubicBezTo>
                  <a:cubicBezTo>
                    <a:pt x="8038" y="5819"/>
                    <a:pt x="7973" y="5834"/>
                    <a:pt x="7908" y="5860"/>
                  </a:cubicBezTo>
                  <a:cubicBezTo>
                    <a:pt x="7719" y="5986"/>
                    <a:pt x="7498" y="6081"/>
                    <a:pt x="7278" y="6144"/>
                  </a:cubicBezTo>
                  <a:cubicBezTo>
                    <a:pt x="7120" y="6175"/>
                    <a:pt x="6994" y="6301"/>
                    <a:pt x="6994" y="6459"/>
                  </a:cubicBezTo>
                  <a:lnTo>
                    <a:pt x="6994" y="6900"/>
                  </a:lnTo>
                  <a:lnTo>
                    <a:pt x="6333" y="6900"/>
                  </a:lnTo>
                  <a:lnTo>
                    <a:pt x="6333" y="6459"/>
                  </a:lnTo>
                  <a:cubicBezTo>
                    <a:pt x="6333" y="6301"/>
                    <a:pt x="6207" y="6207"/>
                    <a:pt x="6049" y="6144"/>
                  </a:cubicBezTo>
                  <a:cubicBezTo>
                    <a:pt x="5860" y="6112"/>
                    <a:pt x="5608" y="5986"/>
                    <a:pt x="5419" y="5860"/>
                  </a:cubicBezTo>
                  <a:cubicBezTo>
                    <a:pt x="5374" y="5838"/>
                    <a:pt x="5322" y="5828"/>
                    <a:pt x="5267" y="5828"/>
                  </a:cubicBezTo>
                  <a:cubicBezTo>
                    <a:pt x="5167" y="5828"/>
                    <a:pt x="5059" y="5862"/>
                    <a:pt x="4978" y="5923"/>
                  </a:cubicBezTo>
                  <a:lnTo>
                    <a:pt x="4663" y="6238"/>
                  </a:lnTo>
                  <a:lnTo>
                    <a:pt x="4190" y="5766"/>
                  </a:lnTo>
                  <a:lnTo>
                    <a:pt x="4505" y="5451"/>
                  </a:lnTo>
                  <a:cubicBezTo>
                    <a:pt x="4631" y="5325"/>
                    <a:pt x="4631" y="5167"/>
                    <a:pt x="4568" y="5010"/>
                  </a:cubicBezTo>
                  <a:cubicBezTo>
                    <a:pt x="4442" y="4821"/>
                    <a:pt x="4348" y="4632"/>
                    <a:pt x="4285" y="4380"/>
                  </a:cubicBezTo>
                  <a:cubicBezTo>
                    <a:pt x="4253" y="4254"/>
                    <a:pt x="4127" y="4159"/>
                    <a:pt x="4001" y="4159"/>
                  </a:cubicBezTo>
                  <a:lnTo>
                    <a:pt x="3529" y="4159"/>
                  </a:lnTo>
                  <a:lnTo>
                    <a:pt x="3529" y="3466"/>
                  </a:lnTo>
                  <a:lnTo>
                    <a:pt x="3970" y="3466"/>
                  </a:lnTo>
                  <a:cubicBezTo>
                    <a:pt x="4127" y="3466"/>
                    <a:pt x="4253" y="3372"/>
                    <a:pt x="4285" y="3214"/>
                  </a:cubicBezTo>
                  <a:cubicBezTo>
                    <a:pt x="4316" y="2993"/>
                    <a:pt x="4442" y="2773"/>
                    <a:pt x="4568" y="2584"/>
                  </a:cubicBezTo>
                  <a:cubicBezTo>
                    <a:pt x="4631" y="2458"/>
                    <a:pt x="4600" y="2269"/>
                    <a:pt x="4505" y="2143"/>
                  </a:cubicBezTo>
                  <a:lnTo>
                    <a:pt x="4190" y="1828"/>
                  </a:lnTo>
                  <a:lnTo>
                    <a:pt x="4663" y="1355"/>
                  </a:lnTo>
                  <a:lnTo>
                    <a:pt x="4978" y="1670"/>
                  </a:lnTo>
                  <a:cubicBezTo>
                    <a:pt x="5046" y="1738"/>
                    <a:pt x="5122" y="1769"/>
                    <a:pt x="5203" y="1769"/>
                  </a:cubicBezTo>
                  <a:cubicBezTo>
                    <a:pt x="5273" y="1769"/>
                    <a:pt x="5346" y="1746"/>
                    <a:pt x="5419" y="1702"/>
                  </a:cubicBezTo>
                  <a:cubicBezTo>
                    <a:pt x="5608" y="1576"/>
                    <a:pt x="5829" y="1513"/>
                    <a:pt x="6049" y="1418"/>
                  </a:cubicBezTo>
                  <a:cubicBezTo>
                    <a:pt x="6207" y="1387"/>
                    <a:pt x="6333" y="1261"/>
                    <a:pt x="6333" y="1103"/>
                  </a:cubicBezTo>
                  <a:lnTo>
                    <a:pt x="6333" y="694"/>
                  </a:lnTo>
                  <a:close/>
                  <a:moveTo>
                    <a:pt x="10964" y="4821"/>
                  </a:moveTo>
                  <a:lnTo>
                    <a:pt x="9830" y="8255"/>
                  </a:lnTo>
                  <a:lnTo>
                    <a:pt x="2773" y="8255"/>
                  </a:lnTo>
                  <a:lnTo>
                    <a:pt x="2143" y="4821"/>
                  </a:lnTo>
                  <a:lnTo>
                    <a:pt x="3686" y="4821"/>
                  </a:lnTo>
                  <a:cubicBezTo>
                    <a:pt x="3718" y="4947"/>
                    <a:pt x="3781" y="5010"/>
                    <a:pt x="3812" y="5136"/>
                  </a:cubicBezTo>
                  <a:lnTo>
                    <a:pt x="3466" y="5482"/>
                  </a:lnTo>
                  <a:cubicBezTo>
                    <a:pt x="3340" y="5608"/>
                    <a:pt x="3340" y="5829"/>
                    <a:pt x="3466" y="5955"/>
                  </a:cubicBezTo>
                  <a:lnTo>
                    <a:pt x="4442" y="6932"/>
                  </a:lnTo>
                  <a:cubicBezTo>
                    <a:pt x="4505" y="6995"/>
                    <a:pt x="4592" y="7026"/>
                    <a:pt x="4679" y="7026"/>
                  </a:cubicBezTo>
                  <a:cubicBezTo>
                    <a:pt x="4765" y="7026"/>
                    <a:pt x="4852" y="6995"/>
                    <a:pt x="4915" y="6932"/>
                  </a:cubicBezTo>
                  <a:lnTo>
                    <a:pt x="5262" y="6585"/>
                  </a:lnTo>
                  <a:cubicBezTo>
                    <a:pt x="5356" y="6617"/>
                    <a:pt x="5451" y="6680"/>
                    <a:pt x="5577" y="6711"/>
                  </a:cubicBezTo>
                  <a:lnTo>
                    <a:pt x="5577" y="7215"/>
                  </a:lnTo>
                  <a:cubicBezTo>
                    <a:pt x="5577" y="7404"/>
                    <a:pt x="5734" y="7562"/>
                    <a:pt x="5923" y="7562"/>
                  </a:cubicBezTo>
                  <a:lnTo>
                    <a:pt x="7309" y="7562"/>
                  </a:lnTo>
                  <a:cubicBezTo>
                    <a:pt x="7498" y="7562"/>
                    <a:pt x="7656" y="7404"/>
                    <a:pt x="7656" y="7215"/>
                  </a:cubicBezTo>
                  <a:lnTo>
                    <a:pt x="7656" y="6711"/>
                  </a:lnTo>
                  <a:cubicBezTo>
                    <a:pt x="7782" y="6680"/>
                    <a:pt x="7876" y="6617"/>
                    <a:pt x="7971" y="6585"/>
                  </a:cubicBezTo>
                  <a:lnTo>
                    <a:pt x="8349" y="6932"/>
                  </a:lnTo>
                  <a:cubicBezTo>
                    <a:pt x="8396" y="6995"/>
                    <a:pt x="8483" y="7026"/>
                    <a:pt x="8574" y="7026"/>
                  </a:cubicBezTo>
                  <a:cubicBezTo>
                    <a:pt x="8664" y="7026"/>
                    <a:pt x="8759" y="6995"/>
                    <a:pt x="8822" y="6932"/>
                  </a:cubicBezTo>
                  <a:lnTo>
                    <a:pt x="9798" y="5955"/>
                  </a:lnTo>
                  <a:cubicBezTo>
                    <a:pt x="9924" y="5829"/>
                    <a:pt x="9924" y="5608"/>
                    <a:pt x="9798" y="5482"/>
                  </a:cubicBezTo>
                  <a:lnTo>
                    <a:pt x="9452" y="5136"/>
                  </a:lnTo>
                  <a:cubicBezTo>
                    <a:pt x="9483" y="5041"/>
                    <a:pt x="9515" y="4947"/>
                    <a:pt x="9546" y="4821"/>
                  </a:cubicBezTo>
                  <a:close/>
                  <a:moveTo>
                    <a:pt x="3907" y="10334"/>
                  </a:moveTo>
                  <a:cubicBezTo>
                    <a:pt x="4096" y="10366"/>
                    <a:pt x="4253" y="10523"/>
                    <a:pt x="4253" y="10681"/>
                  </a:cubicBezTo>
                  <a:cubicBezTo>
                    <a:pt x="4253" y="10870"/>
                    <a:pt x="4096" y="11027"/>
                    <a:pt x="3907" y="11027"/>
                  </a:cubicBezTo>
                  <a:cubicBezTo>
                    <a:pt x="3686" y="11027"/>
                    <a:pt x="3529" y="10870"/>
                    <a:pt x="3529" y="10681"/>
                  </a:cubicBezTo>
                  <a:cubicBezTo>
                    <a:pt x="3529" y="10492"/>
                    <a:pt x="3686" y="10334"/>
                    <a:pt x="3907" y="10334"/>
                  </a:cubicBezTo>
                  <a:close/>
                  <a:moveTo>
                    <a:pt x="8664" y="10334"/>
                  </a:moveTo>
                  <a:cubicBezTo>
                    <a:pt x="8853" y="10366"/>
                    <a:pt x="9011" y="10523"/>
                    <a:pt x="9011" y="10681"/>
                  </a:cubicBezTo>
                  <a:cubicBezTo>
                    <a:pt x="9011" y="10870"/>
                    <a:pt x="8853" y="11027"/>
                    <a:pt x="8664" y="11027"/>
                  </a:cubicBezTo>
                  <a:cubicBezTo>
                    <a:pt x="8444" y="11027"/>
                    <a:pt x="8286" y="10870"/>
                    <a:pt x="8286" y="10681"/>
                  </a:cubicBezTo>
                  <a:cubicBezTo>
                    <a:pt x="8286" y="10492"/>
                    <a:pt x="8444" y="10334"/>
                    <a:pt x="8664" y="10334"/>
                  </a:cubicBezTo>
                  <a:close/>
                  <a:moveTo>
                    <a:pt x="5892" y="0"/>
                  </a:moveTo>
                  <a:cubicBezTo>
                    <a:pt x="5703" y="0"/>
                    <a:pt x="5545" y="158"/>
                    <a:pt x="5545" y="379"/>
                  </a:cubicBezTo>
                  <a:lnTo>
                    <a:pt x="5545" y="883"/>
                  </a:lnTo>
                  <a:cubicBezTo>
                    <a:pt x="5419" y="914"/>
                    <a:pt x="5356" y="946"/>
                    <a:pt x="5230" y="1009"/>
                  </a:cubicBezTo>
                  <a:lnTo>
                    <a:pt x="4883" y="631"/>
                  </a:lnTo>
                  <a:cubicBezTo>
                    <a:pt x="4820" y="583"/>
                    <a:pt x="4734" y="560"/>
                    <a:pt x="4647" y="560"/>
                  </a:cubicBezTo>
                  <a:cubicBezTo>
                    <a:pt x="4561" y="560"/>
                    <a:pt x="4474" y="583"/>
                    <a:pt x="4411" y="631"/>
                  </a:cubicBezTo>
                  <a:lnTo>
                    <a:pt x="3434" y="1639"/>
                  </a:lnTo>
                  <a:cubicBezTo>
                    <a:pt x="3308" y="1733"/>
                    <a:pt x="3308" y="1985"/>
                    <a:pt x="3434" y="2111"/>
                  </a:cubicBezTo>
                  <a:lnTo>
                    <a:pt x="3781" y="2458"/>
                  </a:lnTo>
                  <a:cubicBezTo>
                    <a:pt x="3718" y="2521"/>
                    <a:pt x="3686" y="2647"/>
                    <a:pt x="3655" y="2773"/>
                  </a:cubicBezTo>
                  <a:lnTo>
                    <a:pt x="3151" y="2773"/>
                  </a:lnTo>
                  <a:cubicBezTo>
                    <a:pt x="2930" y="2773"/>
                    <a:pt x="2773" y="2930"/>
                    <a:pt x="2773" y="3119"/>
                  </a:cubicBezTo>
                  <a:lnTo>
                    <a:pt x="2773" y="4159"/>
                  </a:lnTo>
                  <a:lnTo>
                    <a:pt x="1985" y="4159"/>
                  </a:lnTo>
                  <a:lnTo>
                    <a:pt x="1765" y="2930"/>
                  </a:lnTo>
                  <a:cubicBezTo>
                    <a:pt x="1670" y="2458"/>
                    <a:pt x="1197" y="2111"/>
                    <a:pt x="693" y="2111"/>
                  </a:cubicBezTo>
                  <a:lnTo>
                    <a:pt x="347" y="2111"/>
                  </a:lnTo>
                  <a:cubicBezTo>
                    <a:pt x="158" y="2111"/>
                    <a:pt x="0" y="2269"/>
                    <a:pt x="0" y="2458"/>
                  </a:cubicBezTo>
                  <a:cubicBezTo>
                    <a:pt x="0" y="2647"/>
                    <a:pt x="158" y="2804"/>
                    <a:pt x="347" y="2804"/>
                  </a:cubicBezTo>
                  <a:lnTo>
                    <a:pt x="693" y="2804"/>
                  </a:lnTo>
                  <a:cubicBezTo>
                    <a:pt x="882" y="2804"/>
                    <a:pt x="1103" y="2930"/>
                    <a:pt x="1103" y="3088"/>
                  </a:cubicBezTo>
                  <a:lnTo>
                    <a:pt x="2080" y="8570"/>
                  </a:lnTo>
                  <a:cubicBezTo>
                    <a:pt x="1891" y="8759"/>
                    <a:pt x="1765" y="9042"/>
                    <a:pt x="1765" y="9357"/>
                  </a:cubicBezTo>
                  <a:cubicBezTo>
                    <a:pt x="1765" y="9861"/>
                    <a:pt x="2143" y="10366"/>
                    <a:pt x="2867" y="10366"/>
                  </a:cubicBezTo>
                  <a:cubicBezTo>
                    <a:pt x="2836" y="10492"/>
                    <a:pt x="2836" y="10618"/>
                    <a:pt x="2836" y="10712"/>
                  </a:cubicBezTo>
                  <a:cubicBezTo>
                    <a:pt x="2836" y="11279"/>
                    <a:pt x="3308" y="11752"/>
                    <a:pt x="3844" y="11752"/>
                  </a:cubicBezTo>
                  <a:cubicBezTo>
                    <a:pt x="4411" y="11752"/>
                    <a:pt x="4883" y="11279"/>
                    <a:pt x="4883" y="10712"/>
                  </a:cubicBezTo>
                  <a:cubicBezTo>
                    <a:pt x="4883" y="10618"/>
                    <a:pt x="4820" y="10492"/>
                    <a:pt x="4820" y="10366"/>
                  </a:cubicBezTo>
                  <a:lnTo>
                    <a:pt x="7719" y="10366"/>
                  </a:lnTo>
                  <a:cubicBezTo>
                    <a:pt x="7656" y="10492"/>
                    <a:pt x="7656" y="10618"/>
                    <a:pt x="7656" y="10712"/>
                  </a:cubicBezTo>
                  <a:cubicBezTo>
                    <a:pt x="7656" y="11279"/>
                    <a:pt x="8129" y="11752"/>
                    <a:pt x="8696" y="11752"/>
                  </a:cubicBezTo>
                  <a:cubicBezTo>
                    <a:pt x="9231" y="11752"/>
                    <a:pt x="9735" y="11279"/>
                    <a:pt x="9735" y="10712"/>
                  </a:cubicBezTo>
                  <a:cubicBezTo>
                    <a:pt x="9735" y="10618"/>
                    <a:pt x="9672" y="10492"/>
                    <a:pt x="9672" y="10366"/>
                  </a:cubicBezTo>
                  <a:lnTo>
                    <a:pt x="10082" y="10366"/>
                  </a:lnTo>
                  <a:cubicBezTo>
                    <a:pt x="10271" y="10366"/>
                    <a:pt x="10428" y="10208"/>
                    <a:pt x="10428" y="10019"/>
                  </a:cubicBezTo>
                  <a:cubicBezTo>
                    <a:pt x="10428" y="9830"/>
                    <a:pt x="10271" y="9672"/>
                    <a:pt x="10082" y="9672"/>
                  </a:cubicBezTo>
                  <a:lnTo>
                    <a:pt x="2867" y="9672"/>
                  </a:lnTo>
                  <a:cubicBezTo>
                    <a:pt x="2678" y="9672"/>
                    <a:pt x="2521" y="9515"/>
                    <a:pt x="2521" y="9294"/>
                  </a:cubicBezTo>
                  <a:cubicBezTo>
                    <a:pt x="2521" y="9137"/>
                    <a:pt x="2678" y="8948"/>
                    <a:pt x="2867" y="8948"/>
                  </a:cubicBezTo>
                  <a:lnTo>
                    <a:pt x="10082" y="8948"/>
                  </a:lnTo>
                  <a:cubicBezTo>
                    <a:pt x="10239" y="8948"/>
                    <a:pt x="10334" y="8885"/>
                    <a:pt x="10397" y="8727"/>
                  </a:cubicBezTo>
                  <a:lnTo>
                    <a:pt x="11720" y="4663"/>
                  </a:lnTo>
                  <a:cubicBezTo>
                    <a:pt x="11783" y="4537"/>
                    <a:pt x="11720" y="4411"/>
                    <a:pt x="11689" y="4348"/>
                  </a:cubicBezTo>
                  <a:cubicBezTo>
                    <a:pt x="11563" y="4191"/>
                    <a:pt x="11405" y="4191"/>
                    <a:pt x="11279" y="4191"/>
                  </a:cubicBezTo>
                  <a:lnTo>
                    <a:pt x="10397" y="4191"/>
                  </a:lnTo>
                  <a:lnTo>
                    <a:pt x="10397" y="3119"/>
                  </a:lnTo>
                  <a:cubicBezTo>
                    <a:pt x="10397" y="2930"/>
                    <a:pt x="10239" y="2773"/>
                    <a:pt x="10019" y="2773"/>
                  </a:cubicBezTo>
                  <a:lnTo>
                    <a:pt x="9515" y="2773"/>
                  </a:lnTo>
                  <a:cubicBezTo>
                    <a:pt x="9483" y="2647"/>
                    <a:pt x="9452" y="2584"/>
                    <a:pt x="9389" y="2458"/>
                  </a:cubicBezTo>
                  <a:lnTo>
                    <a:pt x="9767" y="2080"/>
                  </a:lnTo>
                  <a:cubicBezTo>
                    <a:pt x="9861" y="1985"/>
                    <a:pt x="9861" y="1733"/>
                    <a:pt x="9767" y="1607"/>
                  </a:cubicBezTo>
                  <a:lnTo>
                    <a:pt x="8759" y="631"/>
                  </a:lnTo>
                  <a:cubicBezTo>
                    <a:pt x="8711" y="568"/>
                    <a:pt x="8625" y="536"/>
                    <a:pt x="8534" y="536"/>
                  </a:cubicBezTo>
                  <a:cubicBezTo>
                    <a:pt x="8444" y="536"/>
                    <a:pt x="8349" y="568"/>
                    <a:pt x="8286" y="631"/>
                  </a:cubicBezTo>
                  <a:lnTo>
                    <a:pt x="7939" y="1009"/>
                  </a:lnTo>
                  <a:cubicBezTo>
                    <a:pt x="7876" y="946"/>
                    <a:pt x="7750" y="914"/>
                    <a:pt x="7624" y="883"/>
                  </a:cubicBezTo>
                  <a:lnTo>
                    <a:pt x="7624" y="379"/>
                  </a:lnTo>
                  <a:cubicBezTo>
                    <a:pt x="7624" y="158"/>
                    <a:pt x="7467" y="0"/>
                    <a:pt x="72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4" name="Google Shape;17034;p87"/>
            <p:cNvSpPr/>
            <p:nvPr/>
          </p:nvSpPr>
          <p:spPr>
            <a:xfrm>
              <a:off x="-3731500" y="2458550"/>
              <a:ext cx="84300" cy="84300"/>
            </a:xfrm>
            <a:custGeom>
              <a:avLst/>
              <a:gdLst/>
              <a:ahLst/>
              <a:cxnLst/>
              <a:rect l="l" t="t" r="r" b="b"/>
              <a:pathLst>
                <a:path w="3372" h="3372" extrusionOk="0">
                  <a:moveTo>
                    <a:pt x="1701" y="631"/>
                  </a:moveTo>
                  <a:cubicBezTo>
                    <a:pt x="2237" y="631"/>
                    <a:pt x="2709" y="1103"/>
                    <a:pt x="2709" y="1639"/>
                  </a:cubicBezTo>
                  <a:cubicBezTo>
                    <a:pt x="2709" y="2206"/>
                    <a:pt x="2237" y="2679"/>
                    <a:pt x="1701" y="2679"/>
                  </a:cubicBezTo>
                  <a:cubicBezTo>
                    <a:pt x="1134" y="2679"/>
                    <a:pt x="662" y="2206"/>
                    <a:pt x="662" y="1639"/>
                  </a:cubicBezTo>
                  <a:cubicBezTo>
                    <a:pt x="662" y="1103"/>
                    <a:pt x="1134" y="631"/>
                    <a:pt x="1701" y="631"/>
                  </a:cubicBezTo>
                  <a:close/>
                  <a:moveTo>
                    <a:pt x="1701" y="1"/>
                  </a:moveTo>
                  <a:cubicBezTo>
                    <a:pt x="756" y="1"/>
                    <a:pt x="0" y="725"/>
                    <a:pt x="0" y="1702"/>
                  </a:cubicBezTo>
                  <a:cubicBezTo>
                    <a:pt x="0" y="2647"/>
                    <a:pt x="756" y="3372"/>
                    <a:pt x="1701" y="3372"/>
                  </a:cubicBezTo>
                  <a:cubicBezTo>
                    <a:pt x="2646" y="3372"/>
                    <a:pt x="3371" y="2647"/>
                    <a:pt x="3371" y="1702"/>
                  </a:cubicBezTo>
                  <a:cubicBezTo>
                    <a:pt x="3371" y="725"/>
                    <a:pt x="2646"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35" name="Google Shape;17035;p87"/>
          <p:cNvGrpSpPr/>
          <p:nvPr/>
        </p:nvGrpSpPr>
        <p:grpSpPr>
          <a:xfrm>
            <a:off x="6905282" y="3546451"/>
            <a:ext cx="561061" cy="564044"/>
            <a:chOff x="-3852025" y="2764950"/>
            <a:chExt cx="291450" cy="293000"/>
          </a:xfrm>
        </p:grpSpPr>
        <p:sp>
          <p:nvSpPr>
            <p:cNvPr id="17036" name="Google Shape;17036;p87"/>
            <p:cNvSpPr/>
            <p:nvPr/>
          </p:nvSpPr>
          <p:spPr>
            <a:xfrm>
              <a:off x="-3852025" y="2764950"/>
              <a:ext cx="291450" cy="293000"/>
            </a:xfrm>
            <a:custGeom>
              <a:avLst/>
              <a:gdLst/>
              <a:ahLst/>
              <a:cxnLst/>
              <a:rect l="l" t="t" r="r" b="b"/>
              <a:pathLst>
                <a:path w="11658" h="11720" extrusionOk="0">
                  <a:moveTo>
                    <a:pt x="4380" y="693"/>
                  </a:moveTo>
                  <a:cubicBezTo>
                    <a:pt x="6774" y="693"/>
                    <a:pt x="8161" y="1355"/>
                    <a:pt x="8161" y="1733"/>
                  </a:cubicBezTo>
                  <a:cubicBezTo>
                    <a:pt x="8161" y="2080"/>
                    <a:pt x="6774" y="2741"/>
                    <a:pt x="4380" y="2741"/>
                  </a:cubicBezTo>
                  <a:cubicBezTo>
                    <a:pt x="1986" y="2741"/>
                    <a:pt x="599" y="2080"/>
                    <a:pt x="599" y="1733"/>
                  </a:cubicBezTo>
                  <a:cubicBezTo>
                    <a:pt x="631" y="1355"/>
                    <a:pt x="2017" y="693"/>
                    <a:pt x="4380" y="693"/>
                  </a:cubicBezTo>
                  <a:close/>
                  <a:moveTo>
                    <a:pt x="8224" y="2710"/>
                  </a:moveTo>
                  <a:lnTo>
                    <a:pt x="8224" y="4190"/>
                  </a:lnTo>
                  <a:lnTo>
                    <a:pt x="7845" y="4190"/>
                  </a:lnTo>
                  <a:cubicBezTo>
                    <a:pt x="7815" y="4189"/>
                    <a:pt x="7784" y="4189"/>
                    <a:pt x="7753" y="4189"/>
                  </a:cubicBezTo>
                  <a:cubicBezTo>
                    <a:pt x="6625" y="4189"/>
                    <a:pt x="5622" y="4748"/>
                    <a:pt x="4947" y="5545"/>
                  </a:cubicBezTo>
                  <a:cubicBezTo>
                    <a:pt x="4743" y="5555"/>
                    <a:pt x="4544" y="5560"/>
                    <a:pt x="4352" y="5560"/>
                  </a:cubicBezTo>
                  <a:cubicBezTo>
                    <a:pt x="2081" y="5560"/>
                    <a:pt x="662" y="4912"/>
                    <a:pt x="662" y="4505"/>
                  </a:cubicBezTo>
                  <a:lnTo>
                    <a:pt x="662" y="2710"/>
                  </a:lnTo>
                  <a:cubicBezTo>
                    <a:pt x="1639" y="3308"/>
                    <a:pt x="3246" y="3466"/>
                    <a:pt x="4443" y="3466"/>
                  </a:cubicBezTo>
                  <a:cubicBezTo>
                    <a:pt x="5577" y="3466"/>
                    <a:pt x="7215" y="3308"/>
                    <a:pt x="8224" y="2710"/>
                  </a:cubicBezTo>
                  <a:close/>
                  <a:moveTo>
                    <a:pt x="631" y="5514"/>
                  </a:moveTo>
                  <a:cubicBezTo>
                    <a:pt x="1639" y="6081"/>
                    <a:pt x="3309" y="6238"/>
                    <a:pt x="4474" y="6238"/>
                  </a:cubicBezTo>
                  <a:cubicBezTo>
                    <a:pt x="4222" y="6711"/>
                    <a:pt x="4065" y="7309"/>
                    <a:pt x="4065" y="7939"/>
                  </a:cubicBezTo>
                  <a:lnTo>
                    <a:pt x="4065" y="8286"/>
                  </a:lnTo>
                  <a:cubicBezTo>
                    <a:pt x="1860" y="8223"/>
                    <a:pt x="631" y="7624"/>
                    <a:pt x="631" y="7278"/>
                  </a:cubicBezTo>
                  <a:lnTo>
                    <a:pt x="631" y="5514"/>
                  </a:lnTo>
                  <a:close/>
                  <a:moveTo>
                    <a:pt x="631" y="8223"/>
                  </a:moveTo>
                  <a:cubicBezTo>
                    <a:pt x="1576" y="8759"/>
                    <a:pt x="3120" y="8979"/>
                    <a:pt x="4222" y="8979"/>
                  </a:cubicBezTo>
                  <a:cubicBezTo>
                    <a:pt x="4474" y="9798"/>
                    <a:pt x="4947" y="10460"/>
                    <a:pt x="5609" y="10964"/>
                  </a:cubicBezTo>
                  <a:cubicBezTo>
                    <a:pt x="5199" y="11005"/>
                    <a:pt x="4802" y="11024"/>
                    <a:pt x="4424" y="11024"/>
                  </a:cubicBezTo>
                  <a:cubicBezTo>
                    <a:pt x="2216" y="11024"/>
                    <a:pt x="631" y="10391"/>
                    <a:pt x="631" y="9987"/>
                  </a:cubicBezTo>
                  <a:lnTo>
                    <a:pt x="631" y="8223"/>
                  </a:lnTo>
                  <a:close/>
                  <a:moveTo>
                    <a:pt x="7814" y="4852"/>
                  </a:moveTo>
                  <a:cubicBezTo>
                    <a:pt x="9515" y="4852"/>
                    <a:pt x="10933" y="6238"/>
                    <a:pt x="10933" y="7939"/>
                  </a:cubicBezTo>
                  <a:cubicBezTo>
                    <a:pt x="10964" y="9641"/>
                    <a:pt x="9547" y="11027"/>
                    <a:pt x="7814" y="11027"/>
                  </a:cubicBezTo>
                  <a:cubicBezTo>
                    <a:pt x="6113" y="11027"/>
                    <a:pt x="4726" y="9641"/>
                    <a:pt x="4726" y="7939"/>
                  </a:cubicBezTo>
                  <a:cubicBezTo>
                    <a:pt x="4726" y="6238"/>
                    <a:pt x="6113" y="4852"/>
                    <a:pt x="7814" y="4852"/>
                  </a:cubicBezTo>
                  <a:close/>
                  <a:moveTo>
                    <a:pt x="4411" y="0"/>
                  </a:moveTo>
                  <a:cubicBezTo>
                    <a:pt x="3277" y="0"/>
                    <a:pt x="2206" y="158"/>
                    <a:pt x="1418" y="410"/>
                  </a:cubicBezTo>
                  <a:cubicBezTo>
                    <a:pt x="253" y="819"/>
                    <a:pt x="1" y="1323"/>
                    <a:pt x="1" y="1733"/>
                  </a:cubicBezTo>
                  <a:lnTo>
                    <a:pt x="1" y="9987"/>
                  </a:lnTo>
                  <a:cubicBezTo>
                    <a:pt x="1" y="10334"/>
                    <a:pt x="253" y="10901"/>
                    <a:pt x="1418" y="11279"/>
                  </a:cubicBezTo>
                  <a:cubicBezTo>
                    <a:pt x="2269" y="11562"/>
                    <a:pt x="3309" y="11720"/>
                    <a:pt x="4411" y="11720"/>
                  </a:cubicBezTo>
                  <a:cubicBezTo>
                    <a:pt x="5199" y="11720"/>
                    <a:pt x="5955" y="11657"/>
                    <a:pt x="6617" y="11531"/>
                  </a:cubicBezTo>
                  <a:cubicBezTo>
                    <a:pt x="7026" y="11657"/>
                    <a:pt x="7404" y="11720"/>
                    <a:pt x="7845" y="11720"/>
                  </a:cubicBezTo>
                  <a:cubicBezTo>
                    <a:pt x="9925" y="11720"/>
                    <a:pt x="11658" y="10019"/>
                    <a:pt x="11658" y="7939"/>
                  </a:cubicBezTo>
                  <a:cubicBezTo>
                    <a:pt x="11626" y="6175"/>
                    <a:pt x="10397" y="4757"/>
                    <a:pt x="8822" y="4316"/>
                  </a:cubicBezTo>
                  <a:lnTo>
                    <a:pt x="8822" y="1733"/>
                  </a:lnTo>
                  <a:cubicBezTo>
                    <a:pt x="8822" y="1355"/>
                    <a:pt x="8602" y="819"/>
                    <a:pt x="7404" y="410"/>
                  </a:cubicBezTo>
                  <a:cubicBezTo>
                    <a:pt x="6585" y="158"/>
                    <a:pt x="5514" y="0"/>
                    <a:pt x="44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7" name="Google Shape;17037;p87"/>
            <p:cNvSpPr/>
            <p:nvPr/>
          </p:nvSpPr>
          <p:spPr>
            <a:xfrm>
              <a:off x="-3707100" y="2937425"/>
              <a:ext cx="103200" cy="67775"/>
            </a:xfrm>
            <a:custGeom>
              <a:avLst/>
              <a:gdLst/>
              <a:ahLst/>
              <a:cxnLst/>
              <a:rect l="l" t="t" r="r" b="b"/>
              <a:pathLst>
                <a:path w="4128" h="2711" extrusionOk="0">
                  <a:moveTo>
                    <a:pt x="3785" y="1"/>
                  </a:moveTo>
                  <a:cubicBezTo>
                    <a:pt x="3695" y="1"/>
                    <a:pt x="3608" y="32"/>
                    <a:pt x="3561" y="95"/>
                  </a:cubicBezTo>
                  <a:lnTo>
                    <a:pt x="1733" y="1923"/>
                  </a:lnTo>
                  <a:lnTo>
                    <a:pt x="599" y="757"/>
                  </a:lnTo>
                  <a:cubicBezTo>
                    <a:pt x="536" y="710"/>
                    <a:pt x="450" y="686"/>
                    <a:pt x="363" y="686"/>
                  </a:cubicBezTo>
                  <a:cubicBezTo>
                    <a:pt x="276" y="686"/>
                    <a:pt x="190" y="710"/>
                    <a:pt x="127" y="757"/>
                  </a:cubicBezTo>
                  <a:cubicBezTo>
                    <a:pt x="1" y="883"/>
                    <a:pt x="1" y="1135"/>
                    <a:pt x="127" y="1229"/>
                  </a:cubicBezTo>
                  <a:lnTo>
                    <a:pt x="1513" y="2616"/>
                  </a:lnTo>
                  <a:cubicBezTo>
                    <a:pt x="1560" y="2679"/>
                    <a:pt x="1647" y="2710"/>
                    <a:pt x="1737" y="2710"/>
                  </a:cubicBezTo>
                  <a:cubicBezTo>
                    <a:pt x="1828" y="2710"/>
                    <a:pt x="1922" y="2679"/>
                    <a:pt x="1985" y="2616"/>
                  </a:cubicBezTo>
                  <a:lnTo>
                    <a:pt x="4033" y="568"/>
                  </a:lnTo>
                  <a:cubicBezTo>
                    <a:pt x="4128" y="442"/>
                    <a:pt x="4128" y="221"/>
                    <a:pt x="4033" y="95"/>
                  </a:cubicBezTo>
                  <a:cubicBezTo>
                    <a:pt x="3970" y="32"/>
                    <a:pt x="3876" y="1"/>
                    <a:pt x="37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38" name="Google Shape;17038;p87"/>
          <p:cNvSpPr/>
          <p:nvPr/>
        </p:nvSpPr>
        <p:spPr>
          <a:xfrm>
            <a:off x="10534655" y="2242338"/>
            <a:ext cx="562552" cy="426065"/>
          </a:xfrm>
          <a:custGeom>
            <a:avLst/>
            <a:gdLst/>
            <a:ahLst/>
            <a:cxnLst/>
            <a:rect l="l" t="t" r="r" b="b"/>
            <a:pathLst>
              <a:path w="11689" h="8853" extrusionOk="0">
                <a:moveTo>
                  <a:pt x="1040" y="2709"/>
                </a:moveTo>
                <a:cubicBezTo>
                  <a:pt x="1229" y="2709"/>
                  <a:pt x="1386" y="2867"/>
                  <a:pt x="1386" y="3056"/>
                </a:cubicBezTo>
                <a:lnTo>
                  <a:pt x="1386" y="5828"/>
                </a:lnTo>
                <a:cubicBezTo>
                  <a:pt x="1386" y="6017"/>
                  <a:pt x="1229" y="6175"/>
                  <a:pt x="1040" y="6175"/>
                </a:cubicBezTo>
                <a:cubicBezTo>
                  <a:pt x="819" y="6175"/>
                  <a:pt x="662" y="6017"/>
                  <a:pt x="662" y="5828"/>
                </a:cubicBezTo>
                <a:lnTo>
                  <a:pt x="662" y="3056"/>
                </a:lnTo>
                <a:cubicBezTo>
                  <a:pt x="662" y="2867"/>
                  <a:pt x="819" y="2709"/>
                  <a:pt x="1040" y="2709"/>
                </a:cubicBezTo>
                <a:close/>
                <a:moveTo>
                  <a:pt x="9641" y="1449"/>
                </a:moveTo>
                <a:lnTo>
                  <a:pt x="9641" y="7435"/>
                </a:lnTo>
                <a:lnTo>
                  <a:pt x="2079" y="5545"/>
                </a:lnTo>
                <a:lnTo>
                  <a:pt x="2079" y="3340"/>
                </a:lnTo>
                <a:lnTo>
                  <a:pt x="9641" y="1449"/>
                </a:lnTo>
                <a:close/>
                <a:moveTo>
                  <a:pt x="3466" y="6616"/>
                </a:moveTo>
                <a:lnTo>
                  <a:pt x="6112" y="7278"/>
                </a:lnTo>
                <a:cubicBezTo>
                  <a:pt x="5954" y="7845"/>
                  <a:pt x="5450" y="8223"/>
                  <a:pt x="4820" y="8223"/>
                </a:cubicBezTo>
                <a:cubicBezTo>
                  <a:pt x="4064" y="8223"/>
                  <a:pt x="3434" y="7593"/>
                  <a:pt x="3434" y="6837"/>
                </a:cubicBezTo>
                <a:cubicBezTo>
                  <a:pt x="3434" y="6774"/>
                  <a:pt x="3434" y="6679"/>
                  <a:pt x="3466" y="6616"/>
                </a:cubicBezTo>
                <a:close/>
                <a:moveTo>
                  <a:pt x="10680" y="662"/>
                </a:moveTo>
                <a:cubicBezTo>
                  <a:pt x="10869" y="662"/>
                  <a:pt x="11027" y="819"/>
                  <a:pt x="11027" y="1008"/>
                </a:cubicBezTo>
                <a:lnTo>
                  <a:pt x="11027" y="7876"/>
                </a:lnTo>
                <a:cubicBezTo>
                  <a:pt x="11027" y="8065"/>
                  <a:pt x="10869" y="8223"/>
                  <a:pt x="10680" y="8223"/>
                </a:cubicBezTo>
                <a:cubicBezTo>
                  <a:pt x="10491" y="8223"/>
                  <a:pt x="10334" y="8065"/>
                  <a:pt x="10334" y="7876"/>
                </a:cubicBezTo>
                <a:lnTo>
                  <a:pt x="10334" y="1008"/>
                </a:lnTo>
                <a:cubicBezTo>
                  <a:pt x="10334" y="819"/>
                  <a:pt x="10491" y="662"/>
                  <a:pt x="10680" y="662"/>
                </a:cubicBezTo>
                <a:close/>
                <a:moveTo>
                  <a:pt x="10680" y="0"/>
                </a:moveTo>
                <a:cubicBezTo>
                  <a:pt x="10208" y="0"/>
                  <a:pt x="9798" y="315"/>
                  <a:pt x="9704" y="756"/>
                </a:cubicBezTo>
                <a:lnTo>
                  <a:pt x="1985" y="2678"/>
                </a:lnTo>
                <a:cubicBezTo>
                  <a:pt x="1827" y="2331"/>
                  <a:pt x="1449" y="2048"/>
                  <a:pt x="1040" y="2048"/>
                </a:cubicBezTo>
                <a:cubicBezTo>
                  <a:pt x="473" y="2048"/>
                  <a:pt x="0" y="2520"/>
                  <a:pt x="0" y="3056"/>
                </a:cubicBezTo>
                <a:lnTo>
                  <a:pt x="0" y="5828"/>
                </a:lnTo>
                <a:cubicBezTo>
                  <a:pt x="0" y="6364"/>
                  <a:pt x="473" y="6837"/>
                  <a:pt x="1040" y="6837"/>
                </a:cubicBezTo>
                <a:cubicBezTo>
                  <a:pt x="1449" y="6837"/>
                  <a:pt x="1827" y="6616"/>
                  <a:pt x="1985" y="6206"/>
                </a:cubicBezTo>
                <a:lnTo>
                  <a:pt x="2804" y="6427"/>
                </a:lnTo>
                <a:cubicBezTo>
                  <a:pt x="2772" y="6522"/>
                  <a:pt x="2772" y="6679"/>
                  <a:pt x="2772" y="6805"/>
                </a:cubicBezTo>
                <a:cubicBezTo>
                  <a:pt x="2772" y="7939"/>
                  <a:pt x="3655" y="8853"/>
                  <a:pt x="4820" y="8853"/>
                </a:cubicBezTo>
                <a:cubicBezTo>
                  <a:pt x="5324" y="8853"/>
                  <a:pt x="5828" y="8664"/>
                  <a:pt x="6175" y="8317"/>
                </a:cubicBezTo>
                <a:cubicBezTo>
                  <a:pt x="6459" y="8065"/>
                  <a:pt x="6648" y="7719"/>
                  <a:pt x="6774" y="7341"/>
                </a:cubicBezTo>
                <a:lnTo>
                  <a:pt x="9704" y="8065"/>
                </a:lnTo>
                <a:cubicBezTo>
                  <a:pt x="9798" y="8506"/>
                  <a:pt x="10208" y="8821"/>
                  <a:pt x="10680" y="8821"/>
                </a:cubicBezTo>
                <a:cubicBezTo>
                  <a:pt x="11216" y="8821"/>
                  <a:pt x="11688" y="8349"/>
                  <a:pt x="11688" y="7782"/>
                </a:cubicBezTo>
                <a:lnTo>
                  <a:pt x="11688" y="945"/>
                </a:lnTo>
                <a:cubicBezTo>
                  <a:pt x="11688" y="473"/>
                  <a:pt x="11279" y="0"/>
                  <a:pt x="106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9" name="Google Shape;17039;p87"/>
          <p:cNvSpPr/>
          <p:nvPr/>
        </p:nvSpPr>
        <p:spPr>
          <a:xfrm>
            <a:off x="10534655" y="2853713"/>
            <a:ext cx="562552" cy="561012"/>
          </a:xfrm>
          <a:custGeom>
            <a:avLst/>
            <a:gdLst/>
            <a:ahLst/>
            <a:cxnLst/>
            <a:rect l="l" t="t" r="r" b="b"/>
            <a:pathLst>
              <a:path w="11689" h="11657" extrusionOk="0">
                <a:moveTo>
                  <a:pt x="5860" y="662"/>
                </a:moveTo>
                <a:cubicBezTo>
                  <a:pt x="6080" y="662"/>
                  <a:pt x="6238" y="851"/>
                  <a:pt x="6238" y="1040"/>
                </a:cubicBezTo>
                <a:lnTo>
                  <a:pt x="6238" y="1386"/>
                </a:lnTo>
                <a:lnTo>
                  <a:pt x="756" y="1386"/>
                </a:lnTo>
                <a:lnTo>
                  <a:pt x="756" y="1040"/>
                </a:lnTo>
                <a:cubicBezTo>
                  <a:pt x="725" y="851"/>
                  <a:pt x="882" y="662"/>
                  <a:pt x="1071" y="662"/>
                </a:cubicBezTo>
                <a:close/>
                <a:moveTo>
                  <a:pt x="6175" y="2048"/>
                </a:moveTo>
                <a:lnTo>
                  <a:pt x="6175" y="3686"/>
                </a:lnTo>
                <a:cubicBezTo>
                  <a:pt x="5639" y="3686"/>
                  <a:pt x="5198" y="4096"/>
                  <a:pt x="5198" y="4663"/>
                </a:cubicBezTo>
                <a:cubicBezTo>
                  <a:pt x="4820" y="4694"/>
                  <a:pt x="4505" y="4883"/>
                  <a:pt x="4348" y="5261"/>
                </a:cubicBezTo>
                <a:lnTo>
                  <a:pt x="3592" y="4505"/>
                </a:lnTo>
                <a:cubicBezTo>
                  <a:pt x="3403" y="4300"/>
                  <a:pt x="3135" y="4198"/>
                  <a:pt x="2867" y="4198"/>
                </a:cubicBezTo>
                <a:cubicBezTo>
                  <a:pt x="2599" y="4198"/>
                  <a:pt x="2331" y="4300"/>
                  <a:pt x="2142" y="4505"/>
                </a:cubicBezTo>
                <a:cubicBezTo>
                  <a:pt x="1733" y="4883"/>
                  <a:pt x="1733" y="5576"/>
                  <a:pt x="2142" y="5954"/>
                </a:cubicBezTo>
                <a:lnTo>
                  <a:pt x="4505" y="8317"/>
                </a:lnTo>
                <a:lnTo>
                  <a:pt x="4316" y="8317"/>
                </a:lnTo>
                <a:cubicBezTo>
                  <a:pt x="3875" y="8317"/>
                  <a:pt x="3466" y="8601"/>
                  <a:pt x="3308" y="9042"/>
                </a:cubicBezTo>
                <a:lnTo>
                  <a:pt x="725" y="9042"/>
                </a:lnTo>
                <a:lnTo>
                  <a:pt x="725" y="8979"/>
                </a:lnTo>
                <a:lnTo>
                  <a:pt x="725" y="2048"/>
                </a:lnTo>
                <a:close/>
                <a:moveTo>
                  <a:pt x="7640" y="3907"/>
                </a:moveTo>
                <a:cubicBezTo>
                  <a:pt x="7727" y="3907"/>
                  <a:pt x="7813" y="3938"/>
                  <a:pt x="7876" y="4001"/>
                </a:cubicBezTo>
                <a:lnTo>
                  <a:pt x="8664" y="4789"/>
                </a:lnTo>
                <a:cubicBezTo>
                  <a:pt x="9325" y="5450"/>
                  <a:pt x="9861" y="6238"/>
                  <a:pt x="10113" y="7026"/>
                </a:cubicBezTo>
                <a:lnTo>
                  <a:pt x="7530" y="9609"/>
                </a:lnTo>
                <a:lnTo>
                  <a:pt x="4222" y="9609"/>
                </a:lnTo>
                <a:cubicBezTo>
                  <a:pt x="4033" y="9609"/>
                  <a:pt x="3875" y="9451"/>
                  <a:pt x="3875" y="9262"/>
                </a:cubicBezTo>
                <a:cubicBezTo>
                  <a:pt x="3875" y="9073"/>
                  <a:pt x="4033" y="8916"/>
                  <a:pt x="4222" y="8916"/>
                </a:cubicBezTo>
                <a:lnTo>
                  <a:pt x="5230" y="8916"/>
                </a:lnTo>
                <a:cubicBezTo>
                  <a:pt x="5387" y="8916"/>
                  <a:pt x="5513" y="8821"/>
                  <a:pt x="5545" y="8695"/>
                </a:cubicBezTo>
                <a:cubicBezTo>
                  <a:pt x="5608" y="8601"/>
                  <a:pt x="5608" y="8443"/>
                  <a:pt x="5482" y="8349"/>
                </a:cubicBezTo>
                <a:lnTo>
                  <a:pt x="2520" y="5387"/>
                </a:lnTo>
                <a:cubicBezTo>
                  <a:pt x="2394" y="5293"/>
                  <a:pt x="2394" y="5041"/>
                  <a:pt x="2520" y="4915"/>
                </a:cubicBezTo>
                <a:cubicBezTo>
                  <a:pt x="2583" y="4868"/>
                  <a:pt x="2670" y="4844"/>
                  <a:pt x="2757" y="4844"/>
                </a:cubicBezTo>
                <a:cubicBezTo>
                  <a:pt x="2843" y="4844"/>
                  <a:pt x="2930" y="4868"/>
                  <a:pt x="2993" y="4915"/>
                </a:cubicBezTo>
                <a:lnTo>
                  <a:pt x="4442" y="6395"/>
                </a:lnTo>
                <a:lnTo>
                  <a:pt x="5450" y="7372"/>
                </a:lnTo>
                <a:cubicBezTo>
                  <a:pt x="5498" y="7435"/>
                  <a:pt x="5584" y="7467"/>
                  <a:pt x="5675" y="7467"/>
                </a:cubicBezTo>
                <a:cubicBezTo>
                  <a:pt x="5765" y="7467"/>
                  <a:pt x="5860" y="7435"/>
                  <a:pt x="5923" y="7372"/>
                </a:cubicBezTo>
                <a:cubicBezTo>
                  <a:pt x="6017" y="7246"/>
                  <a:pt x="6017" y="7026"/>
                  <a:pt x="5923" y="6900"/>
                </a:cubicBezTo>
                <a:lnTo>
                  <a:pt x="4915" y="5923"/>
                </a:lnTo>
                <a:cubicBezTo>
                  <a:pt x="4820" y="5797"/>
                  <a:pt x="4820" y="5545"/>
                  <a:pt x="4915" y="5450"/>
                </a:cubicBezTo>
                <a:cubicBezTo>
                  <a:pt x="4978" y="5387"/>
                  <a:pt x="5072" y="5356"/>
                  <a:pt x="5163" y="5356"/>
                </a:cubicBezTo>
                <a:cubicBezTo>
                  <a:pt x="5253" y="5356"/>
                  <a:pt x="5340" y="5387"/>
                  <a:pt x="5387" y="5450"/>
                </a:cubicBezTo>
                <a:lnTo>
                  <a:pt x="6396" y="6427"/>
                </a:lnTo>
                <a:cubicBezTo>
                  <a:pt x="6443" y="6490"/>
                  <a:pt x="6529" y="6522"/>
                  <a:pt x="6620" y="6522"/>
                </a:cubicBezTo>
                <a:cubicBezTo>
                  <a:pt x="6711" y="6522"/>
                  <a:pt x="6805" y="6490"/>
                  <a:pt x="6868" y="6427"/>
                </a:cubicBezTo>
                <a:cubicBezTo>
                  <a:pt x="6963" y="6301"/>
                  <a:pt x="6963" y="6080"/>
                  <a:pt x="6868" y="5954"/>
                </a:cubicBezTo>
                <a:lnTo>
                  <a:pt x="5860" y="4978"/>
                </a:lnTo>
                <a:cubicBezTo>
                  <a:pt x="5765" y="4852"/>
                  <a:pt x="5765" y="4631"/>
                  <a:pt x="5860" y="4505"/>
                </a:cubicBezTo>
                <a:cubicBezTo>
                  <a:pt x="5923" y="4442"/>
                  <a:pt x="6017" y="4411"/>
                  <a:pt x="6108" y="4411"/>
                </a:cubicBezTo>
                <a:cubicBezTo>
                  <a:pt x="6199" y="4411"/>
                  <a:pt x="6285" y="4442"/>
                  <a:pt x="6333" y="4505"/>
                </a:cubicBezTo>
                <a:lnTo>
                  <a:pt x="7341" y="5482"/>
                </a:lnTo>
                <a:cubicBezTo>
                  <a:pt x="7388" y="5545"/>
                  <a:pt x="7475" y="5576"/>
                  <a:pt x="7565" y="5576"/>
                </a:cubicBezTo>
                <a:cubicBezTo>
                  <a:pt x="7656" y="5576"/>
                  <a:pt x="7750" y="5545"/>
                  <a:pt x="7813" y="5482"/>
                </a:cubicBezTo>
                <a:cubicBezTo>
                  <a:pt x="7908" y="5356"/>
                  <a:pt x="7908" y="5135"/>
                  <a:pt x="7813" y="5009"/>
                </a:cubicBezTo>
                <a:lnTo>
                  <a:pt x="7341" y="4537"/>
                </a:lnTo>
                <a:cubicBezTo>
                  <a:pt x="7278" y="4348"/>
                  <a:pt x="7278" y="4096"/>
                  <a:pt x="7404" y="4001"/>
                </a:cubicBezTo>
                <a:cubicBezTo>
                  <a:pt x="7467" y="3938"/>
                  <a:pt x="7553" y="3907"/>
                  <a:pt x="7640" y="3907"/>
                </a:cubicBezTo>
                <a:close/>
                <a:moveTo>
                  <a:pt x="10554" y="7624"/>
                </a:moveTo>
                <a:lnTo>
                  <a:pt x="10806" y="7845"/>
                </a:lnTo>
                <a:cubicBezTo>
                  <a:pt x="10964" y="8002"/>
                  <a:pt x="10964" y="8191"/>
                  <a:pt x="10806" y="8317"/>
                </a:cubicBezTo>
                <a:lnTo>
                  <a:pt x="8853" y="10239"/>
                </a:lnTo>
                <a:cubicBezTo>
                  <a:pt x="8806" y="10302"/>
                  <a:pt x="8719" y="10334"/>
                  <a:pt x="8628" y="10334"/>
                </a:cubicBezTo>
                <a:cubicBezTo>
                  <a:pt x="8538" y="10334"/>
                  <a:pt x="8443" y="10302"/>
                  <a:pt x="8380" y="10239"/>
                </a:cubicBezTo>
                <a:lnTo>
                  <a:pt x="8160" y="10019"/>
                </a:lnTo>
                <a:lnTo>
                  <a:pt x="10554" y="7624"/>
                </a:lnTo>
                <a:close/>
                <a:moveTo>
                  <a:pt x="3277" y="9672"/>
                </a:moveTo>
                <a:cubicBezTo>
                  <a:pt x="3434" y="10050"/>
                  <a:pt x="3781" y="10334"/>
                  <a:pt x="4222" y="10334"/>
                </a:cubicBezTo>
                <a:lnTo>
                  <a:pt x="6143" y="10334"/>
                </a:lnTo>
                <a:lnTo>
                  <a:pt x="6143" y="10680"/>
                </a:lnTo>
                <a:lnTo>
                  <a:pt x="6175" y="10680"/>
                </a:lnTo>
                <a:cubicBezTo>
                  <a:pt x="6175" y="10869"/>
                  <a:pt x="6017" y="11027"/>
                  <a:pt x="5828" y="11027"/>
                </a:cubicBezTo>
                <a:lnTo>
                  <a:pt x="1040" y="11027"/>
                </a:lnTo>
                <a:cubicBezTo>
                  <a:pt x="819" y="11027"/>
                  <a:pt x="662" y="10869"/>
                  <a:pt x="662" y="10680"/>
                </a:cubicBezTo>
                <a:lnTo>
                  <a:pt x="662" y="9672"/>
                </a:lnTo>
                <a:close/>
                <a:moveTo>
                  <a:pt x="1040" y="0"/>
                </a:moveTo>
                <a:cubicBezTo>
                  <a:pt x="473" y="0"/>
                  <a:pt x="0" y="473"/>
                  <a:pt x="0" y="1040"/>
                </a:cubicBezTo>
                <a:lnTo>
                  <a:pt x="0" y="10649"/>
                </a:lnTo>
                <a:cubicBezTo>
                  <a:pt x="0" y="11184"/>
                  <a:pt x="473" y="11657"/>
                  <a:pt x="1040" y="11657"/>
                </a:cubicBezTo>
                <a:lnTo>
                  <a:pt x="5828" y="11657"/>
                </a:lnTo>
                <a:cubicBezTo>
                  <a:pt x="6396" y="11657"/>
                  <a:pt x="6868" y="11184"/>
                  <a:pt x="6868" y="10649"/>
                </a:cubicBezTo>
                <a:lnTo>
                  <a:pt x="6868" y="10334"/>
                </a:lnTo>
                <a:lnTo>
                  <a:pt x="7467" y="10334"/>
                </a:lnTo>
                <a:lnTo>
                  <a:pt x="7876" y="10775"/>
                </a:lnTo>
                <a:cubicBezTo>
                  <a:pt x="8081" y="10964"/>
                  <a:pt x="8349" y="11058"/>
                  <a:pt x="8613" y="11058"/>
                </a:cubicBezTo>
                <a:cubicBezTo>
                  <a:pt x="8877" y="11058"/>
                  <a:pt x="9136" y="10964"/>
                  <a:pt x="9325" y="10775"/>
                </a:cubicBezTo>
                <a:lnTo>
                  <a:pt x="11279" y="8821"/>
                </a:lnTo>
                <a:cubicBezTo>
                  <a:pt x="11688" y="8443"/>
                  <a:pt x="11688" y="7782"/>
                  <a:pt x="11310" y="7372"/>
                </a:cubicBezTo>
                <a:lnTo>
                  <a:pt x="10869" y="6931"/>
                </a:lnTo>
                <a:cubicBezTo>
                  <a:pt x="10554" y="6080"/>
                  <a:pt x="10082" y="5261"/>
                  <a:pt x="9420" y="4505"/>
                </a:cubicBezTo>
                <a:lnTo>
                  <a:pt x="8380" y="3466"/>
                </a:lnTo>
                <a:cubicBezTo>
                  <a:pt x="8191" y="3277"/>
                  <a:pt x="7931" y="3182"/>
                  <a:pt x="7668" y="3182"/>
                </a:cubicBezTo>
                <a:cubicBezTo>
                  <a:pt x="7404" y="3182"/>
                  <a:pt x="7136" y="3277"/>
                  <a:pt x="6931" y="3466"/>
                </a:cubicBezTo>
                <a:lnTo>
                  <a:pt x="6868" y="3560"/>
                </a:lnTo>
                <a:lnTo>
                  <a:pt x="6868" y="1040"/>
                </a:lnTo>
                <a:cubicBezTo>
                  <a:pt x="6868" y="473"/>
                  <a:pt x="6396" y="0"/>
                  <a:pt x="58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40" name="Google Shape;17040;p87"/>
          <p:cNvGrpSpPr/>
          <p:nvPr/>
        </p:nvGrpSpPr>
        <p:grpSpPr>
          <a:xfrm>
            <a:off x="10535400" y="3547197"/>
            <a:ext cx="561061" cy="562552"/>
            <a:chOff x="-2060175" y="2768875"/>
            <a:chExt cx="291450" cy="292225"/>
          </a:xfrm>
        </p:grpSpPr>
        <p:sp>
          <p:nvSpPr>
            <p:cNvPr id="17041" name="Google Shape;17041;p87"/>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2" name="Google Shape;17042;p87"/>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43" name="Google Shape;17043;p87"/>
          <p:cNvGrpSpPr/>
          <p:nvPr/>
        </p:nvGrpSpPr>
        <p:grpSpPr>
          <a:xfrm>
            <a:off x="2553547" y="4309428"/>
            <a:ext cx="562552" cy="561061"/>
            <a:chOff x="-937025" y="2064750"/>
            <a:chExt cx="292225" cy="291450"/>
          </a:xfrm>
        </p:grpSpPr>
        <p:sp>
          <p:nvSpPr>
            <p:cNvPr id="17044" name="Google Shape;17044;p87"/>
            <p:cNvSpPr/>
            <p:nvPr/>
          </p:nvSpPr>
          <p:spPr>
            <a:xfrm>
              <a:off x="-834625" y="2134850"/>
              <a:ext cx="86650" cy="85075"/>
            </a:xfrm>
            <a:custGeom>
              <a:avLst/>
              <a:gdLst/>
              <a:ahLst/>
              <a:cxnLst/>
              <a:rect l="l" t="t" r="r" b="b"/>
              <a:pathLst>
                <a:path w="3466" h="3403" extrusionOk="0">
                  <a:moveTo>
                    <a:pt x="1702" y="599"/>
                  </a:moveTo>
                  <a:cubicBezTo>
                    <a:pt x="1922" y="599"/>
                    <a:pt x="2080" y="788"/>
                    <a:pt x="2080" y="977"/>
                  </a:cubicBezTo>
                  <a:cubicBezTo>
                    <a:pt x="2080" y="1166"/>
                    <a:pt x="1922" y="1324"/>
                    <a:pt x="1702" y="1324"/>
                  </a:cubicBezTo>
                  <a:cubicBezTo>
                    <a:pt x="1512" y="1324"/>
                    <a:pt x="1355" y="1166"/>
                    <a:pt x="1355" y="977"/>
                  </a:cubicBezTo>
                  <a:cubicBezTo>
                    <a:pt x="1355" y="788"/>
                    <a:pt x="1512" y="599"/>
                    <a:pt x="1702" y="599"/>
                  </a:cubicBezTo>
                  <a:close/>
                  <a:moveTo>
                    <a:pt x="1765" y="2048"/>
                  </a:moveTo>
                  <a:cubicBezTo>
                    <a:pt x="2174" y="2048"/>
                    <a:pt x="2584" y="2300"/>
                    <a:pt x="2741" y="2710"/>
                  </a:cubicBezTo>
                  <a:lnTo>
                    <a:pt x="756" y="2710"/>
                  </a:lnTo>
                  <a:cubicBezTo>
                    <a:pt x="914" y="2300"/>
                    <a:pt x="1292" y="2048"/>
                    <a:pt x="1765" y="2048"/>
                  </a:cubicBezTo>
                  <a:close/>
                  <a:moveTo>
                    <a:pt x="1702" y="0"/>
                  </a:moveTo>
                  <a:cubicBezTo>
                    <a:pt x="1166" y="0"/>
                    <a:pt x="693" y="441"/>
                    <a:pt x="693" y="1009"/>
                  </a:cubicBezTo>
                  <a:cubicBezTo>
                    <a:pt x="693" y="1198"/>
                    <a:pt x="788" y="1387"/>
                    <a:pt x="851" y="1576"/>
                  </a:cubicBezTo>
                  <a:cubicBezTo>
                    <a:pt x="347" y="1891"/>
                    <a:pt x="0" y="2426"/>
                    <a:pt x="0" y="3056"/>
                  </a:cubicBezTo>
                  <a:cubicBezTo>
                    <a:pt x="0" y="3245"/>
                    <a:pt x="158" y="3403"/>
                    <a:pt x="347" y="3403"/>
                  </a:cubicBezTo>
                  <a:lnTo>
                    <a:pt x="3088" y="3403"/>
                  </a:lnTo>
                  <a:cubicBezTo>
                    <a:pt x="3308" y="3403"/>
                    <a:pt x="3466" y="3245"/>
                    <a:pt x="3466" y="3056"/>
                  </a:cubicBezTo>
                  <a:cubicBezTo>
                    <a:pt x="3434" y="2426"/>
                    <a:pt x="3088" y="1828"/>
                    <a:pt x="2584" y="1576"/>
                  </a:cubicBezTo>
                  <a:cubicBezTo>
                    <a:pt x="2710" y="1387"/>
                    <a:pt x="2741" y="1198"/>
                    <a:pt x="2741" y="1009"/>
                  </a:cubicBezTo>
                  <a:cubicBezTo>
                    <a:pt x="2741" y="441"/>
                    <a:pt x="2269" y="0"/>
                    <a:pt x="17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5" name="Google Shape;17045;p87"/>
            <p:cNvSpPr/>
            <p:nvPr/>
          </p:nvSpPr>
          <p:spPr>
            <a:xfrm>
              <a:off x="-936225" y="2304975"/>
              <a:ext cx="289850" cy="51225"/>
            </a:xfrm>
            <a:custGeom>
              <a:avLst/>
              <a:gdLst/>
              <a:ahLst/>
              <a:cxnLst/>
              <a:rect l="l" t="t" r="r" b="b"/>
              <a:pathLst>
                <a:path w="11594" h="2049" extrusionOk="0">
                  <a:moveTo>
                    <a:pt x="3056" y="662"/>
                  </a:moveTo>
                  <a:cubicBezTo>
                    <a:pt x="3277" y="662"/>
                    <a:pt x="3434" y="820"/>
                    <a:pt x="3434" y="1009"/>
                  </a:cubicBezTo>
                  <a:cubicBezTo>
                    <a:pt x="3434" y="1229"/>
                    <a:pt x="3277" y="1387"/>
                    <a:pt x="3056" y="1387"/>
                  </a:cubicBezTo>
                  <a:lnTo>
                    <a:pt x="1008" y="1387"/>
                  </a:lnTo>
                  <a:cubicBezTo>
                    <a:pt x="819" y="1387"/>
                    <a:pt x="662" y="1229"/>
                    <a:pt x="662" y="1009"/>
                  </a:cubicBezTo>
                  <a:cubicBezTo>
                    <a:pt x="662" y="820"/>
                    <a:pt x="819" y="662"/>
                    <a:pt x="1008" y="662"/>
                  </a:cubicBezTo>
                  <a:close/>
                  <a:moveTo>
                    <a:pt x="10586" y="693"/>
                  </a:moveTo>
                  <a:cubicBezTo>
                    <a:pt x="10775" y="693"/>
                    <a:pt x="10932" y="851"/>
                    <a:pt x="10932" y="1072"/>
                  </a:cubicBezTo>
                  <a:cubicBezTo>
                    <a:pt x="10901" y="1229"/>
                    <a:pt x="10775" y="1387"/>
                    <a:pt x="10586" y="1387"/>
                  </a:cubicBezTo>
                  <a:lnTo>
                    <a:pt x="4001" y="1387"/>
                  </a:lnTo>
                  <a:cubicBezTo>
                    <a:pt x="4096" y="1166"/>
                    <a:pt x="4096" y="914"/>
                    <a:pt x="4001" y="693"/>
                  </a:cubicBezTo>
                  <a:close/>
                  <a:moveTo>
                    <a:pt x="1008" y="0"/>
                  </a:moveTo>
                  <a:cubicBezTo>
                    <a:pt x="473" y="0"/>
                    <a:pt x="0" y="473"/>
                    <a:pt x="0" y="1009"/>
                  </a:cubicBezTo>
                  <a:cubicBezTo>
                    <a:pt x="0" y="1576"/>
                    <a:pt x="473" y="2048"/>
                    <a:pt x="1008" y="2048"/>
                  </a:cubicBezTo>
                  <a:lnTo>
                    <a:pt x="10586" y="2048"/>
                  </a:lnTo>
                  <a:cubicBezTo>
                    <a:pt x="11121" y="2048"/>
                    <a:pt x="11594" y="1576"/>
                    <a:pt x="11594" y="1009"/>
                  </a:cubicBezTo>
                  <a:cubicBezTo>
                    <a:pt x="11594" y="473"/>
                    <a:pt x="11121"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6" name="Google Shape;17046;p87"/>
            <p:cNvSpPr/>
            <p:nvPr/>
          </p:nvSpPr>
          <p:spPr>
            <a:xfrm>
              <a:off x="-937025" y="2064750"/>
              <a:ext cx="292225" cy="223125"/>
            </a:xfrm>
            <a:custGeom>
              <a:avLst/>
              <a:gdLst/>
              <a:ahLst/>
              <a:cxnLst/>
              <a:rect l="l" t="t" r="r" b="b"/>
              <a:pathLst>
                <a:path w="11689" h="8925" extrusionOk="0">
                  <a:moveTo>
                    <a:pt x="3813" y="662"/>
                  </a:moveTo>
                  <a:cubicBezTo>
                    <a:pt x="4002" y="662"/>
                    <a:pt x="4159" y="820"/>
                    <a:pt x="4159" y="1009"/>
                  </a:cubicBezTo>
                  <a:lnTo>
                    <a:pt x="4159" y="1355"/>
                  </a:lnTo>
                  <a:lnTo>
                    <a:pt x="3813" y="1355"/>
                  </a:lnTo>
                  <a:cubicBezTo>
                    <a:pt x="3246" y="1355"/>
                    <a:pt x="2773" y="1828"/>
                    <a:pt x="2773" y="2395"/>
                  </a:cubicBezTo>
                  <a:lnTo>
                    <a:pt x="2773" y="4978"/>
                  </a:lnTo>
                  <a:lnTo>
                    <a:pt x="2080" y="5703"/>
                  </a:lnTo>
                  <a:lnTo>
                    <a:pt x="2080" y="5199"/>
                  </a:lnTo>
                  <a:cubicBezTo>
                    <a:pt x="2080" y="4978"/>
                    <a:pt x="1922" y="4821"/>
                    <a:pt x="1702" y="4821"/>
                  </a:cubicBezTo>
                  <a:lnTo>
                    <a:pt x="1040" y="4821"/>
                  </a:lnTo>
                  <a:cubicBezTo>
                    <a:pt x="851" y="4821"/>
                    <a:pt x="694" y="4663"/>
                    <a:pt x="694" y="4474"/>
                  </a:cubicBezTo>
                  <a:lnTo>
                    <a:pt x="694" y="1009"/>
                  </a:lnTo>
                  <a:cubicBezTo>
                    <a:pt x="694" y="820"/>
                    <a:pt x="851" y="662"/>
                    <a:pt x="1040" y="662"/>
                  </a:cubicBezTo>
                  <a:close/>
                  <a:moveTo>
                    <a:pt x="10649" y="662"/>
                  </a:moveTo>
                  <a:cubicBezTo>
                    <a:pt x="10838" y="662"/>
                    <a:pt x="10996" y="820"/>
                    <a:pt x="10996" y="1009"/>
                  </a:cubicBezTo>
                  <a:lnTo>
                    <a:pt x="10996" y="4474"/>
                  </a:lnTo>
                  <a:cubicBezTo>
                    <a:pt x="10996" y="4695"/>
                    <a:pt x="10838" y="4852"/>
                    <a:pt x="10649" y="4852"/>
                  </a:cubicBezTo>
                  <a:lnTo>
                    <a:pt x="9893" y="4852"/>
                  </a:lnTo>
                  <a:cubicBezTo>
                    <a:pt x="9704" y="4852"/>
                    <a:pt x="9547" y="5010"/>
                    <a:pt x="9547" y="5199"/>
                  </a:cubicBezTo>
                  <a:lnTo>
                    <a:pt x="9547" y="5703"/>
                  </a:lnTo>
                  <a:lnTo>
                    <a:pt x="8885" y="5010"/>
                  </a:lnTo>
                  <a:lnTo>
                    <a:pt x="8885" y="2395"/>
                  </a:lnTo>
                  <a:cubicBezTo>
                    <a:pt x="8885" y="1859"/>
                    <a:pt x="8412" y="1387"/>
                    <a:pt x="7845" y="1387"/>
                  </a:cubicBezTo>
                  <a:lnTo>
                    <a:pt x="7499" y="1387"/>
                  </a:lnTo>
                  <a:lnTo>
                    <a:pt x="7499" y="1009"/>
                  </a:lnTo>
                  <a:cubicBezTo>
                    <a:pt x="7499" y="820"/>
                    <a:pt x="7656" y="662"/>
                    <a:pt x="7845" y="662"/>
                  </a:cubicBezTo>
                  <a:close/>
                  <a:moveTo>
                    <a:pt x="7845" y="2048"/>
                  </a:moveTo>
                  <a:cubicBezTo>
                    <a:pt x="8066" y="2048"/>
                    <a:pt x="8223" y="2206"/>
                    <a:pt x="8223" y="2395"/>
                  </a:cubicBezTo>
                  <a:lnTo>
                    <a:pt x="8223" y="6522"/>
                  </a:lnTo>
                  <a:cubicBezTo>
                    <a:pt x="8223" y="6742"/>
                    <a:pt x="8066" y="6900"/>
                    <a:pt x="7845" y="6900"/>
                  </a:cubicBezTo>
                  <a:lnTo>
                    <a:pt x="6711" y="6900"/>
                  </a:lnTo>
                  <a:cubicBezTo>
                    <a:pt x="6585" y="6900"/>
                    <a:pt x="6491" y="6931"/>
                    <a:pt x="6428" y="7057"/>
                  </a:cubicBezTo>
                  <a:lnTo>
                    <a:pt x="5798" y="8003"/>
                  </a:lnTo>
                  <a:lnTo>
                    <a:pt x="5167" y="7057"/>
                  </a:lnTo>
                  <a:cubicBezTo>
                    <a:pt x="5104" y="6963"/>
                    <a:pt x="5010" y="6900"/>
                    <a:pt x="4915" y="6900"/>
                  </a:cubicBezTo>
                  <a:lnTo>
                    <a:pt x="3750" y="6900"/>
                  </a:lnTo>
                  <a:cubicBezTo>
                    <a:pt x="3561" y="6900"/>
                    <a:pt x="3403" y="6742"/>
                    <a:pt x="3403" y="6522"/>
                  </a:cubicBezTo>
                  <a:lnTo>
                    <a:pt x="3403" y="2395"/>
                  </a:lnTo>
                  <a:cubicBezTo>
                    <a:pt x="3403" y="2206"/>
                    <a:pt x="3561" y="2048"/>
                    <a:pt x="3750" y="2048"/>
                  </a:cubicBezTo>
                  <a:close/>
                  <a:moveTo>
                    <a:pt x="1009" y="0"/>
                  </a:moveTo>
                  <a:cubicBezTo>
                    <a:pt x="473" y="0"/>
                    <a:pt x="1" y="473"/>
                    <a:pt x="1" y="1009"/>
                  </a:cubicBezTo>
                  <a:lnTo>
                    <a:pt x="1" y="4474"/>
                  </a:lnTo>
                  <a:cubicBezTo>
                    <a:pt x="1" y="5041"/>
                    <a:pt x="473" y="5514"/>
                    <a:pt x="1009" y="5514"/>
                  </a:cubicBezTo>
                  <a:lnTo>
                    <a:pt x="1355" y="5514"/>
                  </a:lnTo>
                  <a:lnTo>
                    <a:pt x="1355" y="6522"/>
                  </a:lnTo>
                  <a:cubicBezTo>
                    <a:pt x="1355" y="6736"/>
                    <a:pt x="1544" y="6877"/>
                    <a:pt x="1724" y="6877"/>
                  </a:cubicBezTo>
                  <a:cubicBezTo>
                    <a:pt x="1809" y="6877"/>
                    <a:pt x="1893" y="6845"/>
                    <a:pt x="1954" y="6774"/>
                  </a:cubicBezTo>
                  <a:lnTo>
                    <a:pt x="2742" y="5986"/>
                  </a:lnTo>
                  <a:lnTo>
                    <a:pt x="2742" y="6522"/>
                  </a:lnTo>
                  <a:cubicBezTo>
                    <a:pt x="2742" y="7089"/>
                    <a:pt x="3214" y="7562"/>
                    <a:pt x="3781" y="7562"/>
                  </a:cubicBezTo>
                  <a:lnTo>
                    <a:pt x="4726" y="7562"/>
                  </a:lnTo>
                  <a:lnTo>
                    <a:pt x="5545" y="8759"/>
                  </a:lnTo>
                  <a:cubicBezTo>
                    <a:pt x="5608" y="8869"/>
                    <a:pt x="5719" y="8924"/>
                    <a:pt x="5825" y="8924"/>
                  </a:cubicBezTo>
                  <a:cubicBezTo>
                    <a:pt x="5931" y="8924"/>
                    <a:pt x="6034" y="8869"/>
                    <a:pt x="6081" y="8759"/>
                  </a:cubicBezTo>
                  <a:lnTo>
                    <a:pt x="6932" y="7562"/>
                  </a:lnTo>
                  <a:lnTo>
                    <a:pt x="7877" y="7562"/>
                  </a:lnTo>
                  <a:cubicBezTo>
                    <a:pt x="8412" y="7562"/>
                    <a:pt x="8885" y="7089"/>
                    <a:pt x="8885" y="6522"/>
                  </a:cubicBezTo>
                  <a:lnTo>
                    <a:pt x="8885" y="5986"/>
                  </a:lnTo>
                  <a:lnTo>
                    <a:pt x="9673" y="6774"/>
                  </a:lnTo>
                  <a:cubicBezTo>
                    <a:pt x="9733" y="6845"/>
                    <a:pt x="9817" y="6877"/>
                    <a:pt x="9903" y="6877"/>
                  </a:cubicBezTo>
                  <a:cubicBezTo>
                    <a:pt x="10083" y="6877"/>
                    <a:pt x="10271" y="6736"/>
                    <a:pt x="10271" y="6522"/>
                  </a:cubicBezTo>
                  <a:lnTo>
                    <a:pt x="10271" y="5514"/>
                  </a:lnTo>
                  <a:lnTo>
                    <a:pt x="10649" y="5514"/>
                  </a:lnTo>
                  <a:cubicBezTo>
                    <a:pt x="11216" y="5514"/>
                    <a:pt x="11689" y="5041"/>
                    <a:pt x="11689" y="4474"/>
                  </a:cubicBezTo>
                  <a:lnTo>
                    <a:pt x="11689" y="1009"/>
                  </a:lnTo>
                  <a:cubicBezTo>
                    <a:pt x="11689" y="441"/>
                    <a:pt x="11216" y="0"/>
                    <a:pt x="10649" y="0"/>
                  </a:cubicBezTo>
                  <a:lnTo>
                    <a:pt x="7845" y="0"/>
                  </a:lnTo>
                  <a:cubicBezTo>
                    <a:pt x="7310" y="0"/>
                    <a:pt x="6837" y="473"/>
                    <a:pt x="6837" y="1009"/>
                  </a:cubicBezTo>
                  <a:lnTo>
                    <a:pt x="6837" y="1387"/>
                  </a:lnTo>
                  <a:lnTo>
                    <a:pt x="4789" y="1387"/>
                  </a:lnTo>
                  <a:lnTo>
                    <a:pt x="4789" y="1009"/>
                  </a:lnTo>
                  <a:cubicBezTo>
                    <a:pt x="4789" y="473"/>
                    <a:pt x="4317" y="0"/>
                    <a:pt x="378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47" name="Google Shape;17047;p87"/>
          <p:cNvGrpSpPr/>
          <p:nvPr/>
        </p:nvGrpSpPr>
        <p:grpSpPr>
          <a:xfrm>
            <a:off x="4024432" y="2174263"/>
            <a:ext cx="562601" cy="562552"/>
            <a:chOff x="-5276050" y="2037975"/>
            <a:chExt cx="292250" cy="292225"/>
          </a:xfrm>
        </p:grpSpPr>
        <p:sp>
          <p:nvSpPr>
            <p:cNvPr id="17048" name="Google Shape;17048;p87"/>
            <p:cNvSpPr/>
            <p:nvPr/>
          </p:nvSpPr>
          <p:spPr>
            <a:xfrm>
              <a:off x="-5102775" y="2211250"/>
              <a:ext cx="51225" cy="49650"/>
            </a:xfrm>
            <a:custGeom>
              <a:avLst/>
              <a:gdLst/>
              <a:ahLst/>
              <a:cxnLst/>
              <a:rect l="l" t="t" r="r" b="b"/>
              <a:pathLst>
                <a:path w="2049" h="1986" extrusionOk="0">
                  <a:moveTo>
                    <a:pt x="343" y="0"/>
                  </a:moveTo>
                  <a:cubicBezTo>
                    <a:pt x="253" y="0"/>
                    <a:pt x="158" y="32"/>
                    <a:pt x="95" y="95"/>
                  </a:cubicBezTo>
                  <a:cubicBezTo>
                    <a:pt x="1" y="189"/>
                    <a:pt x="1" y="441"/>
                    <a:pt x="95" y="536"/>
                  </a:cubicBezTo>
                  <a:lnTo>
                    <a:pt x="536" y="977"/>
                  </a:lnTo>
                  <a:lnTo>
                    <a:pt x="95" y="1418"/>
                  </a:lnTo>
                  <a:cubicBezTo>
                    <a:pt x="1" y="1544"/>
                    <a:pt x="1" y="1765"/>
                    <a:pt x="95" y="1891"/>
                  </a:cubicBezTo>
                  <a:cubicBezTo>
                    <a:pt x="158" y="1954"/>
                    <a:pt x="253" y="1985"/>
                    <a:pt x="343" y="1985"/>
                  </a:cubicBezTo>
                  <a:cubicBezTo>
                    <a:pt x="434" y="1985"/>
                    <a:pt x="521" y="1954"/>
                    <a:pt x="568" y="1891"/>
                  </a:cubicBezTo>
                  <a:lnTo>
                    <a:pt x="1009" y="1450"/>
                  </a:lnTo>
                  <a:lnTo>
                    <a:pt x="1450" y="1891"/>
                  </a:lnTo>
                  <a:cubicBezTo>
                    <a:pt x="1513" y="1954"/>
                    <a:pt x="1600" y="1985"/>
                    <a:pt x="1686" y="1985"/>
                  </a:cubicBezTo>
                  <a:cubicBezTo>
                    <a:pt x="1773" y="1985"/>
                    <a:pt x="1860" y="1954"/>
                    <a:pt x="1923" y="1891"/>
                  </a:cubicBezTo>
                  <a:cubicBezTo>
                    <a:pt x="2049" y="1765"/>
                    <a:pt x="2049" y="1544"/>
                    <a:pt x="1923" y="1418"/>
                  </a:cubicBezTo>
                  <a:lnTo>
                    <a:pt x="1482" y="977"/>
                  </a:lnTo>
                  <a:lnTo>
                    <a:pt x="1923" y="536"/>
                  </a:lnTo>
                  <a:cubicBezTo>
                    <a:pt x="2049" y="441"/>
                    <a:pt x="2049" y="189"/>
                    <a:pt x="1923" y="95"/>
                  </a:cubicBezTo>
                  <a:cubicBezTo>
                    <a:pt x="1860" y="32"/>
                    <a:pt x="1773" y="0"/>
                    <a:pt x="1686" y="0"/>
                  </a:cubicBezTo>
                  <a:cubicBezTo>
                    <a:pt x="1600" y="0"/>
                    <a:pt x="1513" y="32"/>
                    <a:pt x="1450" y="95"/>
                  </a:cubicBezTo>
                  <a:lnTo>
                    <a:pt x="1009" y="504"/>
                  </a:lnTo>
                  <a:lnTo>
                    <a:pt x="568" y="95"/>
                  </a:lnTo>
                  <a:cubicBezTo>
                    <a:pt x="521" y="32"/>
                    <a:pt x="434" y="0"/>
                    <a:pt x="3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9" name="Google Shape;17049;p87"/>
            <p:cNvSpPr/>
            <p:nvPr/>
          </p:nvSpPr>
          <p:spPr>
            <a:xfrm>
              <a:off x="-5224050" y="2107875"/>
              <a:ext cx="51200" cy="49825"/>
            </a:xfrm>
            <a:custGeom>
              <a:avLst/>
              <a:gdLst/>
              <a:ahLst/>
              <a:cxnLst/>
              <a:rect l="l" t="t" r="r" b="b"/>
              <a:pathLst>
                <a:path w="2048" h="1993" extrusionOk="0">
                  <a:moveTo>
                    <a:pt x="351" y="0"/>
                  </a:moveTo>
                  <a:cubicBezTo>
                    <a:pt x="260" y="0"/>
                    <a:pt x="173" y="24"/>
                    <a:pt x="126" y="71"/>
                  </a:cubicBezTo>
                  <a:cubicBezTo>
                    <a:pt x="0" y="197"/>
                    <a:pt x="0" y="449"/>
                    <a:pt x="126" y="544"/>
                  </a:cubicBezTo>
                  <a:lnTo>
                    <a:pt x="536" y="985"/>
                  </a:lnTo>
                  <a:lnTo>
                    <a:pt x="126" y="1426"/>
                  </a:lnTo>
                  <a:cubicBezTo>
                    <a:pt x="0" y="1552"/>
                    <a:pt x="0" y="1772"/>
                    <a:pt x="126" y="1898"/>
                  </a:cubicBezTo>
                  <a:cubicBezTo>
                    <a:pt x="173" y="1961"/>
                    <a:pt x="260" y="1993"/>
                    <a:pt x="351" y="1993"/>
                  </a:cubicBezTo>
                  <a:cubicBezTo>
                    <a:pt x="441" y="1993"/>
                    <a:pt x="536" y="1961"/>
                    <a:pt x="599" y="1898"/>
                  </a:cubicBezTo>
                  <a:lnTo>
                    <a:pt x="1008" y="1457"/>
                  </a:lnTo>
                  <a:lnTo>
                    <a:pt x="1449" y="1898"/>
                  </a:lnTo>
                  <a:cubicBezTo>
                    <a:pt x="1512" y="1961"/>
                    <a:pt x="1599" y="1993"/>
                    <a:pt x="1686" y="1993"/>
                  </a:cubicBezTo>
                  <a:cubicBezTo>
                    <a:pt x="1772" y="1993"/>
                    <a:pt x="1859" y="1961"/>
                    <a:pt x="1922" y="1898"/>
                  </a:cubicBezTo>
                  <a:cubicBezTo>
                    <a:pt x="2048" y="1772"/>
                    <a:pt x="2048" y="1520"/>
                    <a:pt x="1922" y="1426"/>
                  </a:cubicBezTo>
                  <a:lnTo>
                    <a:pt x="1481" y="985"/>
                  </a:lnTo>
                  <a:lnTo>
                    <a:pt x="1922" y="544"/>
                  </a:lnTo>
                  <a:cubicBezTo>
                    <a:pt x="2048" y="449"/>
                    <a:pt x="2048" y="197"/>
                    <a:pt x="1922" y="71"/>
                  </a:cubicBezTo>
                  <a:cubicBezTo>
                    <a:pt x="1875" y="24"/>
                    <a:pt x="1788" y="0"/>
                    <a:pt x="1697" y="0"/>
                  </a:cubicBezTo>
                  <a:cubicBezTo>
                    <a:pt x="1607" y="0"/>
                    <a:pt x="1512" y="24"/>
                    <a:pt x="1449" y="71"/>
                  </a:cubicBezTo>
                  <a:lnTo>
                    <a:pt x="1008" y="512"/>
                  </a:lnTo>
                  <a:lnTo>
                    <a:pt x="599" y="71"/>
                  </a:lnTo>
                  <a:cubicBezTo>
                    <a:pt x="536" y="24"/>
                    <a:pt x="441" y="0"/>
                    <a:pt x="3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0" name="Google Shape;17050;p87"/>
            <p:cNvSpPr/>
            <p:nvPr/>
          </p:nvSpPr>
          <p:spPr>
            <a:xfrm>
              <a:off x="-5276050" y="2037975"/>
              <a:ext cx="292250" cy="292225"/>
            </a:xfrm>
            <a:custGeom>
              <a:avLst/>
              <a:gdLst/>
              <a:ahLst/>
              <a:cxnLst/>
              <a:rect l="l" t="t" r="r" b="b"/>
              <a:pathLst>
                <a:path w="11690" h="11689" extrusionOk="0">
                  <a:moveTo>
                    <a:pt x="10334" y="3119"/>
                  </a:moveTo>
                  <a:cubicBezTo>
                    <a:pt x="10712" y="3119"/>
                    <a:pt x="11028" y="3403"/>
                    <a:pt x="11028" y="3781"/>
                  </a:cubicBezTo>
                  <a:cubicBezTo>
                    <a:pt x="11028" y="4190"/>
                    <a:pt x="10712" y="4442"/>
                    <a:pt x="10334" y="4442"/>
                  </a:cubicBezTo>
                  <a:cubicBezTo>
                    <a:pt x="9956" y="4442"/>
                    <a:pt x="9673" y="4127"/>
                    <a:pt x="9673" y="3781"/>
                  </a:cubicBezTo>
                  <a:cubicBezTo>
                    <a:pt x="9673" y="3403"/>
                    <a:pt x="9988" y="3119"/>
                    <a:pt x="10334" y="3119"/>
                  </a:cubicBezTo>
                  <a:close/>
                  <a:moveTo>
                    <a:pt x="4443" y="7593"/>
                  </a:moveTo>
                  <a:cubicBezTo>
                    <a:pt x="4853" y="7593"/>
                    <a:pt x="5105" y="7908"/>
                    <a:pt x="5105" y="8255"/>
                  </a:cubicBezTo>
                  <a:cubicBezTo>
                    <a:pt x="5105" y="8664"/>
                    <a:pt x="4790" y="8948"/>
                    <a:pt x="4443" y="8948"/>
                  </a:cubicBezTo>
                  <a:cubicBezTo>
                    <a:pt x="4065" y="8948"/>
                    <a:pt x="3781" y="8633"/>
                    <a:pt x="3781" y="8255"/>
                  </a:cubicBezTo>
                  <a:cubicBezTo>
                    <a:pt x="3781" y="7876"/>
                    <a:pt x="4096" y="7593"/>
                    <a:pt x="4443" y="7593"/>
                  </a:cubicBezTo>
                  <a:close/>
                  <a:moveTo>
                    <a:pt x="5829" y="725"/>
                  </a:moveTo>
                  <a:cubicBezTo>
                    <a:pt x="7341" y="725"/>
                    <a:pt x="8822" y="1386"/>
                    <a:pt x="9799" y="2521"/>
                  </a:cubicBezTo>
                  <a:cubicBezTo>
                    <a:pt x="9326" y="2710"/>
                    <a:pt x="8980" y="3245"/>
                    <a:pt x="8980" y="3781"/>
                  </a:cubicBezTo>
                  <a:cubicBezTo>
                    <a:pt x="8980" y="3718"/>
                    <a:pt x="8917" y="3623"/>
                    <a:pt x="8885" y="3560"/>
                  </a:cubicBezTo>
                  <a:lnTo>
                    <a:pt x="8854" y="3497"/>
                  </a:lnTo>
                  <a:lnTo>
                    <a:pt x="8192" y="2836"/>
                  </a:lnTo>
                  <a:cubicBezTo>
                    <a:pt x="8129" y="2773"/>
                    <a:pt x="8035" y="2741"/>
                    <a:pt x="7944" y="2741"/>
                  </a:cubicBezTo>
                  <a:cubicBezTo>
                    <a:pt x="7853" y="2741"/>
                    <a:pt x="7767" y="2773"/>
                    <a:pt x="7719" y="2836"/>
                  </a:cubicBezTo>
                  <a:cubicBezTo>
                    <a:pt x="7593" y="2962"/>
                    <a:pt x="7593" y="3182"/>
                    <a:pt x="7719" y="3308"/>
                  </a:cubicBezTo>
                  <a:lnTo>
                    <a:pt x="7814" y="3434"/>
                  </a:lnTo>
                  <a:cubicBezTo>
                    <a:pt x="6869" y="3466"/>
                    <a:pt x="5987" y="3875"/>
                    <a:pt x="5262" y="4568"/>
                  </a:cubicBezTo>
                  <a:cubicBezTo>
                    <a:pt x="4600" y="5230"/>
                    <a:pt x="4254" y="6081"/>
                    <a:pt x="4159" y="6963"/>
                  </a:cubicBezTo>
                  <a:cubicBezTo>
                    <a:pt x="3561" y="7120"/>
                    <a:pt x="3151" y="7656"/>
                    <a:pt x="3151" y="8318"/>
                  </a:cubicBezTo>
                  <a:cubicBezTo>
                    <a:pt x="3151" y="9074"/>
                    <a:pt x="3781" y="9704"/>
                    <a:pt x="4506" y="9704"/>
                  </a:cubicBezTo>
                  <a:cubicBezTo>
                    <a:pt x="5262" y="9704"/>
                    <a:pt x="5892" y="9074"/>
                    <a:pt x="5892" y="8318"/>
                  </a:cubicBezTo>
                  <a:cubicBezTo>
                    <a:pt x="5892" y="7687"/>
                    <a:pt x="5451" y="7120"/>
                    <a:pt x="4884" y="6963"/>
                  </a:cubicBezTo>
                  <a:cubicBezTo>
                    <a:pt x="5042" y="5482"/>
                    <a:pt x="6302" y="4222"/>
                    <a:pt x="7814" y="4127"/>
                  </a:cubicBezTo>
                  <a:lnTo>
                    <a:pt x="7814" y="4127"/>
                  </a:lnTo>
                  <a:lnTo>
                    <a:pt x="7751" y="4222"/>
                  </a:lnTo>
                  <a:cubicBezTo>
                    <a:pt x="7625" y="4348"/>
                    <a:pt x="7625" y="4568"/>
                    <a:pt x="7751" y="4694"/>
                  </a:cubicBezTo>
                  <a:cubicBezTo>
                    <a:pt x="7814" y="4757"/>
                    <a:pt x="7901" y="4789"/>
                    <a:pt x="7987" y="4789"/>
                  </a:cubicBezTo>
                  <a:cubicBezTo>
                    <a:pt x="8074" y="4789"/>
                    <a:pt x="8161" y="4757"/>
                    <a:pt x="8224" y="4694"/>
                  </a:cubicBezTo>
                  <a:lnTo>
                    <a:pt x="8885" y="4033"/>
                  </a:lnTo>
                  <a:cubicBezTo>
                    <a:pt x="8980" y="3938"/>
                    <a:pt x="9011" y="3875"/>
                    <a:pt x="9011" y="3781"/>
                  </a:cubicBezTo>
                  <a:cubicBezTo>
                    <a:pt x="9011" y="4537"/>
                    <a:pt x="9641" y="5167"/>
                    <a:pt x="10397" y="5167"/>
                  </a:cubicBezTo>
                  <a:cubicBezTo>
                    <a:pt x="10618" y="5167"/>
                    <a:pt x="10807" y="5136"/>
                    <a:pt x="11028" y="5010"/>
                  </a:cubicBezTo>
                  <a:cubicBezTo>
                    <a:pt x="11059" y="5293"/>
                    <a:pt x="11091" y="5545"/>
                    <a:pt x="11091" y="5829"/>
                  </a:cubicBezTo>
                  <a:cubicBezTo>
                    <a:pt x="11028" y="8696"/>
                    <a:pt x="8696" y="11027"/>
                    <a:pt x="5829" y="11027"/>
                  </a:cubicBezTo>
                  <a:cubicBezTo>
                    <a:pt x="2994" y="11027"/>
                    <a:pt x="694" y="8696"/>
                    <a:pt x="694" y="5829"/>
                  </a:cubicBezTo>
                  <a:cubicBezTo>
                    <a:pt x="694" y="2993"/>
                    <a:pt x="2994" y="725"/>
                    <a:pt x="5829" y="725"/>
                  </a:cubicBezTo>
                  <a:close/>
                  <a:moveTo>
                    <a:pt x="5829" y="0"/>
                  </a:moveTo>
                  <a:cubicBezTo>
                    <a:pt x="2584" y="0"/>
                    <a:pt x="1" y="2615"/>
                    <a:pt x="1" y="5829"/>
                  </a:cubicBezTo>
                  <a:cubicBezTo>
                    <a:pt x="1" y="7404"/>
                    <a:pt x="599" y="8853"/>
                    <a:pt x="1702" y="9956"/>
                  </a:cubicBezTo>
                  <a:cubicBezTo>
                    <a:pt x="2773" y="11058"/>
                    <a:pt x="4254" y="11689"/>
                    <a:pt x="5829" y="11689"/>
                  </a:cubicBezTo>
                  <a:cubicBezTo>
                    <a:pt x="6617" y="11689"/>
                    <a:pt x="7341" y="11531"/>
                    <a:pt x="8098" y="11216"/>
                  </a:cubicBezTo>
                  <a:cubicBezTo>
                    <a:pt x="8822" y="10901"/>
                    <a:pt x="9452" y="10523"/>
                    <a:pt x="9956" y="9956"/>
                  </a:cubicBezTo>
                  <a:cubicBezTo>
                    <a:pt x="10492" y="9420"/>
                    <a:pt x="10901" y="8790"/>
                    <a:pt x="11217" y="8128"/>
                  </a:cubicBezTo>
                  <a:cubicBezTo>
                    <a:pt x="11532" y="7404"/>
                    <a:pt x="11689" y="6616"/>
                    <a:pt x="11689" y="5829"/>
                  </a:cubicBezTo>
                  <a:cubicBezTo>
                    <a:pt x="11689" y="5356"/>
                    <a:pt x="11658" y="4884"/>
                    <a:pt x="11532" y="4442"/>
                  </a:cubicBezTo>
                  <a:cubicBezTo>
                    <a:pt x="11595" y="4253"/>
                    <a:pt x="11689" y="4033"/>
                    <a:pt x="11689" y="3781"/>
                  </a:cubicBezTo>
                  <a:cubicBezTo>
                    <a:pt x="11689" y="3119"/>
                    <a:pt x="11217" y="2552"/>
                    <a:pt x="10586" y="2458"/>
                  </a:cubicBezTo>
                  <a:cubicBezTo>
                    <a:pt x="9484" y="945"/>
                    <a:pt x="7719"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51" name="Google Shape;17051;p87"/>
          <p:cNvSpPr/>
          <p:nvPr/>
        </p:nvSpPr>
        <p:spPr>
          <a:xfrm>
            <a:off x="4019587" y="2870557"/>
            <a:ext cx="573188" cy="527324"/>
          </a:xfrm>
          <a:custGeom>
            <a:avLst/>
            <a:gdLst/>
            <a:ahLst/>
            <a:cxnLst/>
            <a:rect l="l" t="t" r="r" b="b"/>
            <a:pathLst>
              <a:path w="11910" h="10957" extrusionOk="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2" name="Google Shape;17052;p87"/>
          <p:cNvSpPr/>
          <p:nvPr/>
        </p:nvSpPr>
        <p:spPr>
          <a:xfrm>
            <a:off x="4040812" y="3547742"/>
            <a:ext cx="562552" cy="561012"/>
          </a:xfrm>
          <a:custGeom>
            <a:avLst/>
            <a:gdLst/>
            <a:ahLst/>
            <a:cxnLst/>
            <a:rect l="l" t="t" r="r" b="b"/>
            <a:pathLst>
              <a:path w="11689" h="11657" extrusionOk="0">
                <a:moveTo>
                  <a:pt x="5797" y="2111"/>
                </a:moveTo>
                <a:cubicBezTo>
                  <a:pt x="6175" y="2111"/>
                  <a:pt x="6459" y="2426"/>
                  <a:pt x="6459" y="2773"/>
                </a:cubicBezTo>
                <a:cubicBezTo>
                  <a:pt x="6459" y="3151"/>
                  <a:pt x="6175" y="3466"/>
                  <a:pt x="5797" y="3466"/>
                </a:cubicBezTo>
                <a:cubicBezTo>
                  <a:pt x="5388" y="3466"/>
                  <a:pt x="5104" y="3151"/>
                  <a:pt x="5104" y="2773"/>
                </a:cubicBezTo>
                <a:cubicBezTo>
                  <a:pt x="5104" y="2426"/>
                  <a:pt x="5419" y="2111"/>
                  <a:pt x="5797" y="2111"/>
                </a:cubicBezTo>
                <a:close/>
                <a:moveTo>
                  <a:pt x="6112" y="4159"/>
                </a:moveTo>
                <a:cubicBezTo>
                  <a:pt x="6648" y="4159"/>
                  <a:pt x="7120" y="4631"/>
                  <a:pt x="7120" y="5198"/>
                </a:cubicBezTo>
                <a:lnTo>
                  <a:pt x="7120" y="5545"/>
                </a:lnTo>
                <a:lnTo>
                  <a:pt x="4379" y="5545"/>
                </a:lnTo>
                <a:lnTo>
                  <a:pt x="4379" y="5198"/>
                </a:lnTo>
                <a:cubicBezTo>
                  <a:pt x="4411" y="4600"/>
                  <a:pt x="4884" y="4159"/>
                  <a:pt x="5419" y="4159"/>
                </a:cubicBezTo>
                <a:close/>
                <a:moveTo>
                  <a:pt x="10586" y="662"/>
                </a:moveTo>
                <a:cubicBezTo>
                  <a:pt x="10775" y="662"/>
                  <a:pt x="10932" y="819"/>
                  <a:pt x="10932" y="1008"/>
                </a:cubicBezTo>
                <a:lnTo>
                  <a:pt x="10932" y="5860"/>
                </a:lnTo>
                <a:lnTo>
                  <a:pt x="10996" y="5860"/>
                </a:lnTo>
                <a:cubicBezTo>
                  <a:pt x="10996" y="6049"/>
                  <a:pt x="10838" y="6207"/>
                  <a:pt x="10617" y="6207"/>
                </a:cubicBezTo>
                <a:lnTo>
                  <a:pt x="9483" y="6207"/>
                </a:lnTo>
                <a:cubicBezTo>
                  <a:pt x="9326" y="5829"/>
                  <a:pt x="8979" y="5545"/>
                  <a:pt x="8507" y="5545"/>
                </a:cubicBezTo>
                <a:lnTo>
                  <a:pt x="7845" y="5545"/>
                </a:lnTo>
                <a:lnTo>
                  <a:pt x="7845" y="5198"/>
                </a:lnTo>
                <a:cubicBezTo>
                  <a:pt x="7845" y="4505"/>
                  <a:pt x="7435" y="3938"/>
                  <a:pt x="6837" y="3655"/>
                </a:cubicBezTo>
                <a:cubicBezTo>
                  <a:pt x="7057" y="3403"/>
                  <a:pt x="7152" y="3151"/>
                  <a:pt x="7152" y="2773"/>
                </a:cubicBezTo>
                <a:cubicBezTo>
                  <a:pt x="7152" y="2048"/>
                  <a:pt x="6522" y="1418"/>
                  <a:pt x="5797" y="1418"/>
                </a:cubicBezTo>
                <a:cubicBezTo>
                  <a:pt x="5041" y="1418"/>
                  <a:pt x="4411" y="2048"/>
                  <a:pt x="4411" y="2773"/>
                </a:cubicBezTo>
                <a:cubicBezTo>
                  <a:pt x="4411" y="3088"/>
                  <a:pt x="4537" y="3403"/>
                  <a:pt x="4726" y="3655"/>
                </a:cubicBezTo>
                <a:cubicBezTo>
                  <a:pt x="4127" y="3938"/>
                  <a:pt x="3749" y="4505"/>
                  <a:pt x="3749" y="5198"/>
                </a:cubicBezTo>
                <a:lnTo>
                  <a:pt x="3749" y="5545"/>
                </a:lnTo>
                <a:lnTo>
                  <a:pt x="3056" y="5545"/>
                </a:lnTo>
                <a:cubicBezTo>
                  <a:pt x="2647" y="5545"/>
                  <a:pt x="2237" y="5829"/>
                  <a:pt x="2080" y="6207"/>
                </a:cubicBezTo>
                <a:lnTo>
                  <a:pt x="977" y="6207"/>
                </a:lnTo>
                <a:cubicBezTo>
                  <a:pt x="788" y="6207"/>
                  <a:pt x="630" y="6049"/>
                  <a:pt x="630" y="5860"/>
                </a:cubicBezTo>
                <a:lnTo>
                  <a:pt x="630" y="1008"/>
                </a:lnTo>
                <a:cubicBezTo>
                  <a:pt x="630" y="819"/>
                  <a:pt x="788" y="662"/>
                  <a:pt x="977" y="662"/>
                </a:cubicBezTo>
                <a:close/>
                <a:moveTo>
                  <a:pt x="8538" y="6175"/>
                </a:moveTo>
                <a:cubicBezTo>
                  <a:pt x="8759" y="6175"/>
                  <a:pt x="8916" y="6333"/>
                  <a:pt x="8916" y="6522"/>
                </a:cubicBezTo>
                <a:cubicBezTo>
                  <a:pt x="8853" y="6711"/>
                  <a:pt x="8696" y="6868"/>
                  <a:pt x="8538" y="6868"/>
                </a:cubicBezTo>
                <a:lnTo>
                  <a:pt x="3088" y="6868"/>
                </a:lnTo>
                <a:cubicBezTo>
                  <a:pt x="2867" y="6868"/>
                  <a:pt x="2710" y="6711"/>
                  <a:pt x="2710" y="6522"/>
                </a:cubicBezTo>
                <a:cubicBezTo>
                  <a:pt x="2710" y="6333"/>
                  <a:pt x="2867" y="6175"/>
                  <a:pt x="3088" y="6175"/>
                </a:cubicBezTo>
                <a:close/>
                <a:moveTo>
                  <a:pt x="8160" y="7593"/>
                </a:moveTo>
                <a:lnTo>
                  <a:pt x="7561" y="11027"/>
                </a:lnTo>
                <a:lnTo>
                  <a:pt x="4033" y="11027"/>
                </a:lnTo>
                <a:lnTo>
                  <a:pt x="3466" y="7593"/>
                </a:lnTo>
                <a:close/>
                <a:moveTo>
                  <a:pt x="1008" y="0"/>
                </a:moveTo>
                <a:cubicBezTo>
                  <a:pt x="473" y="0"/>
                  <a:pt x="0" y="473"/>
                  <a:pt x="0" y="1008"/>
                </a:cubicBezTo>
                <a:lnTo>
                  <a:pt x="0" y="5860"/>
                </a:lnTo>
                <a:cubicBezTo>
                  <a:pt x="0" y="6396"/>
                  <a:pt x="473" y="6868"/>
                  <a:pt x="1008" y="6868"/>
                </a:cubicBezTo>
                <a:lnTo>
                  <a:pt x="2111" y="6868"/>
                </a:lnTo>
                <a:cubicBezTo>
                  <a:pt x="2237" y="7183"/>
                  <a:pt x="2489" y="7435"/>
                  <a:pt x="2804" y="7498"/>
                </a:cubicBezTo>
                <a:lnTo>
                  <a:pt x="3434" y="11373"/>
                </a:lnTo>
                <a:cubicBezTo>
                  <a:pt x="3466" y="11531"/>
                  <a:pt x="3592" y="11657"/>
                  <a:pt x="3781" y="11657"/>
                </a:cubicBezTo>
                <a:lnTo>
                  <a:pt x="7877" y="11657"/>
                </a:lnTo>
                <a:cubicBezTo>
                  <a:pt x="8034" y="11657"/>
                  <a:pt x="8192" y="11531"/>
                  <a:pt x="8223" y="11373"/>
                </a:cubicBezTo>
                <a:lnTo>
                  <a:pt x="8853" y="7498"/>
                </a:lnTo>
                <a:cubicBezTo>
                  <a:pt x="9168" y="7435"/>
                  <a:pt x="9420" y="7183"/>
                  <a:pt x="9546" y="6868"/>
                </a:cubicBezTo>
                <a:lnTo>
                  <a:pt x="10680" y="6868"/>
                </a:lnTo>
                <a:cubicBezTo>
                  <a:pt x="11216" y="6868"/>
                  <a:pt x="11689" y="6396"/>
                  <a:pt x="11689" y="5860"/>
                </a:cubicBezTo>
                <a:lnTo>
                  <a:pt x="11689" y="1008"/>
                </a:lnTo>
                <a:cubicBezTo>
                  <a:pt x="11657" y="473"/>
                  <a:pt x="11185" y="0"/>
                  <a:pt x="106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53" name="Google Shape;17053;p87"/>
          <p:cNvGrpSpPr/>
          <p:nvPr/>
        </p:nvGrpSpPr>
        <p:grpSpPr>
          <a:xfrm>
            <a:off x="7702849" y="2175008"/>
            <a:ext cx="432177" cy="561061"/>
            <a:chOff x="-3462150" y="2046625"/>
            <a:chExt cx="224500" cy="291450"/>
          </a:xfrm>
        </p:grpSpPr>
        <p:sp>
          <p:nvSpPr>
            <p:cNvPr id="17054" name="Google Shape;17054;p87"/>
            <p:cNvSpPr/>
            <p:nvPr/>
          </p:nvSpPr>
          <p:spPr>
            <a:xfrm>
              <a:off x="-3425125" y="2253000"/>
              <a:ext cx="51225" cy="50425"/>
            </a:xfrm>
            <a:custGeom>
              <a:avLst/>
              <a:gdLst/>
              <a:ahLst/>
              <a:cxnLst/>
              <a:rect l="l" t="t" r="r" b="b"/>
              <a:pathLst>
                <a:path w="2049" h="2017" extrusionOk="0">
                  <a:moveTo>
                    <a:pt x="1009" y="662"/>
                  </a:moveTo>
                  <a:cubicBezTo>
                    <a:pt x="1198" y="662"/>
                    <a:pt x="1355" y="819"/>
                    <a:pt x="1355" y="1008"/>
                  </a:cubicBezTo>
                  <a:cubicBezTo>
                    <a:pt x="1355" y="1197"/>
                    <a:pt x="1166" y="1355"/>
                    <a:pt x="1009" y="1355"/>
                  </a:cubicBezTo>
                  <a:cubicBezTo>
                    <a:pt x="820" y="1355"/>
                    <a:pt x="662" y="1197"/>
                    <a:pt x="662" y="1008"/>
                  </a:cubicBezTo>
                  <a:cubicBezTo>
                    <a:pt x="662" y="819"/>
                    <a:pt x="820" y="662"/>
                    <a:pt x="1009" y="662"/>
                  </a:cubicBezTo>
                  <a:close/>
                  <a:moveTo>
                    <a:pt x="1009" y="0"/>
                  </a:moveTo>
                  <a:cubicBezTo>
                    <a:pt x="473" y="0"/>
                    <a:pt x="0" y="441"/>
                    <a:pt x="0" y="1008"/>
                  </a:cubicBezTo>
                  <a:cubicBezTo>
                    <a:pt x="0" y="1575"/>
                    <a:pt x="473" y="2016"/>
                    <a:pt x="1009" y="2016"/>
                  </a:cubicBezTo>
                  <a:cubicBezTo>
                    <a:pt x="1576" y="2016"/>
                    <a:pt x="2048" y="1575"/>
                    <a:pt x="2048" y="1008"/>
                  </a:cubicBezTo>
                  <a:cubicBezTo>
                    <a:pt x="2048" y="441"/>
                    <a:pt x="1576"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5" name="Google Shape;17055;p87"/>
            <p:cNvSpPr/>
            <p:nvPr/>
          </p:nvSpPr>
          <p:spPr>
            <a:xfrm>
              <a:off x="-3425125" y="2116725"/>
              <a:ext cx="51225" cy="49650"/>
            </a:xfrm>
            <a:custGeom>
              <a:avLst/>
              <a:gdLst/>
              <a:ahLst/>
              <a:cxnLst/>
              <a:rect l="l" t="t" r="r" b="b"/>
              <a:pathLst>
                <a:path w="2049" h="1986" extrusionOk="0">
                  <a:moveTo>
                    <a:pt x="343" y="1"/>
                  </a:moveTo>
                  <a:cubicBezTo>
                    <a:pt x="252" y="1"/>
                    <a:pt x="158" y="32"/>
                    <a:pt x="95" y="95"/>
                  </a:cubicBezTo>
                  <a:cubicBezTo>
                    <a:pt x="0" y="190"/>
                    <a:pt x="0" y="442"/>
                    <a:pt x="95" y="536"/>
                  </a:cubicBezTo>
                  <a:lnTo>
                    <a:pt x="536" y="977"/>
                  </a:lnTo>
                  <a:lnTo>
                    <a:pt x="95" y="1418"/>
                  </a:lnTo>
                  <a:cubicBezTo>
                    <a:pt x="0" y="1544"/>
                    <a:pt x="0" y="1765"/>
                    <a:pt x="95" y="1891"/>
                  </a:cubicBezTo>
                  <a:cubicBezTo>
                    <a:pt x="158" y="1954"/>
                    <a:pt x="252" y="1986"/>
                    <a:pt x="343" y="1986"/>
                  </a:cubicBezTo>
                  <a:cubicBezTo>
                    <a:pt x="434" y="1986"/>
                    <a:pt x="520" y="1954"/>
                    <a:pt x="568" y="1891"/>
                  </a:cubicBezTo>
                  <a:lnTo>
                    <a:pt x="1009" y="1450"/>
                  </a:lnTo>
                  <a:lnTo>
                    <a:pt x="1450" y="1891"/>
                  </a:lnTo>
                  <a:cubicBezTo>
                    <a:pt x="1513" y="1954"/>
                    <a:pt x="1599" y="1986"/>
                    <a:pt x="1686" y="1986"/>
                  </a:cubicBezTo>
                  <a:cubicBezTo>
                    <a:pt x="1773" y="1986"/>
                    <a:pt x="1859" y="1954"/>
                    <a:pt x="1922" y="1891"/>
                  </a:cubicBezTo>
                  <a:cubicBezTo>
                    <a:pt x="2048" y="1765"/>
                    <a:pt x="2048" y="1544"/>
                    <a:pt x="1922" y="1418"/>
                  </a:cubicBezTo>
                  <a:lnTo>
                    <a:pt x="1481" y="977"/>
                  </a:lnTo>
                  <a:lnTo>
                    <a:pt x="1922" y="536"/>
                  </a:lnTo>
                  <a:cubicBezTo>
                    <a:pt x="2048" y="442"/>
                    <a:pt x="2048" y="190"/>
                    <a:pt x="1922" y="95"/>
                  </a:cubicBezTo>
                  <a:cubicBezTo>
                    <a:pt x="1859" y="32"/>
                    <a:pt x="1773" y="1"/>
                    <a:pt x="1686" y="1"/>
                  </a:cubicBezTo>
                  <a:cubicBezTo>
                    <a:pt x="1599" y="1"/>
                    <a:pt x="1513" y="32"/>
                    <a:pt x="1450" y="95"/>
                  </a:cubicBezTo>
                  <a:lnTo>
                    <a:pt x="1009" y="505"/>
                  </a:lnTo>
                  <a:lnTo>
                    <a:pt x="568" y="95"/>
                  </a:lnTo>
                  <a:cubicBezTo>
                    <a:pt x="520" y="32"/>
                    <a:pt x="434"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6" name="Google Shape;17056;p87"/>
            <p:cNvSpPr/>
            <p:nvPr/>
          </p:nvSpPr>
          <p:spPr>
            <a:xfrm>
              <a:off x="-3425125" y="2185250"/>
              <a:ext cx="51225" cy="49650"/>
            </a:xfrm>
            <a:custGeom>
              <a:avLst/>
              <a:gdLst/>
              <a:ahLst/>
              <a:cxnLst/>
              <a:rect l="l" t="t" r="r" b="b"/>
              <a:pathLst>
                <a:path w="2049" h="1986" extrusionOk="0">
                  <a:moveTo>
                    <a:pt x="343" y="1"/>
                  </a:moveTo>
                  <a:cubicBezTo>
                    <a:pt x="252" y="1"/>
                    <a:pt x="158" y="32"/>
                    <a:pt x="95" y="95"/>
                  </a:cubicBezTo>
                  <a:cubicBezTo>
                    <a:pt x="0" y="221"/>
                    <a:pt x="0" y="442"/>
                    <a:pt x="95" y="568"/>
                  </a:cubicBezTo>
                  <a:lnTo>
                    <a:pt x="536" y="1009"/>
                  </a:lnTo>
                  <a:lnTo>
                    <a:pt x="95" y="1418"/>
                  </a:lnTo>
                  <a:cubicBezTo>
                    <a:pt x="0" y="1544"/>
                    <a:pt x="0" y="1796"/>
                    <a:pt x="95" y="1891"/>
                  </a:cubicBezTo>
                  <a:cubicBezTo>
                    <a:pt x="158" y="1954"/>
                    <a:pt x="252" y="1985"/>
                    <a:pt x="343" y="1985"/>
                  </a:cubicBezTo>
                  <a:cubicBezTo>
                    <a:pt x="434" y="1985"/>
                    <a:pt x="520" y="1954"/>
                    <a:pt x="568" y="1891"/>
                  </a:cubicBezTo>
                  <a:lnTo>
                    <a:pt x="1009" y="1481"/>
                  </a:lnTo>
                  <a:lnTo>
                    <a:pt x="1450" y="1891"/>
                  </a:lnTo>
                  <a:cubicBezTo>
                    <a:pt x="1513" y="1954"/>
                    <a:pt x="1599" y="1985"/>
                    <a:pt x="1686" y="1985"/>
                  </a:cubicBezTo>
                  <a:cubicBezTo>
                    <a:pt x="1773" y="1985"/>
                    <a:pt x="1859" y="1954"/>
                    <a:pt x="1922" y="1891"/>
                  </a:cubicBezTo>
                  <a:cubicBezTo>
                    <a:pt x="2048" y="1796"/>
                    <a:pt x="2048" y="1544"/>
                    <a:pt x="1922" y="1418"/>
                  </a:cubicBezTo>
                  <a:lnTo>
                    <a:pt x="1481" y="1009"/>
                  </a:lnTo>
                  <a:lnTo>
                    <a:pt x="1922" y="568"/>
                  </a:lnTo>
                  <a:cubicBezTo>
                    <a:pt x="2048" y="410"/>
                    <a:pt x="2048" y="221"/>
                    <a:pt x="1922" y="95"/>
                  </a:cubicBezTo>
                  <a:cubicBezTo>
                    <a:pt x="1859" y="32"/>
                    <a:pt x="1773" y="1"/>
                    <a:pt x="1686" y="1"/>
                  </a:cubicBezTo>
                  <a:cubicBezTo>
                    <a:pt x="1599" y="1"/>
                    <a:pt x="1513" y="32"/>
                    <a:pt x="1450" y="95"/>
                  </a:cubicBezTo>
                  <a:lnTo>
                    <a:pt x="1009" y="536"/>
                  </a:lnTo>
                  <a:lnTo>
                    <a:pt x="568" y="95"/>
                  </a:lnTo>
                  <a:cubicBezTo>
                    <a:pt x="520" y="32"/>
                    <a:pt x="434"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7" name="Google Shape;17057;p87"/>
            <p:cNvSpPr/>
            <p:nvPr/>
          </p:nvSpPr>
          <p:spPr>
            <a:xfrm>
              <a:off x="-3462150" y="2046625"/>
              <a:ext cx="224500" cy="291450"/>
            </a:xfrm>
            <a:custGeom>
              <a:avLst/>
              <a:gdLst/>
              <a:ahLst/>
              <a:cxnLst/>
              <a:rect l="l" t="t" r="r" b="b"/>
              <a:pathLst>
                <a:path w="8980" h="11658" extrusionOk="0">
                  <a:moveTo>
                    <a:pt x="5924" y="694"/>
                  </a:moveTo>
                  <a:cubicBezTo>
                    <a:pt x="6113" y="694"/>
                    <a:pt x="6270" y="851"/>
                    <a:pt x="6270" y="1040"/>
                  </a:cubicBezTo>
                  <a:cubicBezTo>
                    <a:pt x="6270" y="1229"/>
                    <a:pt x="6113" y="1387"/>
                    <a:pt x="5924" y="1387"/>
                  </a:cubicBezTo>
                  <a:lnTo>
                    <a:pt x="3151" y="1387"/>
                  </a:lnTo>
                  <a:cubicBezTo>
                    <a:pt x="2962" y="1387"/>
                    <a:pt x="2805" y="1229"/>
                    <a:pt x="2805" y="1040"/>
                  </a:cubicBezTo>
                  <a:cubicBezTo>
                    <a:pt x="2805" y="851"/>
                    <a:pt x="2962" y="694"/>
                    <a:pt x="3151" y="694"/>
                  </a:cubicBezTo>
                  <a:close/>
                  <a:moveTo>
                    <a:pt x="8034" y="1356"/>
                  </a:moveTo>
                  <a:cubicBezTo>
                    <a:pt x="8255" y="1356"/>
                    <a:pt x="8413" y="1513"/>
                    <a:pt x="8413" y="1702"/>
                  </a:cubicBezTo>
                  <a:lnTo>
                    <a:pt x="8413" y="10649"/>
                  </a:lnTo>
                  <a:lnTo>
                    <a:pt x="8287" y="10649"/>
                  </a:lnTo>
                  <a:cubicBezTo>
                    <a:pt x="8287" y="10838"/>
                    <a:pt x="8129" y="10996"/>
                    <a:pt x="7940" y="10996"/>
                  </a:cubicBezTo>
                  <a:lnTo>
                    <a:pt x="1103" y="10996"/>
                  </a:lnTo>
                  <a:cubicBezTo>
                    <a:pt x="914" y="10996"/>
                    <a:pt x="757" y="10838"/>
                    <a:pt x="757" y="10649"/>
                  </a:cubicBezTo>
                  <a:lnTo>
                    <a:pt x="757" y="1702"/>
                  </a:lnTo>
                  <a:cubicBezTo>
                    <a:pt x="757" y="1513"/>
                    <a:pt x="914" y="1356"/>
                    <a:pt x="1103" y="1356"/>
                  </a:cubicBezTo>
                  <a:lnTo>
                    <a:pt x="2206" y="1356"/>
                  </a:lnTo>
                  <a:cubicBezTo>
                    <a:pt x="2364" y="1734"/>
                    <a:pt x="2742" y="2017"/>
                    <a:pt x="3214" y="2017"/>
                  </a:cubicBezTo>
                  <a:lnTo>
                    <a:pt x="5955" y="2017"/>
                  </a:lnTo>
                  <a:cubicBezTo>
                    <a:pt x="6396" y="2017"/>
                    <a:pt x="6774" y="1734"/>
                    <a:pt x="6932" y="1356"/>
                  </a:cubicBezTo>
                  <a:close/>
                  <a:moveTo>
                    <a:pt x="3120" y="1"/>
                  </a:moveTo>
                  <a:cubicBezTo>
                    <a:pt x="2679" y="1"/>
                    <a:pt x="2301" y="284"/>
                    <a:pt x="2143" y="694"/>
                  </a:cubicBezTo>
                  <a:lnTo>
                    <a:pt x="1040" y="694"/>
                  </a:lnTo>
                  <a:cubicBezTo>
                    <a:pt x="473" y="694"/>
                    <a:pt x="1" y="1166"/>
                    <a:pt x="1" y="1702"/>
                  </a:cubicBezTo>
                  <a:lnTo>
                    <a:pt x="1" y="10649"/>
                  </a:lnTo>
                  <a:cubicBezTo>
                    <a:pt x="1" y="11185"/>
                    <a:pt x="473" y="11658"/>
                    <a:pt x="1040" y="11658"/>
                  </a:cubicBezTo>
                  <a:lnTo>
                    <a:pt x="7877" y="11658"/>
                  </a:lnTo>
                  <a:cubicBezTo>
                    <a:pt x="8444" y="11658"/>
                    <a:pt x="8917" y="11185"/>
                    <a:pt x="8917" y="10649"/>
                  </a:cubicBezTo>
                  <a:lnTo>
                    <a:pt x="8917" y="1702"/>
                  </a:lnTo>
                  <a:cubicBezTo>
                    <a:pt x="8980" y="1166"/>
                    <a:pt x="8507" y="694"/>
                    <a:pt x="7971" y="694"/>
                  </a:cubicBezTo>
                  <a:lnTo>
                    <a:pt x="6869" y="694"/>
                  </a:lnTo>
                  <a:cubicBezTo>
                    <a:pt x="6711" y="284"/>
                    <a:pt x="6365" y="1"/>
                    <a:pt x="58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8" name="Google Shape;17058;p87"/>
            <p:cNvSpPr/>
            <p:nvPr/>
          </p:nvSpPr>
          <p:spPr>
            <a:xfrm>
              <a:off x="-3358175" y="2133275"/>
              <a:ext cx="86650" cy="18125"/>
            </a:xfrm>
            <a:custGeom>
              <a:avLst/>
              <a:gdLst/>
              <a:ahLst/>
              <a:cxnLst/>
              <a:rect l="l" t="t" r="r" b="b"/>
              <a:pathLst>
                <a:path w="3466" h="725" extrusionOk="0">
                  <a:moveTo>
                    <a:pt x="347" y="0"/>
                  </a:moveTo>
                  <a:cubicBezTo>
                    <a:pt x="158" y="0"/>
                    <a:pt x="0" y="158"/>
                    <a:pt x="0" y="378"/>
                  </a:cubicBezTo>
                  <a:cubicBezTo>
                    <a:pt x="0" y="567"/>
                    <a:pt x="158" y="725"/>
                    <a:pt x="347" y="725"/>
                  </a:cubicBezTo>
                  <a:lnTo>
                    <a:pt x="3088" y="725"/>
                  </a:lnTo>
                  <a:cubicBezTo>
                    <a:pt x="3308" y="725"/>
                    <a:pt x="3466" y="567"/>
                    <a:pt x="3466" y="378"/>
                  </a:cubicBezTo>
                  <a:cubicBezTo>
                    <a:pt x="3466" y="158"/>
                    <a:pt x="3308"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9" name="Google Shape;17059;p87"/>
            <p:cNvSpPr/>
            <p:nvPr/>
          </p:nvSpPr>
          <p:spPr>
            <a:xfrm>
              <a:off x="-3358175" y="2201800"/>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088" y="693"/>
                  </a:lnTo>
                  <a:cubicBezTo>
                    <a:pt x="3308" y="693"/>
                    <a:pt x="3466" y="536"/>
                    <a:pt x="3466" y="347"/>
                  </a:cubicBezTo>
                  <a:cubicBezTo>
                    <a:pt x="3466" y="158"/>
                    <a:pt x="3308"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0" name="Google Shape;17060;p87"/>
            <p:cNvSpPr/>
            <p:nvPr/>
          </p:nvSpPr>
          <p:spPr>
            <a:xfrm>
              <a:off x="-3358175" y="2270325"/>
              <a:ext cx="86650" cy="18125"/>
            </a:xfrm>
            <a:custGeom>
              <a:avLst/>
              <a:gdLst/>
              <a:ahLst/>
              <a:cxnLst/>
              <a:rect l="l" t="t" r="r" b="b"/>
              <a:pathLst>
                <a:path w="3466" h="725" extrusionOk="0">
                  <a:moveTo>
                    <a:pt x="347" y="0"/>
                  </a:moveTo>
                  <a:cubicBezTo>
                    <a:pt x="158" y="0"/>
                    <a:pt x="0" y="158"/>
                    <a:pt x="0" y="347"/>
                  </a:cubicBezTo>
                  <a:cubicBezTo>
                    <a:pt x="0" y="567"/>
                    <a:pt x="158" y="725"/>
                    <a:pt x="347" y="725"/>
                  </a:cubicBezTo>
                  <a:lnTo>
                    <a:pt x="3088" y="725"/>
                  </a:lnTo>
                  <a:cubicBezTo>
                    <a:pt x="3308" y="725"/>
                    <a:pt x="3466" y="567"/>
                    <a:pt x="3466" y="347"/>
                  </a:cubicBezTo>
                  <a:cubicBezTo>
                    <a:pt x="3466" y="158"/>
                    <a:pt x="3308"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61" name="Google Shape;17061;p87"/>
          <p:cNvGrpSpPr/>
          <p:nvPr/>
        </p:nvGrpSpPr>
        <p:grpSpPr>
          <a:xfrm>
            <a:off x="7670267" y="2852369"/>
            <a:ext cx="497341" cy="564092"/>
            <a:chOff x="-3478675" y="2405775"/>
            <a:chExt cx="258350" cy="293025"/>
          </a:xfrm>
        </p:grpSpPr>
        <p:sp>
          <p:nvSpPr>
            <p:cNvPr id="17062" name="Google Shape;17062;p87"/>
            <p:cNvSpPr/>
            <p:nvPr/>
          </p:nvSpPr>
          <p:spPr>
            <a:xfrm>
              <a:off x="-3478675" y="2405775"/>
              <a:ext cx="258350" cy="293025"/>
            </a:xfrm>
            <a:custGeom>
              <a:avLst/>
              <a:gdLst/>
              <a:ahLst/>
              <a:cxnLst/>
              <a:rect l="l" t="t" r="r" b="b"/>
              <a:pathLst>
                <a:path w="10334" h="11721" extrusionOk="0">
                  <a:moveTo>
                    <a:pt x="6018" y="694"/>
                  </a:moveTo>
                  <a:cubicBezTo>
                    <a:pt x="6175" y="694"/>
                    <a:pt x="6301" y="757"/>
                    <a:pt x="6333" y="915"/>
                  </a:cubicBezTo>
                  <a:lnTo>
                    <a:pt x="6490" y="1450"/>
                  </a:lnTo>
                  <a:lnTo>
                    <a:pt x="3781" y="1450"/>
                  </a:lnTo>
                  <a:lnTo>
                    <a:pt x="3970" y="915"/>
                  </a:lnTo>
                  <a:cubicBezTo>
                    <a:pt x="4033" y="757"/>
                    <a:pt x="4127" y="694"/>
                    <a:pt x="4285" y="694"/>
                  </a:cubicBezTo>
                  <a:close/>
                  <a:moveTo>
                    <a:pt x="9326" y="2049"/>
                  </a:moveTo>
                  <a:cubicBezTo>
                    <a:pt x="9546" y="2049"/>
                    <a:pt x="9704" y="2206"/>
                    <a:pt x="9704" y="2427"/>
                  </a:cubicBezTo>
                  <a:lnTo>
                    <a:pt x="9704" y="2773"/>
                  </a:lnTo>
                  <a:lnTo>
                    <a:pt x="756" y="2773"/>
                  </a:lnTo>
                  <a:lnTo>
                    <a:pt x="756" y="2427"/>
                  </a:lnTo>
                  <a:cubicBezTo>
                    <a:pt x="756" y="2206"/>
                    <a:pt x="914" y="2049"/>
                    <a:pt x="1103" y="2049"/>
                  </a:cubicBezTo>
                  <a:close/>
                  <a:moveTo>
                    <a:pt x="8916" y="3498"/>
                  </a:moveTo>
                  <a:lnTo>
                    <a:pt x="8317" y="10681"/>
                  </a:lnTo>
                  <a:cubicBezTo>
                    <a:pt x="8317" y="10839"/>
                    <a:pt x="8160" y="10996"/>
                    <a:pt x="7971" y="10996"/>
                  </a:cubicBezTo>
                  <a:lnTo>
                    <a:pt x="2363" y="10996"/>
                  </a:lnTo>
                  <a:cubicBezTo>
                    <a:pt x="2174" y="10996"/>
                    <a:pt x="2048" y="10902"/>
                    <a:pt x="2016" y="10681"/>
                  </a:cubicBezTo>
                  <a:lnTo>
                    <a:pt x="1418" y="3498"/>
                  </a:lnTo>
                  <a:close/>
                  <a:moveTo>
                    <a:pt x="4285" y="1"/>
                  </a:moveTo>
                  <a:cubicBezTo>
                    <a:pt x="3875" y="1"/>
                    <a:pt x="3466" y="285"/>
                    <a:pt x="3308" y="726"/>
                  </a:cubicBezTo>
                  <a:lnTo>
                    <a:pt x="3088" y="1450"/>
                  </a:lnTo>
                  <a:lnTo>
                    <a:pt x="1040" y="1450"/>
                  </a:lnTo>
                  <a:cubicBezTo>
                    <a:pt x="473" y="1450"/>
                    <a:pt x="0" y="1923"/>
                    <a:pt x="0" y="2458"/>
                  </a:cubicBezTo>
                  <a:lnTo>
                    <a:pt x="0" y="3120"/>
                  </a:lnTo>
                  <a:cubicBezTo>
                    <a:pt x="0" y="3341"/>
                    <a:pt x="158" y="3498"/>
                    <a:pt x="347" y="3498"/>
                  </a:cubicBezTo>
                  <a:lnTo>
                    <a:pt x="725" y="3498"/>
                  </a:lnTo>
                  <a:lnTo>
                    <a:pt x="1292" y="10776"/>
                  </a:lnTo>
                  <a:cubicBezTo>
                    <a:pt x="1355" y="11311"/>
                    <a:pt x="1764" y="11721"/>
                    <a:pt x="2331" y="11721"/>
                  </a:cubicBezTo>
                  <a:lnTo>
                    <a:pt x="7908" y="11721"/>
                  </a:lnTo>
                  <a:cubicBezTo>
                    <a:pt x="8475" y="11721"/>
                    <a:pt x="8916" y="11311"/>
                    <a:pt x="8948" y="10776"/>
                  </a:cubicBezTo>
                  <a:lnTo>
                    <a:pt x="9546" y="3498"/>
                  </a:lnTo>
                  <a:lnTo>
                    <a:pt x="9893" y="3498"/>
                  </a:lnTo>
                  <a:cubicBezTo>
                    <a:pt x="10082" y="3498"/>
                    <a:pt x="10239" y="3341"/>
                    <a:pt x="10239" y="3120"/>
                  </a:cubicBezTo>
                  <a:lnTo>
                    <a:pt x="10239" y="2458"/>
                  </a:lnTo>
                  <a:cubicBezTo>
                    <a:pt x="10334" y="1860"/>
                    <a:pt x="9861" y="1450"/>
                    <a:pt x="9294" y="1450"/>
                  </a:cubicBezTo>
                  <a:lnTo>
                    <a:pt x="7246" y="1450"/>
                  </a:lnTo>
                  <a:lnTo>
                    <a:pt x="7026" y="726"/>
                  </a:lnTo>
                  <a:cubicBezTo>
                    <a:pt x="6868" y="285"/>
                    <a:pt x="6490"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3" name="Google Shape;17063;p87"/>
            <p:cNvSpPr/>
            <p:nvPr/>
          </p:nvSpPr>
          <p:spPr>
            <a:xfrm>
              <a:off x="-3408575" y="2509750"/>
              <a:ext cx="17350" cy="154400"/>
            </a:xfrm>
            <a:custGeom>
              <a:avLst/>
              <a:gdLst/>
              <a:ahLst/>
              <a:cxnLst/>
              <a:rect l="l" t="t" r="r" b="b"/>
              <a:pathLst>
                <a:path w="694" h="6176" extrusionOk="0">
                  <a:moveTo>
                    <a:pt x="347" y="1"/>
                  </a:moveTo>
                  <a:cubicBezTo>
                    <a:pt x="158" y="1"/>
                    <a:pt x="0" y="158"/>
                    <a:pt x="0" y="347"/>
                  </a:cubicBezTo>
                  <a:lnTo>
                    <a:pt x="0" y="5829"/>
                  </a:lnTo>
                  <a:cubicBezTo>
                    <a:pt x="0" y="6018"/>
                    <a:pt x="158" y="6176"/>
                    <a:pt x="347" y="6176"/>
                  </a:cubicBezTo>
                  <a:cubicBezTo>
                    <a:pt x="536" y="6176"/>
                    <a:pt x="693" y="6018"/>
                    <a:pt x="693" y="5829"/>
                  </a:cubicBezTo>
                  <a:lnTo>
                    <a:pt x="693" y="347"/>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4" name="Google Shape;17064;p87"/>
            <p:cNvSpPr/>
            <p:nvPr/>
          </p:nvSpPr>
          <p:spPr>
            <a:xfrm>
              <a:off x="-33574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5" name="Google Shape;17065;p87"/>
            <p:cNvSpPr/>
            <p:nvPr/>
          </p:nvSpPr>
          <p:spPr>
            <a:xfrm>
              <a:off x="-33062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66" name="Google Shape;17066;p87"/>
          <p:cNvGrpSpPr/>
          <p:nvPr/>
        </p:nvGrpSpPr>
        <p:grpSpPr>
          <a:xfrm>
            <a:off x="7753625" y="3547197"/>
            <a:ext cx="362441" cy="562552"/>
            <a:chOff x="-3443250" y="2765725"/>
            <a:chExt cx="188275" cy="292225"/>
          </a:xfrm>
        </p:grpSpPr>
        <p:sp>
          <p:nvSpPr>
            <p:cNvPr id="17067" name="Google Shape;17067;p87"/>
            <p:cNvSpPr/>
            <p:nvPr/>
          </p:nvSpPr>
          <p:spPr>
            <a:xfrm>
              <a:off x="-3443250" y="2765725"/>
              <a:ext cx="188275" cy="292225"/>
            </a:xfrm>
            <a:custGeom>
              <a:avLst/>
              <a:gdLst/>
              <a:ahLst/>
              <a:cxnLst/>
              <a:rect l="l" t="t" r="r" b="b"/>
              <a:pathLst>
                <a:path w="7531" h="11689" extrusionOk="0">
                  <a:moveTo>
                    <a:pt x="6491" y="662"/>
                  </a:moveTo>
                  <a:cubicBezTo>
                    <a:pt x="6711" y="662"/>
                    <a:pt x="6869" y="820"/>
                    <a:pt x="6869" y="1009"/>
                  </a:cubicBezTo>
                  <a:lnTo>
                    <a:pt x="6869" y="7908"/>
                  </a:lnTo>
                  <a:cubicBezTo>
                    <a:pt x="6869" y="8097"/>
                    <a:pt x="6711" y="8255"/>
                    <a:pt x="6491" y="8255"/>
                  </a:cubicBezTo>
                  <a:lnTo>
                    <a:pt x="1040" y="8255"/>
                  </a:lnTo>
                  <a:cubicBezTo>
                    <a:pt x="851" y="8255"/>
                    <a:pt x="694" y="8097"/>
                    <a:pt x="694" y="7908"/>
                  </a:cubicBezTo>
                  <a:lnTo>
                    <a:pt x="694" y="1009"/>
                  </a:lnTo>
                  <a:cubicBezTo>
                    <a:pt x="694" y="820"/>
                    <a:pt x="851" y="662"/>
                    <a:pt x="1040" y="662"/>
                  </a:cubicBezTo>
                  <a:close/>
                  <a:moveTo>
                    <a:pt x="4821" y="8948"/>
                  </a:moveTo>
                  <a:lnTo>
                    <a:pt x="4821" y="10996"/>
                  </a:lnTo>
                  <a:lnTo>
                    <a:pt x="2773" y="10996"/>
                  </a:lnTo>
                  <a:lnTo>
                    <a:pt x="2773" y="8948"/>
                  </a:lnTo>
                  <a:close/>
                  <a:moveTo>
                    <a:pt x="1040" y="1"/>
                  </a:moveTo>
                  <a:cubicBezTo>
                    <a:pt x="473" y="1"/>
                    <a:pt x="1" y="473"/>
                    <a:pt x="1" y="1009"/>
                  </a:cubicBezTo>
                  <a:lnTo>
                    <a:pt x="1" y="7908"/>
                  </a:lnTo>
                  <a:cubicBezTo>
                    <a:pt x="1" y="8475"/>
                    <a:pt x="473" y="8917"/>
                    <a:pt x="1040" y="8917"/>
                  </a:cubicBezTo>
                  <a:lnTo>
                    <a:pt x="2049" y="8917"/>
                  </a:lnTo>
                  <a:lnTo>
                    <a:pt x="2049" y="10964"/>
                  </a:lnTo>
                  <a:lnTo>
                    <a:pt x="1040" y="10964"/>
                  </a:lnTo>
                  <a:cubicBezTo>
                    <a:pt x="851" y="10964"/>
                    <a:pt x="694" y="11122"/>
                    <a:pt x="694" y="11342"/>
                  </a:cubicBezTo>
                  <a:cubicBezTo>
                    <a:pt x="694" y="11531"/>
                    <a:pt x="851" y="11689"/>
                    <a:pt x="1040" y="11689"/>
                  </a:cubicBezTo>
                  <a:lnTo>
                    <a:pt x="6491" y="11689"/>
                  </a:lnTo>
                  <a:cubicBezTo>
                    <a:pt x="6711" y="11689"/>
                    <a:pt x="6869" y="11531"/>
                    <a:pt x="6869" y="11342"/>
                  </a:cubicBezTo>
                  <a:cubicBezTo>
                    <a:pt x="6869" y="11122"/>
                    <a:pt x="6711" y="10964"/>
                    <a:pt x="6491" y="10964"/>
                  </a:cubicBezTo>
                  <a:lnTo>
                    <a:pt x="5483" y="10964"/>
                  </a:lnTo>
                  <a:lnTo>
                    <a:pt x="5483" y="8917"/>
                  </a:lnTo>
                  <a:lnTo>
                    <a:pt x="6491" y="8917"/>
                  </a:lnTo>
                  <a:cubicBezTo>
                    <a:pt x="7058" y="8917"/>
                    <a:pt x="7531" y="8475"/>
                    <a:pt x="7531" y="7908"/>
                  </a:cubicBezTo>
                  <a:lnTo>
                    <a:pt x="7531" y="1009"/>
                  </a:lnTo>
                  <a:cubicBezTo>
                    <a:pt x="7531" y="442"/>
                    <a:pt x="7089" y="1"/>
                    <a:pt x="64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8" name="Google Shape;17068;p87"/>
            <p:cNvSpPr/>
            <p:nvPr/>
          </p:nvSpPr>
          <p:spPr>
            <a:xfrm>
              <a:off x="-3411725" y="2799375"/>
              <a:ext cx="124450" cy="86100"/>
            </a:xfrm>
            <a:custGeom>
              <a:avLst/>
              <a:gdLst/>
              <a:ahLst/>
              <a:cxnLst/>
              <a:rect l="l" t="t" r="r" b="b"/>
              <a:pathLst>
                <a:path w="4978" h="3444" extrusionOk="0">
                  <a:moveTo>
                    <a:pt x="1859" y="1144"/>
                  </a:moveTo>
                  <a:lnTo>
                    <a:pt x="2678" y="2750"/>
                  </a:lnTo>
                  <a:lnTo>
                    <a:pt x="1040" y="2750"/>
                  </a:lnTo>
                  <a:lnTo>
                    <a:pt x="1859" y="1144"/>
                  </a:lnTo>
                  <a:close/>
                  <a:moveTo>
                    <a:pt x="3151" y="1049"/>
                  </a:moveTo>
                  <a:lnTo>
                    <a:pt x="4033" y="2782"/>
                  </a:lnTo>
                  <a:lnTo>
                    <a:pt x="3403" y="2782"/>
                  </a:lnTo>
                  <a:lnTo>
                    <a:pt x="3403" y="2750"/>
                  </a:lnTo>
                  <a:lnTo>
                    <a:pt x="2804" y="1553"/>
                  </a:lnTo>
                  <a:lnTo>
                    <a:pt x="3151" y="1049"/>
                  </a:lnTo>
                  <a:close/>
                  <a:moveTo>
                    <a:pt x="3213" y="1"/>
                  </a:moveTo>
                  <a:cubicBezTo>
                    <a:pt x="3110" y="1"/>
                    <a:pt x="3003" y="48"/>
                    <a:pt x="2930" y="135"/>
                  </a:cubicBezTo>
                  <a:lnTo>
                    <a:pt x="2457" y="829"/>
                  </a:lnTo>
                  <a:lnTo>
                    <a:pt x="2142" y="198"/>
                  </a:lnTo>
                  <a:cubicBezTo>
                    <a:pt x="2079" y="72"/>
                    <a:pt x="1961" y="9"/>
                    <a:pt x="1839" y="9"/>
                  </a:cubicBezTo>
                  <a:cubicBezTo>
                    <a:pt x="1717" y="9"/>
                    <a:pt x="1591" y="72"/>
                    <a:pt x="1512" y="198"/>
                  </a:cubicBezTo>
                  <a:lnTo>
                    <a:pt x="126" y="2939"/>
                  </a:lnTo>
                  <a:cubicBezTo>
                    <a:pt x="0" y="3191"/>
                    <a:pt x="158" y="3443"/>
                    <a:pt x="441" y="3443"/>
                  </a:cubicBezTo>
                  <a:lnTo>
                    <a:pt x="4537" y="3443"/>
                  </a:lnTo>
                  <a:cubicBezTo>
                    <a:pt x="4757" y="3443"/>
                    <a:pt x="4978" y="3191"/>
                    <a:pt x="4852" y="2939"/>
                  </a:cubicBezTo>
                  <a:lnTo>
                    <a:pt x="3497" y="198"/>
                  </a:lnTo>
                  <a:cubicBezTo>
                    <a:pt x="3446" y="63"/>
                    <a:pt x="3332" y="1"/>
                    <a:pt x="32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9" name="Google Shape;17069;p87"/>
            <p:cNvSpPr/>
            <p:nvPr/>
          </p:nvSpPr>
          <p:spPr>
            <a:xfrm>
              <a:off x="-3392825" y="290357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0" name="Google Shape;17070;p87"/>
            <p:cNvSpPr/>
            <p:nvPr/>
          </p:nvSpPr>
          <p:spPr>
            <a:xfrm>
              <a:off x="-3392825" y="293822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71" name="Google Shape;17071;p87"/>
          <p:cNvGrpSpPr/>
          <p:nvPr/>
        </p:nvGrpSpPr>
        <p:grpSpPr>
          <a:xfrm>
            <a:off x="1125486" y="4307913"/>
            <a:ext cx="495849" cy="564092"/>
            <a:chOff x="-1684475" y="2049000"/>
            <a:chExt cx="257575" cy="293025"/>
          </a:xfrm>
        </p:grpSpPr>
        <p:sp>
          <p:nvSpPr>
            <p:cNvPr id="17072" name="Google Shape;17072;p87"/>
            <p:cNvSpPr/>
            <p:nvPr/>
          </p:nvSpPr>
          <p:spPr>
            <a:xfrm>
              <a:off x="-1684475" y="2049000"/>
              <a:ext cx="257575" cy="293025"/>
            </a:xfrm>
            <a:custGeom>
              <a:avLst/>
              <a:gdLst/>
              <a:ahLst/>
              <a:cxnLst/>
              <a:rect l="l" t="t" r="r" b="b"/>
              <a:pathLst>
                <a:path w="10303" h="11721" extrusionOk="0">
                  <a:moveTo>
                    <a:pt x="1355" y="693"/>
                  </a:moveTo>
                  <a:lnTo>
                    <a:pt x="1355" y="1387"/>
                  </a:lnTo>
                  <a:lnTo>
                    <a:pt x="694" y="1387"/>
                  </a:lnTo>
                  <a:lnTo>
                    <a:pt x="694" y="693"/>
                  </a:lnTo>
                  <a:close/>
                  <a:moveTo>
                    <a:pt x="9546" y="693"/>
                  </a:moveTo>
                  <a:lnTo>
                    <a:pt x="9546" y="1387"/>
                  </a:lnTo>
                  <a:lnTo>
                    <a:pt x="8885" y="1387"/>
                  </a:lnTo>
                  <a:lnTo>
                    <a:pt x="8885" y="693"/>
                  </a:lnTo>
                  <a:close/>
                  <a:moveTo>
                    <a:pt x="8223" y="1387"/>
                  </a:moveTo>
                  <a:lnTo>
                    <a:pt x="8223" y="1733"/>
                  </a:lnTo>
                  <a:cubicBezTo>
                    <a:pt x="8223" y="1922"/>
                    <a:pt x="8381" y="2080"/>
                    <a:pt x="8570" y="2080"/>
                  </a:cubicBezTo>
                  <a:lnTo>
                    <a:pt x="8916" y="2080"/>
                  </a:lnTo>
                  <a:lnTo>
                    <a:pt x="8916" y="9641"/>
                  </a:lnTo>
                  <a:lnTo>
                    <a:pt x="8538" y="9641"/>
                  </a:lnTo>
                  <a:cubicBezTo>
                    <a:pt x="8349" y="9641"/>
                    <a:pt x="8192" y="9798"/>
                    <a:pt x="8192" y="9987"/>
                  </a:cubicBezTo>
                  <a:lnTo>
                    <a:pt x="8192" y="10365"/>
                  </a:lnTo>
                  <a:lnTo>
                    <a:pt x="2080" y="10365"/>
                  </a:lnTo>
                  <a:lnTo>
                    <a:pt x="2080" y="9987"/>
                  </a:lnTo>
                  <a:cubicBezTo>
                    <a:pt x="2080" y="9798"/>
                    <a:pt x="1922" y="9641"/>
                    <a:pt x="1733" y="9641"/>
                  </a:cubicBezTo>
                  <a:lnTo>
                    <a:pt x="1355" y="9641"/>
                  </a:lnTo>
                  <a:lnTo>
                    <a:pt x="1355" y="2080"/>
                  </a:lnTo>
                  <a:lnTo>
                    <a:pt x="1733" y="2080"/>
                  </a:lnTo>
                  <a:cubicBezTo>
                    <a:pt x="1922" y="2080"/>
                    <a:pt x="2080" y="1922"/>
                    <a:pt x="2080" y="1733"/>
                  </a:cubicBezTo>
                  <a:lnTo>
                    <a:pt x="2080" y="1387"/>
                  </a:lnTo>
                  <a:close/>
                  <a:moveTo>
                    <a:pt x="1355" y="10365"/>
                  </a:moveTo>
                  <a:lnTo>
                    <a:pt x="1355" y="11027"/>
                  </a:lnTo>
                  <a:lnTo>
                    <a:pt x="694" y="11027"/>
                  </a:lnTo>
                  <a:lnTo>
                    <a:pt x="694" y="10365"/>
                  </a:lnTo>
                  <a:close/>
                  <a:moveTo>
                    <a:pt x="9609" y="10365"/>
                  </a:moveTo>
                  <a:lnTo>
                    <a:pt x="9609" y="11027"/>
                  </a:lnTo>
                  <a:lnTo>
                    <a:pt x="8916" y="11027"/>
                  </a:lnTo>
                  <a:lnTo>
                    <a:pt x="8916" y="10365"/>
                  </a:lnTo>
                  <a:close/>
                  <a:moveTo>
                    <a:pt x="347" y="0"/>
                  </a:moveTo>
                  <a:cubicBezTo>
                    <a:pt x="158" y="0"/>
                    <a:pt x="0" y="158"/>
                    <a:pt x="0" y="347"/>
                  </a:cubicBezTo>
                  <a:lnTo>
                    <a:pt x="0" y="1733"/>
                  </a:lnTo>
                  <a:cubicBezTo>
                    <a:pt x="0" y="1922"/>
                    <a:pt x="158" y="2080"/>
                    <a:pt x="347" y="2080"/>
                  </a:cubicBezTo>
                  <a:lnTo>
                    <a:pt x="694" y="2080"/>
                  </a:lnTo>
                  <a:lnTo>
                    <a:pt x="694" y="9641"/>
                  </a:lnTo>
                  <a:lnTo>
                    <a:pt x="347" y="9641"/>
                  </a:lnTo>
                  <a:cubicBezTo>
                    <a:pt x="158" y="9641"/>
                    <a:pt x="0" y="9798"/>
                    <a:pt x="0" y="9987"/>
                  </a:cubicBezTo>
                  <a:lnTo>
                    <a:pt x="0" y="11374"/>
                  </a:lnTo>
                  <a:cubicBezTo>
                    <a:pt x="0" y="11563"/>
                    <a:pt x="158" y="11720"/>
                    <a:pt x="347" y="11720"/>
                  </a:cubicBezTo>
                  <a:lnTo>
                    <a:pt x="1733" y="11720"/>
                  </a:lnTo>
                  <a:cubicBezTo>
                    <a:pt x="1922" y="11720"/>
                    <a:pt x="2080" y="11563"/>
                    <a:pt x="2080" y="11374"/>
                  </a:cubicBezTo>
                  <a:lnTo>
                    <a:pt x="2080" y="11027"/>
                  </a:lnTo>
                  <a:lnTo>
                    <a:pt x="8223" y="11027"/>
                  </a:lnTo>
                  <a:lnTo>
                    <a:pt x="8223" y="11374"/>
                  </a:lnTo>
                  <a:cubicBezTo>
                    <a:pt x="8223" y="11563"/>
                    <a:pt x="8381" y="11720"/>
                    <a:pt x="8570" y="11720"/>
                  </a:cubicBezTo>
                  <a:lnTo>
                    <a:pt x="9956" y="11720"/>
                  </a:lnTo>
                  <a:cubicBezTo>
                    <a:pt x="10145" y="11720"/>
                    <a:pt x="10303" y="11563"/>
                    <a:pt x="10303" y="11374"/>
                  </a:cubicBezTo>
                  <a:lnTo>
                    <a:pt x="10303" y="9987"/>
                  </a:lnTo>
                  <a:cubicBezTo>
                    <a:pt x="10303" y="9798"/>
                    <a:pt x="10145" y="9641"/>
                    <a:pt x="9956" y="9641"/>
                  </a:cubicBezTo>
                  <a:lnTo>
                    <a:pt x="9609" y="9641"/>
                  </a:lnTo>
                  <a:lnTo>
                    <a:pt x="9609" y="2080"/>
                  </a:lnTo>
                  <a:lnTo>
                    <a:pt x="9924" y="2080"/>
                  </a:lnTo>
                  <a:cubicBezTo>
                    <a:pt x="10113" y="2080"/>
                    <a:pt x="10271" y="1922"/>
                    <a:pt x="10271" y="1733"/>
                  </a:cubicBezTo>
                  <a:lnTo>
                    <a:pt x="10271" y="347"/>
                  </a:lnTo>
                  <a:cubicBezTo>
                    <a:pt x="10271" y="158"/>
                    <a:pt x="10113" y="0"/>
                    <a:pt x="9924" y="0"/>
                  </a:cubicBezTo>
                  <a:lnTo>
                    <a:pt x="8538" y="0"/>
                  </a:lnTo>
                  <a:cubicBezTo>
                    <a:pt x="8349" y="0"/>
                    <a:pt x="8192" y="158"/>
                    <a:pt x="8192" y="347"/>
                  </a:cubicBezTo>
                  <a:lnTo>
                    <a:pt x="8192" y="693"/>
                  </a:lnTo>
                  <a:lnTo>
                    <a:pt x="2080" y="693"/>
                  </a:ln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3" name="Google Shape;17073;p87"/>
            <p:cNvSpPr/>
            <p:nvPr/>
          </p:nvSpPr>
          <p:spPr>
            <a:xfrm>
              <a:off x="-1615950" y="2238800"/>
              <a:ext cx="120525" cy="18150"/>
            </a:xfrm>
            <a:custGeom>
              <a:avLst/>
              <a:gdLst/>
              <a:ahLst/>
              <a:cxnLst/>
              <a:rect l="l" t="t" r="r" b="b"/>
              <a:pathLst>
                <a:path w="4821" h="726" extrusionOk="0">
                  <a:moveTo>
                    <a:pt x="347" y="1"/>
                  </a:moveTo>
                  <a:cubicBezTo>
                    <a:pt x="158" y="1"/>
                    <a:pt x="0" y="159"/>
                    <a:pt x="0" y="348"/>
                  </a:cubicBezTo>
                  <a:cubicBezTo>
                    <a:pt x="0" y="568"/>
                    <a:pt x="158" y="726"/>
                    <a:pt x="347" y="726"/>
                  </a:cubicBezTo>
                  <a:lnTo>
                    <a:pt x="4443" y="726"/>
                  </a:lnTo>
                  <a:cubicBezTo>
                    <a:pt x="4663" y="726"/>
                    <a:pt x="4821" y="568"/>
                    <a:pt x="4821" y="348"/>
                  </a:cubicBezTo>
                  <a:cubicBezTo>
                    <a:pt x="4821" y="159"/>
                    <a:pt x="4663"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4" name="Google Shape;17074;p87"/>
            <p:cNvSpPr/>
            <p:nvPr/>
          </p:nvSpPr>
          <p:spPr>
            <a:xfrm>
              <a:off x="-1615950" y="2273475"/>
              <a:ext cx="120525" cy="17350"/>
            </a:xfrm>
            <a:custGeom>
              <a:avLst/>
              <a:gdLst/>
              <a:ahLst/>
              <a:cxnLst/>
              <a:rect l="l" t="t" r="r" b="b"/>
              <a:pathLst>
                <a:path w="4821" h="694" extrusionOk="0">
                  <a:moveTo>
                    <a:pt x="347" y="0"/>
                  </a:moveTo>
                  <a:cubicBezTo>
                    <a:pt x="158" y="0"/>
                    <a:pt x="0" y="158"/>
                    <a:pt x="0" y="347"/>
                  </a:cubicBezTo>
                  <a:cubicBezTo>
                    <a:pt x="0" y="536"/>
                    <a:pt x="158" y="693"/>
                    <a:pt x="347" y="693"/>
                  </a:cubicBezTo>
                  <a:lnTo>
                    <a:pt x="4443" y="693"/>
                  </a:lnTo>
                  <a:cubicBezTo>
                    <a:pt x="4663" y="693"/>
                    <a:pt x="4821" y="536"/>
                    <a:pt x="4821" y="347"/>
                  </a:cubicBezTo>
                  <a:cubicBezTo>
                    <a:pt x="4821" y="158"/>
                    <a:pt x="4663"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5" name="Google Shape;17075;p87"/>
            <p:cNvSpPr/>
            <p:nvPr/>
          </p:nvSpPr>
          <p:spPr>
            <a:xfrm>
              <a:off x="-1630925" y="2100975"/>
              <a:ext cx="153625" cy="116600"/>
            </a:xfrm>
            <a:custGeom>
              <a:avLst/>
              <a:gdLst/>
              <a:ahLst/>
              <a:cxnLst/>
              <a:rect l="l" t="t" r="r" b="b"/>
              <a:pathLst>
                <a:path w="6145" h="4664" extrusionOk="0">
                  <a:moveTo>
                    <a:pt x="4695" y="662"/>
                  </a:moveTo>
                  <a:lnTo>
                    <a:pt x="2994" y="1985"/>
                  </a:lnTo>
                  <a:lnTo>
                    <a:pt x="1261" y="662"/>
                  </a:lnTo>
                  <a:close/>
                  <a:moveTo>
                    <a:pt x="599" y="1040"/>
                  </a:moveTo>
                  <a:lnTo>
                    <a:pt x="2427" y="2395"/>
                  </a:lnTo>
                  <a:lnTo>
                    <a:pt x="599" y="3781"/>
                  </a:lnTo>
                  <a:lnTo>
                    <a:pt x="599" y="1040"/>
                  </a:lnTo>
                  <a:close/>
                  <a:moveTo>
                    <a:pt x="5357" y="1040"/>
                  </a:moveTo>
                  <a:lnTo>
                    <a:pt x="5357" y="3781"/>
                  </a:lnTo>
                  <a:lnTo>
                    <a:pt x="3561" y="2395"/>
                  </a:lnTo>
                  <a:lnTo>
                    <a:pt x="5357" y="1040"/>
                  </a:lnTo>
                  <a:close/>
                  <a:moveTo>
                    <a:pt x="2994" y="2836"/>
                  </a:moveTo>
                  <a:lnTo>
                    <a:pt x="4695" y="4128"/>
                  </a:lnTo>
                  <a:lnTo>
                    <a:pt x="1292" y="4128"/>
                  </a:lnTo>
                  <a:lnTo>
                    <a:pt x="2994" y="2836"/>
                  </a:lnTo>
                  <a:close/>
                  <a:moveTo>
                    <a:pt x="316" y="1"/>
                  </a:moveTo>
                  <a:cubicBezTo>
                    <a:pt x="158" y="1"/>
                    <a:pt x="1" y="127"/>
                    <a:pt x="1" y="284"/>
                  </a:cubicBezTo>
                  <a:lnTo>
                    <a:pt x="1" y="4380"/>
                  </a:lnTo>
                  <a:cubicBezTo>
                    <a:pt x="64" y="4506"/>
                    <a:pt x="127" y="4600"/>
                    <a:pt x="253" y="4663"/>
                  </a:cubicBezTo>
                  <a:lnTo>
                    <a:pt x="5798" y="4663"/>
                  </a:lnTo>
                  <a:cubicBezTo>
                    <a:pt x="5955" y="4663"/>
                    <a:pt x="6113" y="4537"/>
                    <a:pt x="6144" y="4317"/>
                  </a:cubicBezTo>
                  <a:lnTo>
                    <a:pt x="6081" y="316"/>
                  </a:lnTo>
                  <a:cubicBezTo>
                    <a:pt x="6081" y="158"/>
                    <a:pt x="5955" y="32"/>
                    <a:pt x="57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76" name="Google Shape;17076;p87"/>
          <p:cNvSpPr/>
          <p:nvPr/>
        </p:nvSpPr>
        <p:spPr>
          <a:xfrm>
            <a:off x="3296393" y="4309034"/>
            <a:ext cx="586808" cy="561831"/>
          </a:xfrm>
          <a:custGeom>
            <a:avLst/>
            <a:gdLst/>
            <a:ahLst/>
            <a:cxnLst/>
            <a:rect l="l" t="t" r="r" b="b"/>
            <a:pathLst>
              <a:path w="12193" h="11674" extrusionOk="0">
                <a:moveTo>
                  <a:pt x="9483" y="1174"/>
                </a:moveTo>
                <a:lnTo>
                  <a:pt x="9483" y="2308"/>
                </a:lnTo>
                <a:cubicBezTo>
                  <a:pt x="9483" y="2497"/>
                  <a:pt x="9641" y="2655"/>
                  <a:pt x="9830" y="2655"/>
                </a:cubicBezTo>
                <a:lnTo>
                  <a:pt x="10901" y="2655"/>
                </a:lnTo>
                <a:lnTo>
                  <a:pt x="9515" y="4041"/>
                </a:lnTo>
                <a:lnTo>
                  <a:pt x="8097" y="4041"/>
                </a:lnTo>
                <a:lnTo>
                  <a:pt x="8097" y="2560"/>
                </a:lnTo>
                <a:lnTo>
                  <a:pt x="9483" y="1174"/>
                </a:lnTo>
                <a:close/>
                <a:moveTo>
                  <a:pt x="4885" y="6181"/>
                </a:moveTo>
                <a:cubicBezTo>
                  <a:pt x="5033" y="6181"/>
                  <a:pt x="5183" y="6212"/>
                  <a:pt x="5325" y="6278"/>
                </a:cubicBezTo>
                <a:lnTo>
                  <a:pt x="4600" y="7003"/>
                </a:lnTo>
                <a:cubicBezTo>
                  <a:pt x="4474" y="7129"/>
                  <a:pt x="4474" y="7349"/>
                  <a:pt x="4600" y="7475"/>
                </a:cubicBezTo>
                <a:cubicBezTo>
                  <a:pt x="4663" y="7538"/>
                  <a:pt x="4750" y="7570"/>
                  <a:pt x="4836" y="7570"/>
                </a:cubicBezTo>
                <a:cubicBezTo>
                  <a:pt x="4923" y="7570"/>
                  <a:pt x="5010" y="7538"/>
                  <a:pt x="5073" y="7475"/>
                </a:cubicBezTo>
                <a:lnTo>
                  <a:pt x="5797" y="6751"/>
                </a:lnTo>
                <a:lnTo>
                  <a:pt x="5797" y="6751"/>
                </a:lnTo>
                <a:cubicBezTo>
                  <a:pt x="5986" y="7160"/>
                  <a:pt x="5892" y="7633"/>
                  <a:pt x="5577" y="7948"/>
                </a:cubicBezTo>
                <a:cubicBezTo>
                  <a:pt x="5388" y="8137"/>
                  <a:pt x="5128" y="8231"/>
                  <a:pt x="4864" y="8231"/>
                </a:cubicBezTo>
                <a:cubicBezTo>
                  <a:pt x="4600" y="8231"/>
                  <a:pt x="4332" y="8137"/>
                  <a:pt x="4127" y="7948"/>
                </a:cubicBezTo>
                <a:cubicBezTo>
                  <a:pt x="3749" y="7538"/>
                  <a:pt x="3749" y="6877"/>
                  <a:pt x="4127" y="6499"/>
                </a:cubicBezTo>
                <a:cubicBezTo>
                  <a:pt x="4333" y="6293"/>
                  <a:pt x="4606" y="6181"/>
                  <a:pt x="4885" y="6181"/>
                </a:cubicBezTo>
                <a:close/>
                <a:moveTo>
                  <a:pt x="4897" y="4831"/>
                </a:moveTo>
                <a:cubicBezTo>
                  <a:pt x="5396" y="4831"/>
                  <a:pt x="5890" y="4990"/>
                  <a:pt x="6301" y="5301"/>
                </a:cubicBezTo>
                <a:lnTo>
                  <a:pt x="5829" y="5774"/>
                </a:lnTo>
                <a:cubicBezTo>
                  <a:pt x="5553" y="5590"/>
                  <a:pt x="5233" y="5499"/>
                  <a:pt x="4911" y="5499"/>
                </a:cubicBezTo>
                <a:cubicBezTo>
                  <a:pt x="4460" y="5499"/>
                  <a:pt x="4004" y="5677"/>
                  <a:pt x="3655" y="6026"/>
                </a:cubicBezTo>
                <a:cubicBezTo>
                  <a:pt x="2993" y="6688"/>
                  <a:pt x="2993" y="7790"/>
                  <a:pt x="3655" y="8420"/>
                </a:cubicBezTo>
                <a:cubicBezTo>
                  <a:pt x="3986" y="8751"/>
                  <a:pt x="4427" y="8917"/>
                  <a:pt x="4864" y="8917"/>
                </a:cubicBezTo>
                <a:cubicBezTo>
                  <a:pt x="5301" y="8917"/>
                  <a:pt x="5734" y="8751"/>
                  <a:pt x="6049" y="8420"/>
                </a:cubicBezTo>
                <a:cubicBezTo>
                  <a:pt x="6648" y="7822"/>
                  <a:pt x="6742" y="6908"/>
                  <a:pt x="6301" y="6246"/>
                </a:cubicBezTo>
                <a:lnTo>
                  <a:pt x="6774" y="5774"/>
                </a:lnTo>
                <a:lnTo>
                  <a:pt x="6774" y="5774"/>
                </a:lnTo>
                <a:cubicBezTo>
                  <a:pt x="7467" y="6719"/>
                  <a:pt x="7404" y="8074"/>
                  <a:pt x="6585" y="8924"/>
                </a:cubicBezTo>
                <a:cubicBezTo>
                  <a:pt x="6112" y="9397"/>
                  <a:pt x="5498" y="9633"/>
                  <a:pt x="4883" y="9633"/>
                </a:cubicBezTo>
                <a:cubicBezTo>
                  <a:pt x="4269" y="9633"/>
                  <a:pt x="3655" y="9397"/>
                  <a:pt x="3182" y="8924"/>
                </a:cubicBezTo>
                <a:cubicBezTo>
                  <a:pt x="2237" y="7979"/>
                  <a:pt x="2237" y="6499"/>
                  <a:pt x="3182" y="5553"/>
                </a:cubicBezTo>
                <a:cubicBezTo>
                  <a:pt x="3667" y="5068"/>
                  <a:pt x="4286" y="4831"/>
                  <a:pt x="4897" y="4831"/>
                </a:cubicBezTo>
                <a:close/>
                <a:moveTo>
                  <a:pt x="4873" y="3463"/>
                </a:moveTo>
                <a:cubicBezTo>
                  <a:pt x="5728" y="3463"/>
                  <a:pt x="6583" y="3748"/>
                  <a:pt x="7278" y="4325"/>
                </a:cubicBezTo>
                <a:lnTo>
                  <a:pt x="6805" y="4797"/>
                </a:lnTo>
                <a:cubicBezTo>
                  <a:pt x="6228" y="4353"/>
                  <a:pt x="5533" y="4125"/>
                  <a:pt x="4844" y="4125"/>
                </a:cubicBezTo>
                <a:cubicBezTo>
                  <a:pt x="4065" y="4125"/>
                  <a:pt x="3294" y="4416"/>
                  <a:pt x="2710" y="5018"/>
                </a:cubicBezTo>
                <a:cubicBezTo>
                  <a:pt x="1481" y="6246"/>
                  <a:pt x="1481" y="8168"/>
                  <a:pt x="2710" y="9397"/>
                </a:cubicBezTo>
                <a:cubicBezTo>
                  <a:pt x="3324" y="10011"/>
                  <a:pt x="4112" y="10318"/>
                  <a:pt x="4899" y="10318"/>
                </a:cubicBezTo>
                <a:cubicBezTo>
                  <a:pt x="5687" y="10318"/>
                  <a:pt x="6474" y="10011"/>
                  <a:pt x="7089" y="9397"/>
                </a:cubicBezTo>
                <a:cubicBezTo>
                  <a:pt x="8223" y="8263"/>
                  <a:pt x="8255" y="6467"/>
                  <a:pt x="7309" y="5301"/>
                </a:cubicBezTo>
                <a:lnTo>
                  <a:pt x="7782" y="4829"/>
                </a:lnTo>
                <a:lnTo>
                  <a:pt x="7782" y="4829"/>
                </a:lnTo>
                <a:cubicBezTo>
                  <a:pt x="8979" y="6278"/>
                  <a:pt x="8885" y="8483"/>
                  <a:pt x="7530" y="9870"/>
                </a:cubicBezTo>
                <a:cubicBezTo>
                  <a:pt x="6790" y="10594"/>
                  <a:pt x="5821" y="10956"/>
                  <a:pt x="4856" y="10956"/>
                </a:cubicBezTo>
                <a:cubicBezTo>
                  <a:pt x="3891" y="10956"/>
                  <a:pt x="2930" y="10594"/>
                  <a:pt x="2206" y="9870"/>
                </a:cubicBezTo>
                <a:cubicBezTo>
                  <a:pt x="756" y="8420"/>
                  <a:pt x="756" y="6026"/>
                  <a:pt x="2206" y="4545"/>
                </a:cubicBezTo>
                <a:cubicBezTo>
                  <a:pt x="2941" y="3827"/>
                  <a:pt x="3907" y="3463"/>
                  <a:pt x="4873" y="3463"/>
                </a:cubicBezTo>
                <a:close/>
                <a:moveTo>
                  <a:pt x="9899" y="0"/>
                </a:moveTo>
                <a:cubicBezTo>
                  <a:pt x="9813" y="0"/>
                  <a:pt x="9722" y="32"/>
                  <a:pt x="9641" y="103"/>
                </a:cubicBezTo>
                <a:lnTo>
                  <a:pt x="7561" y="2182"/>
                </a:lnTo>
                <a:cubicBezTo>
                  <a:pt x="7467" y="2277"/>
                  <a:pt x="7435" y="2340"/>
                  <a:pt x="7435" y="2434"/>
                </a:cubicBezTo>
                <a:lnTo>
                  <a:pt x="7435" y="3600"/>
                </a:lnTo>
                <a:cubicBezTo>
                  <a:pt x="6670" y="3071"/>
                  <a:pt x="5769" y="2807"/>
                  <a:pt x="4868" y="2807"/>
                </a:cubicBezTo>
                <a:cubicBezTo>
                  <a:pt x="3731" y="2807"/>
                  <a:pt x="2595" y="3229"/>
                  <a:pt x="1733" y="4073"/>
                </a:cubicBezTo>
                <a:cubicBezTo>
                  <a:pt x="0" y="5805"/>
                  <a:pt x="0" y="8641"/>
                  <a:pt x="1733" y="10374"/>
                </a:cubicBezTo>
                <a:cubicBezTo>
                  <a:pt x="2599" y="11240"/>
                  <a:pt x="3741" y="11673"/>
                  <a:pt x="4883" y="11673"/>
                </a:cubicBezTo>
                <a:cubicBezTo>
                  <a:pt x="6026" y="11673"/>
                  <a:pt x="7168" y="11240"/>
                  <a:pt x="8034" y="10374"/>
                </a:cubicBezTo>
                <a:cubicBezTo>
                  <a:pt x="9578" y="8861"/>
                  <a:pt x="9735" y="6436"/>
                  <a:pt x="8538" y="4703"/>
                </a:cubicBezTo>
                <a:lnTo>
                  <a:pt x="9672" y="4703"/>
                </a:lnTo>
                <a:cubicBezTo>
                  <a:pt x="9767" y="4703"/>
                  <a:pt x="9893" y="4671"/>
                  <a:pt x="9924" y="4608"/>
                </a:cubicBezTo>
                <a:lnTo>
                  <a:pt x="12004" y="2497"/>
                </a:lnTo>
                <a:cubicBezTo>
                  <a:pt x="12193" y="2308"/>
                  <a:pt x="12035" y="1962"/>
                  <a:pt x="11783" y="1962"/>
                </a:cubicBezTo>
                <a:lnTo>
                  <a:pt x="10239" y="1962"/>
                </a:lnTo>
                <a:lnTo>
                  <a:pt x="10239" y="355"/>
                </a:lnTo>
                <a:cubicBezTo>
                  <a:pt x="10239" y="141"/>
                  <a:pt x="10080" y="0"/>
                  <a:pt x="9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77" name="Google Shape;17077;p87"/>
          <p:cNvGrpSpPr/>
          <p:nvPr/>
        </p:nvGrpSpPr>
        <p:grpSpPr>
          <a:xfrm>
            <a:off x="5512010" y="4308685"/>
            <a:ext cx="561061" cy="562552"/>
            <a:chOff x="-1700225" y="2768875"/>
            <a:chExt cx="291450" cy="292225"/>
          </a:xfrm>
        </p:grpSpPr>
        <p:sp>
          <p:nvSpPr>
            <p:cNvPr id="17078" name="Google Shape;17078;p87"/>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9" name="Google Shape;17079;p87"/>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0" name="Google Shape;17080;p87"/>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1" name="Google Shape;17081;p87"/>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2" name="Google Shape;17082;p87"/>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3" name="Google Shape;17083;p87"/>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84" name="Google Shape;17084;p87"/>
          <p:cNvGrpSpPr/>
          <p:nvPr/>
        </p:nvGrpSpPr>
        <p:grpSpPr>
          <a:xfrm>
            <a:off x="4803141" y="4307914"/>
            <a:ext cx="495849" cy="564092"/>
            <a:chOff x="-919700" y="2420750"/>
            <a:chExt cx="257575" cy="293025"/>
          </a:xfrm>
        </p:grpSpPr>
        <p:sp>
          <p:nvSpPr>
            <p:cNvPr id="17085" name="Google Shape;17085;p87"/>
            <p:cNvSpPr/>
            <p:nvPr/>
          </p:nvSpPr>
          <p:spPr>
            <a:xfrm>
              <a:off x="-884250" y="2490850"/>
              <a:ext cx="84300" cy="51225"/>
            </a:xfrm>
            <a:custGeom>
              <a:avLst/>
              <a:gdLst/>
              <a:ahLst/>
              <a:cxnLst/>
              <a:rect l="l" t="t" r="r" b="b"/>
              <a:pathLst>
                <a:path w="3372" h="2049" extrusionOk="0">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6" name="Google Shape;17086;p87"/>
            <p:cNvSpPr/>
            <p:nvPr/>
          </p:nvSpPr>
          <p:spPr>
            <a:xfrm>
              <a:off x="-919700" y="2420750"/>
              <a:ext cx="257575" cy="293025"/>
            </a:xfrm>
            <a:custGeom>
              <a:avLst/>
              <a:gdLst/>
              <a:ahLst/>
              <a:cxnLst/>
              <a:rect l="l" t="t" r="r" b="b"/>
              <a:pathLst>
                <a:path w="10303" h="11721" extrusionOk="0">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7" name="Google Shape;17087;p87"/>
            <p:cNvSpPr/>
            <p:nvPr/>
          </p:nvSpPr>
          <p:spPr>
            <a:xfrm>
              <a:off x="-766100" y="2660975"/>
              <a:ext cx="18125" cy="18150"/>
            </a:xfrm>
            <a:custGeom>
              <a:avLst/>
              <a:gdLst/>
              <a:ahLst/>
              <a:cxnLst/>
              <a:rect l="l" t="t" r="r" b="b"/>
              <a:pathLst>
                <a:path w="725" h="726" extrusionOk="0">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88" name="Google Shape;17088;p87"/>
          <p:cNvGrpSpPr/>
          <p:nvPr/>
        </p:nvGrpSpPr>
        <p:grpSpPr>
          <a:xfrm>
            <a:off x="2583397" y="2194601"/>
            <a:ext cx="546041" cy="547489"/>
            <a:chOff x="6679825" y="2693700"/>
            <a:chExt cx="257875" cy="258575"/>
          </a:xfrm>
        </p:grpSpPr>
        <p:sp>
          <p:nvSpPr>
            <p:cNvPr id="17089" name="Google Shape;17089;p87"/>
            <p:cNvSpPr/>
            <p:nvPr/>
          </p:nvSpPr>
          <p:spPr>
            <a:xfrm>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0" name="Google Shape;17090;p87"/>
            <p:cNvSpPr/>
            <p:nvPr/>
          </p:nvSpPr>
          <p:spPr>
            <a:xfrm flipH="1">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91" name="Google Shape;17091;p87"/>
          <p:cNvGrpSpPr/>
          <p:nvPr/>
        </p:nvGrpSpPr>
        <p:grpSpPr>
          <a:xfrm>
            <a:off x="2569495" y="2856147"/>
            <a:ext cx="560708" cy="556349"/>
            <a:chOff x="6790450" y="3119050"/>
            <a:chExt cx="262750" cy="260675"/>
          </a:xfrm>
        </p:grpSpPr>
        <p:sp>
          <p:nvSpPr>
            <p:cNvPr id="17092" name="Google Shape;17092;p87"/>
            <p:cNvSpPr/>
            <p:nvPr/>
          </p:nvSpPr>
          <p:spPr>
            <a:xfrm>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3" name="Google Shape;17093;p87"/>
            <p:cNvSpPr/>
            <p:nvPr/>
          </p:nvSpPr>
          <p:spPr>
            <a:xfrm flipH="1">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94" name="Google Shape;17094;p87"/>
          <p:cNvGrpSpPr/>
          <p:nvPr/>
        </p:nvGrpSpPr>
        <p:grpSpPr>
          <a:xfrm>
            <a:off x="9137444" y="5007249"/>
            <a:ext cx="477457" cy="543188"/>
            <a:chOff x="7660859" y="2571753"/>
            <a:chExt cx="366561" cy="417024"/>
          </a:xfrm>
        </p:grpSpPr>
        <p:sp>
          <p:nvSpPr>
            <p:cNvPr id="17095" name="Google Shape;17095;p87"/>
            <p:cNvSpPr/>
            <p:nvPr/>
          </p:nvSpPr>
          <p:spPr>
            <a:xfrm>
              <a:off x="7770506" y="2633631"/>
              <a:ext cx="147259" cy="146633"/>
            </a:xfrm>
            <a:custGeom>
              <a:avLst/>
              <a:gdLst/>
              <a:ahLst/>
              <a:cxnLst/>
              <a:rect l="l" t="t" r="r" b="b"/>
              <a:pathLst>
                <a:path w="7056" h="7026" extrusionOk="0">
                  <a:moveTo>
                    <a:pt x="4114" y="2928"/>
                  </a:moveTo>
                  <a:lnTo>
                    <a:pt x="4114" y="4099"/>
                  </a:lnTo>
                  <a:lnTo>
                    <a:pt x="2943" y="4099"/>
                  </a:lnTo>
                  <a:lnTo>
                    <a:pt x="2943" y="2928"/>
                  </a:lnTo>
                  <a:close/>
                  <a:moveTo>
                    <a:pt x="2354" y="1"/>
                  </a:moveTo>
                  <a:cubicBezTo>
                    <a:pt x="2032" y="1"/>
                    <a:pt x="1771" y="263"/>
                    <a:pt x="1771" y="586"/>
                  </a:cubicBezTo>
                  <a:lnTo>
                    <a:pt x="1771" y="1757"/>
                  </a:lnTo>
                  <a:lnTo>
                    <a:pt x="618" y="1757"/>
                  </a:lnTo>
                  <a:cubicBezTo>
                    <a:pt x="301" y="1757"/>
                    <a:pt x="31" y="1999"/>
                    <a:pt x="17" y="2314"/>
                  </a:cubicBezTo>
                  <a:cubicBezTo>
                    <a:pt x="1" y="2650"/>
                    <a:pt x="268" y="2928"/>
                    <a:pt x="600" y="2928"/>
                  </a:cubicBezTo>
                  <a:lnTo>
                    <a:pt x="1771" y="2928"/>
                  </a:lnTo>
                  <a:lnTo>
                    <a:pt x="1771" y="4099"/>
                  </a:lnTo>
                  <a:lnTo>
                    <a:pt x="618" y="4099"/>
                  </a:lnTo>
                  <a:cubicBezTo>
                    <a:pt x="301" y="4099"/>
                    <a:pt x="31" y="4341"/>
                    <a:pt x="17" y="4656"/>
                  </a:cubicBezTo>
                  <a:cubicBezTo>
                    <a:pt x="1" y="4992"/>
                    <a:pt x="268" y="5270"/>
                    <a:pt x="600" y="5270"/>
                  </a:cubicBezTo>
                  <a:lnTo>
                    <a:pt x="1771" y="5270"/>
                  </a:lnTo>
                  <a:lnTo>
                    <a:pt x="1771" y="6423"/>
                  </a:lnTo>
                  <a:cubicBezTo>
                    <a:pt x="1771" y="6738"/>
                    <a:pt x="2014" y="7011"/>
                    <a:pt x="2329" y="7025"/>
                  </a:cubicBezTo>
                  <a:cubicBezTo>
                    <a:pt x="2338" y="7025"/>
                    <a:pt x="2348" y="7025"/>
                    <a:pt x="2357" y="7025"/>
                  </a:cubicBezTo>
                  <a:cubicBezTo>
                    <a:pt x="2680" y="7025"/>
                    <a:pt x="2943" y="6764"/>
                    <a:pt x="2943" y="6441"/>
                  </a:cubicBezTo>
                  <a:lnTo>
                    <a:pt x="2943" y="5270"/>
                  </a:lnTo>
                  <a:lnTo>
                    <a:pt x="4114" y="5270"/>
                  </a:lnTo>
                  <a:lnTo>
                    <a:pt x="4114" y="6423"/>
                  </a:lnTo>
                  <a:cubicBezTo>
                    <a:pt x="4114" y="6738"/>
                    <a:pt x="4356" y="7011"/>
                    <a:pt x="4671" y="7025"/>
                  </a:cubicBezTo>
                  <a:cubicBezTo>
                    <a:pt x="4680" y="7025"/>
                    <a:pt x="4690" y="7025"/>
                    <a:pt x="4699" y="7025"/>
                  </a:cubicBezTo>
                  <a:cubicBezTo>
                    <a:pt x="5023" y="7025"/>
                    <a:pt x="5285" y="6764"/>
                    <a:pt x="5285" y="6441"/>
                  </a:cubicBezTo>
                  <a:lnTo>
                    <a:pt x="5285" y="5270"/>
                  </a:lnTo>
                  <a:lnTo>
                    <a:pt x="6456" y="5270"/>
                  </a:lnTo>
                  <a:cubicBezTo>
                    <a:pt x="6788" y="5270"/>
                    <a:pt x="7056" y="4992"/>
                    <a:pt x="7040" y="4656"/>
                  </a:cubicBezTo>
                  <a:cubicBezTo>
                    <a:pt x="7025" y="4341"/>
                    <a:pt x="6753" y="4099"/>
                    <a:pt x="6438" y="4099"/>
                  </a:cubicBezTo>
                  <a:lnTo>
                    <a:pt x="5285" y="4099"/>
                  </a:lnTo>
                  <a:lnTo>
                    <a:pt x="5285" y="2928"/>
                  </a:lnTo>
                  <a:lnTo>
                    <a:pt x="6438" y="2928"/>
                  </a:lnTo>
                  <a:cubicBezTo>
                    <a:pt x="6753" y="2928"/>
                    <a:pt x="7025" y="2685"/>
                    <a:pt x="7040" y="2370"/>
                  </a:cubicBezTo>
                  <a:cubicBezTo>
                    <a:pt x="7056" y="2034"/>
                    <a:pt x="6788" y="1757"/>
                    <a:pt x="6456" y="1757"/>
                  </a:cubicBezTo>
                  <a:lnTo>
                    <a:pt x="5285" y="1757"/>
                  </a:lnTo>
                  <a:lnTo>
                    <a:pt x="5285" y="603"/>
                  </a:lnTo>
                  <a:cubicBezTo>
                    <a:pt x="5285" y="287"/>
                    <a:pt x="5042" y="16"/>
                    <a:pt x="4727" y="2"/>
                  </a:cubicBezTo>
                  <a:cubicBezTo>
                    <a:pt x="4717" y="1"/>
                    <a:pt x="4707" y="1"/>
                    <a:pt x="4696" y="1"/>
                  </a:cubicBezTo>
                  <a:cubicBezTo>
                    <a:pt x="4374" y="1"/>
                    <a:pt x="4114" y="263"/>
                    <a:pt x="4114" y="586"/>
                  </a:cubicBezTo>
                  <a:lnTo>
                    <a:pt x="4114" y="1757"/>
                  </a:lnTo>
                  <a:lnTo>
                    <a:pt x="2943" y="1757"/>
                  </a:lnTo>
                  <a:lnTo>
                    <a:pt x="2943" y="603"/>
                  </a:lnTo>
                  <a:cubicBezTo>
                    <a:pt x="2943" y="287"/>
                    <a:pt x="2700" y="16"/>
                    <a:pt x="2385" y="2"/>
                  </a:cubicBezTo>
                  <a:cubicBezTo>
                    <a:pt x="2375" y="1"/>
                    <a:pt x="2364" y="1"/>
                    <a:pt x="23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6" name="Google Shape;17096;p87"/>
            <p:cNvSpPr/>
            <p:nvPr/>
          </p:nvSpPr>
          <p:spPr>
            <a:xfrm>
              <a:off x="7730834" y="2792447"/>
              <a:ext cx="226648" cy="76781"/>
            </a:xfrm>
            <a:custGeom>
              <a:avLst/>
              <a:gdLst/>
              <a:ahLst/>
              <a:cxnLst/>
              <a:rect l="l" t="t" r="r" b="b"/>
              <a:pathLst>
                <a:path w="10860" h="3679" extrusionOk="0">
                  <a:moveTo>
                    <a:pt x="747" y="0"/>
                  </a:moveTo>
                  <a:cubicBezTo>
                    <a:pt x="280" y="0"/>
                    <a:pt x="0" y="520"/>
                    <a:pt x="258" y="910"/>
                  </a:cubicBezTo>
                  <a:cubicBezTo>
                    <a:pt x="1470" y="2730"/>
                    <a:pt x="3430" y="3678"/>
                    <a:pt x="5429" y="3678"/>
                  </a:cubicBezTo>
                  <a:cubicBezTo>
                    <a:pt x="7423" y="3678"/>
                    <a:pt x="9385" y="2733"/>
                    <a:pt x="10600" y="911"/>
                  </a:cubicBezTo>
                  <a:cubicBezTo>
                    <a:pt x="10860" y="523"/>
                    <a:pt x="10578" y="2"/>
                    <a:pt x="10116" y="2"/>
                  </a:cubicBezTo>
                  <a:cubicBezTo>
                    <a:pt x="10115" y="2"/>
                    <a:pt x="10114" y="2"/>
                    <a:pt x="10113" y="2"/>
                  </a:cubicBezTo>
                  <a:cubicBezTo>
                    <a:pt x="9924" y="2"/>
                    <a:pt x="9738" y="92"/>
                    <a:pt x="9625" y="262"/>
                  </a:cubicBezTo>
                  <a:cubicBezTo>
                    <a:pt x="8688" y="1668"/>
                    <a:pt x="7119" y="2507"/>
                    <a:pt x="5429" y="2507"/>
                  </a:cubicBezTo>
                  <a:cubicBezTo>
                    <a:pt x="3740" y="2507"/>
                    <a:pt x="2172" y="1668"/>
                    <a:pt x="1235" y="264"/>
                  </a:cubicBezTo>
                  <a:cubicBezTo>
                    <a:pt x="1125" y="101"/>
                    <a:pt x="943" y="0"/>
                    <a:pt x="7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7" name="Google Shape;17097;p87"/>
            <p:cNvSpPr/>
            <p:nvPr/>
          </p:nvSpPr>
          <p:spPr>
            <a:xfrm>
              <a:off x="7660859" y="2571753"/>
              <a:ext cx="366561" cy="417024"/>
            </a:xfrm>
            <a:custGeom>
              <a:avLst/>
              <a:gdLst/>
              <a:ahLst/>
              <a:cxnLst/>
              <a:rect l="l" t="t" r="r" b="b"/>
              <a:pathLst>
                <a:path w="17564" h="19982" extrusionOk="0">
                  <a:moveTo>
                    <a:pt x="14636" y="1169"/>
                  </a:moveTo>
                  <a:cubicBezTo>
                    <a:pt x="15587" y="1169"/>
                    <a:pt x="16392" y="1992"/>
                    <a:pt x="16392" y="2965"/>
                  </a:cubicBezTo>
                  <a:lnTo>
                    <a:pt x="16392" y="14674"/>
                  </a:lnTo>
                  <a:cubicBezTo>
                    <a:pt x="16392" y="15643"/>
                    <a:pt x="15607" y="16431"/>
                    <a:pt x="14636" y="16431"/>
                  </a:cubicBezTo>
                  <a:lnTo>
                    <a:pt x="11124" y="16431"/>
                  </a:lnTo>
                  <a:cubicBezTo>
                    <a:pt x="10967" y="16431"/>
                    <a:pt x="10816" y="16493"/>
                    <a:pt x="10707" y="16604"/>
                  </a:cubicBezTo>
                  <a:lnTo>
                    <a:pt x="8782" y="18561"/>
                  </a:lnTo>
                  <a:lnTo>
                    <a:pt x="6857" y="16604"/>
                  </a:lnTo>
                  <a:cubicBezTo>
                    <a:pt x="6748" y="16493"/>
                    <a:pt x="6597" y="16431"/>
                    <a:pt x="6440" y="16431"/>
                  </a:cubicBezTo>
                  <a:lnTo>
                    <a:pt x="2928" y="16431"/>
                  </a:lnTo>
                  <a:cubicBezTo>
                    <a:pt x="1959" y="16431"/>
                    <a:pt x="1172" y="15643"/>
                    <a:pt x="1172" y="14674"/>
                  </a:cubicBezTo>
                  <a:lnTo>
                    <a:pt x="1172" y="2965"/>
                  </a:lnTo>
                  <a:cubicBezTo>
                    <a:pt x="1172" y="1992"/>
                    <a:pt x="1977" y="1169"/>
                    <a:pt x="2928" y="1169"/>
                  </a:cubicBezTo>
                  <a:close/>
                  <a:moveTo>
                    <a:pt x="2928" y="0"/>
                  </a:moveTo>
                  <a:cubicBezTo>
                    <a:pt x="1310" y="0"/>
                    <a:pt x="1" y="1346"/>
                    <a:pt x="1" y="2965"/>
                  </a:cubicBezTo>
                  <a:lnTo>
                    <a:pt x="1" y="14674"/>
                  </a:lnTo>
                  <a:cubicBezTo>
                    <a:pt x="1" y="16291"/>
                    <a:pt x="1312" y="17600"/>
                    <a:pt x="2928" y="17600"/>
                  </a:cubicBezTo>
                  <a:lnTo>
                    <a:pt x="6196" y="17600"/>
                  </a:lnTo>
                  <a:lnTo>
                    <a:pt x="8365" y="19806"/>
                  </a:lnTo>
                  <a:cubicBezTo>
                    <a:pt x="8474" y="19919"/>
                    <a:pt x="8625" y="19981"/>
                    <a:pt x="8782" y="19981"/>
                  </a:cubicBezTo>
                  <a:cubicBezTo>
                    <a:pt x="8940" y="19981"/>
                    <a:pt x="9090" y="19919"/>
                    <a:pt x="9200" y="19806"/>
                  </a:cubicBezTo>
                  <a:lnTo>
                    <a:pt x="11370" y="17600"/>
                  </a:lnTo>
                  <a:lnTo>
                    <a:pt x="14636" y="17600"/>
                  </a:lnTo>
                  <a:cubicBezTo>
                    <a:pt x="16251" y="17600"/>
                    <a:pt x="17563" y="16287"/>
                    <a:pt x="17563" y="14674"/>
                  </a:cubicBezTo>
                  <a:lnTo>
                    <a:pt x="17563" y="2965"/>
                  </a:lnTo>
                  <a:cubicBezTo>
                    <a:pt x="17563" y="1348"/>
                    <a:pt x="16254" y="0"/>
                    <a:pt x="146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98" name="Google Shape;17098;p87"/>
          <p:cNvGrpSpPr/>
          <p:nvPr/>
        </p:nvGrpSpPr>
        <p:grpSpPr>
          <a:xfrm>
            <a:off x="5850351" y="5007249"/>
            <a:ext cx="543188" cy="543188"/>
            <a:chOff x="5566722" y="2571753"/>
            <a:chExt cx="417024" cy="417024"/>
          </a:xfrm>
        </p:grpSpPr>
        <p:sp>
          <p:nvSpPr>
            <p:cNvPr id="17099" name="Google Shape;17099;p87"/>
            <p:cNvSpPr/>
            <p:nvPr/>
          </p:nvSpPr>
          <p:spPr>
            <a:xfrm>
              <a:off x="5566722" y="2571753"/>
              <a:ext cx="417024" cy="417024"/>
            </a:xfrm>
            <a:custGeom>
              <a:avLst/>
              <a:gdLst/>
              <a:ahLst/>
              <a:cxnLst/>
              <a:rect l="l" t="t" r="r" b="b"/>
              <a:pathLst>
                <a:path w="19982" h="19982" extrusionOk="0">
                  <a:moveTo>
                    <a:pt x="9990" y="1171"/>
                  </a:moveTo>
                  <a:cubicBezTo>
                    <a:pt x="14855" y="1171"/>
                    <a:pt x="18810" y="5127"/>
                    <a:pt x="18810" y="9991"/>
                  </a:cubicBezTo>
                  <a:cubicBezTo>
                    <a:pt x="18810" y="14854"/>
                    <a:pt x="14855" y="18810"/>
                    <a:pt x="9990" y="18810"/>
                  </a:cubicBezTo>
                  <a:cubicBezTo>
                    <a:pt x="5127" y="18810"/>
                    <a:pt x="1170" y="14854"/>
                    <a:pt x="1170" y="9991"/>
                  </a:cubicBezTo>
                  <a:cubicBezTo>
                    <a:pt x="1170" y="5127"/>
                    <a:pt x="5127" y="1171"/>
                    <a:pt x="9990" y="1171"/>
                  </a:cubicBezTo>
                  <a:close/>
                  <a:moveTo>
                    <a:pt x="9990" y="0"/>
                  </a:moveTo>
                  <a:cubicBezTo>
                    <a:pt x="4488" y="0"/>
                    <a:pt x="0" y="4490"/>
                    <a:pt x="0" y="9990"/>
                  </a:cubicBezTo>
                  <a:cubicBezTo>
                    <a:pt x="0" y="15493"/>
                    <a:pt x="4490" y="19981"/>
                    <a:pt x="9990" y="19981"/>
                  </a:cubicBezTo>
                  <a:cubicBezTo>
                    <a:pt x="15492" y="19981"/>
                    <a:pt x="19981" y="15491"/>
                    <a:pt x="19981" y="9990"/>
                  </a:cubicBezTo>
                  <a:cubicBezTo>
                    <a:pt x="19981" y="4488"/>
                    <a:pt x="15492" y="0"/>
                    <a:pt x="999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0" name="Google Shape;17100;p87"/>
            <p:cNvSpPr/>
            <p:nvPr/>
          </p:nvSpPr>
          <p:spPr>
            <a:xfrm>
              <a:off x="5653037" y="2658069"/>
              <a:ext cx="207719" cy="243052"/>
            </a:xfrm>
            <a:custGeom>
              <a:avLst/>
              <a:gdLst/>
              <a:ahLst/>
              <a:cxnLst/>
              <a:rect l="l" t="t" r="r" b="b"/>
              <a:pathLst>
                <a:path w="9953" h="11646" extrusionOk="0">
                  <a:moveTo>
                    <a:pt x="8782" y="1300"/>
                  </a:moveTo>
                  <a:lnTo>
                    <a:pt x="8782" y="2448"/>
                  </a:lnTo>
                  <a:lnTo>
                    <a:pt x="4099" y="3384"/>
                  </a:lnTo>
                  <a:lnTo>
                    <a:pt x="4099" y="2236"/>
                  </a:lnTo>
                  <a:lnTo>
                    <a:pt x="8782" y="1300"/>
                  </a:lnTo>
                  <a:close/>
                  <a:moveTo>
                    <a:pt x="8782" y="7304"/>
                  </a:moveTo>
                  <a:lnTo>
                    <a:pt x="8782" y="8447"/>
                  </a:lnTo>
                  <a:cubicBezTo>
                    <a:pt x="8782" y="8766"/>
                    <a:pt x="8591" y="9047"/>
                    <a:pt x="8295" y="9165"/>
                  </a:cubicBezTo>
                  <a:cubicBezTo>
                    <a:pt x="8163" y="9218"/>
                    <a:pt x="7987" y="9306"/>
                    <a:pt x="7782" y="9306"/>
                  </a:cubicBezTo>
                  <a:cubicBezTo>
                    <a:pt x="7653" y="9306"/>
                    <a:pt x="7513" y="9271"/>
                    <a:pt x="7365" y="9171"/>
                  </a:cubicBezTo>
                  <a:cubicBezTo>
                    <a:pt x="6850" y="8824"/>
                    <a:pt x="6937" y="8042"/>
                    <a:pt x="7512" y="7812"/>
                  </a:cubicBezTo>
                  <a:lnTo>
                    <a:pt x="8782" y="7304"/>
                  </a:lnTo>
                  <a:close/>
                  <a:moveTo>
                    <a:pt x="2928" y="8475"/>
                  </a:moveTo>
                  <a:lnTo>
                    <a:pt x="2928" y="9618"/>
                  </a:lnTo>
                  <a:cubicBezTo>
                    <a:pt x="2928" y="9937"/>
                    <a:pt x="2737" y="10218"/>
                    <a:pt x="2442" y="10336"/>
                  </a:cubicBezTo>
                  <a:cubicBezTo>
                    <a:pt x="2308" y="10389"/>
                    <a:pt x="2132" y="10476"/>
                    <a:pt x="1928" y="10476"/>
                  </a:cubicBezTo>
                  <a:cubicBezTo>
                    <a:pt x="1799" y="10476"/>
                    <a:pt x="1659" y="10442"/>
                    <a:pt x="1511" y="10342"/>
                  </a:cubicBezTo>
                  <a:cubicBezTo>
                    <a:pt x="996" y="9993"/>
                    <a:pt x="1083" y="9213"/>
                    <a:pt x="1658" y="8983"/>
                  </a:cubicBezTo>
                  <a:lnTo>
                    <a:pt x="2928" y="8475"/>
                  </a:lnTo>
                  <a:close/>
                  <a:moveTo>
                    <a:pt x="9369" y="1"/>
                  </a:moveTo>
                  <a:cubicBezTo>
                    <a:pt x="9330" y="1"/>
                    <a:pt x="9291" y="4"/>
                    <a:pt x="9252" y="12"/>
                  </a:cubicBezTo>
                  <a:lnTo>
                    <a:pt x="3399" y="1182"/>
                  </a:lnTo>
                  <a:cubicBezTo>
                    <a:pt x="3124" y="1237"/>
                    <a:pt x="2928" y="1477"/>
                    <a:pt x="2928" y="1757"/>
                  </a:cubicBezTo>
                  <a:lnTo>
                    <a:pt x="2928" y="7214"/>
                  </a:lnTo>
                  <a:lnTo>
                    <a:pt x="1223" y="7897"/>
                  </a:lnTo>
                  <a:cubicBezTo>
                    <a:pt x="480" y="8192"/>
                    <a:pt x="0" y="8902"/>
                    <a:pt x="0" y="9701"/>
                  </a:cubicBezTo>
                  <a:cubicBezTo>
                    <a:pt x="0" y="10782"/>
                    <a:pt x="880" y="11645"/>
                    <a:pt x="1944" y="11645"/>
                  </a:cubicBezTo>
                  <a:cubicBezTo>
                    <a:pt x="2362" y="11645"/>
                    <a:pt x="2624" y="11523"/>
                    <a:pt x="2877" y="11423"/>
                  </a:cubicBezTo>
                  <a:cubicBezTo>
                    <a:pt x="3618" y="11125"/>
                    <a:pt x="4099" y="10418"/>
                    <a:pt x="4099" y="9618"/>
                  </a:cubicBezTo>
                  <a:lnTo>
                    <a:pt x="4099" y="4578"/>
                  </a:lnTo>
                  <a:lnTo>
                    <a:pt x="8782" y="3641"/>
                  </a:lnTo>
                  <a:lnTo>
                    <a:pt x="8782" y="6043"/>
                  </a:lnTo>
                  <a:lnTo>
                    <a:pt x="7076" y="6726"/>
                  </a:lnTo>
                  <a:cubicBezTo>
                    <a:pt x="6335" y="7023"/>
                    <a:pt x="5854" y="7731"/>
                    <a:pt x="5854" y="8530"/>
                  </a:cubicBezTo>
                  <a:cubicBezTo>
                    <a:pt x="5854" y="9611"/>
                    <a:pt x="6733" y="10476"/>
                    <a:pt x="7798" y="10476"/>
                  </a:cubicBezTo>
                  <a:cubicBezTo>
                    <a:pt x="8216" y="10476"/>
                    <a:pt x="8477" y="10354"/>
                    <a:pt x="8730" y="10251"/>
                  </a:cubicBezTo>
                  <a:cubicBezTo>
                    <a:pt x="9473" y="9956"/>
                    <a:pt x="9953" y="9247"/>
                    <a:pt x="9953" y="8447"/>
                  </a:cubicBezTo>
                  <a:lnTo>
                    <a:pt x="9953" y="586"/>
                  </a:lnTo>
                  <a:cubicBezTo>
                    <a:pt x="9953" y="410"/>
                    <a:pt x="9873" y="244"/>
                    <a:pt x="9739" y="133"/>
                  </a:cubicBezTo>
                  <a:cubicBezTo>
                    <a:pt x="9633" y="47"/>
                    <a:pt x="9503" y="1"/>
                    <a:pt x="93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01" name="Google Shape;17101;p87"/>
          <p:cNvGrpSpPr/>
          <p:nvPr/>
        </p:nvGrpSpPr>
        <p:grpSpPr>
          <a:xfrm>
            <a:off x="6672129" y="5143589"/>
            <a:ext cx="543175" cy="270507"/>
            <a:chOff x="6090251" y="2676413"/>
            <a:chExt cx="417014" cy="207677"/>
          </a:xfrm>
        </p:grpSpPr>
        <p:sp>
          <p:nvSpPr>
            <p:cNvPr id="17102" name="Google Shape;17102;p87"/>
            <p:cNvSpPr/>
            <p:nvPr/>
          </p:nvSpPr>
          <p:spPr>
            <a:xfrm>
              <a:off x="6237672" y="2725248"/>
              <a:ext cx="61086" cy="158842"/>
            </a:xfrm>
            <a:custGeom>
              <a:avLst/>
              <a:gdLst/>
              <a:ahLst/>
              <a:cxnLst/>
              <a:rect l="l" t="t" r="r" b="b"/>
              <a:pathLst>
                <a:path w="2927" h="7611" extrusionOk="0">
                  <a:moveTo>
                    <a:pt x="1463" y="1172"/>
                  </a:moveTo>
                  <a:cubicBezTo>
                    <a:pt x="1624" y="1172"/>
                    <a:pt x="1757" y="1303"/>
                    <a:pt x="1757" y="1465"/>
                  </a:cubicBezTo>
                  <a:lnTo>
                    <a:pt x="1757" y="6148"/>
                  </a:lnTo>
                  <a:cubicBezTo>
                    <a:pt x="1757" y="6309"/>
                    <a:pt x="1624" y="6440"/>
                    <a:pt x="1463" y="6440"/>
                  </a:cubicBezTo>
                  <a:cubicBezTo>
                    <a:pt x="1302" y="6440"/>
                    <a:pt x="1171" y="6309"/>
                    <a:pt x="1171" y="6148"/>
                  </a:cubicBezTo>
                  <a:lnTo>
                    <a:pt x="1171" y="1465"/>
                  </a:lnTo>
                  <a:cubicBezTo>
                    <a:pt x="1171" y="1303"/>
                    <a:pt x="1302" y="1172"/>
                    <a:pt x="1463" y="1172"/>
                  </a:cubicBezTo>
                  <a:close/>
                  <a:moveTo>
                    <a:pt x="1463" y="1"/>
                  </a:moveTo>
                  <a:cubicBezTo>
                    <a:pt x="657" y="1"/>
                    <a:pt x="0" y="657"/>
                    <a:pt x="0" y="1465"/>
                  </a:cubicBezTo>
                  <a:lnTo>
                    <a:pt x="0" y="6148"/>
                  </a:lnTo>
                  <a:cubicBezTo>
                    <a:pt x="0" y="6955"/>
                    <a:pt x="657" y="7611"/>
                    <a:pt x="1463" y="7611"/>
                  </a:cubicBezTo>
                  <a:cubicBezTo>
                    <a:pt x="2270" y="7611"/>
                    <a:pt x="2926" y="6955"/>
                    <a:pt x="2926" y="6148"/>
                  </a:cubicBezTo>
                  <a:lnTo>
                    <a:pt x="2926" y="1465"/>
                  </a:lnTo>
                  <a:cubicBezTo>
                    <a:pt x="2926" y="657"/>
                    <a:pt x="2270" y="1"/>
                    <a:pt x="146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3" name="Google Shape;17103;p87"/>
            <p:cNvSpPr/>
            <p:nvPr/>
          </p:nvSpPr>
          <p:spPr>
            <a:xfrm>
              <a:off x="6446178" y="2761915"/>
              <a:ext cx="61086" cy="61086"/>
            </a:xfrm>
            <a:custGeom>
              <a:avLst/>
              <a:gdLst/>
              <a:ahLst/>
              <a:cxnLst/>
              <a:rect l="l" t="t" r="r" b="b"/>
              <a:pathLst>
                <a:path w="2927" h="2927" extrusionOk="0">
                  <a:moveTo>
                    <a:pt x="1464" y="1171"/>
                  </a:moveTo>
                  <a:cubicBezTo>
                    <a:pt x="1625" y="1171"/>
                    <a:pt x="1756" y="1302"/>
                    <a:pt x="1756" y="1463"/>
                  </a:cubicBezTo>
                  <a:cubicBezTo>
                    <a:pt x="1756" y="1626"/>
                    <a:pt x="1625" y="1757"/>
                    <a:pt x="1464" y="1757"/>
                  </a:cubicBezTo>
                  <a:cubicBezTo>
                    <a:pt x="1303" y="1757"/>
                    <a:pt x="1170" y="1626"/>
                    <a:pt x="1170" y="1463"/>
                  </a:cubicBezTo>
                  <a:cubicBezTo>
                    <a:pt x="1170" y="1302"/>
                    <a:pt x="1303" y="1171"/>
                    <a:pt x="1464" y="1171"/>
                  </a:cubicBezTo>
                  <a:close/>
                  <a:moveTo>
                    <a:pt x="1464" y="0"/>
                  </a:moveTo>
                  <a:cubicBezTo>
                    <a:pt x="657" y="0"/>
                    <a:pt x="1" y="657"/>
                    <a:pt x="1" y="1463"/>
                  </a:cubicBezTo>
                  <a:cubicBezTo>
                    <a:pt x="1" y="2270"/>
                    <a:pt x="657" y="2926"/>
                    <a:pt x="1464" y="2926"/>
                  </a:cubicBezTo>
                  <a:cubicBezTo>
                    <a:pt x="2270" y="2926"/>
                    <a:pt x="2927" y="2270"/>
                    <a:pt x="2927" y="1463"/>
                  </a:cubicBezTo>
                  <a:cubicBezTo>
                    <a:pt x="2927" y="657"/>
                    <a:pt x="2270" y="0"/>
                    <a:pt x="14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4" name="Google Shape;17104;p87"/>
            <p:cNvSpPr/>
            <p:nvPr/>
          </p:nvSpPr>
          <p:spPr>
            <a:xfrm>
              <a:off x="6311758" y="2676413"/>
              <a:ext cx="135446" cy="207677"/>
            </a:xfrm>
            <a:custGeom>
              <a:avLst/>
              <a:gdLst/>
              <a:ahLst/>
              <a:cxnLst/>
              <a:rect l="l" t="t" r="r" b="b"/>
              <a:pathLst>
                <a:path w="6490" h="9951" extrusionOk="0">
                  <a:moveTo>
                    <a:pt x="1466" y="1171"/>
                  </a:moveTo>
                  <a:cubicBezTo>
                    <a:pt x="1627" y="1171"/>
                    <a:pt x="1757" y="1302"/>
                    <a:pt x="1757" y="1463"/>
                  </a:cubicBezTo>
                  <a:lnTo>
                    <a:pt x="1757" y="6026"/>
                  </a:lnTo>
                  <a:lnTo>
                    <a:pt x="4186" y="3598"/>
                  </a:lnTo>
                  <a:cubicBezTo>
                    <a:pt x="4243" y="3541"/>
                    <a:pt x="4318" y="3512"/>
                    <a:pt x="4392" y="3512"/>
                  </a:cubicBezTo>
                  <a:cubicBezTo>
                    <a:pt x="4467" y="3512"/>
                    <a:pt x="4542" y="3541"/>
                    <a:pt x="4598" y="3598"/>
                  </a:cubicBezTo>
                  <a:cubicBezTo>
                    <a:pt x="4713" y="3712"/>
                    <a:pt x="4713" y="3897"/>
                    <a:pt x="4598" y="4012"/>
                  </a:cubicBezTo>
                  <a:lnTo>
                    <a:pt x="3247" y="5364"/>
                  </a:lnTo>
                  <a:lnTo>
                    <a:pt x="5221" y="8325"/>
                  </a:lnTo>
                  <a:cubicBezTo>
                    <a:pt x="5280" y="8414"/>
                    <a:pt x="5274" y="8500"/>
                    <a:pt x="5265" y="8546"/>
                  </a:cubicBezTo>
                  <a:cubicBezTo>
                    <a:pt x="5257" y="8591"/>
                    <a:pt x="5228" y="8674"/>
                    <a:pt x="5140" y="8732"/>
                  </a:cubicBezTo>
                  <a:cubicBezTo>
                    <a:pt x="5090" y="8764"/>
                    <a:pt x="5037" y="8780"/>
                    <a:pt x="4979" y="8780"/>
                  </a:cubicBezTo>
                  <a:cubicBezTo>
                    <a:pt x="4880" y="8780"/>
                    <a:pt x="4788" y="8732"/>
                    <a:pt x="4735" y="8651"/>
                  </a:cubicBezTo>
                  <a:lnTo>
                    <a:pt x="2824" y="5787"/>
                  </a:lnTo>
                  <a:lnTo>
                    <a:pt x="1757" y="6853"/>
                  </a:lnTo>
                  <a:lnTo>
                    <a:pt x="1757" y="8488"/>
                  </a:lnTo>
                  <a:cubicBezTo>
                    <a:pt x="1757" y="8649"/>
                    <a:pt x="1627" y="8782"/>
                    <a:pt x="1466" y="8782"/>
                  </a:cubicBezTo>
                  <a:cubicBezTo>
                    <a:pt x="1305" y="8782"/>
                    <a:pt x="1172" y="8649"/>
                    <a:pt x="1172" y="8488"/>
                  </a:cubicBezTo>
                  <a:lnTo>
                    <a:pt x="1172" y="1463"/>
                  </a:lnTo>
                  <a:cubicBezTo>
                    <a:pt x="1172" y="1302"/>
                    <a:pt x="1305" y="1171"/>
                    <a:pt x="1466" y="1171"/>
                  </a:cubicBezTo>
                  <a:close/>
                  <a:moveTo>
                    <a:pt x="1466" y="0"/>
                  </a:moveTo>
                  <a:cubicBezTo>
                    <a:pt x="659" y="0"/>
                    <a:pt x="1" y="657"/>
                    <a:pt x="1" y="1463"/>
                  </a:cubicBezTo>
                  <a:lnTo>
                    <a:pt x="1" y="8488"/>
                  </a:lnTo>
                  <a:cubicBezTo>
                    <a:pt x="1" y="9295"/>
                    <a:pt x="659" y="9951"/>
                    <a:pt x="1466" y="9951"/>
                  </a:cubicBezTo>
                  <a:cubicBezTo>
                    <a:pt x="2272" y="9951"/>
                    <a:pt x="2929" y="9295"/>
                    <a:pt x="2929" y="8488"/>
                  </a:cubicBezTo>
                  <a:lnTo>
                    <a:pt x="2929" y="8053"/>
                  </a:lnTo>
                  <a:lnTo>
                    <a:pt x="3760" y="9300"/>
                  </a:lnTo>
                  <a:cubicBezTo>
                    <a:pt x="4032" y="9709"/>
                    <a:pt x="4487" y="9951"/>
                    <a:pt x="4979" y="9951"/>
                  </a:cubicBezTo>
                  <a:cubicBezTo>
                    <a:pt x="5269" y="9951"/>
                    <a:pt x="5548" y="9866"/>
                    <a:pt x="5789" y="9705"/>
                  </a:cubicBezTo>
                  <a:cubicBezTo>
                    <a:pt x="6114" y="9489"/>
                    <a:pt x="6336" y="9158"/>
                    <a:pt x="6413" y="8775"/>
                  </a:cubicBezTo>
                  <a:cubicBezTo>
                    <a:pt x="6490" y="8391"/>
                    <a:pt x="6412" y="8001"/>
                    <a:pt x="6196" y="7676"/>
                  </a:cubicBezTo>
                  <a:lnTo>
                    <a:pt x="4754" y="5512"/>
                  </a:lnTo>
                  <a:lnTo>
                    <a:pt x="5426" y="4840"/>
                  </a:lnTo>
                  <a:cubicBezTo>
                    <a:pt x="5998" y="4269"/>
                    <a:pt x="5998" y="3340"/>
                    <a:pt x="5426" y="2771"/>
                  </a:cubicBezTo>
                  <a:cubicBezTo>
                    <a:pt x="5142" y="2485"/>
                    <a:pt x="4767" y="2342"/>
                    <a:pt x="4392" y="2342"/>
                  </a:cubicBezTo>
                  <a:cubicBezTo>
                    <a:pt x="4017" y="2342"/>
                    <a:pt x="3642" y="2485"/>
                    <a:pt x="3357" y="2771"/>
                  </a:cubicBezTo>
                  <a:lnTo>
                    <a:pt x="2929" y="3199"/>
                  </a:lnTo>
                  <a:lnTo>
                    <a:pt x="2929" y="1463"/>
                  </a:lnTo>
                  <a:cubicBezTo>
                    <a:pt x="2929" y="657"/>
                    <a:pt x="2272" y="0"/>
                    <a:pt x="14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5" name="Google Shape;17105;p87"/>
            <p:cNvSpPr/>
            <p:nvPr/>
          </p:nvSpPr>
          <p:spPr>
            <a:xfrm>
              <a:off x="6090251" y="2676413"/>
              <a:ext cx="135405" cy="207677"/>
            </a:xfrm>
            <a:custGeom>
              <a:avLst/>
              <a:gdLst/>
              <a:ahLst/>
              <a:cxnLst/>
              <a:rect l="l" t="t" r="r" b="b"/>
              <a:pathLst>
                <a:path w="6488" h="9951" extrusionOk="0">
                  <a:moveTo>
                    <a:pt x="1464" y="1171"/>
                  </a:moveTo>
                  <a:cubicBezTo>
                    <a:pt x="1625" y="1171"/>
                    <a:pt x="1757" y="1302"/>
                    <a:pt x="1757" y="1463"/>
                  </a:cubicBezTo>
                  <a:lnTo>
                    <a:pt x="1757" y="6026"/>
                  </a:lnTo>
                  <a:lnTo>
                    <a:pt x="4184" y="3598"/>
                  </a:lnTo>
                  <a:cubicBezTo>
                    <a:pt x="4241" y="3541"/>
                    <a:pt x="4316" y="3512"/>
                    <a:pt x="4391" y="3512"/>
                  </a:cubicBezTo>
                  <a:cubicBezTo>
                    <a:pt x="4466" y="3512"/>
                    <a:pt x="4541" y="3541"/>
                    <a:pt x="4598" y="3598"/>
                  </a:cubicBezTo>
                  <a:cubicBezTo>
                    <a:pt x="4712" y="3712"/>
                    <a:pt x="4712" y="3897"/>
                    <a:pt x="4598" y="4012"/>
                  </a:cubicBezTo>
                  <a:lnTo>
                    <a:pt x="3245" y="5364"/>
                  </a:lnTo>
                  <a:lnTo>
                    <a:pt x="5219" y="8325"/>
                  </a:lnTo>
                  <a:cubicBezTo>
                    <a:pt x="5278" y="8414"/>
                    <a:pt x="5272" y="8500"/>
                    <a:pt x="5264" y="8546"/>
                  </a:cubicBezTo>
                  <a:cubicBezTo>
                    <a:pt x="5255" y="8591"/>
                    <a:pt x="5226" y="8674"/>
                    <a:pt x="5138" y="8732"/>
                  </a:cubicBezTo>
                  <a:cubicBezTo>
                    <a:pt x="5090" y="8764"/>
                    <a:pt x="5035" y="8780"/>
                    <a:pt x="4977" y="8780"/>
                  </a:cubicBezTo>
                  <a:cubicBezTo>
                    <a:pt x="4878" y="8780"/>
                    <a:pt x="4788" y="8732"/>
                    <a:pt x="4733" y="8651"/>
                  </a:cubicBezTo>
                  <a:lnTo>
                    <a:pt x="2824" y="5787"/>
                  </a:lnTo>
                  <a:lnTo>
                    <a:pt x="1757" y="6853"/>
                  </a:lnTo>
                  <a:lnTo>
                    <a:pt x="1757" y="8488"/>
                  </a:lnTo>
                  <a:cubicBezTo>
                    <a:pt x="1757" y="8649"/>
                    <a:pt x="1625" y="8782"/>
                    <a:pt x="1464" y="8782"/>
                  </a:cubicBezTo>
                  <a:cubicBezTo>
                    <a:pt x="1303" y="8782"/>
                    <a:pt x="1172" y="8649"/>
                    <a:pt x="1172" y="8488"/>
                  </a:cubicBezTo>
                  <a:lnTo>
                    <a:pt x="1172" y="1463"/>
                  </a:lnTo>
                  <a:cubicBezTo>
                    <a:pt x="1172" y="1302"/>
                    <a:pt x="1303" y="1171"/>
                    <a:pt x="1464" y="1171"/>
                  </a:cubicBezTo>
                  <a:close/>
                  <a:moveTo>
                    <a:pt x="1464" y="0"/>
                  </a:moveTo>
                  <a:cubicBezTo>
                    <a:pt x="657" y="0"/>
                    <a:pt x="1" y="657"/>
                    <a:pt x="1" y="1463"/>
                  </a:cubicBezTo>
                  <a:lnTo>
                    <a:pt x="1" y="8488"/>
                  </a:lnTo>
                  <a:cubicBezTo>
                    <a:pt x="1" y="9295"/>
                    <a:pt x="657" y="9951"/>
                    <a:pt x="1464" y="9951"/>
                  </a:cubicBezTo>
                  <a:cubicBezTo>
                    <a:pt x="2270" y="9951"/>
                    <a:pt x="2927" y="9295"/>
                    <a:pt x="2927" y="8488"/>
                  </a:cubicBezTo>
                  <a:lnTo>
                    <a:pt x="2927" y="8053"/>
                  </a:lnTo>
                  <a:lnTo>
                    <a:pt x="3758" y="9300"/>
                  </a:lnTo>
                  <a:cubicBezTo>
                    <a:pt x="4031" y="9709"/>
                    <a:pt x="4485" y="9951"/>
                    <a:pt x="4977" y="9951"/>
                  </a:cubicBezTo>
                  <a:cubicBezTo>
                    <a:pt x="5267" y="9951"/>
                    <a:pt x="5548" y="9866"/>
                    <a:pt x="5787" y="9705"/>
                  </a:cubicBezTo>
                  <a:cubicBezTo>
                    <a:pt x="6113" y="9489"/>
                    <a:pt x="6336" y="9158"/>
                    <a:pt x="6412" y="8775"/>
                  </a:cubicBezTo>
                  <a:cubicBezTo>
                    <a:pt x="6488" y="8391"/>
                    <a:pt x="6410" y="8001"/>
                    <a:pt x="6194" y="7676"/>
                  </a:cubicBezTo>
                  <a:lnTo>
                    <a:pt x="4752" y="5512"/>
                  </a:lnTo>
                  <a:lnTo>
                    <a:pt x="5426" y="4840"/>
                  </a:lnTo>
                  <a:cubicBezTo>
                    <a:pt x="5996" y="4269"/>
                    <a:pt x="5996" y="3340"/>
                    <a:pt x="5426" y="2771"/>
                  </a:cubicBezTo>
                  <a:cubicBezTo>
                    <a:pt x="5141" y="2485"/>
                    <a:pt x="4766" y="2342"/>
                    <a:pt x="4391" y="2342"/>
                  </a:cubicBezTo>
                  <a:cubicBezTo>
                    <a:pt x="4016" y="2342"/>
                    <a:pt x="3641" y="2485"/>
                    <a:pt x="3357" y="2771"/>
                  </a:cubicBezTo>
                  <a:lnTo>
                    <a:pt x="2927" y="3199"/>
                  </a:lnTo>
                  <a:lnTo>
                    <a:pt x="2927" y="1463"/>
                  </a:lnTo>
                  <a:cubicBezTo>
                    <a:pt x="2927" y="657"/>
                    <a:pt x="2270" y="0"/>
                    <a:pt x="14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06" name="Google Shape;17106;p87"/>
          <p:cNvGrpSpPr/>
          <p:nvPr/>
        </p:nvGrpSpPr>
        <p:grpSpPr>
          <a:xfrm>
            <a:off x="8315667" y="5007249"/>
            <a:ext cx="543188" cy="543188"/>
            <a:chOff x="7137330" y="2571753"/>
            <a:chExt cx="417024" cy="417024"/>
          </a:xfrm>
        </p:grpSpPr>
        <p:sp>
          <p:nvSpPr>
            <p:cNvPr id="17107" name="Google Shape;17107;p87"/>
            <p:cNvSpPr/>
            <p:nvPr/>
          </p:nvSpPr>
          <p:spPr>
            <a:xfrm>
              <a:off x="7235854" y="2645840"/>
              <a:ext cx="219949" cy="268826"/>
            </a:xfrm>
            <a:custGeom>
              <a:avLst/>
              <a:gdLst/>
              <a:ahLst/>
              <a:cxnLst/>
              <a:rect l="l" t="t" r="r" b="b"/>
              <a:pathLst>
                <a:path w="10539" h="12881" extrusionOk="0">
                  <a:moveTo>
                    <a:pt x="5271" y="1172"/>
                  </a:moveTo>
                  <a:cubicBezTo>
                    <a:pt x="7530" y="1172"/>
                    <a:pt x="9368" y="3010"/>
                    <a:pt x="9368" y="5270"/>
                  </a:cubicBezTo>
                  <a:cubicBezTo>
                    <a:pt x="9368" y="6273"/>
                    <a:pt x="8717" y="7797"/>
                    <a:pt x="7624" y="9343"/>
                  </a:cubicBezTo>
                  <a:cubicBezTo>
                    <a:pt x="6513" y="10917"/>
                    <a:pt x="5536" y="11665"/>
                    <a:pt x="5271" y="11708"/>
                  </a:cubicBezTo>
                  <a:cubicBezTo>
                    <a:pt x="5004" y="11665"/>
                    <a:pt x="4029" y="10917"/>
                    <a:pt x="2916" y="9343"/>
                  </a:cubicBezTo>
                  <a:cubicBezTo>
                    <a:pt x="1825" y="7797"/>
                    <a:pt x="1172" y="6273"/>
                    <a:pt x="1172" y="5270"/>
                  </a:cubicBezTo>
                  <a:cubicBezTo>
                    <a:pt x="1172" y="3010"/>
                    <a:pt x="3010" y="1172"/>
                    <a:pt x="5271" y="1172"/>
                  </a:cubicBezTo>
                  <a:close/>
                  <a:moveTo>
                    <a:pt x="5271" y="1"/>
                  </a:moveTo>
                  <a:cubicBezTo>
                    <a:pt x="2366" y="1"/>
                    <a:pt x="1" y="2364"/>
                    <a:pt x="1" y="5270"/>
                  </a:cubicBezTo>
                  <a:cubicBezTo>
                    <a:pt x="1" y="7084"/>
                    <a:pt x="1409" y="9247"/>
                    <a:pt x="2014" y="10093"/>
                  </a:cubicBezTo>
                  <a:cubicBezTo>
                    <a:pt x="2481" y="10747"/>
                    <a:pt x="4098" y="12881"/>
                    <a:pt x="5271" y="12881"/>
                  </a:cubicBezTo>
                  <a:cubicBezTo>
                    <a:pt x="6444" y="12881"/>
                    <a:pt x="8059" y="10747"/>
                    <a:pt x="8528" y="10093"/>
                  </a:cubicBezTo>
                  <a:cubicBezTo>
                    <a:pt x="9133" y="9247"/>
                    <a:pt x="10539" y="7084"/>
                    <a:pt x="10539" y="5270"/>
                  </a:cubicBezTo>
                  <a:cubicBezTo>
                    <a:pt x="10539" y="2364"/>
                    <a:pt x="8175" y="1"/>
                    <a:pt x="52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8" name="Google Shape;17108;p87"/>
            <p:cNvSpPr/>
            <p:nvPr/>
          </p:nvSpPr>
          <p:spPr>
            <a:xfrm>
              <a:off x="7137330" y="2571753"/>
              <a:ext cx="417024" cy="417024"/>
            </a:xfrm>
            <a:custGeom>
              <a:avLst/>
              <a:gdLst/>
              <a:ahLst/>
              <a:cxnLst/>
              <a:rect l="l" t="t" r="r" b="b"/>
              <a:pathLst>
                <a:path w="19982" h="19982" extrusionOk="0">
                  <a:moveTo>
                    <a:pt x="9992" y="1171"/>
                  </a:moveTo>
                  <a:cubicBezTo>
                    <a:pt x="14855" y="1171"/>
                    <a:pt x="18812" y="5127"/>
                    <a:pt x="18812" y="9991"/>
                  </a:cubicBezTo>
                  <a:cubicBezTo>
                    <a:pt x="18812" y="14854"/>
                    <a:pt x="14855" y="18810"/>
                    <a:pt x="9992" y="18810"/>
                  </a:cubicBezTo>
                  <a:cubicBezTo>
                    <a:pt x="5127" y="18810"/>
                    <a:pt x="1171" y="14854"/>
                    <a:pt x="1171" y="9991"/>
                  </a:cubicBezTo>
                  <a:cubicBezTo>
                    <a:pt x="1171" y="5127"/>
                    <a:pt x="5127" y="1171"/>
                    <a:pt x="9992" y="1171"/>
                  </a:cubicBezTo>
                  <a:close/>
                  <a:moveTo>
                    <a:pt x="9992" y="0"/>
                  </a:moveTo>
                  <a:cubicBezTo>
                    <a:pt x="4490" y="0"/>
                    <a:pt x="0" y="4490"/>
                    <a:pt x="0" y="9990"/>
                  </a:cubicBezTo>
                  <a:cubicBezTo>
                    <a:pt x="0" y="15491"/>
                    <a:pt x="4490" y="19981"/>
                    <a:pt x="9992" y="19981"/>
                  </a:cubicBezTo>
                  <a:cubicBezTo>
                    <a:pt x="15493" y="19981"/>
                    <a:pt x="19981" y="15491"/>
                    <a:pt x="19981" y="9990"/>
                  </a:cubicBezTo>
                  <a:cubicBezTo>
                    <a:pt x="19981" y="4488"/>
                    <a:pt x="15492" y="0"/>
                    <a:pt x="99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9" name="Google Shape;17109;p87"/>
            <p:cNvSpPr/>
            <p:nvPr/>
          </p:nvSpPr>
          <p:spPr>
            <a:xfrm>
              <a:off x="7284751" y="2694716"/>
              <a:ext cx="122173" cy="122194"/>
            </a:xfrm>
            <a:custGeom>
              <a:avLst/>
              <a:gdLst/>
              <a:ahLst/>
              <a:cxnLst/>
              <a:rect l="l" t="t" r="r" b="b"/>
              <a:pathLst>
                <a:path w="5854" h="5855" extrusionOk="0">
                  <a:moveTo>
                    <a:pt x="2928" y="1172"/>
                  </a:moveTo>
                  <a:cubicBezTo>
                    <a:pt x="3895" y="1172"/>
                    <a:pt x="4684" y="1959"/>
                    <a:pt x="4684" y="2928"/>
                  </a:cubicBezTo>
                  <a:cubicBezTo>
                    <a:pt x="4684" y="3896"/>
                    <a:pt x="3895" y="4683"/>
                    <a:pt x="2928" y="4683"/>
                  </a:cubicBezTo>
                  <a:cubicBezTo>
                    <a:pt x="1958" y="4683"/>
                    <a:pt x="1171" y="3896"/>
                    <a:pt x="1171" y="2928"/>
                  </a:cubicBezTo>
                  <a:cubicBezTo>
                    <a:pt x="2139" y="2928"/>
                    <a:pt x="2928" y="2139"/>
                    <a:pt x="2928" y="1172"/>
                  </a:cubicBezTo>
                  <a:close/>
                  <a:moveTo>
                    <a:pt x="2928" y="1"/>
                  </a:moveTo>
                  <a:cubicBezTo>
                    <a:pt x="2655" y="1"/>
                    <a:pt x="2374" y="47"/>
                    <a:pt x="2066" y="142"/>
                  </a:cubicBezTo>
                  <a:cubicBezTo>
                    <a:pt x="1732" y="245"/>
                    <a:pt x="1562" y="616"/>
                    <a:pt x="1704" y="936"/>
                  </a:cubicBezTo>
                  <a:cubicBezTo>
                    <a:pt x="1885" y="1345"/>
                    <a:pt x="1569" y="1756"/>
                    <a:pt x="1177" y="1756"/>
                  </a:cubicBezTo>
                  <a:cubicBezTo>
                    <a:pt x="1099" y="1756"/>
                    <a:pt x="1018" y="1740"/>
                    <a:pt x="938" y="1704"/>
                  </a:cubicBezTo>
                  <a:cubicBezTo>
                    <a:pt x="860" y="1670"/>
                    <a:pt x="780" y="1654"/>
                    <a:pt x="701" y="1654"/>
                  </a:cubicBezTo>
                  <a:cubicBezTo>
                    <a:pt x="453" y="1654"/>
                    <a:pt x="219" y="1813"/>
                    <a:pt x="142" y="2067"/>
                  </a:cubicBezTo>
                  <a:cubicBezTo>
                    <a:pt x="46" y="2373"/>
                    <a:pt x="0" y="2656"/>
                    <a:pt x="0" y="2928"/>
                  </a:cubicBezTo>
                  <a:cubicBezTo>
                    <a:pt x="0" y="4542"/>
                    <a:pt x="1313" y="5854"/>
                    <a:pt x="2928" y="5854"/>
                  </a:cubicBezTo>
                  <a:cubicBezTo>
                    <a:pt x="4541" y="5854"/>
                    <a:pt x="5854" y="4542"/>
                    <a:pt x="5854" y="2928"/>
                  </a:cubicBezTo>
                  <a:cubicBezTo>
                    <a:pt x="5854" y="1313"/>
                    <a:pt x="4541" y="1"/>
                    <a:pt x="29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10" name="Google Shape;17110;p87"/>
          <p:cNvGrpSpPr/>
          <p:nvPr/>
        </p:nvGrpSpPr>
        <p:grpSpPr>
          <a:xfrm>
            <a:off x="7493891" y="5007249"/>
            <a:ext cx="543188" cy="543188"/>
            <a:chOff x="6613801" y="2571753"/>
            <a:chExt cx="417024" cy="417024"/>
          </a:xfrm>
        </p:grpSpPr>
        <p:sp>
          <p:nvSpPr>
            <p:cNvPr id="17111" name="Google Shape;17111;p87"/>
            <p:cNvSpPr/>
            <p:nvPr/>
          </p:nvSpPr>
          <p:spPr>
            <a:xfrm>
              <a:off x="6613801" y="2571753"/>
              <a:ext cx="417024" cy="417024"/>
            </a:xfrm>
            <a:custGeom>
              <a:avLst/>
              <a:gdLst/>
              <a:ahLst/>
              <a:cxnLst/>
              <a:rect l="l" t="t" r="r" b="b"/>
              <a:pathLst>
                <a:path w="19982" h="19982" extrusionOk="0">
                  <a:moveTo>
                    <a:pt x="9991" y="1171"/>
                  </a:moveTo>
                  <a:cubicBezTo>
                    <a:pt x="14854" y="1171"/>
                    <a:pt x="18812" y="5127"/>
                    <a:pt x="18812" y="9991"/>
                  </a:cubicBezTo>
                  <a:cubicBezTo>
                    <a:pt x="18812" y="14854"/>
                    <a:pt x="14854" y="18810"/>
                    <a:pt x="9991" y="18810"/>
                  </a:cubicBezTo>
                  <a:cubicBezTo>
                    <a:pt x="5127" y="18810"/>
                    <a:pt x="1171" y="14854"/>
                    <a:pt x="1171" y="9991"/>
                  </a:cubicBezTo>
                  <a:cubicBezTo>
                    <a:pt x="1171" y="5127"/>
                    <a:pt x="5127" y="1171"/>
                    <a:pt x="9991" y="1171"/>
                  </a:cubicBezTo>
                  <a:close/>
                  <a:moveTo>
                    <a:pt x="9991" y="0"/>
                  </a:moveTo>
                  <a:cubicBezTo>
                    <a:pt x="4490" y="0"/>
                    <a:pt x="0" y="4490"/>
                    <a:pt x="0" y="9990"/>
                  </a:cubicBezTo>
                  <a:cubicBezTo>
                    <a:pt x="0" y="15493"/>
                    <a:pt x="4490" y="19981"/>
                    <a:pt x="9991" y="19981"/>
                  </a:cubicBezTo>
                  <a:cubicBezTo>
                    <a:pt x="15493" y="19981"/>
                    <a:pt x="19981" y="15491"/>
                    <a:pt x="19981" y="9990"/>
                  </a:cubicBezTo>
                  <a:cubicBezTo>
                    <a:pt x="19981" y="4488"/>
                    <a:pt x="15491" y="0"/>
                    <a:pt x="99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2" name="Google Shape;17112;p87"/>
            <p:cNvSpPr/>
            <p:nvPr/>
          </p:nvSpPr>
          <p:spPr>
            <a:xfrm>
              <a:off x="6663449" y="2645840"/>
              <a:ext cx="317704" cy="268826"/>
            </a:xfrm>
            <a:custGeom>
              <a:avLst/>
              <a:gdLst/>
              <a:ahLst/>
              <a:cxnLst/>
              <a:rect l="l" t="t" r="r" b="b"/>
              <a:pathLst>
                <a:path w="15223" h="12881" extrusionOk="0">
                  <a:moveTo>
                    <a:pt x="12295" y="1172"/>
                  </a:moveTo>
                  <a:cubicBezTo>
                    <a:pt x="12619" y="1172"/>
                    <a:pt x="12881" y="1435"/>
                    <a:pt x="12881" y="1757"/>
                  </a:cubicBezTo>
                  <a:cubicBezTo>
                    <a:pt x="12881" y="2079"/>
                    <a:pt x="12617" y="2343"/>
                    <a:pt x="12295" y="2343"/>
                  </a:cubicBezTo>
                  <a:cubicBezTo>
                    <a:pt x="11973" y="2343"/>
                    <a:pt x="11709" y="2079"/>
                    <a:pt x="11709" y="1757"/>
                  </a:cubicBezTo>
                  <a:cubicBezTo>
                    <a:pt x="11709" y="1435"/>
                    <a:pt x="11973" y="1172"/>
                    <a:pt x="12295" y="1172"/>
                  </a:cubicBezTo>
                  <a:close/>
                  <a:moveTo>
                    <a:pt x="2343" y="4685"/>
                  </a:moveTo>
                  <a:cubicBezTo>
                    <a:pt x="2592" y="4685"/>
                    <a:pt x="2827" y="4763"/>
                    <a:pt x="3022" y="4902"/>
                  </a:cubicBezTo>
                  <a:cubicBezTo>
                    <a:pt x="2330" y="5410"/>
                    <a:pt x="1821" y="6015"/>
                    <a:pt x="1513" y="6677"/>
                  </a:cubicBezTo>
                  <a:cubicBezTo>
                    <a:pt x="1301" y="6461"/>
                    <a:pt x="1173" y="6167"/>
                    <a:pt x="1173" y="5856"/>
                  </a:cubicBezTo>
                  <a:cubicBezTo>
                    <a:pt x="1173" y="5210"/>
                    <a:pt x="1697" y="4685"/>
                    <a:pt x="2343" y="4685"/>
                  </a:cubicBezTo>
                  <a:close/>
                  <a:moveTo>
                    <a:pt x="12881" y="4685"/>
                  </a:moveTo>
                  <a:cubicBezTo>
                    <a:pt x="13526" y="4685"/>
                    <a:pt x="14052" y="5208"/>
                    <a:pt x="14052" y="5854"/>
                  </a:cubicBezTo>
                  <a:cubicBezTo>
                    <a:pt x="14052" y="6167"/>
                    <a:pt x="13923" y="6461"/>
                    <a:pt x="13712" y="6677"/>
                  </a:cubicBezTo>
                  <a:cubicBezTo>
                    <a:pt x="13404" y="6015"/>
                    <a:pt x="12893" y="5410"/>
                    <a:pt x="12201" y="4902"/>
                  </a:cubicBezTo>
                  <a:cubicBezTo>
                    <a:pt x="12396" y="4763"/>
                    <a:pt x="12633" y="4685"/>
                    <a:pt x="12881" y="4685"/>
                  </a:cubicBezTo>
                  <a:close/>
                  <a:moveTo>
                    <a:pt x="7616" y="4685"/>
                  </a:moveTo>
                  <a:cubicBezTo>
                    <a:pt x="9058" y="4685"/>
                    <a:pt x="10407" y="5074"/>
                    <a:pt x="11416" y="5778"/>
                  </a:cubicBezTo>
                  <a:cubicBezTo>
                    <a:pt x="12360" y="6440"/>
                    <a:pt x="12881" y="7299"/>
                    <a:pt x="12881" y="8196"/>
                  </a:cubicBezTo>
                  <a:cubicBezTo>
                    <a:pt x="12881" y="9095"/>
                    <a:pt x="12360" y="9953"/>
                    <a:pt x="11416" y="10615"/>
                  </a:cubicBezTo>
                  <a:cubicBezTo>
                    <a:pt x="10407" y="11320"/>
                    <a:pt x="9056" y="11710"/>
                    <a:pt x="7612" y="11710"/>
                  </a:cubicBezTo>
                  <a:cubicBezTo>
                    <a:pt x="6167" y="11710"/>
                    <a:pt x="4816" y="11320"/>
                    <a:pt x="3807" y="10615"/>
                  </a:cubicBezTo>
                  <a:cubicBezTo>
                    <a:pt x="2863" y="9953"/>
                    <a:pt x="2343" y="9095"/>
                    <a:pt x="2343" y="8196"/>
                  </a:cubicBezTo>
                  <a:cubicBezTo>
                    <a:pt x="2343" y="7299"/>
                    <a:pt x="2863" y="6440"/>
                    <a:pt x="3807" y="5778"/>
                  </a:cubicBezTo>
                  <a:cubicBezTo>
                    <a:pt x="4816" y="5074"/>
                    <a:pt x="6165" y="4685"/>
                    <a:pt x="7609" y="4685"/>
                  </a:cubicBezTo>
                  <a:close/>
                  <a:moveTo>
                    <a:pt x="8782" y="0"/>
                  </a:moveTo>
                  <a:cubicBezTo>
                    <a:pt x="8538" y="0"/>
                    <a:pt x="8309" y="156"/>
                    <a:pt x="8228" y="402"/>
                  </a:cubicBezTo>
                  <a:lnTo>
                    <a:pt x="7186" y="3524"/>
                  </a:lnTo>
                  <a:cubicBezTo>
                    <a:pt x="6065" y="3576"/>
                    <a:pt x="4998" y="3836"/>
                    <a:pt x="4073" y="4276"/>
                  </a:cubicBezTo>
                  <a:cubicBezTo>
                    <a:pt x="3634" y="3797"/>
                    <a:pt x="3011" y="3514"/>
                    <a:pt x="2343" y="3514"/>
                  </a:cubicBezTo>
                  <a:cubicBezTo>
                    <a:pt x="1051" y="3514"/>
                    <a:pt x="0" y="4565"/>
                    <a:pt x="0" y="5856"/>
                  </a:cubicBezTo>
                  <a:cubicBezTo>
                    <a:pt x="0" y="6702"/>
                    <a:pt x="469" y="7478"/>
                    <a:pt x="1186" y="7889"/>
                  </a:cubicBezTo>
                  <a:cubicBezTo>
                    <a:pt x="1177" y="7991"/>
                    <a:pt x="1171" y="8094"/>
                    <a:pt x="1171" y="8196"/>
                  </a:cubicBezTo>
                  <a:cubicBezTo>
                    <a:pt x="1171" y="9488"/>
                    <a:pt x="1870" y="10687"/>
                    <a:pt x="3137" y="11573"/>
                  </a:cubicBezTo>
                  <a:cubicBezTo>
                    <a:pt x="4340" y="12415"/>
                    <a:pt x="5928" y="12881"/>
                    <a:pt x="7611" y="12881"/>
                  </a:cubicBezTo>
                  <a:cubicBezTo>
                    <a:pt x="9293" y="12881"/>
                    <a:pt x="10883" y="12415"/>
                    <a:pt x="12086" y="11573"/>
                  </a:cubicBezTo>
                  <a:cubicBezTo>
                    <a:pt x="13353" y="10687"/>
                    <a:pt x="14050" y="9488"/>
                    <a:pt x="14050" y="8196"/>
                  </a:cubicBezTo>
                  <a:cubicBezTo>
                    <a:pt x="14050" y="8094"/>
                    <a:pt x="14046" y="7991"/>
                    <a:pt x="14037" y="7889"/>
                  </a:cubicBezTo>
                  <a:cubicBezTo>
                    <a:pt x="14754" y="7478"/>
                    <a:pt x="15223" y="6702"/>
                    <a:pt x="15223" y="5856"/>
                  </a:cubicBezTo>
                  <a:cubicBezTo>
                    <a:pt x="15223" y="4565"/>
                    <a:pt x="14172" y="3514"/>
                    <a:pt x="12881" y="3514"/>
                  </a:cubicBezTo>
                  <a:cubicBezTo>
                    <a:pt x="12212" y="3514"/>
                    <a:pt x="11589" y="3797"/>
                    <a:pt x="11152" y="4276"/>
                  </a:cubicBezTo>
                  <a:cubicBezTo>
                    <a:pt x="10330" y="3885"/>
                    <a:pt x="9396" y="3636"/>
                    <a:pt x="8412" y="3549"/>
                  </a:cubicBezTo>
                  <a:lnTo>
                    <a:pt x="9153" y="1327"/>
                  </a:lnTo>
                  <a:lnTo>
                    <a:pt x="10540" y="1789"/>
                  </a:lnTo>
                  <a:cubicBezTo>
                    <a:pt x="10556" y="2742"/>
                    <a:pt x="11338" y="3514"/>
                    <a:pt x="12295" y="3514"/>
                  </a:cubicBezTo>
                  <a:cubicBezTo>
                    <a:pt x="13263" y="3514"/>
                    <a:pt x="14052" y="2725"/>
                    <a:pt x="14052" y="1757"/>
                  </a:cubicBezTo>
                  <a:cubicBezTo>
                    <a:pt x="14052" y="790"/>
                    <a:pt x="13263" y="1"/>
                    <a:pt x="12295" y="1"/>
                  </a:cubicBezTo>
                  <a:cubicBezTo>
                    <a:pt x="11732" y="1"/>
                    <a:pt x="11232" y="268"/>
                    <a:pt x="10910" y="678"/>
                  </a:cubicBezTo>
                  <a:lnTo>
                    <a:pt x="8968" y="31"/>
                  </a:lnTo>
                  <a:cubicBezTo>
                    <a:pt x="8906" y="10"/>
                    <a:pt x="8844" y="0"/>
                    <a:pt x="87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3" name="Google Shape;17113;p87"/>
            <p:cNvSpPr/>
            <p:nvPr/>
          </p:nvSpPr>
          <p:spPr>
            <a:xfrm>
              <a:off x="6748992" y="2768030"/>
              <a:ext cx="48898" cy="48878"/>
            </a:xfrm>
            <a:custGeom>
              <a:avLst/>
              <a:gdLst/>
              <a:ahLst/>
              <a:cxnLst/>
              <a:rect l="l" t="t" r="r" b="b"/>
              <a:pathLst>
                <a:path w="2343" h="2342" extrusionOk="0">
                  <a:moveTo>
                    <a:pt x="1171" y="1"/>
                  </a:moveTo>
                  <a:cubicBezTo>
                    <a:pt x="526" y="1"/>
                    <a:pt x="0" y="525"/>
                    <a:pt x="0" y="1170"/>
                  </a:cubicBezTo>
                  <a:cubicBezTo>
                    <a:pt x="0" y="1816"/>
                    <a:pt x="526" y="2341"/>
                    <a:pt x="1171" y="2341"/>
                  </a:cubicBezTo>
                  <a:cubicBezTo>
                    <a:pt x="1817" y="2341"/>
                    <a:pt x="2342" y="1816"/>
                    <a:pt x="2342" y="1170"/>
                  </a:cubicBezTo>
                  <a:cubicBezTo>
                    <a:pt x="2342" y="525"/>
                    <a:pt x="1817" y="1"/>
                    <a:pt x="11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4" name="Google Shape;17114;p87"/>
            <p:cNvSpPr/>
            <p:nvPr/>
          </p:nvSpPr>
          <p:spPr>
            <a:xfrm>
              <a:off x="6846703" y="2768030"/>
              <a:ext cx="48898" cy="48878"/>
            </a:xfrm>
            <a:custGeom>
              <a:avLst/>
              <a:gdLst/>
              <a:ahLst/>
              <a:cxnLst/>
              <a:rect l="l" t="t" r="r" b="b"/>
              <a:pathLst>
                <a:path w="2343" h="2342" extrusionOk="0">
                  <a:moveTo>
                    <a:pt x="1172" y="1"/>
                  </a:moveTo>
                  <a:cubicBezTo>
                    <a:pt x="526" y="1"/>
                    <a:pt x="1" y="525"/>
                    <a:pt x="1" y="1170"/>
                  </a:cubicBezTo>
                  <a:cubicBezTo>
                    <a:pt x="1" y="1816"/>
                    <a:pt x="526" y="2341"/>
                    <a:pt x="1172" y="2341"/>
                  </a:cubicBezTo>
                  <a:cubicBezTo>
                    <a:pt x="1818" y="2341"/>
                    <a:pt x="2343" y="1816"/>
                    <a:pt x="2343" y="1170"/>
                  </a:cubicBezTo>
                  <a:cubicBezTo>
                    <a:pt x="2343" y="525"/>
                    <a:pt x="1818" y="1"/>
                    <a:pt x="11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5" name="Google Shape;17115;p87"/>
            <p:cNvSpPr/>
            <p:nvPr/>
          </p:nvSpPr>
          <p:spPr>
            <a:xfrm>
              <a:off x="6759469" y="2841323"/>
              <a:ext cx="125658" cy="35938"/>
            </a:xfrm>
            <a:custGeom>
              <a:avLst/>
              <a:gdLst/>
              <a:ahLst/>
              <a:cxnLst/>
              <a:rect l="l" t="t" r="r" b="b"/>
              <a:pathLst>
                <a:path w="6021" h="1722" extrusionOk="0">
                  <a:moveTo>
                    <a:pt x="670" y="0"/>
                  </a:moveTo>
                  <a:cubicBezTo>
                    <a:pt x="455" y="0"/>
                    <a:pt x="249" y="119"/>
                    <a:pt x="146" y="324"/>
                  </a:cubicBezTo>
                  <a:cubicBezTo>
                    <a:pt x="1" y="614"/>
                    <a:pt x="117" y="965"/>
                    <a:pt x="407" y="1110"/>
                  </a:cubicBezTo>
                  <a:cubicBezTo>
                    <a:pt x="1223" y="1516"/>
                    <a:pt x="2116" y="1722"/>
                    <a:pt x="3011" y="1722"/>
                  </a:cubicBezTo>
                  <a:cubicBezTo>
                    <a:pt x="3905" y="1722"/>
                    <a:pt x="4800" y="1518"/>
                    <a:pt x="5614" y="1110"/>
                  </a:cubicBezTo>
                  <a:cubicBezTo>
                    <a:pt x="5904" y="965"/>
                    <a:pt x="6021" y="614"/>
                    <a:pt x="5875" y="324"/>
                  </a:cubicBezTo>
                  <a:cubicBezTo>
                    <a:pt x="5774" y="119"/>
                    <a:pt x="5567" y="0"/>
                    <a:pt x="5352" y="0"/>
                  </a:cubicBezTo>
                  <a:cubicBezTo>
                    <a:pt x="5264" y="0"/>
                    <a:pt x="5174" y="20"/>
                    <a:pt x="5090" y="62"/>
                  </a:cubicBezTo>
                  <a:cubicBezTo>
                    <a:pt x="4439" y="388"/>
                    <a:pt x="3725" y="551"/>
                    <a:pt x="3011" y="551"/>
                  </a:cubicBezTo>
                  <a:cubicBezTo>
                    <a:pt x="2296" y="551"/>
                    <a:pt x="1582" y="388"/>
                    <a:pt x="931" y="62"/>
                  </a:cubicBezTo>
                  <a:cubicBezTo>
                    <a:pt x="847" y="20"/>
                    <a:pt x="758" y="0"/>
                    <a:pt x="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16" name="Google Shape;17116;p87"/>
          <p:cNvGrpSpPr/>
          <p:nvPr/>
        </p:nvGrpSpPr>
        <p:grpSpPr>
          <a:xfrm>
            <a:off x="10544323" y="4318374"/>
            <a:ext cx="543215" cy="543215"/>
            <a:chOff x="2964567" y="2571753"/>
            <a:chExt cx="417045" cy="417045"/>
          </a:xfrm>
        </p:grpSpPr>
        <p:sp>
          <p:nvSpPr>
            <p:cNvPr id="17117" name="Google Shape;17117;p87"/>
            <p:cNvSpPr/>
            <p:nvPr/>
          </p:nvSpPr>
          <p:spPr>
            <a:xfrm>
              <a:off x="2964567" y="2571753"/>
              <a:ext cx="417045" cy="417045"/>
            </a:xfrm>
            <a:custGeom>
              <a:avLst/>
              <a:gdLst/>
              <a:ahLst/>
              <a:cxnLst/>
              <a:rect l="l" t="t" r="r" b="b"/>
              <a:pathLst>
                <a:path w="19983" h="19983" extrusionOk="0">
                  <a:moveTo>
                    <a:pt x="9992" y="1170"/>
                  </a:moveTo>
                  <a:cubicBezTo>
                    <a:pt x="14855" y="1170"/>
                    <a:pt x="18812" y="4866"/>
                    <a:pt x="18812" y="9405"/>
                  </a:cubicBezTo>
                  <a:cubicBezTo>
                    <a:pt x="18812" y="13925"/>
                    <a:pt x="14855" y="17601"/>
                    <a:pt x="9992" y="17601"/>
                  </a:cubicBezTo>
                  <a:cubicBezTo>
                    <a:pt x="9111" y="17601"/>
                    <a:pt x="8240" y="17481"/>
                    <a:pt x="7407" y="17242"/>
                  </a:cubicBezTo>
                  <a:cubicBezTo>
                    <a:pt x="7354" y="17226"/>
                    <a:pt x="7299" y="17218"/>
                    <a:pt x="7245" y="17218"/>
                  </a:cubicBezTo>
                  <a:cubicBezTo>
                    <a:pt x="7153" y="17218"/>
                    <a:pt x="7062" y="17240"/>
                    <a:pt x="6979" y="17282"/>
                  </a:cubicBezTo>
                  <a:lnTo>
                    <a:pt x="4723" y="18439"/>
                  </a:lnTo>
                  <a:lnTo>
                    <a:pt x="4723" y="16262"/>
                  </a:lnTo>
                  <a:cubicBezTo>
                    <a:pt x="4723" y="16078"/>
                    <a:pt x="4637" y="15904"/>
                    <a:pt x="4490" y="15793"/>
                  </a:cubicBezTo>
                  <a:cubicBezTo>
                    <a:pt x="2381" y="14208"/>
                    <a:pt x="1171" y="11880"/>
                    <a:pt x="1171" y="9405"/>
                  </a:cubicBezTo>
                  <a:cubicBezTo>
                    <a:pt x="1171" y="4866"/>
                    <a:pt x="5129" y="1170"/>
                    <a:pt x="9992" y="1170"/>
                  </a:cubicBezTo>
                  <a:close/>
                  <a:moveTo>
                    <a:pt x="9992" y="1"/>
                  </a:moveTo>
                  <a:cubicBezTo>
                    <a:pt x="4575" y="1"/>
                    <a:pt x="0" y="4153"/>
                    <a:pt x="0" y="9407"/>
                  </a:cubicBezTo>
                  <a:cubicBezTo>
                    <a:pt x="0" y="12221"/>
                    <a:pt x="1359" y="14795"/>
                    <a:pt x="3552" y="16548"/>
                  </a:cubicBezTo>
                  <a:lnTo>
                    <a:pt x="3552" y="19396"/>
                  </a:lnTo>
                  <a:cubicBezTo>
                    <a:pt x="3552" y="19602"/>
                    <a:pt x="3659" y="19791"/>
                    <a:pt x="3832" y="19897"/>
                  </a:cubicBezTo>
                  <a:cubicBezTo>
                    <a:pt x="3925" y="19953"/>
                    <a:pt x="4031" y="19982"/>
                    <a:pt x="4138" y="19982"/>
                  </a:cubicBezTo>
                  <a:cubicBezTo>
                    <a:pt x="4229" y="19982"/>
                    <a:pt x="4320" y="19961"/>
                    <a:pt x="4405" y="19918"/>
                  </a:cubicBezTo>
                  <a:lnTo>
                    <a:pt x="7310" y="18429"/>
                  </a:lnTo>
                  <a:cubicBezTo>
                    <a:pt x="8180" y="18657"/>
                    <a:pt x="9081" y="18772"/>
                    <a:pt x="9992" y="18772"/>
                  </a:cubicBezTo>
                  <a:cubicBezTo>
                    <a:pt x="15500" y="18772"/>
                    <a:pt x="19983" y="14570"/>
                    <a:pt x="19983" y="9407"/>
                  </a:cubicBezTo>
                  <a:cubicBezTo>
                    <a:pt x="19983" y="4151"/>
                    <a:pt x="15405" y="1"/>
                    <a:pt x="99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8" name="Google Shape;17118;p87"/>
            <p:cNvSpPr/>
            <p:nvPr/>
          </p:nvSpPr>
          <p:spPr>
            <a:xfrm>
              <a:off x="3037777" y="2694715"/>
              <a:ext cx="270642" cy="146633"/>
            </a:xfrm>
            <a:custGeom>
              <a:avLst/>
              <a:gdLst/>
              <a:ahLst/>
              <a:cxnLst/>
              <a:rect l="l" t="t" r="r" b="b"/>
              <a:pathLst>
                <a:path w="12968" h="7026" extrusionOk="0">
                  <a:moveTo>
                    <a:pt x="5362" y="1463"/>
                  </a:moveTo>
                  <a:lnTo>
                    <a:pt x="7241" y="3341"/>
                  </a:lnTo>
                  <a:cubicBezTo>
                    <a:pt x="7353" y="3454"/>
                    <a:pt x="7503" y="3513"/>
                    <a:pt x="7655" y="3513"/>
                  </a:cubicBezTo>
                  <a:cubicBezTo>
                    <a:pt x="7744" y="3513"/>
                    <a:pt x="7833" y="3493"/>
                    <a:pt x="7917" y="3451"/>
                  </a:cubicBezTo>
                  <a:lnTo>
                    <a:pt x="10216" y="2303"/>
                  </a:lnTo>
                  <a:lnTo>
                    <a:pt x="7605" y="5565"/>
                  </a:lnTo>
                  <a:lnTo>
                    <a:pt x="5726" y="3685"/>
                  </a:lnTo>
                  <a:cubicBezTo>
                    <a:pt x="5614" y="3573"/>
                    <a:pt x="5463" y="3514"/>
                    <a:pt x="5311" y="3514"/>
                  </a:cubicBezTo>
                  <a:cubicBezTo>
                    <a:pt x="5223" y="3514"/>
                    <a:pt x="5133" y="3534"/>
                    <a:pt x="5051" y="3575"/>
                  </a:cubicBezTo>
                  <a:lnTo>
                    <a:pt x="2751" y="4725"/>
                  </a:lnTo>
                  <a:lnTo>
                    <a:pt x="2751" y="4725"/>
                  </a:lnTo>
                  <a:lnTo>
                    <a:pt x="5362" y="1463"/>
                  </a:lnTo>
                  <a:close/>
                  <a:moveTo>
                    <a:pt x="5312" y="1"/>
                  </a:moveTo>
                  <a:cubicBezTo>
                    <a:pt x="5302" y="1"/>
                    <a:pt x="5291" y="1"/>
                    <a:pt x="5281" y="2"/>
                  </a:cubicBezTo>
                  <a:cubicBezTo>
                    <a:pt x="5114" y="12"/>
                    <a:pt x="4959" y="92"/>
                    <a:pt x="4856" y="221"/>
                  </a:cubicBezTo>
                  <a:lnTo>
                    <a:pt x="172" y="6075"/>
                  </a:lnTo>
                  <a:cubicBezTo>
                    <a:pt x="0" y="6290"/>
                    <a:pt x="2" y="6595"/>
                    <a:pt x="174" y="6809"/>
                  </a:cubicBezTo>
                  <a:cubicBezTo>
                    <a:pt x="288" y="6950"/>
                    <a:pt x="457" y="7026"/>
                    <a:pt x="630" y="7026"/>
                  </a:cubicBezTo>
                  <a:cubicBezTo>
                    <a:pt x="719" y="7026"/>
                    <a:pt x="808" y="7006"/>
                    <a:pt x="892" y="6964"/>
                  </a:cubicBezTo>
                  <a:lnTo>
                    <a:pt x="5198" y="4811"/>
                  </a:lnTo>
                  <a:lnTo>
                    <a:pt x="7241" y="6855"/>
                  </a:lnTo>
                  <a:cubicBezTo>
                    <a:pt x="7349" y="6964"/>
                    <a:pt x="7496" y="7026"/>
                    <a:pt x="7650" y="7026"/>
                  </a:cubicBezTo>
                  <a:cubicBezTo>
                    <a:pt x="7662" y="7026"/>
                    <a:pt x="7674" y="7025"/>
                    <a:pt x="7687" y="7024"/>
                  </a:cubicBezTo>
                  <a:cubicBezTo>
                    <a:pt x="7853" y="7016"/>
                    <a:pt x="8007" y="6936"/>
                    <a:pt x="8111" y="6807"/>
                  </a:cubicBezTo>
                  <a:lnTo>
                    <a:pt x="12795" y="951"/>
                  </a:lnTo>
                  <a:cubicBezTo>
                    <a:pt x="12967" y="737"/>
                    <a:pt x="12965" y="431"/>
                    <a:pt x="12792" y="219"/>
                  </a:cubicBezTo>
                  <a:cubicBezTo>
                    <a:pt x="12679" y="78"/>
                    <a:pt x="12510" y="1"/>
                    <a:pt x="12337" y="1"/>
                  </a:cubicBezTo>
                  <a:cubicBezTo>
                    <a:pt x="12249" y="1"/>
                    <a:pt x="12159" y="21"/>
                    <a:pt x="12075" y="63"/>
                  </a:cubicBezTo>
                  <a:lnTo>
                    <a:pt x="7770" y="2216"/>
                  </a:lnTo>
                  <a:lnTo>
                    <a:pt x="5726" y="173"/>
                  </a:lnTo>
                  <a:cubicBezTo>
                    <a:pt x="5617" y="62"/>
                    <a:pt x="5467" y="1"/>
                    <a:pt x="531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19" name="Google Shape;17119;p87"/>
          <p:cNvGrpSpPr/>
          <p:nvPr/>
        </p:nvGrpSpPr>
        <p:grpSpPr>
          <a:xfrm>
            <a:off x="2563219" y="5087863"/>
            <a:ext cx="543188" cy="381960"/>
            <a:chOff x="3476576" y="2633631"/>
            <a:chExt cx="417024" cy="293244"/>
          </a:xfrm>
        </p:grpSpPr>
        <p:sp>
          <p:nvSpPr>
            <p:cNvPr id="17120" name="Google Shape;17120;p87"/>
            <p:cNvSpPr/>
            <p:nvPr/>
          </p:nvSpPr>
          <p:spPr>
            <a:xfrm>
              <a:off x="3476576" y="2633631"/>
              <a:ext cx="417024" cy="293244"/>
            </a:xfrm>
            <a:custGeom>
              <a:avLst/>
              <a:gdLst/>
              <a:ahLst/>
              <a:cxnLst/>
              <a:rect l="l" t="t" r="r" b="b"/>
              <a:pathLst>
                <a:path w="19982" h="14051" extrusionOk="0">
                  <a:moveTo>
                    <a:pt x="17056" y="1172"/>
                  </a:moveTo>
                  <a:cubicBezTo>
                    <a:pt x="18023" y="1172"/>
                    <a:pt x="18811" y="1961"/>
                    <a:pt x="18811" y="2929"/>
                  </a:cubicBezTo>
                  <a:lnTo>
                    <a:pt x="18811" y="11124"/>
                  </a:lnTo>
                  <a:cubicBezTo>
                    <a:pt x="18811" y="12092"/>
                    <a:pt x="18023" y="12881"/>
                    <a:pt x="17056" y="12881"/>
                  </a:cubicBezTo>
                  <a:lnTo>
                    <a:pt x="2927" y="12881"/>
                  </a:lnTo>
                  <a:cubicBezTo>
                    <a:pt x="1959" y="12881"/>
                    <a:pt x="1172" y="12092"/>
                    <a:pt x="1172" y="11124"/>
                  </a:cubicBezTo>
                  <a:lnTo>
                    <a:pt x="1172" y="2929"/>
                  </a:lnTo>
                  <a:cubicBezTo>
                    <a:pt x="1172" y="1961"/>
                    <a:pt x="1959" y="1172"/>
                    <a:pt x="2927" y="1172"/>
                  </a:cubicBezTo>
                  <a:close/>
                  <a:moveTo>
                    <a:pt x="2927" y="1"/>
                  </a:moveTo>
                  <a:cubicBezTo>
                    <a:pt x="1313" y="1"/>
                    <a:pt x="1" y="1315"/>
                    <a:pt x="1" y="2929"/>
                  </a:cubicBezTo>
                  <a:lnTo>
                    <a:pt x="1" y="11124"/>
                  </a:lnTo>
                  <a:cubicBezTo>
                    <a:pt x="1" y="12738"/>
                    <a:pt x="1313" y="14050"/>
                    <a:pt x="2927" y="14050"/>
                  </a:cubicBezTo>
                  <a:lnTo>
                    <a:pt x="17056" y="14050"/>
                  </a:lnTo>
                  <a:cubicBezTo>
                    <a:pt x="18669" y="14050"/>
                    <a:pt x="19982" y="12738"/>
                    <a:pt x="19982" y="11124"/>
                  </a:cubicBezTo>
                  <a:lnTo>
                    <a:pt x="19982" y="2929"/>
                  </a:lnTo>
                  <a:cubicBezTo>
                    <a:pt x="19982" y="1315"/>
                    <a:pt x="18669" y="1"/>
                    <a:pt x="170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21" name="Google Shape;17121;p87"/>
            <p:cNvSpPr/>
            <p:nvPr/>
          </p:nvSpPr>
          <p:spPr>
            <a:xfrm>
              <a:off x="3636206" y="2706945"/>
              <a:ext cx="122194" cy="146633"/>
            </a:xfrm>
            <a:custGeom>
              <a:avLst/>
              <a:gdLst/>
              <a:ahLst/>
              <a:cxnLst/>
              <a:rect l="l" t="t" r="r" b="b"/>
              <a:pathLst>
                <a:path w="5855" h="7026" extrusionOk="0">
                  <a:moveTo>
                    <a:pt x="1172" y="1643"/>
                  </a:moveTo>
                  <a:lnTo>
                    <a:pt x="4165" y="3514"/>
                  </a:lnTo>
                  <a:lnTo>
                    <a:pt x="1172" y="5384"/>
                  </a:lnTo>
                  <a:lnTo>
                    <a:pt x="1172" y="1643"/>
                  </a:lnTo>
                  <a:close/>
                  <a:moveTo>
                    <a:pt x="586" y="0"/>
                  </a:moveTo>
                  <a:cubicBezTo>
                    <a:pt x="489" y="0"/>
                    <a:pt x="391" y="25"/>
                    <a:pt x="302" y="74"/>
                  </a:cubicBezTo>
                  <a:cubicBezTo>
                    <a:pt x="116" y="178"/>
                    <a:pt x="1" y="373"/>
                    <a:pt x="1" y="587"/>
                  </a:cubicBezTo>
                  <a:lnTo>
                    <a:pt x="1" y="6440"/>
                  </a:lnTo>
                  <a:cubicBezTo>
                    <a:pt x="1" y="6653"/>
                    <a:pt x="116" y="6849"/>
                    <a:pt x="302" y="6953"/>
                  </a:cubicBezTo>
                  <a:cubicBezTo>
                    <a:pt x="389" y="7001"/>
                    <a:pt x="487" y="7026"/>
                    <a:pt x="585" y="7026"/>
                  </a:cubicBezTo>
                  <a:cubicBezTo>
                    <a:pt x="693" y="7026"/>
                    <a:pt x="801" y="6997"/>
                    <a:pt x="896" y="6937"/>
                  </a:cubicBezTo>
                  <a:lnTo>
                    <a:pt x="5580" y="4010"/>
                  </a:lnTo>
                  <a:cubicBezTo>
                    <a:pt x="5750" y="3903"/>
                    <a:pt x="5854" y="3714"/>
                    <a:pt x="5854" y="3513"/>
                  </a:cubicBezTo>
                  <a:cubicBezTo>
                    <a:pt x="5854" y="3311"/>
                    <a:pt x="5750" y="3123"/>
                    <a:pt x="5580" y="3017"/>
                  </a:cubicBezTo>
                  <a:lnTo>
                    <a:pt x="896" y="90"/>
                  </a:lnTo>
                  <a:cubicBezTo>
                    <a:pt x="801" y="30"/>
                    <a:pt x="694" y="0"/>
                    <a:pt x="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22" name="Google Shape;17122;p87"/>
          <p:cNvGrpSpPr/>
          <p:nvPr/>
        </p:nvGrpSpPr>
        <p:grpSpPr>
          <a:xfrm>
            <a:off x="3384995" y="5007344"/>
            <a:ext cx="543215" cy="542997"/>
            <a:chOff x="3988564" y="2571836"/>
            <a:chExt cx="417045" cy="416878"/>
          </a:xfrm>
        </p:grpSpPr>
        <p:sp>
          <p:nvSpPr>
            <p:cNvPr id="17123" name="Google Shape;17123;p87"/>
            <p:cNvSpPr/>
            <p:nvPr/>
          </p:nvSpPr>
          <p:spPr>
            <a:xfrm>
              <a:off x="4090678" y="2650431"/>
              <a:ext cx="213124" cy="259268"/>
            </a:xfrm>
            <a:custGeom>
              <a:avLst/>
              <a:gdLst/>
              <a:ahLst/>
              <a:cxnLst/>
              <a:rect l="l" t="t" r="r" b="b"/>
              <a:pathLst>
                <a:path w="10212" h="12423" extrusionOk="0">
                  <a:moveTo>
                    <a:pt x="4938" y="1172"/>
                  </a:moveTo>
                  <a:cubicBezTo>
                    <a:pt x="7267" y="1172"/>
                    <a:pt x="8610" y="2621"/>
                    <a:pt x="8610" y="3081"/>
                  </a:cubicBezTo>
                  <a:cubicBezTo>
                    <a:pt x="8610" y="3348"/>
                    <a:pt x="8308" y="3471"/>
                    <a:pt x="8102" y="3471"/>
                  </a:cubicBezTo>
                  <a:cubicBezTo>
                    <a:pt x="7867" y="3471"/>
                    <a:pt x="7733" y="3357"/>
                    <a:pt x="7407" y="3026"/>
                  </a:cubicBezTo>
                  <a:cubicBezTo>
                    <a:pt x="6933" y="2541"/>
                    <a:pt x="6282" y="1879"/>
                    <a:pt x="4821" y="1879"/>
                  </a:cubicBezTo>
                  <a:cubicBezTo>
                    <a:pt x="4177" y="1879"/>
                    <a:pt x="3602" y="2046"/>
                    <a:pt x="3162" y="2362"/>
                  </a:cubicBezTo>
                  <a:cubicBezTo>
                    <a:pt x="2687" y="2700"/>
                    <a:pt x="2417" y="3188"/>
                    <a:pt x="2417" y="3701"/>
                  </a:cubicBezTo>
                  <a:cubicBezTo>
                    <a:pt x="2417" y="4145"/>
                    <a:pt x="2603" y="4758"/>
                    <a:pt x="3491" y="5152"/>
                  </a:cubicBezTo>
                  <a:cubicBezTo>
                    <a:pt x="3997" y="5378"/>
                    <a:pt x="4646" y="5506"/>
                    <a:pt x="5334" y="5642"/>
                  </a:cubicBezTo>
                  <a:cubicBezTo>
                    <a:pt x="7566" y="6081"/>
                    <a:pt x="9029" y="6514"/>
                    <a:pt x="9029" y="8449"/>
                  </a:cubicBezTo>
                  <a:cubicBezTo>
                    <a:pt x="9029" y="8455"/>
                    <a:pt x="9029" y="8464"/>
                    <a:pt x="9029" y="8478"/>
                  </a:cubicBezTo>
                  <a:cubicBezTo>
                    <a:pt x="9035" y="8646"/>
                    <a:pt x="9028" y="9518"/>
                    <a:pt x="8347" y="10222"/>
                  </a:cubicBezTo>
                  <a:cubicBezTo>
                    <a:pt x="7688" y="10903"/>
                    <a:pt x="6597" y="11248"/>
                    <a:pt x="5102" y="11252"/>
                  </a:cubicBezTo>
                  <a:cubicBezTo>
                    <a:pt x="2240" y="11250"/>
                    <a:pt x="1171" y="9891"/>
                    <a:pt x="1171" y="9033"/>
                  </a:cubicBezTo>
                  <a:cubicBezTo>
                    <a:pt x="1171" y="8780"/>
                    <a:pt x="1518" y="8672"/>
                    <a:pt x="1656" y="8672"/>
                  </a:cubicBezTo>
                  <a:cubicBezTo>
                    <a:pt x="1844" y="8672"/>
                    <a:pt x="2005" y="8837"/>
                    <a:pt x="2327" y="9212"/>
                  </a:cubicBezTo>
                  <a:cubicBezTo>
                    <a:pt x="2843" y="9813"/>
                    <a:pt x="3551" y="10636"/>
                    <a:pt x="5095" y="10636"/>
                  </a:cubicBezTo>
                  <a:cubicBezTo>
                    <a:pt x="6363" y="10636"/>
                    <a:pt x="7727" y="9881"/>
                    <a:pt x="7727" y="8612"/>
                  </a:cubicBezTo>
                  <a:cubicBezTo>
                    <a:pt x="7727" y="7951"/>
                    <a:pt x="7363" y="7445"/>
                    <a:pt x="6647" y="7109"/>
                  </a:cubicBezTo>
                  <a:cubicBezTo>
                    <a:pt x="6130" y="6866"/>
                    <a:pt x="5472" y="6726"/>
                    <a:pt x="4773" y="6578"/>
                  </a:cubicBezTo>
                  <a:cubicBezTo>
                    <a:pt x="2620" y="6120"/>
                    <a:pt x="1209" y="5683"/>
                    <a:pt x="1209" y="3859"/>
                  </a:cubicBezTo>
                  <a:cubicBezTo>
                    <a:pt x="1209" y="2893"/>
                    <a:pt x="1667" y="2191"/>
                    <a:pt x="2606" y="1711"/>
                  </a:cubicBezTo>
                  <a:cubicBezTo>
                    <a:pt x="3388" y="1313"/>
                    <a:pt x="4350" y="1172"/>
                    <a:pt x="4938" y="1172"/>
                  </a:cubicBezTo>
                  <a:close/>
                  <a:moveTo>
                    <a:pt x="4938" y="1"/>
                  </a:moveTo>
                  <a:cubicBezTo>
                    <a:pt x="2944" y="1"/>
                    <a:pt x="39" y="991"/>
                    <a:pt x="39" y="3861"/>
                  </a:cubicBezTo>
                  <a:cubicBezTo>
                    <a:pt x="39" y="5149"/>
                    <a:pt x="579" y="6129"/>
                    <a:pt x="1644" y="6772"/>
                  </a:cubicBezTo>
                  <a:cubicBezTo>
                    <a:pt x="2505" y="7293"/>
                    <a:pt x="3581" y="7523"/>
                    <a:pt x="4529" y="7724"/>
                  </a:cubicBezTo>
                  <a:cubicBezTo>
                    <a:pt x="5159" y="7857"/>
                    <a:pt x="5755" y="7984"/>
                    <a:pt x="6149" y="8170"/>
                  </a:cubicBezTo>
                  <a:cubicBezTo>
                    <a:pt x="6556" y="8359"/>
                    <a:pt x="6556" y="8518"/>
                    <a:pt x="6556" y="8612"/>
                  </a:cubicBezTo>
                  <a:cubicBezTo>
                    <a:pt x="6556" y="9100"/>
                    <a:pt x="5785" y="9465"/>
                    <a:pt x="5095" y="9465"/>
                  </a:cubicBezTo>
                  <a:cubicBezTo>
                    <a:pt x="4089" y="9465"/>
                    <a:pt x="3664" y="8971"/>
                    <a:pt x="3215" y="8449"/>
                  </a:cubicBezTo>
                  <a:cubicBezTo>
                    <a:pt x="2833" y="8005"/>
                    <a:pt x="2401" y="7501"/>
                    <a:pt x="1656" y="7501"/>
                  </a:cubicBezTo>
                  <a:cubicBezTo>
                    <a:pt x="860" y="7501"/>
                    <a:pt x="0" y="8087"/>
                    <a:pt x="0" y="9035"/>
                  </a:cubicBezTo>
                  <a:cubicBezTo>
                    <a:pt x="0" y="10459"/>
                    <a:pt x="1462" y="12423"/>
                    <a:pt x="5104" y="12423"/>
                  </a:cubicBezTo>
                  <a:cubicBezTo>
                    <a:pt x="6926" y="12419"/>
                    <a:pt x="8301" y="11954"/>
                    <a:pt x="9187" y="11036"/>
                  </a:cubicBezTo>
                  <a:cubicBezTo>
                    <a:pt x="10167" y="10024"/>
                    <a:pt x="10211" y="8803"/>
                    <a:pt x="10200" y="8442"/>
                  </a:cubicBezTo>
                  <a:cubicBezTo>
                    <a:pt x="10199" y="7101"/>
                    <a:pt x="9638" y="6090"/>
                    <a:pt x="8536" y="5435"/>
                  </a:cubicBezTo>
                  <a:cubicBezTo>
                    <a:pt x="7642" y="4904"/>
                    <a:pt x="6537" y="4685"/>
                    <a:pt x="5560" y="4492"/>
                  </a:cubicBezTo>
                  <a:cubicBezTo>
                    <a:pt x="4939" y="4370"/>
                    <a:pt x="4354" y="4255"/>
                    <a:pt x="3966" y="4084"/>
                  </a:cubicBezTo>
                  <a:cubicBezTo>
                    <a:pt x="3588" y="3916"/>
                    <a:pt x="3588" y="3781"/>
                    <a:pt x="3588" y="3703"/>
                  </a:cubicBezTo>
                  <a:cubicBezTo>
                    <a:pt x="3588" y="3429"/>
                    <a:pt x="4016" y="3050"/>
                    <a:pt x="4821" y="3050"/>
                  </a:cubicBezTo>
                  <a:cubicBezTo>
                    <a:pt x="5790" y="3050"/>
                    <a:pt x="6153" y="3418"/>
                    <a:pt x="6570" y="3847"/>
                  </a:cubicBezTo>
                  <a:cubicBezTo>
                    <a:pt x="6921" y="4202"/>
                    <a:pt x="7354" y="4644"/>
                    <a:pt x="8102" y="4644"/>
                  </a:cubicBezTo>
                  <a:cubicBezTo>
                    <a:pt x="8966" y="4644"/>
                    <a:pt x="9781" y="4016"/>
                    <a:pt x="9781" y="3082"/>
                  </a:cubicBezTo>
                  <a:cubicBezTo>
                    <a:pt x="9781" y="1768"/>
                    <a:pt x="7722" y="1"/>
                    <a:pt x="493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24" name="Google Shape;17124;p87"/>
            <p:cNvSpPr/>
            <p:nvPr/>
          </p:nvSpPr>
          <p:spPr>
            <a:xfrm>
              <a:off x="3988564" y="2571836"/>
              <a:ext cx="417045" cy="416878"/>
            </a:xfrm>
            <a:custGeom>
              <a:avLst/>
              <a:gdLst/>
              <a:ahLst/>
              <a:cxnLst/>
              <a:rect l="l" t="t" r="r" b="b"/>
              <a:pathLst>
                <a:path w="19983" h="19975" extrusionOk="0">
                  <a:moveTo>
                    <a:pt x="5465" y="1172"/>
                  </a:moveTo>
                  <a:cubicBezTo>
                    <a:pt x="6229" y="1172"/>
                    <a:pt x="6714" y="1356"/>
                    <a:pt x="7184" y="1548"/>
                  </a:cubicBezTo>
                  <a:cubicBezTo>
                    <a:pt x="7842" y="1820"/>
                    <a:pt x="8120" y="1882"/>
                    <a:pt x="8506" y="1882"/>
                  </a:cubicBezTo>
                  <a:cubicBezTo>
                    <a:pt x="8831" y="1882"/>
                    <a:pt x="9232" y="1838"/>
                    <a:pt x="10000" y="1838"/>
                  </a:cubicBezTo>
                  <a:cubicBezTo>
                    <a:pt x="13275" y="1838"/>
                    <a:pt x="15226" y="3478"/>
                    <a:pt x="16286" y="4855"/>
                  </a:cubicBezTo>
                  <a:cubicBezTo>
                    <a:pt x="17660" y="6641"/>
                    <a:pt x="18149" y="8709"/>
                    <a:pt x="18149" y="9937"/>
                  </a:cubicBezTo>
                  <a:cubicBezTo>
                    <a:pt x="18149" y="11304"/>
                    <a:pt x="17841" y="11405"/>
                    <a:pt x="18414" y="12744"/>
                  </a:cubicBezTo>
                  <a:cubicBezTo>
                    <a:pt x="18610" y="13203"/>
                    <a:pt x="18812" y="13675"/>
                    <a:pt x="18812" y="14565"/>
                  </a:cubicBezTo>
                  <a:cubicBezTo>
                    <a:pt x="18812" y="15702"/>
                    <a:pt x="18373" y="16765"/>
                    <a:pt x="17575" y="17561"/>
                  </a:cubicBezTo>
                  <a:cubicBezTo>
                    <a:pt x="16776" y="18358"/>
                    <a:pt x="15671" y="18803"/>
                    <a:pt x="14546" y="18803"/>
                  </a:cubicBezTo>
                  <a:cubicBezTo>
                    <a:pt x="14544" y="18803"/>
                    <a:pt x="14542" y="18803"/>
                    <a:pt x="14540" y="18803"/>
                  </a:cubicBezTo>
                  <a:lnTo>
                    <a:pt x="14519" y="18803"/>
                  </a:lnTo>
                  <a:cubicBezTo>
                    <a:pt x="13754" y="18803"/>
                    <a:pt x="13270" y="18612"/>
                    <a:pt x="12799" y="18418"/>
                  </a:cubicBezTo>
                  <a:cubicBezTo>
                    <a:pt x="12161" y="18154"/>
                    <a:pt x="11842" y="18085"/>
                    <a:pt x="11520" y="18085"/>
                  </a:cubicBezTo>
                  <a:cubicBezTo>
                    <a:pt x="11167" y="18085"/>
                    <a:pt x="10809" y="18168"/>
                    <a:pt x="10022" y="18168"/>
                  </a:cubicBezTo>
                  <a:cubicBezTo>
                    <a:pt x="6746" y="18168"/>
                    <a:pt x="4785" y="16516"/>
                    <a:pt x="3717" y="15131"/>
                  </a:cubicBezTo>
                  <a:cubicBezTo>
                    <a:pt x="2328" y="13328"/>
                    <a:pt x="1835" y="11257"/>
                    <a:pt x="1835" y="10031"/>
                  </a:cubicBezTo>
                  <a:cubicBezTo>
                    <a:pt x="1835" y="8674"/>
                    <a:pt x="2146" y="8571"/>
                    <a:pt x="1569" y="7222"/>
                  </a:cubicBezTo>
                  <a:cubicBezTo>
                    <a:pt x="1375" y="6765"/>
                    <a:pt x="1173" y="6293"/>
                    <a:pt x="1171" y="5408"/>
                  </a:cubicBezTo>
                  <a:cubicBezTo>
                    <a:pt x="1175" y="3063"/>
                    <a:pt x="3100" y="1172"/>
                    <a:pt x="5465" y="1172"/>
                  </a:cubicBezTo>
                  <a:close/>
                  <a:moveTo>
                    <a:pt x="5465" y="0"/>
                  </a:moveTo>
                  <a:cubicBezTo>
                    <a:pt x="3993" y="0"/>
                    <a:pt x="2617" y="552"/>
                    <a:pt x="1587" y="1582"/>
                  </a:cubicBezTo>
                  <a:cubicBezTo>
                    <a:pt x="566" y="2603"/>
                    <a:pt x="4" y="3960"/>
                    <a:pt x="0" y="5403"/>
                  </a:cubicBezTo>
                  <a:lnTo>
                    <a:pt x="0" y="5414"/>
                  </a:lnTo>
                  <a:cubicBezTo>
                    <a:pt x="2" y="6535"/>
                    <a:pt x="274" y="7170"/>
                    <a:pt x="492" y="7682"/>
                  </a:cubicBezTo>
                  <a:cubicBezTo>
                    <a:pt x="938" y="8725"/>
                    <a:pt x="664" y="8547"/>
                    <a:pt x="664" y="10031"/>
                  </a:cubicBezTo>
                  <a:cubicBezTo>
                    <a:pt x="664" y="11738"/>
                    <a:pt x="1385" y="14023"/>
                    <a:pt x="2790" y="15845"/>
                  </a:cubicBezTo>
                  <a:cubicBezTo>
                    <a:pt x="4019" y="17439"/>
                    <a:pt x="6270" y="19339"/>
                    <a:pt x="10022" y="19339"/>
                  </a:cubicBezTo>
                  <a:cubicBezTo>
                    <a:pt x="10942" y="19339"/>
                    <a:pt x="11234" y="19255"/>
                    <a:pt x="11494" y="19255"/>
                  </a:cubicBezTo>
                  <a:cubicBezTo>
                    <a:pt x="11700" y="19255"/>
                    <a:pt x="11887" y="19308"/>
                    <a:pt x="12353" y="19500"/>
                  </a:cubicBezTo>
                  <a:cubicBezTo>
                    <a:pt x="12875" y="19716"/>
                    <a:pt x="13523" y="19974"/>
                    <a:pt x="14519" y="19974"/>
                  </a:cubicBezTo>
                  <a:lnTo>
                    <a:pt x="14554" y="19974"/>
                  </a:lnTo>
                  <a:cubicBezTo>
                    <a:pt x="15985" y="19974"/>
                    <a:pt x="17386" y="19403"/>
                    <a:pt x="18402" y="18391"/>
                  </a:cubicBezTo>
                  <a:cubicBezTo>
                    <a:pt x="19422" y="17374"/>
                    <a:pt x="19983" y="16015"/>
                    <a:pt x="19983" y="14565"/>
                  </a:cubicBezTo>
                  <a:cubicBezTo>
                    <a:pt x="19983" y="13436"/>
                    <a:pt x="19711" y="12797"/>
                    <a:pt x="19491" y="12284"/>
                  </a:cubicBezTo>
                  <a:cubicBezTo>
                    <a:pt x="19045" y="11243"/>
                    <a:pt x="19320" y="11421"/>
                    <a:pt x="19320" y="9937"/>
                  </a:cubicBezTo>
                  <a:cubicBezTo>
                    <a:pt x="19320" y="8218"/>
                    <a:pt x="18603" y="5946"/>
                    <a:pt x="17213" y="4140"/>
                  </a:cubicBezTo>
                  <a:cubicBezTo>
                    <a:pt x="15994" y="2557"/>
                    <a:pt x="13753" y="667"/>
                    <a:pt x="10000" y="667"/>
                  </a:cubicBezTo>
                  <a:cubicBezTo>
                    <a:pt x="9146" y="667"/>
                    <a:pt x="8785" y="712"/>
                    <a:pt x="8528" y="712"/>
                  </a:cubicBezTo>
                  <a:cubicBezTo>
                    <a:pt x="8261" y="712"/>
                    <a:pt x="8109" y="664"/>
                    <a:pt x="7630" y="466"/>
                  </a:cubicBezTo>
                  <a:cubicBezTo>
                    <a:pt x="7110" y="252"/>
                    <a:pt x="6461" y="0"/>
                    <a:pt x="54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25" name="Google Shape;17125;p87"/>
          <p:cNvGrpSpPr/>
          <p:nvPr/>
        </p:nvGrpSpPr>
        <p:grpSpPr>
          <a:xfrm>
            <a:off x="4206799" y="5007249"/>
            <a:ext cx="543188" cy="543188"/>
            <a:chOff x="4500573" y="2571753"/>
            <a:chExt cx="417024" cy="417024"/>
          </a:xfrm>
        </p:grpSpPr>
        <p:sp>
          <p:nvSpPr>
            <p:cNvPr id="17126" name="Google Shape;17126;p87"/>
            <p:cNvSpPr/>
            <p:nvPr/>
          </p:nvSpPr>
          <p:spPr>
            <a:xfrm>
              <a:off x="4550263" y="2632817"/>
              <a:ext cx="317683" cy="293244"/>
            </a:xfrm>
            <a:custGeom>
              <a:avLst/>
              <a:gdLst/>
              <a:ahLst/>
              <a:cxnLst/>
              <a:rect l="l" t="t" r="r" b="b"/>
              <a:pathLst>
                <a:path w="15222" h="14051" extrusionOk="0">
                  <a:moveTo>
                    <a:pt x="7616" y="1172"/>
                  </a:moveTo>
                  <a:cubicBezTo>
                    <a:pt x="8529" y="1202"/>
                    <a:pt x="10613" y="1570"/>
                    <a:pt x="10613" y="4280"/>
                  </a:cubicBezTo>
                  <a:cubicBezTo>
                    <a:pt x="10613" y="4791"/>
                    <a:pt x="10565" y="5662"/>
                    <a:pt x="10565" y="5683"/>
                  </a:cubicBezTo>
                  <a:cubicBezTo>
                    <a:pt x="10565" y="6490"/>
                    <a:pt x="11186" y="6530"/>
                    <a:pt x="11312" y="6530"/>
                  </a:cubicBezTo>
                  <a:cubicBezTo>
                    <a:pt x="11563" y="6530"/>
                    <a:pt x="11867" y="6461"/>
                    <a:pt x="12149" y="6399"/>
                  </a:cubicBezTo>
                  <a:lnTo>
                    <a:pt x="12149" y="6399"/>
                  </a:lnTo>
                  <a:cubicBezTo>
                    <a:pt x="11697" y="6589"/>
                    <a:pt x="10875" y="6838"/>
                    <a:pt x="10875" y="7608"/>
                  </a:cubicBezTo>
                  <a:cubicBezTo>
                    <a:pt x="10875" y="9260"/>
                    <a:pt x="12294" y="9897"/>
                    <a:pt x="13233" y="10316"/>
                  </a:cubicBezTo>
                  <a:cubicBezTo>
                    <a:pt x="13419" y="10399"/>
                    <a:pt x="13661" y="10509"/>
                    <a:pt x="13838" y="10608"/>
                  </a:cubicBezTo>
                  <a:cubicBezTo>
                    <a:pt x="13590" y="10652"/>
                    <a:pt x="13247" y="10703"/>
                    <a:pt x="12826" y="10802"/>
                  </a:cubicBezTo>
                  <a:cubicBezTo>
                    <a:pt x="12446" y="10894"/>
                    <a:pt x="12149" y="11195"/>
                    <a:pt x="12067" y="11574"/>
                  </a:cubicBezTo>
                  <a:cubicBezTo>
                    <a:pt x="12058" y="11614"/>
                    <a:pt x="12049" y="11652"/>
                    <a:pt x="12041" y="11683"/>
                  </a:cubicBezTo>
                  <a:cubicBezTo>
                    <a:pt x="11837" y="11646"/>
                    <a:pt x="11549" y="11584"/>
                    <a:pt x="11156" y="11584"/>
                  </a:cubicBezTo>
                  <a:cubicBezTo>
                    <a:pt x="10220" y="11584"/>
                    <a:pt x="9658" y="11968"/>
                    <a:pt x="9161" y="12306"/>
                  </a:cubicBezTo>
                  <a:cubicBezTo>
                    <a:pt x="8711" y="12614"/>
                    <a:pt x="8322" y="12879"/>
                    <a:pt x="7611" y="12881"/>
                  </a:cubicBezTo>
                  <a:cubicBezTo>
                    <a:pt x="6900" y="12879"/>
                    <a:pt x="6511" y="12614"/>
                    <a:pt x="6060" y="12306"/>
                  </a:cubicBezTo>
                  <a:cubicBezTo>
                    <a:pt x="5563" y="11968"/>
                    <a:pt x="5000" y="11584"/>
                    <a:pt x="4064" y="11584"/>
                  </a:cubicBezTo>
                  <a:cubicBezTo>
                    <a:pt x="3671" y="11584"/>
                    <a:pt x="3381" y="11646"/>
                    <a:pt x="3180" y="11683"/>
                  </a:cubicBezTo>
                  <a:cubicBezTo>
                    <a:pt x="3171" y="11652"/>
                    <a:pt x="3164" y="11614"/>
                    <a:pt x="3155" y="11574"/>
                  </a:cubicBezTo>
                  <a:cubicBezTo>
                    <a:pt x="3072" y="11195"/>
                    <a:pt x="2775" y="10894"/>
                    <a:pt x="2394" y="10802"/>
                  </a:cubicBezTo>
                  <a:cubicBezTo>
                    <a:pt x="1973" y="10703"/>
                    <a:pt x="1630" y="10652"/>
                    <a:pt x="1384" y="10608"/>
                  </a:cubicBezTo>
                  <a:cubicBezTo>
                    <a:pt x="1559" y="10509"/>
                    <a:pt x="1803" y="10399"/>
                    <a:pt x="1987" y="10316"/>
                  </a:cubicBezTo>
                  <a:cubicBezTo>
                    <a:pt x="2927" y="9897"/>
                    <a:pt x="4347" y="9260"/>
                    <a:pt x="4347" y="7608"/>
                  </a:cubicBezTo>
                  <a:cubicBezTo>
                    <a:pt x="4347" y="6838"/>
                    <a:pt x="3525" y="6589"/>
                    <a:pt x="3072" y="6399"/>
                  </a:cubicBezTo>
                  <a:lnTo>
                    <a:pt x="3072" y="6399"/>
                  </a:lnTo>
                  <a:cubicBezTo>
                    <a:pt x="3355" y="6461"/>
                    <a:pt x="3657" y="6530"/>
                    <a:pt x="3910" y="6530"/>
                  </a:cubicBezTo>
                  <a:cubicBezTo>
                    <a:pt x="4034" y="6530"/>
                    <a:pt x="4655" y="6490"/>
                    <a:pt x="4655" y="5683"/>
                  </a:cubicBezTo>
                  <a:cubicBezTo>
                    <a:pt x="4655" y="5662"/>
                    <a:pt x="4609" y="4793"/>
                    <a:pt x="4609" y="4280"/>
                  </a:cubicBezTo>
                  <a:cubicBezTo>
                    <a:pt x="4609" y="1558"/>
                    <a:pt x="6698" y="1199"/>
                    <a:pt x="7616" y="1172"/>
                  </a:cubicBezTo>
                  <a:close/>
                  <a:moveTo>
                    <a:pt x="7602" y="1"/>
                  </a:moveTo>
                  <a:cubicBezTo>
                    <a:pt x="7201" y="11"/>
                    <a:pt x="6164" y="98"/>
                    <a:pt x="5219" y="691"/>
                  </a:cubicBezTo>
                  <a:cubicBezTo>
                    <a:pt x="4407" y="1200"/>
                    <a:pt x="3438" y="2237"/>
                    <a:pt x="3438" y="4280"/>
                  </a:cubicBezTo>
                  <a:cubicBezTo>
                    <a:pt x="3438" y="4714"/>
                    <a:pt x="3454" y="5041"/>
                    <a:pt x="3466" y="5288"/>
                  </a:cubicBezTo>
                  <a:cubicBezTo>
                    <a:pt x="3176" y="5225"/>
                    <a:pt x="2914" y="5159"/>
                    <a:pt x="2711" y="5159"/>
                  </a:cubicBezTo>
                  <a:cubicBezTo>
                    <a:pt x="2005" y="5159"/>
                    <a:pt x="1492" y="5593"/>
                    <a:pt x="1492" y="6187"/>
                  </a:cubicBezTo>
                  <a:cubicBezTo>
                    <a:pt x="1492" y="7031"/>
                    <a:pt x="2302" y="7355"/>
                    <a:pt x="2785" y="7547"/>
                  </a:cubicBezTo>
                  <a:cubicBezTo>
                    <a:pt x="2907" y="7595"/>
                    <a:pt x="3077" y="7664"/>
                    <a:pt x="3173" y="7717"/>
                  </a:cubicBezTo>
                  <a:cubicBezTo>
                    <a:pt x="3084" y="8885"/>
                    <a:pt x="1453" y="9124"/>
                    <a:pt x="595" y="9723"/>
                  </a:cubicBezTo>
                  <a:cubicBezTo>
                    <a:pt x="201" y="9999"/>
                    <a:pt x="1" y="10337"/>
                    <a:pt x="1" y="10730"/>
                  </a:cubicBezTo>
                  <a:cubicBezTo>
                    <a:pt x="1" y="11119"/>
                    <a:pt x="194" y="11425"/>
                    <a:pt x="547" y="11590"/>
                  </a:cubicBezTo>
                  <a:cubicBezTo>
                    <a:pt x="892" y="11752"/>
                    <a:pt x="1340" y="11765"/>
                    <a:pt x="2032" y="11920"/>
                  </a:cubicBezTo>
                  <a:cubicBezTo>
                    <a:pt x="2081" y="12138"/>
                    <a:pt x="2134" y="12318"/>
                    <a:pt x="2231" y="12474"/>
                  </a:cubicBezTo>
                  <a:cubicBezTo>
                    <a:pt x="2428" y="12789"/>
                    <a:pt x="2691" y="12874"/>
                    <a:pt x="2981" y="12874"/>
                  </a:cubicBezTo>
                  <a:cubicBezTo>
                    <a:pt x="3325" y="12874"/>
                    <a:pt x="3708" y="12754"/>
                    <a:pt x="4064" y="12754"/>
                  </a:cubicBezTo>
                  <a:cubicBezTo>
                    <a:pt x="4639" y="12754"/>
                    <a:pt x="4975" y="12984"/>
                    <a:pt x="5400" y="13274"/>
                  </a:cubicBezTo>
                  <a:cubicBezTo>
                    <a:pt x="5907" y="13619"/>
                    <a:pt x="6537" y="14050"/>
                    <a:pt x="7609" y="14050"/>
                  </a:cubicBezTo>
                  <a:lnTo>
                    <a:pt x="7611" y="14050"/>
                  </a:lnTo>
                  <a:cubicBezTo>
                    <a:pt x="8683" y="14050"/>
                    <a:pt x="9315" y="13620"/>
                    <a:pt x="9821" y="13274"/>
                  </a:cubicBezTo>
                  <a:cubicBezTo>
                    <a:pt x="10247" y="12984"/>
                    <a:pt x="10581" y="12754"/>
                    <a:pt x="11156" y="12754"/>
                  </a:cubicBezTo>
                  <a:cubicBezTo>
                    <a:pt x="11621" y="12754"/>
                    <a:pt x="11881" y="12881"/>
                    <a:pt x="12228" y="12881"/>
                  </a:cubicBezTo>
                  <a:cubicBezTo>
                    <a:pt x="12647" y="12881"/>
                    <a:pt x="12874" y="12660"/>
                    <a:pt x="12991" y="12474"/>
                  </a:cubicBezTo>
                  <a:cubicBezTo>
                    <a:pt x="13088" y="12318"/>
                    <a:pt x="13139" y="12136"/>
                    <a:pt x="13189" y="11920"/>
                  </a:cubicBezTo>
                  <a:cubicBezTo>
                    <a:pt x="13880" y="11765"/>
                    <a:pt x="14328" y="11752"/>
                    <a:pt x="14673" y="11590"/>
                  </a:cubicBezTo>
                  <a:cubicBezTo>
                    <a:pt x="15027" y="11425"/>
                    <a:pt x="15221" y="11119"/>
                    <a:pt x="15221" y="10730"/>
                  </a:cubicBezTo>
                  <a:cubicBezTo>
                    <a:pt x="15221" y="10337"/>
                    <a:pt x="15020" y="9999"/>
                    <a:pt x="14625" y="9723"/>
                  </a:cubicBezTo>
                  <a:cubicBezTo>
                    <a:pt x="13769" y="9124"/>
                    <a:pt x="12136" y="8885"/>
                    <a:pt x="12048" y="7717"/>
                  </a:cubicBezTo>
                  <a:cubicBezTo>
                    <a:pt x="12143" y="7664"/>
                    <a:pt x="12313" y="7595"/>
                    <a:pt x="12435" y="7547"/>
                  </a:cubicBezTo>
                  <a:cubicBezTo>
                    <a:pt x="12918" y="7355"/>
                    <a:pt x="13728" y="7031"/>
                    <a:pt x="13728" y="6187"/>
                  </a:cubicBezTo>
                  <a:cubicBezTo>
                    <a:pt x="13728" y="5593"/>
                    <a:pt x="13215" y="5159"/>
                    <a:pt x="12509" y="5159"/>
                  </a:cubicBezTo>
                  <a:cubicBezTo>
                    <a:pt x="12306" y="5159"/>
                    <a:pt x="12044" y="5225"/>
                    <a:pt x="11754" y="5288"/>
                  </a:cubicBezTo>
                  <a:cubicBezTo>
                    <a:pt x="11768" y="5041"/>
                    <a:pt x="11782" y="4714"/>
                    <a:pt x="11782" y="4280"/>
                  </a:cubicBezTo>
                  <a:cubicBezTo>
                    <a:pt x="11782" y="2246"/>
                    <a:pt x="10822" y="1211"/>
                    <a:pt x="10017" y="700"/>
                  </a:cubicBezTo>
                  <a:cubicBezTo>
                    <a:pt x="9076" y="105"/>
                    <a:pt x="8037" y="13"/>
                    <a:pt x="76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27" name="Google Shape;17127;p87"/>
            <p:cNvSpPr/>
            <p:nvPr/>
          </p:nvSpPr>
          <p:spPr>
            <a:xfrm>
              <a:off x="4500573" y="2571753"/>
              <a:ext cx="417024" cy="417024"/>
            </a:xfrm>
            <a:custGeom>
              <a:avLst/>
              <a:gdLst/>
              <a:ahLst/>
              <a:cxnLst/>
              <a:rect l="l" t="t" r="r" b="b"/>
              <a:pathLst>
                <a:path w="19982" h="19982" extrusionOk="0">
                  <a:moveTo>
                    <a:pt x="17017" y="1172"/>
                  </a:moveTo>
                  <a:cubicBezTo>
                    <a:pt x="17990" y="1172"/>
                    <a:pt x="18812" y="1975"/>
                    <a:pt x="18812" y="2927"/>
                  </a:cubicBezTo>
                  <a:lnTo>
                    <a:pt x="18812" y="17017"/>
                  </a:lnTo>
                  <a:cubicBezTo>
                    <a:pt x="18812" y="17990"/>
                    <a:pt x="17990" y="18811"/>
                    <a:pt x="17017" y="18811"/>
                  </a:cubicBezTo>
                  <a:lnTo>
                    <a:pt x="2966" y="18811"/>
                  </a:lnTo>
                  <a:cubicBezTo>
                    <a:pt x="1993" y="18811"/>
                    <a:pt x="1172" y="17990"/>
                    <a:pt x="1172" y="17017"/>
                  </a:cubicBezTo>
                  <a:lnTo>
                    <a:pt x="1172" y="2927"/>
                  </a:lnTo>
                  <a:cubicBezTo>
                    <a:pt x="1172" y="1975"/>
                    <a:pt x="1993" y="1172"/>
                    <a:pt x="2966" y="1172"/>
                  </a:cubicBezTo>
                  <a:close/>
                  <a:moveTo>
                    <a:pt x="2966" y="1"/>
                  </a:moveTo>
                  <a:cubicBezTo>
                    <a:pt x="1349" y="1"/>
                    <a:pt x="1" y="1310"/>
                    <a:pt x="1" y="2927"/>
                  </a:cubicBezTo>
                  <a:lnTo>
                    <a:pt x="1" y="17015"/>
                  </a:lnTo>
                  <a:cubicBezTo>
                    <a:pt x="1" y="18636"/>
                    <a:pt x="1349" y="19982"/>
                    <a:pt x="2966" y="19982"/>
                  </a:cubicBezTo>
                  <a:lnTo>
                    <a:pt x="17017" y="19982"/>
                  </a:lnTo>
                  <a:cubicBezTo>
                    <a:pt x="18635" y="19982"/>
                    <a:pt x="19982" y="18634"/>
                    <a:pt x="19982" y="17015"/>
                  </a:cubicBezTo>
                  <a:lnTo>
                    <a:pt x="19982" y="2927"/>
                  </a:lnTo>
                  <a:cubicBezTo>
                    <a:pt x="19982" y="1310"/>
                    <a:pt x="18635" y="1"/>
                    <a:pt x="170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28" name="Google Shape;17128;p87"/>
          <p:cNvGrpSpPr/>
          <p:nvPr/>
        </p:nvGrpSpPr>
        <p:grpSpPr>
          <a:xfrm>
            <a:off x="5028575" y="5007249"/>
            <a:ext cx="543188" cy="543188"/>
            <a:chOff x="5012603" y="2571753"/>
            <a:chExt cx="417024" cy="417024"/>
          </a:xfrm>
        </p:grpSpPr>
        <p:sp>
          <p:nvSpPr>
            <p:cNvPr id="17129" name="Google Shape;17129;p87"/>
            <p:cNvSpPr/>
            <p:nvPr/>
          </p:nvSpPr>
          <p:spPr>
            <a:xfrm>
              <a:off x="5133124" y="2631210"/>
              <a:ext cx="180818" cy="300048"/>
            </a:xfrm>
            <a:custGeom>
              <a:avLst/>
              <a:gdLst/>
              <a:ahLst/>
              <a:cxnLst/>
              <a:rect l="l" t="t" r="r" b="b"/>
              <a:pathLst>
                <a:path w="8664" h="14377" extrusionOk="0">
                  <a:moveTo>
                    <a:pt x="4683" y="1171"/>
                  </a:moveTo>
                  <a:lnTo>
                    <a:pt x="4683" y="3395"/>
                  </a:lnTo>
                  <a:cubicBezTo>
                    <a:pt x="4683" y="3719"/>
                    <a:pt x="4945" y="3980"/>
                    <a:pt x="5269" y="3980"/>
                  </a:cubicBezTo>
                  <a:lnTo>
                    <a:pt x="7493" y="3980"/>
                  </a:lnTo>
                  <a:lnTo>
                    <a:pt x="7493" y="5620"/>
                  </a:lnTo>
                  <a:lnTo>
                    <a:pt x="5269" y="5620"/>
                  </a:lnTo>
                  <a:cubicBezTo>
                    <a:pt x="4945" y="5620"/>
                    <a:pt x="4683" y="5882"/>
                    <a:pt x="4683" y="6206"/>
                  </a:cubicBezTo>
                  <a:lnTo>
                    <a:pt x="4683" y="9859"/>
                  </a:lnTo>
                  <a:cubicBezTo>
                    <a:pt x="4683" y="10227"/>
                    <a:pt x="4706" y="10648"/>
                    <a:pt x="4975" y="10986"/>
                  </a:cubicBezTo>
                  <a:cubicBezTo>
                    <a:pt x="5327" y="11423"/>
                    <a:pt x="5899" y="11474"/>
                    <a:pt x="6299" y="11474"/>
                  </a:cubicBezTo>
                  <a:lnTo>
                    <a:pt x="7494" y="11474"/>
                  </a:lnTo>
                  <a:lnTo>
                    <a:pt x="7494" y="13158"/>
                  </a:lnTo>
                  <a:cubicBezTo>
                    <a:pt x="7137" y="13183"/>
                    <a:pt x="6635" y="13207"/>
                    <a:pt x="6113" y="13207"/>
                  </a:cubicBezTo>
                  <a:cubicBezTo>
                    <a:pt x="3848" y="13207"/>
                    <a:pt x="3044" y="11806"/>
                    <a:pt x="3044" y="10607"/>
                  </a:cubicBezTo>
                  <a:lnTo>
                    <a:pt x="3044" y="6206"/>
                  </a:lnTo>
                  <a:cubicBezTo>
                    <a:pt x="3044" y="5882"/>
                    <a:pt x="2782" y="5620"/>
                    <a:pt x="2460" y="5620"/>
                  </a:cubicBezTo>
                  <a:lnTo>
                    <a:pt x="1172" y="5620"/>
                  </a:lnTo>
                  <a:lnTo>
                    <a:pt x="1172" y="4090"/>
                  </a:lnTo>
                  <a:cubicBezTo>
                    <a:pt x="2035" y="3913"/>
                    <a:pt x="2690" y="3487"/>
                    <a:pt x="3120" y="2820"/>
                  </a:cubicBezTo>
                  <a:cubicBezTo>
                    <a:pt x="3463" y="2289"/>
                    <a:pt x="3608" y="1697"/>
                    <a:pt x="3703" y="1171"/>
                  </a:cubicBezTo>
                  <a:close/>
                  <a:moveTo>
                    <a:pt x="3208" y="0"/>
                  </a:moveTo>
                  <a:cubicBezTo>
                    <a:pt x="2922" y="0"/>
                    <a:pt x="2677" y="207"/>
                    <a:pt x="2631" y="490"/>
                  </a:cubicBezTo>
                  <a:cubicBezTo>
                    <a:pt x="2409" y="1822"/>
                    <a:pt x="2209" y="2861"/>
                    <a:pt x="537" y="3000"/>
                  </a:cubicBezTo>
                  <a:cubicBezTo>
                    <a:pt x="234" y="3025"/>
                    <a:pt x="1" y="3278"/>
                    <a:pt x="1" y="3582"/>
                  </a:cubicBezTo>
                  <a:lnTo>
                    <a:pt x="1" y="6206"/>
                  </a:lnTo>
                  <a:cubicBezTo>
                    <a:pt x="1" y="6529"/>
                    <a:pt x="263" y="6791"/>
                    <a:pt x="586" y="6791"/>
                  </a:cubicBezTo>
                  <a:lnTo>
                    <a:pt x="1874" y="6791"/>
                  </a:lnTo>
                  <a:lnTo>
                    <a:pt x="1874" y="10607"/>
                  </a:lnTo>
                  <a:cubicBezTo>
                    <a:pt x="1874" y="12618"/>
                    <a:pt x="3355" y="14377"/>
                    <a:pt x="6111" y="14377"/>
                  </a:cubicBezTo>
                  <a:cubicBezTo>
                    <a:pt x="7158" y="14377"/>
                    <a:pt x="8098" y="14285"/>
                    <a:pt x="8137" y="14281"/>
                  </a:cubicBezTo>
                  <a:cubicBezTo>
                    <a:pt x="8436" y="14251"/>
                    <a:pt x="8664" y="14000"/>
                    <a:pt x="8664" y="13699"/>
                  </a:cubicBezTo>
                  <a:lnTo>
                    <a:pt x="8664" y="10888"/>
                  </a:lnTo>
                  <a:cubicBezTo>
                    <a:pt x="8664" y="10565"/>
                    <a:pt x="8402" y="10303"/>
                    <a:pt x="8078" y="10303"/>
                  </a:cubicBezTo>
                  <a:lnTo>
                    <a:pt x="6299" y="10303"/>
                  </a:lnTo>
                  <a:cubicBezTo>
                    <a:pt x="5828" y="10303"/>
                    <a:pt x="5855" y="10292"/>
                    <a:pt x="5855" y="9859"/>
                  </a:cubicBezTo>
                  <a:lnTo>
                    <a:pt x="5855" y="6791"/>
                  </a:lnTo>
                  <a:lnTo>
                    <a:pt x="8078" y="6791"/>
                  </a:lnTo>
                  <a:cubicBezTo>
                    <a:pt x="8402" y="6791"/>
                    <a:pt x="8664" y="6529"/>
                    <a:pt x="8664" y="6206"/>
                  </a:cubicBezTo>
                  <a:lnTo>
                    <a:pt x="8664" y="3397"/>
                  </a:lnTo>
                  <a:cubicBezTo>
                    <a:pt x="8664" y="3073"/>
                    <a:pt x="8402" y="2811"/>
                    <a:pt x="8078" y="2811"/>
                  </a:cubicBezTo>
                  <a:lnTo>
                    <a:pt x="5855" y="2811"/>
                  </a:lnTo>
                  <a:lnTo>
                    <a:pt x="5855" y="586"/>
                  </a:lnTo>
                  <a:cubicBezTo>
                    <a:pt x="5855" y="262"/>
                    <a:pt x="5593" y="0"/>
                    <a:pt x="52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0" name="Google Shape;17130;p87"/>
            <p:cNvSpPr/>
            <p:nvPr/>
          </p:nvSpPr>
          <p:spPr>
            <a:xfrm>
              <a:off x="5012603" y="2571753"/>
              <a:ext cx="417024" cy="417024"/>
            </a:xfrm>
            <a:custGeom>
              <a:avLst/>
              <a:gdLst/>
              <a:ahLst/>
              <a:cxnLst/>
              <a:rect l="l" t="t" r="r" b="b"/>
              <a:pathLst>
                <a:path w="19982" h="19982" extrusionOk="0">
                  <a:moveTo>
                    <a:pt x="17053" y="1172"/>
                  </a:moveTo>
                  <a:cubicBezTo>
                    <a:pt x="18007" y="1172"/>
                    <a:pt x="18810" y="1993"/>
                    <a:pt x="18810" y="2966"/>
                  </a:cubicBezTo>
                  <a:lnTo>
                    <a:pt x="18810" y="17017"/>
                  </a:lnTo>
                  <a:cubicBezTo>
                    <a:pt x="18810" y="17990"/>
                    <a:pt x="18007" y="18811"/>
                    <a:pt x="17053" y="18811"/>
                  </a:cubicBezTo>
                  <a:lnTo>
                    <a:pt x="2965" y="18811"/>
                  </a:lnTo>
                  <a:cubicBezTo>
                    <a:pt x="1992" y="18811"/>
                    <a:pt x="1169" y="17990"/>
                    <a:pt x="1169" y="17017"/>
                  </a:cubicBezTo>
                  <a:lnTo>
                    <a:pt x="1169" y="2966"/>
                  </a:lnTo>
                  <a:cubicBezTo>
                    <a:pt x="1169" y="1993"/>
                    <a:pt x="1992" y="1172"/>
                    <a:pt x="2965" y="1172"/>
                  </a:cubicBezTo>
                  <a:close/>
                  <a:moveTo>
                    <a:pt x="2965" y="1"/>
                  </a:moveTo>
                  <a:cubicBezTo>
                    <a:pt x="1346" y="1"/>
                    <a:pt x="0" y="1349"/>
                    <a:pt x="0" y="2966"/>
                  </a:cubicBezTo>
                  <a:lnTo>
                    <a:pt x="0" y="17015"/>
                  </a:lnTo>
                  <a:cubicBezTo>
                    <a:pt x="0" y="18636"/>
                    <a:pt x="1348" y="19982"/>
                    <a:pt x="2965" y="19982"/>
                  </a:cubicBezTo>
                  <a:lnTo>
                    <a:pt x="17053" y="19982"/>
                  </a:lnTo>
                  <a:cubicBezTo>
                    <a:pt x="18672" y="19982"/>
                    <a:pt x="19981" y="18634"/>
                    <a:pt x="19981" y="17015"/>
                  </a:cubicBezTo>
                  <a:lnTo>
                    <a:pt x="19981" y="2966"/>
                  </a:lnTo>
                  <a:cubicBezTo>
                    <a:pt x="19981" y="1349"/>
                    <a:pt x="18672" y="1"/>
                    <a:pt x="1705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131" name="Google Shape;17131;p87"/>
          <p:cNvSpPr/>
          <p:nvPr/>
        </p:nvSpPr>
        <p:spPr>
          <a:xfrm>
            <a:off x="6950386" y="4318470"/>
            <a:ext cx="543177" cy="543177"/>
          </a:xfrm>
          <a:custGeom>
            <a:avLst/>
            <a:gdLst/>
            <a:ahLst/>
            <a:cxnLst/>
            <a:rect l="l" t="t" r="r" b="b"/>
            <a:pathLst>
              <a:path w="19982" h="19982" extrusionOk="0">
                <a:moveTo>
                  <a:pt x="14602" y="3500"/>
                </a:moveTo>
                <a:cubicBezTo>
                  <a:pt x="15137" y="3500"/>
                  <a:pt x="15682" y="3563"/>
                  <a:pt x="16247" y="3689"/>
                </a:cubicBezTo>
                <a:cubicBezTo>
                  <a:pt x="16179" y="4154"/>
                  <a:pt x="16095" y="4705"/>
                  <a:pt x="16033" y="5120"/>
                </a:cubicBezTo>
                <a:cubicBezTo>
                  <a:pt x="15810" y="5075"/>
                  <a:pt x="15484" y="5035"/>
                  <a:pt x="15150" y="5035"/>
                </a:cubicBezTo>
                <a:cubicBezTo>
                  <a:pt x="14968" y="5035"/>
                  <a:pt x="14783" y="5047"/>
                  <a:pt x="14611" y="5076"/>
                </a:cubicBezTo>
                <a:cubicBezTo>
                  <a:pt x="13536" y="5258"/>
                  <a:pt x="12918" y="5925"/>
                  <a:pt x="12918" y="6907"/>
                </a:cubicBezTo>
                <a:lnTo>
                  <a:pt x="12918" y="8819"/>
                </a:lnTo>
                <a:cubicBezTo>
                  <a:pt x="12918" y="9143"/>
                  <a:pt x="13180" y="9405"/>
                  <a:pt x="13504" y="9405"/>
                </a:cubicBezTo>
                <a:lnTo>
                  <a:pt x="15681" y="9405"/>
                </a:lnTo>
                <a:lnTo>
                  <a:pt x="15388" y="10576"/>
                </a:lnTo>
                <a:lnTo>
                  <a:pt x="13504" y="10576"/>
                </a:lnTo>
                <a:cubicBezTo>
                  <a:pt x="13180" y="10576"/>
                  <a:pt x="12918" y="10838"/>
                  <a:pt x="12918" y="11161"/>
                </a:cubicBezTo>
                <a:lnTo>
                  <a:pt x="12918" y="18811"/>
                </a:lnTo>
                <a:lnTo>
                  <a:pt x="11162" y="18811"/>
                </a:lnTo>
                <a:lnTo>
                  <a:pt x="11162" y="11161"/>
                </a:lnTo>
                <a:cubicBezTo>
                  <a:pt x="11162" y="10838"/>
                  <a:pt x="10900" y="10576"/>
                  <a:pt x="10576" y="10576"/>
                </a:cubicBezTo>
                <a:lnTo>
                  <a:pt x="9407" y="10576"/>
                </a:lnTo>
                <a:lnTo>
                  <a:pt x="9407" y="9405"/>
                </a:lnTo>
                <a:lnTo>
                  <a:pt x="10576" y="9405"/>
                </a:lnTo>
                <a:cubicBezTo>
                  <a:pt x="10900" y="9405"/>
                  <a:pt x="11162" y="9143"/>
                  <a:pt x="11162" y="8821"/>
                </a:cubicBezTo>
                <a:cubicBezTo>
                  <a:pt x="11162" y="7215"/>
                  <a:pt x="11162" y="6481"/>
                  <a:pt x="11162" y="6143"/>
                </a:cubicBezTo>
                <a:cubicBezTo>
                  <a:pt x="11162" y="5520"/>
                  <a:pt x="11163" y="4843"/>
                  <a:pt x="11770" y="4324"/>
                </a:cubicBezTo>
                <a:cubicBezTo>
                  <a:pt x="12234" y="3928"/>
                  <a:pt x="12823" y="3687"/>
                  <a:pt x="13628" y="3571"/>
                </a:cubicBezTo>
                <a:cubicBezTo>
                  <a:pt x="13950" y="3524"/>
                  <a:pt x="14274" y="3500"/>
                  <a:pt x="14602" y="3500"/>
                </a:cubicBezTo>
                <a:close/>
                <a:moveTo>
                  <a:pt x="17017" y="1170"/>
                </a:moveTo>
                <a:cubicBezTo>
                  <a:pt x="17990" y="1170"/>
                  <a:pt x="18811" y="1975"/>
                  <a:pt x="18811" y="2927"/>
                </a:cubicBezTo>
                <a:lnTo>
                  <a:pt x="18811" y="17056"/>
                </a:lnTo>
                <a:cubicBezTo>
                  <a:pt x="18811" y="18023"/>
                  <a:pt x="18024" y="18811"/>
                  <a:pt x="17056" y="18811"/>
                </a:cubicBezTo>
                <a:lnTo>
                  <a:pt x="14089" y="18811"/>
                </a:lnTo>
                <a:lnTo>
                  <a:pt x="14089" y="11747"/>
                </a:lnTo>
                <a:lnTo>
                  <a:pt x="15846" y="11747"/>
                </a:lnTo>
                <a:cubicBezTo>
                  <a:pt x="16115" y="11747"/>
                  <a:pt x="16348" y="11565"/>
                  <a:pt x="16414" y="11305"/>
                </a:cubicBezTo>
                <a:lnTo>
                  <a:pt x="16999" y="8963"/>
                </a:lnTo>
                <a:cubicBezTo>
                  <a:pt x="17042" y="8787"/>
                  <a:pt x="17003" y="8602"/>
                  <a:pt x="16893" y="8460"/>
                </a:cubicBezTo>
                <a:cubicBezTo>
                  <a:pt x="16782" y="8317"/>
                  <a:pt x="16612" y="8235"/>
                  <a:pt x="16431" y="8235"/>
                </a:cubicBezTo>
                <a:lnTo>
                  <a:pt x="14089" y="8235"/>
                </a:lnTo>
                <a:lnTo>
                  <a:pt x="14089" y="6909"/>
                </a:lnTo>
                <a:cubicBezTo>
                  <a:pt x="14089" y="6638"/>
                  <a:pt x="14144" y="6343"/>
                  <a:pt x="14808" y="6229"/>
                </a:cubicBezTo>
                <a:cubicBezTo>
                  <a:pt x="14936" y="6208"/>
                  <a:pt x="15061" y="6199"/>
                  <a:pt x="15182" y="6199"/>
                </a:cubicBezTo>
                <a:cubicBezTo>
                  <a:pt x="15552" y="6199"/>
                  <a:pt x="15890" y="6283"/>
                  <a:pt x="16198" y="6360"/>
                </a:cubicBezTo>
                <a:cubicBezTo>
                  <a:pt x="16304" y="6387"/>
                  <a:pt x="16415" y="6421"/>
                  <a:pt x="16532" y="6421"/>
                </a:cubicBezTo>
                <a:cubicBezTo>
                  <a:pt x="16632" y="6421"/>
                  <a:pt x="16736" y="6396"/>
                  <a:pt x="16847" y="6321"/>
                </a:cubicBezTo>
                <a:cubicBezTo>
                  <a:pt x="16983" y="6229"/>
                  <a:pt x="17074" y="6084"/>
                  <a:pt x="17098" y="5923"/>
                </a:cubicBezTo>
                <a:cubicBezTo>
                  <a:pt x="17098" y="5923"/>
                  <a:pt x="17362" y="4156"/>
                  <a:pt x="17482" y="3339"/>
                </a:cubicBezTo>
                <a:cubicBezTo>
                  <a:pt x="17525" y="3049"/>
                  <a:pt x="17346" y="2769"/>
                  <a:pt x="17063" y="2690"/>
                </a:cubicBezTo>
                <a:cubicBezTo>
                  <a:pt x="16267" y="2463"/>
                  <a:pt x="15346" y="2343"/>
                  <a:pt x="14504" y="2343"/>
                </a:cubicBezTo>
                <a:cubicBezTo>
                  <a:pt x="14137" y="2343"/>
                  <a:pt x="13786" y="2365"/>
                  <a:pt x="13467" y="2412"/>
                </a:cubicBezTo>
                <a:cubicBezTo>
                  <a:pt x="12434" y="2562"/>
                  <a:pt x="11646" y="2888"/>
                  <a:pt x="11009" y="3434"/>
                </a:cubicBezTo>
                <a:cubicBezTo>
                  <a:pt x="10121" y="4193"/>
                  <a:pt x="10010" y="5168"/>
                  <a:pt x="9999" y="5833"/>
                </a:cubicBezTo>
                <a:cubicBezTo>
                  <a:pt x="9999" y="5847"/>
                  <a:pt x="9999" y="7029"/>
                  <a:pt x="9999" y="8235"/>
                </a:cubicBezTo>
                <a:lnTo>
                  <a:pt x="8821" y="8235"/>
                </a:lnTo>
                <a:cubicBezTo>
                  <a:pt x="8497" y="8235"/>
                  <a:pt x="8236" y="8497"/>
                  <a:pt x="8236" y="8819"/>
                </a:cubicBezTo>
                <a:lnTo>
                  <a:pt x="8236" y="11161"/>
                </a:lnTo>
                <a:cubicBezTo>
                  <a:pt x="8236" y="11485"/>
                  <a:pt x="8497" y="11747"/>
                  <a:pt x="8821" y="11747"/>
                </a:cubicBezTo>
                <a:lnTo>
                  <a:pt x="9991" y="11747"/>
                </a:lnTo>
                <a:lnTo>
                  <a:pt x="9991" y="18811"/>
                </a:lnTo>
                <a:lnTo>
                  <a:pt x="2927" y="18811"/>
                </a:lnTo>
                <a:cubicBezTo>
                  <a:pt x="1959" y="18811"/>
                  <a:pt x="1172" y="18023"/>
                  <a:pt x="1172" y="17054"/>
                </a:cubicBezTo>
                <a:lnTo>
                  <a:pt x="1172" y="2927"/>
                </a:lnTo>
                <a:cubicBezTo>
                  <a:pt x="1172" y="1959"/>
                  <a:pt x="1959" y="1170"/>
                  <a:pt x="2927" y="1170"/>
                </a:cubicBezTo>
                <a:close/>
                <a:moveTo>
                  <a:pt x="2927" y="1"/>
                </a:moveTo>
                <a:cubicBezTo>
                  <a:pt x="1314" y="1"/>
                  <a:pt x="1" y="1313"/>
                  <a:pt x="1" y="2927"/>
                </a:cubicBezTo>
                <a:lnTo>
                  <a:pt x="1" y="17056"/>
                </a:lnTo>
                <a:cubicBezTo>
                  <a:pt x="1" y="18669"/>
                  <a:pt x="1314" y="19982"/>
                  <a:pt x="2927" y="19982"/>
                </a:cubicBezTo>
                <a:lnTo>
                  <a:pt x="17054" y="19982"/>
                </a:lnTo>
                <a:cubicBezTo>
                  <a:pt x="18669" y="19982"/>
                  <a:pt x="19982" y="18669"/>
                  <a:pt x="19982" y="17056"/>
                </a:cubicBezTo>
                <a:lnTo>
                  <a:pt x="19982" y="2927"/>
                </a:lnTo>
                <a:cubicBezTo>
                  <a:pt x="19982" y="2145"/>
                  <a:pt x="19669" y="1409"/>
                  <a:pt x="19101" y="853"/>
                </a:cubicBezTo>
                <a:cubicBezTo>
                  <a:pt x="18538" y="303"/>
                  <a:pt x="17797" y="1"/>
                  <a:pt x="170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132" name="Google Shape;17132;p87"/>
          <p:cNvGrpSpPr/>
          <p:nvPr/>
        </p:nvGrpSpPr>
        <p:grpSpPr>
          <a:xfrm>
            <a:off x="7644439" y="4318387"/>
            <a:ext cx="543243" cy="543188"/>
            <a:chOff x="812101" y="2571761"/>
            <a:chExt cx="417066" cy="417024"/>
          </a:xfrm>
        </p:grpSpPr>
        <p:sp>
          <p:nvSpPr>
            <p:cNvPr id="17133" name="Google Shape;17133;p87"/>
            <p:cNvSpPr/>
            <p:nvPr/>
          </p:nvSpPr>
          <p:spPr>
            <a:xfrm>
              <a:off x="935084" y="2694744"/>
              <a:ext cx="171071" cy="171071"/>
            </a:xfrm>
            <a:custGeom>
              <a:avLst/>
              <a:gdLst/>
              <a:ahLst/>
              <a:cxnLst/>
              <a:rect l="l" t="t" r="r" b="b"/>
              <a:pathLst>
                <a:path w="8197" h="8197" extrusionOk="0">
                  <a:moveTo>
                    <a:pt x="4099" y="1171"/>
                  </a:moveTo>
                  <a:cubicBezTo>
                    <a:pt x="5712" y="1171"/>
                    <a:pt x="7027" y="2484"/>
                    <a:pt x="7027" y="4097"/>
                  </a:cubicBezTo>
                  <a:cubicBezTo>
                    <a:pt x="7027" y="5712"/>
                    <a:pt x="5712" y="7025"/>
                    <a:pt x="4099" y="7025"/>
                  </a:cubicBezTo>
                  <a:cubicBezTo>
                    <a:pt x="2486" y="7025"/>
                    <a:pt x="1171" y="5712"/>
                    <a:pt x="1171" y="4097"/>
                  </a:cubicBezTo>
                  <a:cubicBezTo>
                    <a:pt x="1171" y="2484"/>
                    <a:pt x="2486" y="1171"/>
                    <a:pt x="4099" y="1171"/>
                  </a:cubicBezTo>
                  <a:close/>
                  <a:moveTo>
                    <a:pt x="4099" y="0"/>
                  </a:moveTo>
                  <a:cubicBezTo>
                    <a:pt x="1840" y="0"/>
                    <a:pt x="0" y="1838"/>
                    <a:pt x="0" y="4097"/>
                  </a:cubicBezTo>
                  <a:cubicBezTo>
                    <a:pt x="0" y="6358"/>
                    <a:pt x="1840" y="8196"/>
                    <a:pt x="4099" y="8196"/>
                  </a:cubicBezTo>
                  <a:cubicBezTo>
                    <a:pt x="6358" y="8196"/>
                    <a:pt x="8196" y="6358"/>
                    <a:pt x="8196" y="4097"/>
                  </a:cubicBezTo>
                  <a:cubicBezTo>
                    <a:pt x="8196" y="1838"/>
                    <a:pt x="6358" y="0"/>
                    <a:pt x="40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4" name="Google Shape;17134;p87"/>
            <p:cNvSpPr/>
            <p:nvPr/>
          </p:nvSpPr>
          <p:spPr>
            <a:xfrm>
              <a:off x="860977" y="2620616"/>
              <a:ext cx="319311" cy="319290"/>
            </a:xfrm>
            <a:custGeom>
              <a:avLst/>
              <a:gdLst/>
              <a:ahLst/>
              <a:cxnLst/>
              <a:rect l="l" t="t" r="r" b="b"/>
              <a:pathLst>
                <a:path w="15300" h="15299" extrusionOk="0">
                  <a:moveTo>
                    <a:pt x="12333" y="1171"/>
                  </a:moveTo>
                  <a:cubicBezTo>
                    <a:pt x="13306" y="1171"/>
                    <a:pt x="14128" y="1994"/>
                    <a:pt x="14128" y="2967"/>
                  </a:cubicBezTo>
                  <a:lnTo>
                    <a:pt x="14128" y="12334"/>
                  </a:lnTo>
                  <a:cubicBezTo>
                    <a:pt x="14128" y="13307"/>
                    <a:pt x="13306" y="14129"/>
                    <a:pt x="12333" y="14129"/>
                  </a:cubicBezTo>
                  <a:lnTo>
                    <a:pt x="2968" y="14129"/>
                  </a:lnTo>
                  <a:cubicBezTo>
                    <a:pt x="1993" y="14129"/>
                    <a:pt x="1172" y="13307"/>
                    <a:pt x="1172" y="12334"/>
                  </a:cubicBezTo>
                  <a:lnTo>
                    <a:pt x="1172" y="2967"/>
                  </a:lnTo>
                  <a:cubicBezTo>
                    <a:pt x="1172" y="1994"/>
                    <a:pt x="1993" y="1171"/>
                    <a:pt x="2968" y="1171"/>
                  </a:cubicBezTo>
                  <a:close/>
                  <a:moveTo>
                    <a:pt x="2968" y="0"/>
                  </a:moveTo>
                  <a:cubicBezTo>
                    <a:pt x="1351" y="0"/>
                    <a:pt x="1" y="1346"/>
                    <a:pt x="1" y="2967"/>
                  </a:cubicBezTo>
                  <a:lnTo>
                    <a:pt x="1" y="12334"/>
                  </a:lnTo>
                  <a:cubicBezTo>
                    <a:pt x="1" y="13952"/>
                    <a:pt x="1349" y="15299"/>
                    <a:pt x="2968" y="15299"/>
                  </a:cubicBezTo>
                  <a:lnTo>
                    <a:pt x="12333" y="15299"/>
                  </a:lnTo>
                  <a:cubicBezTo>
                    <a:pt x="13953" y="15299"/>
                    <a:pt x="15299" y="13951"/>
                    <a:pt x="15299" y="12334"/>
                  </a:cubicBezTo>
                  <a:lnTo>
                    <a:pt x="15299" y="2967"/>
                  </a:lnTo>
                  <a:cubicBezTo>
                    <a:pt x="15299" y="1345"/>
                    <a:pt x="13948" y="0"/>
                    <a:pt x="123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5" name="Google Shape;17135;p87"/>
            <p:cNvSpPr/>
            <p:nvPr/>
          </p:nvSpPr>
          <p:spPr>
            <a:xfrm>
              <a:off x="812101" y="2571761"/>
              <a:ext cx="417066" cy="417024"/>
            </a:xfrm>
            <a:custGeom>
              <a:avLst/>
              <a:gdLst/>
              <a:ahLst/>
              <a:cxnLst/>
              <a:rect l="l" t="t" r="r" b="b"/>
              <a:pathLst>
                <a:path w="19984" h="19982" extrusionOk="0">
                  <a:moveTo>
                    <a:pt x="17056" y="1172"/>
                  </a:moveTo>
                  <a:cubicBezTo>
                    <a:pt x="18025" y="1172"/>
                    <a:pt x="18812" y="1959"/>
                    <a:pt x="18812" y="2927"/>
                  </a:cubicBezTo>
                  <a:lnTo>
                    <a:pt x="18812" y="17056"/>
                  </a:lnTo>
                  <a:cubicBezTo>
                    <a:pt x="18812" y="18023"/>
                    <a:pt x="18025" y="18811"/>
                    <a:pt x="17056" y="18811"/>
                  </a:cubicBezTo>
                  <a:lnTo>
                    <a:pt x="2928" y="18811"/>
                  </a:lnTo>
                  <a:cubicBezTo>
                    <a:pt x="1961" y="18811"/>
                    <a:pt x="1172" y="18023"/>
                    <a:pt x="1172" y="17056"/>
                  </a:cubicBezTo>
                  <a:lnTo>
                    <a:pt x="1172" y="2927"/>
                  </a:lnTo>
                  <a:cubicBezTo>
                    <a:pt x="1172" y="1959"/>
                    <a:pt x="1961" y="1172"/>
                    <a:pt x="2928" y="1172"/>
                  </a:cubicBezTo>
                  <a:close/>
                  <a:moveTo>
                    <a:pt x="2928" y="1"/>
                  </a:moveTo>
                  <a:cubicBezTo>
                    <a:pt x="1313" y="1"/>
                    <a:pt x="1" y="1313"/>
                    <a:pt x="1" y="2927"/>
                  </a:cubicBezTo>
                  <a:lnTo>
                    <a:pt x="1" y="17056"/>
                  </a:lnTo>
                  <a:cubicBezTo>
                    <a:pt x="1" y="18669"/>
                    <a:pt x="1313" y="19982"/>
                    <a:pt x="2928" y="19982"/>
                  </a:cubicBezTo>
                  <a:lnTo>
                    <a:pt x="17056" y="19982"/>
                  </a:lnTo>
                  <a:cubicBezTo>
                    <a:pt x="18669" y="19982"/>
                    <a:pt x="19984" y="18669"/>
                    <a:pt x="19984" y="17056"/>
                  </a:cubicBezTo>
                  <a:lnTo>
                    <a:pt x="19984" y="2927"/>
                  </a:lnTo>
                  <a:cubicBezTo>
                    <a:pt x="19984" y="1313"/>
                    <a:pt x="18669" y="1"/>
                    <a:pt x="170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6" name="Google Shape;17136;p87"/>
            <p:cNvSpPr/>
            <p:nvPr/>
          </p:nvSpPr>
          <p:spPr>
            <a:xfrm>
              <a:off x="1081712" y="2670306"/>
              <a:ext cx="48878" cy="48898"/>
            </a:xfrm>
            <a:custGeom>
              <a:avLst/>
              <a:gdLst/>
              <a:ahLst/>
              <a:cxnLst/>
              <a:rect l="l" t="t" r="r" b="b"/>
              <a:pathLst>
                <a:path w="2342" h="2343" extrusionOk="0">
                  <a:moveTo>
                    <a:pt x="1170" y="0"/>
                  </a:moveTo>
                  <a:cubicBezTo>
                    <a:pt x="524" y="0"/>
                    <a:pt x="1" y="526"/>
                    <a:pt x="1" y="1171"/>
                  </a:cubicBezTo>
                  <a:cubicBezTo>
                    <a:pt x="1" y="1817"/>
                    <a:pt x="524" y="2342"/>
                    <a:pt x="1170" y="2342"/>
                  </a:cubicBezTo>
                  <a:cubicBezTo>
                    <a:pt x="1816" y="2342"/>
                    <a:pt x="2341" y="1817"/>
                    <a:pt x="2341" y="1171"/>
                  </a:cubicBezTo>
                  <a:cubicBezTo>
                    <a:pt x="2341" y="526"/>
                    <a:pt x="1816" y="0"/>
                    <a:pt x="11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37" name="Google Shape;17137;p87"/>
          <p:cNvGrpSpPr/>
          <p:nvPr/>
        </p:nvGrpSpPr>
        <p:grpSpPr>
          <a:xfrm>
            <a:off x="8338565" y="4318387"/>
            <a:ext cx="543188" cy="543188"/>
            <a:chOff x="1323129" y="2571761"/>
            <a:chExt cx="417024" cy="417024"/>
          </a:xfrm>
        </p:grpSpPr>
        <p:sp>
          <p:nvSpPr>
            <p:cNvPr id="17138" name="Google Shape;17138;p87"/>
            <p:cNvSpPr/>
            <p:nvPr/>
          </p:nvSpPr>
          <p:spPr>
            <a:xfrm>
              <a:off x="1385007" y="2719183"/>
              <a:ext cx="73337" cy="219907"/>
            </a:xfrm>
            <a:custGeom>
              <a:avLst/>
              <a:gdLst/>
              <a:ahLst/>
              <a:cxnLst/>
              <a:rect l="l" t="t" r="r" b="b"/>
              <a:pathLst>
                <a:path w="3514" h="10537" extrusionOk="0">
                  <a:moveTo>
                    <a:pt x="2342" y="1171"/>
                  </a:moveTo>
                  <a:lnTo>
                    <a:pt x="2342" y="9367"/>
                  </a:lnTo>
                  <a:lnTo>
                    <a:pt x="1171" y="9367"/>
                  </a:lnTo>
                  <a:lnTo>
                    <a:pt x="1171" y="1171"/>
                  </a:lnTo>
                  <a:close/>
                  <a:moveTo>
                    <a:pt x="586" y="0"/>
                  </a:moveTo>
                  <a:cubicBezTo>
                    <a:pt x="264" y="0"/>
                    <a:pt x="0" y="262"/>
                    <a:pt x="0" y="586"/>
                  </a:cubicBezTo>
                  <a:lnTo>
                    <a:pt x="0" y="9951"/>
                  </a:lnTo>
                  <a:cubicBezTo>
                    <a:pt x="0" y="10275"/>
                    <a:pt x="264" y="10537"/>
                    <a:pt x="586" y="10537"/>
                  </a:cubicBezTo>
                  <a:lnTo>
                    <a:pt x="2928" y="10537"/>
                  </a:lnTo>
                  <a:cubicBezTo>
                    <a:pt x="3252" y="10537"/>
                    <a:pt x="3514" y="10275"/>
                    <a:pt x="3514" y="9951"/>
                  </a:cubicBezTo>
                  <a:lnTo>
                    <a:pt x="3514" y="586"/>
                  </a:lnTo>
                  <a:cubicBezTo>
                    <a:pt x="3514" y="262"/>
                    <a:pt x="3252" y="0"/>
                    <a:pt x="29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9" name="Google Shape;17139;p87"/>
            <p:cNvSpPr/>
            <p:nvPr/>
          </p:nvSpPr>
          <p:spPr>
            <a:xfrm>
              <a:off x="1385007" y="2621430"/>
              <a:ext cx="73337" cy="73337"/>
            </a:xfrm>
            <a:custGeom>
              <a:avLst/>
              <a:gdLst/>
              <a:ahLst/>
              <a:cxnLst/>
              <a:rect l="l" t="t" r="r" b="b"/>
              <a:pathLst>
                <a:path w="3514" h="3514" extrusionOk="0">
                  <a:moveTo>
                    <a:pt x="1757" y="1171"/>
                  </a:moveTo>
                  <a:cubicBezTo>
                    <a:pt x="2081" y="1171"/>
                    <a:pt x="2342" y="1435"/>
                    <a:pt x="2342" y="1757"/>
                  </a:cubicBezTo>
                  <a:cubicBezTo>
                    <a:pt x="2342" y="2080"/>
                    <a:pt x="2081" y="2342"/>
                    <a:pt x="1757" y="2342"/>
                  </a:cubicBezTo>
                  <a:cubicBezTo>
                    <a:pt x="1435" y="2342"/>
                    <a:pt x="1171" y="2080"/>
                    <a:pt x="1171" y="1757"/>
                  </a:cubicBezTo>
                  <a:cubicBezTo>
                    <a:pt x="1171" y="1435"/>
                    <a:pt x="1435" y="1171"/>
                    <a:pt x="1757" y="1171"/>
                  </a:cubicBezTo>
                  <a:close/>
                  <a:moveTo>
                    <a:pt x="1757" y="0"/>
                  </a:moveTo>
                  <a:cubicBezTo>
                    <a:pt x="789" y="0"/>
                    <a:pt x="0" y="789"/>
                    <a:pt x="0" y="1757"/>
                  </a:cubicBezTo>
                  <a:cubicBezTo>
                    <a:pt x="0" y="2726"/>
                    <a:pt x="789" y="3513"/>
                    <a:pt x="1757" y="3513"/>
                  </a:cubicBezTo>
                  <a:cubicBezTo>
                    <a:pt x="2726" y="3513"/>
                    <a:pt x="3514" y="2726"/>
                    <a:pt x="3514" y="1757"/>
                  </a:cubicBezTo>
                  <a:cubicBezTo>
                    <a:pt x="3514" y="789"/>
                    <a:pt x="2726" y="0"/>
                    <a:pt x="17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40" name="Google Shape;17140;p87"/>
            <p:cNvSpPr/>
            <p:nvPr/>
          </p:nvSpPr>
          <p:spPr>
            <a:xfrm>
              <a:off x="1482759" y="2718786"/>
              <a:ext cx="195510" cy="220304"/>
            </a:xfrm>
            <a:custGeom>
              <a:avLst/>
              <a:gdLst/>
              <a:ahLst/>
              <a:cxnLst/>
              <a:rect l="l" t="t" r="r" b="b"/>
              <a:pathLst>
                <a:path w="9368" h="10556" extrusionOk="0">
                  <a:moveTo>
                    <a:pt x="5559" y="1173"/>
                  </a:moveTo>
                  <a:cubicBezTo>
                    <a:pt x="5720" y="1173"/>
                    <a:pt x="5883" y="1186"/>
                    <a:pt x="6044" y="1212"/>
                  </a:cubicBezTo>
                  <a:cubicBezTo>
                    <a:pt x="7422" y="1435"/>
                    <a:pt x="8196" y="2535"/>
                    <a:pt x="8196" y="3669"/>
                  </a:cubicBezTo>
                  <a:lnTo>
                    <a:pt x="8196" y="9386"/>
                  </a:lnTo>
                  <a:lnTo>
                    <a:pt x="7025" y="9386"/>
                  </a:lnTo>
                  <a:lnTo>
                    <a:pt x="7025" y="4702"/>
                  </a:lnTo>
                  <a:cubicBezTo>
                    <a:pt x="7025" y="3411"/>
                    <a:pt x="5975" y="2360"/>
                    <a:pt x="4683" y="2360"/>
                  </a:cubicBezTo>
                  <a:cubicBezTo>
                    <a:pt x="3392" y="2360"/>
                    <a:pt x="2341" y="3411"/>
                    <a:pt x="2341" y="4702"/>
                  </a:cubicBezTo>
                  <a:lnTo>
                    <a:pt x="2341" y="9386"/>
                  </a:lnTo>
                  <a:lnTo>
                    <a:pt x="1170" y="9386"/>
                  </a:lnTo>
                  <a:lnTo>
                    <a:pt x="1170" y="1190"/>
                  </a:lnTo>
                  <a:lnTo>
                    <a:pt x="2341" y="1190"/>
                  </a:lnTo>
                  <a:lnTo>
                    <a:pt x="2341" y="1776"/>
                  </a:lnTo>
                  <a:cubicBezTo>
                    <a:pt x="2341" y="2011"/>
                    <a:pt x="2484" y="2225"/>
                    <a:pt x="2704" y="2316"/>
                  </a:cubicBezTo>
                  <a:cubicBezTo>
                    <a:pt x="2776" y="2346"/>
                    <a:pt x="2852" y="2361"/>
                    <a:pt x="2928" y="2361"/>
                  </a:cubicBezTo>
                  <a:cubicBezTo>
                    <a:pt x="3080" y="2361"/>
                    <a:pt x="3229" y="2301"/>
                    <a:pt x="3341" y="2190"/>
                  </a:cubicBezTo>
                  <a:lnTo>
                    <a:pt x="3615" y="1916"/>
                  </a:lnTo>
                  <a:cubicBezTo>
                    <a:pt x="4086" y="1443"/>
                    <a:pt x="4813" y="1173"/>
                    <a:pt x="5559" y="1173"/>
                  </a:cubicBezTo>
                  <a:close/>
                  <a:moveTo>
                    <a:pt x="5553" y="0"/>
                  </a:moveTo>
                  <a:cubicBezTo>
                    <a:pt x="4823" y="0"/>
                    <a:pt x="4110" y="189"/>
                    <a:pt x="3509" y="536"/>
                  </a:cubicBezTo>
                  <a:cubicBezTo>
                    <a:pt x="3475" y="246"/>
                    <a:pt x="3227" y="19"/>
                    <a:pt x="2927" y="19"/>
                  </a:cubicBezTo>
                  <a:lnTo>
                    <a:pt x="586" y="19"/>
                  </a:lnTo>
                  <a:cubicBezTo>
                    <a:pt x="262" y="19"/>
                    <a:pt x="1" y="281"/>
                    <a:pt x="1" y="605"/>
                  </a:cubicBezTo>
                  <a:lnTo>
                    <a:pt x="1" y="9970"/>
                  </a:lnTo>
                  <a:cubicBezTo>
                    <a:pt x="1" y="10294"/>
                    <a:pt x="262" y="10556"/>
                    <a:pt x="586" y="10556"/>
                  </a:cubicBezTo>
                  <a:lnTo>
                    <a:pt x="2927" y="10556"/>
                  </a:lnTo>
                  <a:cubicBezTo>
                    <a:pt x="3250" y="10556"/>
                    <a:pt x="3512" y="10294"/>
                    <a:pt x="3512" y="9970"/>
                  </a:cubicBezTo>
                  <a:lnTo>
                    <a:pt x="3512" y="4702"/>
                  </a:lnTo>
                  <a:cubicBezTo>
                    <a:pt x="3512" y="4056"/>
                    <a:pt x="4038" y="3531"/>
                    <a:pt x="4683" y="3531"/>
                  </a:cubicBezTo>
                  <a:cubicBezTo>
                    <a:pt x="5329" y="3531"/>
                    <a:pt x="5854" y="4056"/>
                    <a:pt x="5854" y="4702"/>
                  </a:cubicBezTo>
                  <a:lnTo>
                    <a:pt x="5854" y="9970"/>
                  </a:lnTo>
                  <a:cubicBezTo>
                    <a:pt x="5854" y="10294"/>
                    <a:pt x="6116" y="10556"/>
                    <a:pt x="6440" y="10556"/>
                  </a:cubicBezTo>
                  <a:lnTo>
                    <a:pt x="8782" y="10556"/>
                  </a:lnTo>
                  <a:cubicBezTo>
                    <a:pt x="9104" y="10556"/>
                    <a:pt x="9368" y="10294"/>
                    <a:pt x="9368" y="9970"/>
                  </a:cubicBezTo>
                  <a:lnTo>
                    <a:pt x="9368" y="3669"/>
                  </a:lnTo>
                  <a:cubicBezTo>
                    <a:pt x="9368" y="1921"/>
                    <a:pt x="8131" y="364"/>
                    <a:pt x="6231" y="55"/>
                  </a:cubicBezTo>
                  <a:cubicBezTo>
                    <a:pt x="6005" y="18"/>
                    <a:pt x="5779" y="0"/>
                    <a:pt x="555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41" name="Google Shape;17141;p87"/>
            <p:cNvSpPr/>
            <p:nvPr/>
          </p:nvSpPr>
          <p:spPr>
            <a:xfrm>
              <a:off x="1323129" y="2571761"/>
              <a:ext cx="417024" cy="417024"/>
            </a:xfrm>
            <a:custGeom>
              <a:avLst/>
              <a:gdLst/>
              <a:ahLst/>
              <a:cxnLst/>
              <a:rect l="l" t="t" r="r" b="b"/>
              <a:pathLst>
                <a:path w="19982" h="19982" extrusionOk="0">
                  <a:moveTo>
                    <a:pt x="17015" y="1170"/>
                  </a:moveTo>
                  <a:cubicBezTo>
                    <a:pt x="17989" y="1170"/>
                    <a:pt x="18810" y="1993"/>
                    <a:pt x="18810" y="2966"/>
                  </a:cubicBezTo>
                  <a:lnTo>
                    <a:pt x="18810" y="17015"/>
                  </a:lnTo>
                  <a:cubicBezTo>
                    <a:pt x="18810" y="17990"/>
                    <a:pt x="17989" y="18811"/>
                    <a:pt x="17015" y="18811"/>
                  </a:cubicBezTo>
                  <a:lnTo>
                    <a:pt x="2965" y="18811"/>
                  </a:lnTo>
                  <a:cubicBezTo>
                    <a:pt x="1992" y="18811"/>
                    <a:pt x="1170" y="17990"/>
                    <a:pt x="1170" y="17015"/>
                  </a:cubicBezTo>
                  <a:lnTo>
                    <a:pt x="1170" y="2966"/>
                  </a:lnTo>
                  <a:cubicBezTo>
                    <a:pt x="1170" y="1993"/>
                    <a:pt x="1992" y="1170"/>
                    <a:pt x="2965" y="1170"/>
                  </a:cubicBezTo>
                  <a:close/>
                  <a:moveTo>
                    <a:pt x="2965" y="1"/>
                  </a:moveTo>
                  <a:cubicBezTo>
                    <a:pt x="1347" y="1"/>
                    <a:pt x="0" y="1349"/>
                    <a:pt x="0" y="2966"/>
                  </a:cubicBezTo>
                  <a:lnTo>
                    <a:pt x="0" y="17015"/>
                  </a:lnTo>
                  <a:cubicBezTo>
                    <a:pt x="0" y="18635"/>
                    <a:pt x="1348" y="19982"/>
                    <a:pt x="2965" y="19982"/>
                  </a:cubicBezTo>
                  <a:lnTo>
                    <a:pt x="17017" y="19982"/>
                  </a:lnTo>
                  <a:cubicBezTo>
                    <a:pt x="18635" y="19982"/>
                    <a:pt x="19981" y="18634"/>
                    <a:pt x="19981" y="17015"/>
                  </a:cubicBezTo>
                  <a:lnTo>
                    <a:pt x="19981" y="2966"/>
                  </a:lnTo>
                  <a:cubicBezTo>
                    <a:pt x="19981" y="1347"/>
                    <a:pt x="18633" y="1"/>
                    <a:pt x="170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142" name="Google Shape;17142;p87"/>
          <p:cNvSpPr/>
          <p:nvPr/>
        </p:nvSpPr>
        <p:spPr>
          <a:xfrm>
            <a:off x="9103237" y="4367471"/>
            <a:ext cx="545868" cy="445181"/>
          </a:xfrm>
          <a:custGeom>
            <a:avLst/>
            <a:gdLst/>
            <a:ahLst/>
            <a:cxnLst/>
            <a:rect l="l" t="t" r="r" b="b"/>
            <a:pathLst>
              <a:path w="20081" h="16377" extrusionOk="0">
                <a:moveTo>
                  <a:pt x="13632" y="1165"/>
                </a:moveTo>
                <a:cubicBezTo>
                  <a:pt x="14903" y="1165"/>
                  <a:pt x="15458" y="1658"/>
                  <a:pt x="15826" y="1984"/>
                </a:cubicBezTo>
                <a:cubicBezTo>
                  <a:pt x="16040" y="2173"/>
                  <a:pt x="16244" y="2353"/>
                  <a:pt x="16548" y="2353"/>
                </a:cubicBezTo>
                <a:cubicBezTo>
                  <a:pt x="16762" y="2353"/>
                  <a:pt x="17038" y="2293"/>
                  <a:pt x="17344" y="2196"/>
                </a:cubicBezTo>
                <a:lnTo>
                  <a:pt x="17344" y="2196"/>
                </a:lnTo>
                <a:cubicBezTo>
                  <a:pt x="17236" y="2288"/>
                  <a:pt x="17119" y="2376"/>
                  <a:pt x="16995" y="2461"/>
                </a:cubicBezTo>
                <a:cubicBezTo>
                  <a:pt x="16780" y="2612"/>
                  <a:pt x="16689" y="2889"/>
                  <a:pt x="16778" y="3137"/>
                </a:cubicBezTo>
                <a:cubicBezTo>
                  <a:pt x="16861" y="3373"/>
                  <a:pt x="17082" y="3528"/>
                  <a:pt x="17329" y="3528"/>
                </a:cubicBezTo>
                <a:cubicBezTo>
                  <a:pt x="17343" y="3528"/>
                  <a:pt x="17358" y="3527"/>
                  <a:pt x="17372" y="3526"/>
                </a:cubicBezTo>
                <a:cubicBezTo>
                  <a:pt x="17475" y="3519"/>
                  <a:pt x="17576" y="3508"/>
                  <a:pt x="17680" y="3494"/>
                </a:cubicBezTo>
                <a:lnTo>
                  <a:pt x="17680" y="3494"/>
                </a:lnTo>
                <a:cubicBezTo>
                  <a:pt x="17275" y="3802"/>
                  <a:pt x="16921" y="3990"/>
                  <a:pt x="16937" y="4786"/>
                </a:cubicBezTo>
                <a:cubicBezTo>
                  <a:pt x="16937" y="4826"/>
                  <a:pt x="16939" y="4881"/>
                  <a:pt x="16939" y="4971"/>
                </a:cubicBezTo>
                <a:cubicBezTo>
                  <a:pt x="16939" y="6510"/>
                  <a:pt x="16350" y="9097"/>
                  <a:pt x="14694" y="11320"/>
                </a:cubicBezTo>
                <a:cubicBezTo>
                  <a:pt x="13372" y="13093"/>
                  <a:pt x="10896" y="15207"/>
                  <a:pt x="6611" y="15207"/>
                </a:cubicBezTo>
                <a:cubicBezTo>
                  <a:pt x="5368" y="15207"/>
                  <a:pt x="4159" y="14996"/>
                  <a:pt x="3001" y="14582"/>
                </a:cubicBezTo>
                <a:cubicBezTo>
                  <a:pt x="4359" y="14345"/>
                  <a:pt x="5612" y="13799"/>
                  <a:pt x="6698" y="12960"/>
                </a:cubicBezTo>
                <a:cubicBezTo>
                  <a:pt x="6893" y="12812"/>
                  <a:pt x="6972" y="12557"/>
                  <a:pt x="6900" y="12323"/>
                </a:cubicBezTo>
                <a:cubicBezTo>
                  <a:pt x="6827" y="12090"/>
                  <a:pt x="6617" y="11925"/>
                  <a:pt x="6372" y="11913"/>
                </a:cubicBezTo>
                <a:cubicBezTo>
                  <a:pt x="5203" y="11849"/>
                  <a:pt x="4280" y="11209"/>
                  <a:pt x="3767" y="10448"/>
                </a:cubicBezTo>
                <a:cubicBezTo>
                  <a:pt x="3968" y="10434"/>
                  <a:pt x="4207" y="10404"/>
                  <a:pt x="4564" y="10340"/>
                </a:cubicBezTo>
                <a:cubicBezTo>
                  <a:pt x="4832" y="10294"/>
                  <a:pt x="5030" y="10071"/>
                  <a:pt x="5047" y="9801"/>
                </a:cubicBezTo>
                <a:cubicBezTo>
                  <a:pt x="5065" y="9532"/>
                  <a:pt x="4895" y="9286"/>
                  <a:pt x="4637" y="9205"/>
                </a:cubicBezTo>
                <a:cubicBezTo>
                  <a:pt x="3296" y="8787"/>
                  <a:pt x="2498" y="8025"/>
                  <a:pt x="2180" y="6838"/>
                </a:cubicBezTo>
                <a:lnTo>
                  <a:pt x="2180" y="6838"/>
                </a:lnTo>
                <a:cubicBezTo>
                  <a:pt x="2390" y="6891"/>
                  <a:pt x="2642" y="6933"/>
                  <a:pt x="3057" y="6986"/>
                </a:cubicBezTo>
                <a:cubicBezTo>
                  <a:pt x="3081" y="6989"/>
                  <a:pt x="3105" y="6991"/>
                  <a:pt x="3129" y="6991"/>
                </a:cubicBezTo>
                <a:cubicBezTo>
                  <a:pt x="3359" y="6991"/>
                  <a:pt x="3571" y="6854"/>
                  <a:pt x="3666" y="6640"/>
                </a:cubicBezTo>
                <a:cubicBezTo>
                  <a:pt x="3770" y="6403"/>
                  <a:pt x="3707" y="6125"/>
                  <a:pt x="3508" y="5957"/>
                </a:cubicBezTo>
                <a:cubicBezTo>
                  <a:pt x="2014" y="4697"/>
                  <a:pt x="1936" y="3409"/>
                  <a:pt x="2210" y="2373"/>
                </a:cubicBezTo>
                <a:lnTo>
                  <a:pt x="2210" y="2373"/>
                </a:lnTo>
                <a:cubicBezTo>
                  <a:pt x="4267" y="4464"/>
                  <a:pt x="6801" y="5670"/>
                  <a:pt x="9880" y="5882"/>
                </a:cubicBezTo>
                <a:cubicBezTo>
                  <a:pt x="9894" y="5883"/>
                  <a:pt x="9908" y="5884"/>
                  <a:pt x="9921" y="5884"/>
                </a:cubicBezTo>
                <a:cubicBezTo>
                  <a:pt x="10265" y="5884"/>
                  <a:pt x="10539" y="5586"/>
                  <a:pt x="10503" y="5239"/>
                </a:cubicBezTo>
                <a:cubicBezTo>
                  <a:pt x="10372" y="3940"/>
                  <a:pt x="10634" y="2919"/>
                  <a:pt x="11281" y="2203"/>
                </a:cubicBezTo>
                <a:cubicBezTo>
                  <a:pt x="11975" y="1437"/>
                  <a:pt x="12981" y="1165"/>
                  <a:pt x="13632" y="1165"/>
                </a:cubicBezTo>
                <a:close/>
                <a:moveTo>
                  <a:pt x="13631" y="1"/>
                </a:moveTo>
                <a:cubicBezTo>
                  <a:pt x="12698" y="1"/>
                  <a:pt x="11363" y="368"/>
                  <a:pt x="10413" y="1418"/>
                </a:cubicBezTo>
                <a:cubicBezTo>
                  <a:pt x="9665" y="2245"/>
                  <a:pt x="9291" y="3332"/>
                  <a:pt x="9300" y="4649"/>
                </a:cubicBezTo>
                <a:cubicBezTo>
                  <a:pt x="6556" y="4315"/>
                  <a:pt x="4306" y="3079"/>
                  <a:pt x="2438" y="887"/>
                </a:cubicBezTo>
                <a:cubicBezTo>
                  <a:pt x="2327" y="756"/>
                  <a:pt x="2163" y="681"/>
                  <a:pt x="1993" y="681"/>
                </a:cubicBezTo>
                <a:cubicBezTo>
                  <a:pt x="1966" y="681"/>
                  <a:pt x="1938" y="683"/>
                  <a:pt x="1911" y="687"/>
                </a:cubicBezTo>
                <a:cubicBezTo>
                  <a:pt x="1713" y="715"/>
                  <a:pt x="1541" y="843"/>
                  <a:pt x="1460" y="1025"/>
                </a:cubicBezTo>
                <a:cubicBezTo>
                  <a:pt x="1207" y="1582"/>
                  <a:pt x="876" y="2444"/>
                  <a:pt x="922" y="3466"/>
                </a:cubicBezTo>
                <a:cubicBezTo>
                  <a:pt x="952" y="4138"/>
                  <a:pt x="1138" y="4773"/>
                  <a:pt x="1479" y="5368"/>
                </a:cubicBezTo>
                <a:cubicBezTo>
                  <a:pt x="1469" y="5367"/>
                  <a:pt x="1459" y="5367"/>
                  <a:pt x="1449" y="5367"/>
                </a:cubicBezTo>
                <a:cubicBezTo>
                  <a:pt x="1114" y="5367"/>
                  <a:pt x="843" y="5650"/>
                  <a:pt x="865" y="5990"/>
                </a:cubicBezTo>
                <a:cubicBezTo>
                  <a:pt x="963" y="7455"/>
                  <a:pt x="1501" y="8589"/>
                  <a:pt x="2470" y="9380"/>
                </a:cubicBezTo>
                <a:cubicBezTo>
                  <a:pt x="2284" y="9528"/>
                  <a:pt x="2208" y="9773"/>
                  <a:pt x="2274" y="9999"/>
                </a:cubicBezTo>
                <a:cubicBezTo>
                  <a:pt x="2578" y="11057"/>
                  <a:pt x="3469" y="12207"/>
                  <a:pt x="4833" y="12757"/>
                </a:cubicBezTo>
                <a:cubicBezTo>
                  <a:pt x="3802" y="13279"/>
                  <a:pt x="2644" y="13546"/>
                  <a:pt x="1412" y="13546"/>
                </a:cubicBezTo>
                <a:cubicBezTo>
                  <a:pt x="1173" y="13546"/>
                  <a:pt x="932" y="13536"/>
                  <a:pt x="689" y="13516"/>
                </a:cubicBezTo>
                <a:cubicBezTo>
                  <a:pt x="673" y="13515"/>
                  <a:pt x="658" y="13514"/>
                  <a:pt x="642" y="13514"/>
                </a:cubicBezTo>
                <a:cubicBezTo>
                  <a:pt x="390" y="13514"/>
                  <a:pt x="164" y="13676"/>
                  <a:pt x="84" y="13919"/>
                </a:cubicBezTo>
                <a:cubicBezTo>
                  <a:pt x="0" y="14177"/>
                  <a:pt x="105" y="14460"/>
                  <a:pt x="338" y="14600"/>
                </a:cubicBezTo>
                <a:cubicBezTo>
                  <a:pt x="2284" y="15778"/>
                  <a:pt x="4395" y="16376"/>
                  <a:pt x="6611" y="16376"/>
                </a:cubicBezTo>
                <a:cubicBezTo>
                  <a:pt x="11382" y="16376"/>
                  <a:pt x="14151" y="14008"/>
                  <a:pt x="15631" y="12019"/>
                </a:cubicBezTo>
                <a:cubicBezTo>
                  <a:pt x="17461" y="9567"/>
                  <a:pt x="18108" y="6689"/>
                  <a:pt x="18108" y="4971"/>
                </a:cubicBezTo>
                <a:cubicBezTo>
                  <a:pt x="18108" y="4747"/>
                  <a:pt x="18103" y="4701"/>
                  <a:pt x="18110" y="4637"/>
                </a:cubicBezTo>
                <a:cubicBezTo>
                  <a:pt x="18336" y="4435"/>
                  <a:pt x="18964" y="4133"/>
                  <a:pt x="19935" y="2718"/>
                </a:cubicBezTo>
                <a:cubicBezTo>
                  <a:pt x="20080" y="2505"/>
                  <a:pt x="20070" y="2221"/>
                  <a:pt x="19909" y="2019"/>
                </a:cubicBezTo>
                <a:cubicBezTo>
                  <a:pt x="19795" y="1879"/>
                  <a:pt x="19625" y="1801"/>
                  <a:pt x="19451" y="1801"/>
                </a:cubicBezTo>
                <a:cubicBezTo>
                  <a:pt x="19377" y="1801"/>
                  <a:pt x="19303" y="1815"/>
                  <a:pt x="19231" y="1844"/>
                </a:cubicBezTo>
                <a:cubicBezTo>
                  <a:pt x="19194" y="1860"/>
                  <a:pt x="19155" y="1874"/>
                  <a:pt x="19118" y="1890"/>
                </a:cubicBezTo>
                <a:cubicBezTo>
                  <a:pt x="19269" y="1630"/>
                  <a:pt x="19392" y="1356"/>
                  <a:pt x="19490" y="1062"/>
                </a:cubicBezTo>
                <a:cubicBezTo>
                  <a:pt x="19564" y="841"/>
                  <a:pt x="19498" y="598"/>
                  <a:pt x="19327" y="443"/>
                </a:cubicBezTo>
                <a:cubicBezTo>
                  <a:pt x="19217" y="344"/>
                  <a:pt x="19076" y="292"/>
                  <a:pt x="18934" y="292"/>
                </a:cubicBezTo>
                <a:cubicBezTo>
                  <a:pt x="18853" y="292"/>
                  <a:pt x="18771" y="309"/>
                  <a:pt x="18694" y="344"/>
                </a:cubicBezTo>
                <a:cubicBezTo>
                  <a:pt x="18690" y="345"/>
                  <a:pt x="18676" y="351"/>
                  <a:pt x="18651" y="363"/>
                </a:cubicBezTo>
                <a:cubicBezTo>
                  <a:pt x="17724" y="830"/>
                  <a:pt x="16999" y="1103"/>
                  <a:pt x="16670" y="1166"/>
                </a:cubicBezTo>
                <a:cubicBezTo>
                  <a:pt x="16647" y="1147"/>
                  <a:pt x="16624" y="1126"/>
                  <a:pt x="16603" y="1106"/>
                </a:cubicBezTo>
                <a:cubicBezTo>
                  <a:pt x="16194" y="745"/>
                  <a:pt x="15347" y="1"/>
                  <a:pt x="13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143" name="Google Shape;17143;p87"/>
          <p:cNvGrpSpPr/>
          <p:nvPr/>
        </p:nvGrpSpPr>
        <p:grpSpPr>
          <a:xfrm>
            <a:off x="9853865" y="4318458"/>
            <a:ext cx="544031" cy="543215"/>
            <a:chOff x="2344476" y="2571761"/>
            <a:chExt cx="417671" cy="417045"/>
          </a:xfrm>
        </p:grpSpPr>
        <p:sp>
          <p:nvSpPr>
            <p:cNvPr id="17144" name="Google Shape;17144;p87"/>
            <p:cNvSpPr/>
            <p:nvPr/>
          </p:nvSpPr>
          <p:spPr>
            <a:xfrm>
              <a:off x="2344476" y="2571761"/>
              <a:ext cx="417671" cy="417045"/>
            </a:xfrm>
            <a:custGeom>
              <a:avLst/>
              <a:gdLst/>
              <a:ahLst/>
              <a:cxnLst/>
              <a:rect l="l" t="t" r="r" b="b"/>
              <a:pathLst>
                <a:path w="20013" h="19983" extrusionOk="0">
                  <a:moveTo>
                    <a:pt x="10022" y="1170"/>
                  </a:moveTo>
                  <a:cubicBezTo>
                    <a:pt x="14886" y="1170"/>
                    <a:pt x="18842" y="5127"/>
                    <a:pt x="18842" y="9990"/>
                  </a:cubicBezTo>
                  <a:cubicBezTo>
                    <a:pt x="18842" y="14855"/>
                    <a:pt x="14886" y="18811"/>
                    <a:pt x="10023" y="18811"/>
                  </a:cubicBezTo>
                  <a:cubicBezTo>
                    <a:pt x="8516" y="18811"/>
                    <a:pt x="7030" y="18423"/>
                    <a:pt x="5726" y="17691"/>
                  </a:cubicBezTo>
                  <a:cubicBezTo>
                    <a:pt x="5638" y="17641"/>
                    <a:pt x="5539" y="17615"/>
                    <a:pt x="5440" y="17615"/>
                  </a:cubicBezTo>
                  <a:cubicBezTo>
                    <a:pt x="5393" y="17615"/>
                    <a:pt x="5345" y="17621"/>
                    <a:pt x="5298" y="17632"/>
                  </a:cubicBezTo>
                  <a:lnTo>
                    <a:pt x="1419" y="18595"/>
                  </a:lnTo>
                  <a:lnTo>
                    <a:pt x="2381" y="14715"/>
                  </a:lnTo>
                  <a:cubicBezTo>
                    <a:pt x="2417" y="14570"/>
                    <a:pt x="2395" y="14416"/>
                    <a:pt x="2323" y="14287"/>
                  </a:cubicBezTo>
                  <a:cubicBezTo>
                    <a:pt x="1590" y="12982"/>
                    <a:pt x="1203" y="11498"/>
                    <a:pt x="1203" y="9990"/>
                  </a:cubicBezTo>
                  <a:cubicBezTo>
                    <a:pt x="1203" y="5127"/>
                    <a:pt x="5159" y="1170"/>
                    <a:pt x="10022" y="1170"/>
                  </a:cubicBezTo>
                  <a:close/>
                  <a:moveTo>
                    <a:pt x="10023" y="1"/>
                  </a:moveTo>
                  <a:cubicBezTo>
                    <a:pt x="4522" y="1"/>
                    <a:pt x="32" y="4491"/>
                    <a:pt x="32" y="9990"/>
                  </a:cubicBezTo>
                  <a:cubicBezTo>
                    <a:pt x="32" y="11620"/>
                    <a:pt x="432" y="13226"/>
                    <a:pt x="1191" y="14655"/>
                  </a:cubicBezTo>
                  <a:lnTo>
                    <a:pt x="50" y="19256"/>
                  </a:lnTo>
                  <a:cubicBezTo>
                    <a:pt x="0" y="19455"/>
                    <a:pt x="58" y="19665"/>
                    <a:pt x="204" y="19810"/>
                  </a:cubicBezTo>
                  <a:cubicBezTo>
                    <a:pt x="313" y="19921"/>
                    <a:pt x="461" y="19982"/>
                    <a:pt x="614" y="19982"/>
                  </a:cubicBezTo>
                  <a:cubicBezTo>
                    <a:pt x="662" y="19982"/>
                    <a:pt x="710" y="19976"/>
                    <a:pt x="757" y="19964"/>
                  </a:cubicBezTo>
                  <a:lnTo>
                    <a:pt x="5358" y="18823"/>
                  </a:lnTo>
                  <a:cubicBezTo>
                    <a:pt x="6788" y="19582"/>
                    <a:pt x="8394" y="19982"/>
                    <a:pt x="10022" y="19982"/>
                  </a:cubicBezTo>
                  <a:cubicBezTo>
                    <a:pt x="12680" y="19982"/>
                    <a:pt x="15187" y="18940"/>
                    <a:pt x="17078" y="17047"/>
                  </a:cubicBezTo>
                  <a:cubicBezTo>
                    <a:pt x="18971" y="15156"/>
                    <a:pt x="20013" y="12649"/>
                    <a:pt x="20013" y="9990"/>
                  </a:cubicBezTo>
                  <a:cubicBezTo>
                    <a:pt x="20013" y="7333"/>
                    <a:pt x="18971" y="4827"/>
                    <a:pt x="17080" y="2934"/>
                  </a:cubicBezTo>
                  <a:cubicBezTo>
                    <a:pt x="15187" y="1043"/>
                    <a:pt x="12680" y="1"/>
                    <a:pt x="1002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45" name="Google Shape;17145;p87"/>
            <p:cNvSpPr/>
            <p:nvPr/>
          </p:nvSpPr>
          <p:spPr>
            <a:xfrm>
              <a:off x="2421672" y="2657388"/>
              <a:ext cx="260625" cy="243636"/>
            </a:xfrm>
            <a:custGeom>
              <a:avLst/>
              <a:gdLst/>
              <a:ahLst/>
              <a:cxnLst/>
              <a:rect l="l" t="t" r="r" b="b"/>
              <a:pathLst>
                <a:path w="12488" h="11674" extrusionOk="0">
                  <a:moveTo>
                    <a:pt x="3164" y="1171"/>
                  </a:moveTo>
                  <a:cubicBezTo>
                    <a:pt x="3352" y="1171"/>
                    <a:pt x="3536" y="1247"/>
                    <a:pt x="3710" y="1424"/>
                  </a:cubicBezTo>
                  <a:lnTo>
                    <a:pt x="3719" y="1433"/>
                  </a:lnTo>
                  <a:cubicBezTo>
                    <a:pt x="4757" y="2473"/>
                    <a:pt x="4683" y="2832"/>
                    <a:pt x="4449" y="3068"/>
                  </a:cubicBezTo>
                  <a:cubicBezTo>
                    <a:pt x="4240" y="3275"/>
                    <a:pt x="3625" y="3692"/>
                    <a:pt x="3427" y="3892"/>
                  </a:cubicBezTo>
                  <a:cubicBezTo>
                    <a:pt x="2960" y="4359"/>
                    <a:pt x="3046" y="5081"/>
                    <a:pt x="3685" y="6039"/>
                  </a:cubicBezTo>
                  <a:cubicBezTo>
                    <a:pt x="4065" y="6611"/>
                    <a:pt x="4568" y="7166"/>
                    <a:pt x="4805" y="7405"/>
                  </a:cubicBezTo>
                  <a:lnTo>
                    <a:pt x="4806" y="7405"/>
                  </a:lnTo>
                  <a:cubicBezTo>
                    <a:pt x="5045" y="7642"/>
                    <a:pt x="5599" y="8146"/>
                    <a:pt x="6172" y="8527"/>
                  </a:cubicBezTo>
                  <a:cubicBezTo>
                    <a:pt x="6727" y="8895"/>
                    <a:pt x="7202" y="9079"/>
                    <a:pt x="7594" y="9079"/>
                  </a:cubicBezTo>
                  <a:cubicBezTo>
                    <a:pt x="7880" y="9079"/>
                    <a:pt x="8123" y="8981"/>
                    <a:pt x="8320" y="8785"/>
                  </a:cubicBezTo>
                  <a:cubicBezTo>
                    <a:pt x="8518" y="8585"/>
                    <a:pt x="8935" y="7971"/>
                    <a:pt x="9144" y="7762"/>
                  </a:cubicBezTo>
                  <a:cubicBezTo>
                    <a:pt x="9238" y="7668"/>
                    <a:pt x="9331" y="7609"/>
                    <a:pt x="9460" y="7609"/>
                  </a:cubicBezTo>
                  <a:cubicBezTo>
                    <a:pt x="9549" y="7609"/>
                    <a:pt x="9655" y="7637"/>
                    <a:pt x="9790" y="7702"/>
                  </a:cubicBezTo>
                  <a:cubicBezTo>
                    <a:pt x="10172" y="7886"/>
                    <a:pt x="10582" y="8297"/>
                    <a:pt x="10779" y="8493"/>
                  </a:cubicBezTo>
                  <a:lnTo>
                    <a:pt x="10788" y="8502"/>
                  </a:lnTo>
                  <a:cubicBezTo>
                    <a:pt x="11239" y="8944"/>
                    <a:pt x="11037" y="9452"/>
                    <a:pt x="10593" y="9898"/>
                  </a:cubicBezTo>
                  <a:cubicBezTo>
                    <a:pt x="10190" y="10300"/>
                    <a:pt x="9680" y="10502"/>
                    <a:pt x="9068" y="10502"/>
                  </a:cubicBezTo>
                  <a:cubicBezTo>
                    <a:pt x="8521" y="10502"/>
                    <a:pt x="7892" y="10341"/>
                    <a:pt x="7184" y="10020"/>
                  </a:cubicBezTo>
                  <a:cubicBezTo>
                    <a:pt x="5868" y="9420"/>
                    <a:pt x="4676" y="8428"/>
                    <a:pt x="4228" y="7984"/>
                  </a:cubicBezTo>
                  <a:cubicBezTo>
                    <a:pt x="3784" y="7536"/>
                    <a:pt x="2792" y="6344"/>
                    <a:pt x="2192" y="5028"/>
                  </a:cubicBezTo>
                  <a:cubicBezTo>
                    <a:pt x="1511" y="3527"/>
                    <a:pt x="1552" y="2381"/>
                    <a:pt x="2314" y="1619"/>
                  </a:cubicBezTo>
                  <a:cubicBezTo>
                    <a:pt x="2583" y="1350"/>
                    <a:pt x="2877" y="1171"/>
                    <a:pt x="3164" y="1171"/>
                  </a:cubicBezTo>
                  <a:close/>
                  <a:moveTo>
                    <a:pt x="3169" y="1"/>
                  </a:moveTo>
                  <a:cubicBezTo>
                    <a:pt x="2619" y="1"/>
                    <a:pt x="2030" y="247"/>
                    <a:pt x="1486" y="791"/>
                  </a:cubicBezTo>
                  <a:cubicBezTo>
                    <a:pt x="701" y="1576"/>
                    <a:pt x="0" y="3034"/>
                    <a:pt x="1127" y="5512"/>
                  </a:cubicBezTo>
                  <a:cubicBezTo>
                    <a:pt x="1794" y="6979"/>
                    <a:pt x="2868" y="8274"/>
                    <a:pt x="3398" y="8810"/>
                  </a:cubicBezTo>
                  <a:lnTo>
                    <a:pt x="3402" y="8813"/>
                  </a:lnTo>
                  <a:cubicBezTo>
                    <a:pt x="3938" y="9344"/>
                    <a:pt x="5235" y="10418"/>
                    <a:pt x="6699" y="11085"/>
                  </a:cubicBezTo>
                  <a:cubicBezTo>
                    <a:pt x="7490" y="11445"/>
                    <a:pt x="8308" y="11674"/>
                    <a:pt x="9088" y="11674"/>
                  </a:cubicBezTo>
                  <a:cubicBezTo>
                    <a:pt x="9940" y="11674"/>
                    <a:pt x="10746" y="11400"/>
                    <a:pt x="11421" y="10726"/>
                  </a:cubicBezTo>
                  <a:cubicBezTo>
                    <a:pt x="12488" y="9657"/>
                    <a:pt x="12399" y="8442"/>
                    <a:pt x="11607" y="7665"/>
                  </a:cubicBezTo>
                  <a:cubicBezTo>
                    <a:pt x="11219" y="7278"/>
                    <a:pt x="10791" y="6885"/>
                    <a:pt x="10297" y="6648"/>
                  </a:cubicBezTo>
                  <a:cubicBezTo>
                    <a:pt x="10009" y="6509"/>
                    <a:pt x="9725" y="6440"/>
                    <a:pt x="9455" y="6440"/>
                  </a:cubicBezTo>
                  <a:cubicBezTo>
                    <a:pt x="9034" y="6440"/>
                    <a:pt x="8646" y="6606"/>
                    <a:pt x="8316" y="6935"/>
                  </a:cubicBezTo>
                  <a:cubicBezTo>
                    <a:pt x="8070" y="7180"/>
                    <a:pt x="7732" y="7665"/>
                    <a:pt x="7538" y="7904"/>
                  </a:cubicBezTo>
                  <a:cubicBezTo>
                    <a:pt x="7035" y="7819"/>
                    <a:pt x="6032" y="6974"/>
                    <a:pt x="5634" y="6577"/>
                  </a:cubicBezTo>
                  <a:cubicBezTo>
                    <a:pt x="5236" y="6179"/>
                    <a:pt x="4393" y="5174"/>
                    <a:pt x="4308" y="4674"/>
                  </a:cubicBezTo>
                  <a:cubicBezTo>
                    <a:pt x="4545" y="4481"/>
                    <a:pt x="5031" y="4141"/>
                    <a:pt x="5277" y="3895"/>
                  </a:cubicBezTo>
                  <a:cubicBezTo>
                    <a:pt x="5817" y="3354"/>
                    <a:pt x="5919" y="2652"/>
                    <a:pt x="5564" y="1914"/>
                  </a:cubicBezTo>
                  <a:cubicBezTo>
                    <a:pt x="5327" y="1421"/>
                    <a:pt x="4934" y="993"/>
                    <a:pt x="4546" y="605"/>
                  </a:cubicBezTo>
                  <a:cubicBezTo>
                    <a:pt x="4165" y="216"/>
                    <a:pt x="3684" y="1"/>
                    <a:pt x="31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993</TotalTime>
  <Words>1404</Words>
  <Application>Microsoft Office PowerPoint</Application>
  <PresentationFormat>Panorámica</PresentationFormat>
  <Paragraphs>184</Paragraphs>
  <Slides>41</Slides>
  <Notes>13</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41</vt:i4>
      </vt:variant>
    </vt:vector>
  </HeadingPairs>
  <TitlesOfParts>
    <vt:vector size="50" baseType="lpstr">
      <vt:lpstr>Amatic SC</vt:lpstr>
      <vt:lpstr>Arial</vt:lpstr>
      <vt:lpstr>Calibri</vt:lpstr>
      <vt:lpstr>Calibri Light</vt:lpstr>
      <vt:lpstr>Courier New</vt:lpstr>
      <vt:lpstr>Franklin Gothic Book</vt:lpstr>
      <vt:lpstr>Roboto</vt:lpstr>
      <vt:lpstr>Symbol</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Use our editable graphic resources... </vt:lpstr>
      <vt:lpstr>Presentación de PowerPoint</vt:lpstr>
      <vt:lpstr>Presentación de PowerPoint</vt:lpstr>
      <vt:lpstr>Presentación de PowerPoint</vt:lpstr>
      <vt:lpstr>Presentación de PowerPoint</vt:lpstr>
      <vt:lpstr>Presentación de PowerPoint</vt:lpstr>
      <vt:lpstr>...and our sets of editable icons</vt:lpstr>
      <vt:lpstr>Educational Icons</vt:lpstr>
      <vt:lpstr>Business Icons</vt:lpstr>
      <vt:lpstr>Help &amp; Support Icons</vt:lpstr>
      <vt:lpstr>Creative Process Icons</vt:lpstr>
      <vt:lpstr>Presentación de PowerPoint</vt:lpstr>
      <vt:lpstr>SEO &amp; Marketing Icons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LUIS ALFREDO RANGEL GONZALEZ</dc:creator>
  <cp:lastModifiedBy>alfredo gonzalez</cp:lastModifiedBy>
  <cp:revision>14</cp:revision>
  <dcterms:created xsi:type="dcterms:W3CDTF">2021-07-28T00:22:06Z</dcterms:created>
  <dcterms:modified xsi:type="dcterms:W3CDTF">2021-08-10T19:21:34Z</dcterms:modified>
</cp:coreProperties>
</file>